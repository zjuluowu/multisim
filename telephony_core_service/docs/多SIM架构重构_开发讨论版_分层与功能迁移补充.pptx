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cdc94903cf445b" /><Relationship Type="http://schemas.openxmlformats.org/officeDocument/2006/relationships/extended-properties" Target="/docProps/app.xml" Id="Rfe4f94293b7e4ff4" /><Relationship Type="http://schemas.openxmlformats.org/officeDocument/2006/relationships/officeDocument" Target="/ppt/presentation.xml" Id="R387f0b667dbb4863" /></Relationships>
</file>

<file path=ppt/presentation.xml><?xml version="1.0" encoding="utf-8"?>
<p:presentation xmlns:p="http://schemas.openxmlformats.org/presentationml/2006/main">
  <p:sldMasterIdLst>
    <p:sldMasterId xmlns:r="http://schemas.openxmlformats.org/officeDocument/2006/relationships" id="2147483648" r:id="R3fd0a1565d1541b5"/>
  </p:sldMasterIdLst>
  <p:notesMasterIdLst>
    <p:notesMasterId xmlns:r="http://schemas.openxmlformats.org/officeDocument/2006/relationships" r:id="R754a06f11a414d97"/>
  </p:notesMasterIdLst>
  <p:sldIdLst>
    <p:sldId xmlns:r="http://schemas.openxmlformats.org/officeDocument/2006/relationships" id="256" r:id="R0ec975a848de47c3"/>
    <p:sldId xmlns:r="http://schemas.openxmlformats.org/officeDocument/2006/relationships" id="257" r:id="Ra4de7008198a4305"/>
    <p:sldId xmlns:r="http://schemas.openxmlformats.org/officeDocument/2006/relationships" id="258" r:id="R4134bdf64ee446c0"/>
    <p:sldId xmlns:r="http://schemas.openxmlformats.org/officeDocument/2006/relationships" id="259" r:id="R0f921fba194d4800"/>
    <p:sldId xmlns:r="http://schemas.openxmlformats.org/officeDocument/2006/relationships" id="260" r:id="R200d039836cb4a18"/>
    <p:sldId xmlns:r="http://schemas.openxmlformats.org/officeDocument/2006/relationships" id="261" r:id="Ra8db9aae93a94d7e"/>
    <p:sldId xmlns:r="http://schemas.openxmlformats.org/officeDocument/2006/relationships" id="262" r:id="Rc0bd7ee56c0a4ac1"/>
    <p:sldId xmlns:r="http://schemas.openxmlformats.org/officeDocument/2006/relationships" id="263" r:id="R13207256c8324219"/>
    <p:sldId xmlns:r="http://schemas.openxmlformats.org/officeDocument/2006/relationships" id="264" r:id="R9fec6944701d4460"/>
    <p:sldId xmlns:r="http://schemas.openxmlformats.org/officeDocument/2006/relationships" id="265" r:id="Rca5c4db380d94bc4"/>
    <p:sldId xmlns:r="http://schemas.openxmlformats.org/officeDocument/2006/relationships" id="266" r:id="R5976900d4578496e"/>
    <p:sldId xmlns:r="http://schemas.openxmlformats.org/officeDocument/2006/relationships" id="267" r:id="R3e54b83da17145e3"/>
    <p:sldId xmlns:r="http://schemas.openxmlformats.org/officeDocument/2006/relationships" id="268" r:id="Rbd5e155238194659"/>
    <p:sldId xmlns:r="http://schemas.openxmlformats.org/officeDocument/2006/relationships" id="269" r:id="Ra4149d36d8d84d52"/>
    <p:sldId xmlns:r="http://schemas.openxmlformats.org/officeDocument/2006/relationships" id="270" r:id="R186affece9044435"/>
    <p:sldId xmlns:r="http://schemas.openxmlformats.org/officeDocument/2006/relationships" id="271" r:id="R8c204f0eb25c4899"/>
    <p:sldId xmlns:r="http://schemas.openxmlformats.org/officeDocument/2006/relationships" id="272" r:id="Rc5d976ddd8a14eec"/>
    <p:sldId xmlns:r="http://schemas.openxmlformats.org/officeDocument/2006/relationships" id="273" r:id="R295fad1529324de3"/>
    <p:sldId xmlns:r="http://schemas.openxmlformats.org/officeDocument/2006/relationships" id="274" r:id="R4d9258a5c459407f"/>
    <p:sldId xmlns:r="http://schemas.openxmlformats.org/officeDocument/2006/relationships" id="275" r:id="R6f1ebec3d61541bd"/>
    <p:sldId xmlns:r="http://schemas.openxmlformats.org/officeDocument/2006/relationships" id="276" r:id="Rdb701f770ab44fb9"/>
    <p:sldId xmlns:r="http://schemas.openxmlformats.org/officeDocument/2006/relationships" id="277" r:id="Rea741f9851c449a1"/>
    <p:sldId xmlns:r="http://schemas.openxmlformats.org/officeDocument/2006/relationships" id="278" r:id="Re1d734c9cecb42d9"/>
    <p:sldId xmlns:r="http://schemas.openxmlformats.org/officeDocument/2006/relationships" id="279" r:id="Ra3b0b1ba87284b66"/>
    <p:sldId xmlns:r="http://schemas.openxmlformats.org/officeDocument/2006/relationships" id="280" r:id="R6c93af7405b5486d"/>
    <p:sldId xmlns:r="http://schemas.openxmlformats.org/officeDocument/2006/relationships" id="281" r:id="Ra9153e8acbf647dc"/>
    <p:sldId xmlns:r="http://schemas.openxmlformats.org/officeDocument/2006/relationships" id="282" r:id="R00774a6c0ab4429d"/>
    <p:sldId xmlns:r="http://schemas.openxmlformats.org/officeDocument/2006/relationships" id="283" r:id="Raa172b986ca141d7"/>
    <p:sldId xmlns:r="http://schemas.openxmlformats.org/officeDocument/2006/relationships" id="284" r:id="R41025cb773b74e04"/>
    <p:sldId xmlns:r="http://schemas.openxmlformats.org/officeDocument/2006/relationships" id="285" r:id="Rfc9e06ec11d04c9c"/>
    <p:sldId xmlns:r="http://schemas.openxmlformats.org/officeDocument/2006/relationships" id="286" r:id="R9c945b5ff2464635"/>
    <p:sldId xmlns:r="http://schemas.openxmlformats.org/officeDocument/2006/relationships" id="287" r:id="R40eb597412da4626"/>
    <p:sldId xmlns:r="http://schemas.openxmlformats.org/officeDocument/2006/relationships" id="288" r:id="Rf9bfd0b451034883"/>
    <p:sldId xmlns:r="http://schemas.openxmlformats.org/officeDocument/2006/relationships" id="289" r:id="R2479d294f5b0412b"/>
    <p:sldId xmlns:r="http://schemas.openxmlformats.org/officeDocument/2006/relationships" id="290" r:id="Rf1f8b065f8034307"/>
    <p:sldId xmlns:r="http://schemas.openxmlformats.org/officeDocument/2006/relationships" id="291" r:id="R4ae61d462d79498f"/>
    <p:sldId xmlns:r="http://schemas.openxmlformats.org/officeDocument/2006/relationships" id="292" r:id="Rd6f9411220c9454f"/>
    <p:sldId xmlns:r="http://schemas.openxmlformats.org/officeDocument/2006/relationships" id="293" r:id="R0476e8cb01c44f42"/>
    <p:sldId xmlns:r="http://schemas.openxmlformats.org/officeDocument/2006/relationships" id="294" r:id="R66514559183a4b30"/>
    <p:sldId xmlns:r="http://schemas.openxmlformats.org/officeDocument/2006/relationships" id="295" r:id="R35f7389c4bc045b3"/>
    <p:sldId xmlns:r="http://schemas.openxmlformats.org/officeDocument/2006/relationships" id="296" r:id="R7340b10e9408415c"/>
    <p:sldId xmlns:r="http://schemas.openxmlformats.org/officeDocument/2006/relationships" id="297" r:id="Rc065a307e819434f"/>
    <p:sldId xmlns:r="http://schemas.openxmlformats.org/officeDocument/2006/relationships" id="298" r:id="Rd62f13e964f24d0f"/>
    <p:sldId xmlns:r="http://schemas.openxmlformats.org/officeDocument/2006/relationships" id="299" r:id="R6e42022aa3f54fc7"/>
    <p:sldId xmlns:r="http://schemas.openxmlformats.org/officeDocument/2006/relationships" id="300" r:id="R2b7a47fa74f145a7"/>
    <p:sldId xmlns:r="http://schemas.openxmlformats.org/officeDocument/2006/relationships" id="301" r:id="Ra7a2ab917ff64485"/>
    <p:sldId xmlns:r="http://schemas.openxmlformats.org/officeDocument/2006/relationships" id="302" r:id="R5e1901c9760844f7"/>
    <p:sldId xmlns:r="http://schemas.openxmlformats.org/officeDocument/2006/relationships" id="303" r:id="Ra1838e6ed2f945f5"/>
    <p:sldId xmlns:r="http://schemas.openxmlformats.org/officeDocument/2006/relationships" id="304" r:id="Rf74d65a5ece34262"/>
    <p:sldId xmlns:r="http://schemas.openxmlformats.org/officeDocument/2006/relationships" id="305" r:id="Ra17281d5b96d43f9"/>
    <p:sldId xmlns:r="http://schemas.openxmlformats.org/officeDocument/2006/relationships" id="306" r:id="R70eff55ac19f4e3f"/>
    <p:sldId xmlns:r="http://schemas.openxmlformats.org/officeDocument/2006/relationships" id="307" r:id="R8b4aed035042437f"/>
    <p:sldId xmlns:r="http://schemas.openxmlformats.org/officeDocument/2006/relationships" id="308" r:id="Re8f3c3f23e654629"/>
    <p:sldId xmlns:r="http://schemas.openxmlformats.org/officeDocument/2006/relationships" id="309" r:id="Rbb548ffb191147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9f862d5c3445b1" /><Relationship Type="http://schemas.openxmlformats.org/officeDocument/2006/relationships/slideMaster" Target="/ppt/slideMasters/slideMaster1.xml" Id="R3fd0a1565d1541b5" /><Relationship Type="http://schemas.openxmlformats.org/officeDocument/2006/relationships/notesMaster" Target="/ppt/notesMasters/notesMaster1.xml" Id="R754a06f11a414d97" /><Relationship Type="http://schemas.openxmlformats.org/officeDocument/2006/relationships/presProps" Target="/ppt/presProps.xml" Id="R8c4d74873e7e4352" /><Relationship Type="http://schemas.openxmlformats.org/officeDocument/2006/relationships/tableStyles" Target="/ppt/tableStyles.xml" Id="R8bef043a14194805" /><Relationship Type="http://schemas.openxmlformats.org/officeDocument/2006/relationships/slide" Target="/ppt/slides/slide1.xml" Id="R0ec975a848de47c3" /><Relationship Type="http://schemas.openxmlformats.org/officeDocument/2006/relationships/slide" Target="/ppt/slides/slide2.xml" Id="Ra4de7008198a4305" /><Relationship Type="http://schemas.openxmlformats.org/officeDocument/2006/relationships/slide" Target="/ppt/slides/slide3.xml" Id="R4134bdf64ee446c0" /><Relationship Type="http://schemas.openxmlformats.org/officeDocument/2006/relationships/slide" Target="/ppt/slides/slide4.xml" Id="R0f921fba194d4800" /><Relationship Type="http://schemas.openxmlformats.org/officeDocument/2006/relationships/slide" Target="/ppt/slides/slide5.xml" Id="R200d039836cb4a18" /><Relationship Type="http://schemas.openxmlformats.org/officeDocument/2006/relationships/slide" Target="/ppt/slides/slide6.xml" Id="Ra8db9aae93a94d7e" /><Relationship Type="http://schemas.openxmlformats.org/officeDocument/2006/relationships/slide" Target="/ppt/slides/slide7.xml" Id="Rc0bd7ee56c0a4ac1" /><Relationship Type="http://schemas.openxmlformats.org/officeDocument/2006/relationships/slide" Target="/ppt/slides/slide8.xml" Id="R13207256c8324219" /><Relationship Type="http://schemas.openxmlformats.org/officeDocument/2006/relationships/slide" Target="/ppt/slides/slide9.xml" Id="R9fec6944701d4460" /><Relationship Type="http://schemas.openxmlformats.org/officeDocument/2006/relationships/slide" Target="/ppt/slides/slide10.xml" Id="Rca5c4db380d94bc4" /><Relationship Type="http://schemas.openxmlformats.org/officeDocument/2006/relationships/slide" Target="/ppt/slides/slide11.xml" Id="R5976900d4578496e" /><Relationship Type="http://schemas.openxmlformats.org/officeDocument/2006/relationships/slide" Target="/ppt/slides/slide12.xml" Id="R3e54b83da17145e3" /><Relationship Type="http://schemas.openxmlformats.org/officeDocument/2006/relationships/slide" Target="/ppt/slides/slide13.xml" Id="Rbd5e155238194659" /><Relationship Type="http://schemas.openxmlformats.org/officeDocument/2006/relationships/slide" Target="/ppt/slides/slide14.xml" Id="Ra4149d36d8d84d52" /><Relationship Type="http://schemas.openxmlformats.org/officeDocument/2006/relationships/slide" Target="/ppt/slides/slide15.xml" Id="R186affece9044435" /><Relationship Type="http://schemas.openxmlformats.org/officeDocument/2006/relationships/slide" Target="/ppt/slides/slide16.xml" Id="R8c204f0eb25c4899" /><Relationship Type="http://schemas.openxmlformats.org/officeDocument/2006/relationships/slide" Target="/ppt/slides/slide17.xml" Id="Rc5d976ddd8a14eec" /><Relationship Type="http://schemas.openxmlformats.org/officeDocument/2006/relationships/slide" Target="/ppt/slides/slide18.xml" Id="R295fad1529324de3" /><Relationship Type="http://schemas.openxmlformats.org/officeDocument/2006/relationships/slide" Target="/ppt/slides/slide19.xml" Id="R4d9258a5c459407f" /><Relationship Type="http://schemas.openxmlformats.org/officeDocument/2006/relationships/slide" Target="/ppt/slides/slide20.xml" Id="R6f1ebec3d61541bd" /><Relationship Type="http://schemas.openxmlformats.org/officeDocument/2006/relationships/slide" Target="/ppt/slides/slide21.xml" Id="Rdb701f770ab44fb9" /><Relationship Type="http://schemas.openxmlformats.org/officeDocument/2006/relationships/slide" Target="/ppt/slides/slide22.xml" Id="Rea741f9851c449a1" /><Relationship Type="http://schemas.openxmlformats.org/officeDocument/2006/relationships/slide" Target="/ppt/slides/slide23.xml" Id="Re1d734c9cecb42d9" /><Relationship Type="http://schemas.openxmlformats.org/officeDocument/2006/relationships/slide" Target="/ppt/slides/slide24.xml" Id="Ra3b0b1ba87284b66" /><Relationship Type="http://schemas.openxmlformats.org/officeDocument/2006/relationships/slide" Target="/ppt/slides/slide25.xml" Id="R6c93af7405b5486d" /><Relationship Type="http://schemas.openxmlformats.org/officeDocument/2006/relationships/slide" Target="/ppt/slides/slide26.xml" Id="Ra9153e8acbf647dc" /><Relationship Type="http://schemas.openxmlformats.org/officeDocument/2006/relationships/slide" Target="/ppt/slides/slide27.xml" Id="R00774a6c0ab4429d" /><Relationship Type="http://schemas.openxmlformats.org/officeDocument/2006/relationships/slide" Target="/ppt/slides/slide28.xml" Id="Raa172b986ca141d7" /><Relationship Type="http://schemas.openxmlformats.org/officeDocument/2006/relationships/slide" Target="/ppt/slides/slide29.xml" Id="R41025cb773b74e04" /><Relationship Type="http://schemas.openxmlformats.org/officeDocument/2006/relationships/slide" Target="/ppt/slides/slide30.xml" Id="Rfc9e06ec11d04c9c" /><Relationship Type="http://schemas.openxmlformats.org/officeDocument/2006/relationships/slide" Target="/ppt/slides/slide31.xml" Id="R9c945b5ff2464635" /><Relationship Type="http://schemas.openxmlformats.org/officeDocument/2006/relationships/slide" Target="/ppt/slides/slide32.xml" Id="R40eb597412da4626" /><Relationship Type="http://schemas.openxmlformats.org/officeDocument/2006/relationships/slide" Target="/ppt/slides/slide33.xml" Id="Rf9bfd0b451034883" /><Relationship Type="http://schemas.openxmlformats.org/officeDocument/2006/relationships/slide" Target="/ppt/slides/slide34.xml" Id="R2479d294f5b0412b" /><Relationship Type="http://schemas.openxmlformats.org/officeDocument/2006/relationships/slide" Target="/ppt/slides/slide35.xml" Id="Rf1f8b065f8034307" /><Relationship Type="http://schemas.openxmlformats.org/officeDocument/2006/relationships/slide" Target="/ppt/slides/slide36.xml" Id="R4ae61d462d79498f" /><Relationship Type="http://schemas.openxmlformats.org/officeDocument/2006/relationships/slide" Target="/ppt/slides/slide37.xml" Id="Rd6f9411220c9454f" /><Relationship Type="http://schemas.openxmlformats.org/officeDocument/2006/relationships/slide" Target="/ppt/slides/slide38.xml" Id="R0476e8cb01c44f42" /><Relationship Type="http://schemas.openxmlformats.org/officeDocument/2006/relationships/slide" Target="/ppt/slides/slide39.xml" Id="R66514559183a4b30" /><Relationship Type="http://schemas.openxmlformats.org/officeDocument/2006/relationships/slide" Target="/ppt/slides/slide40.xml" Id="R35f7389c4bc045b3" /><Relationship Type="http://schemas.openxmlformats.org/officeDocument/2006/relationships/slide" Target="/ppt/slides/slide41.xml" Id="R7340b10e9408415c" /><Relationship Type="http://schemas.openxmlformats.org/officeDocument/2006/relationships/slide" Target="/ppt/slides/slide42.xml" Id="Rc065a307e819434f" /><Relationship Type="http://schemas.openxmlformats.org/officeDocument/2006/relationships/slide" Target="/ppt/slides/slide43.xml" Id="Rd62f13e964f24d0f" /><Relationship Type="http://schemas.openxmlformats.org/officeDocument/2006/relationships/slide" Target="/ppt/slides/slide44.xml" Id="R6e42022aa3f54fc7" /><Relationship Type="http://schemas.openxmlformats.org/officeDocument/2006/relationships/slide" Target="/ppt/slides/slide45.xml" Id="R2b7a47fa74f145a7" /><Relationship Type="http://schemas.openxmlformats.org/officeDocument/2006/relationships/slide" Target="/ppt/slides/slide46.xml" Id="Ra7a2ab917ff64485" /><Relationship Type="http://schemas.openxmlformats.org/officeDocument/2006/relationships/slide" Target="/ppt/slides/slide47.xml" Id="R5e1901c9760844f7" /><Relationship Type="http://schemas.openxmlformats.org/officeDocument/2006/relationships/slide" Target="/ppt/slides/slide48.xml" Id="Ra1838e6ed2f945f5" /><Relationship Type="http://schemas.openxmlformats.org/officeDocument/2006/relationships/slide" Target="/ppt/slides/slide49.xml" Id="Rf74d65a5ece34262" /><Relationship Type="http://schemas.openxmlformats.org/officeDocument/2006/relationships/slide" Target="/ppt/slides/slide50.xml" Id="Ra17281d5b96d43f9" /><Relationship Type="http://schemas.openxmlformats.org/officeDocument/2006/relationships/slide" Target="/ppt/slides/slide51.xml" Id="R70eff55ac19f4e3f" /><Relationship Type="http://schemas.openxmlformats.org/officeDocument/2006/relationships/slide" Target="/ppt/slides/slide52.xml" Id="R8b4aed035042437f" /><Relationship Type="http://schemas.openxmlformats.org/officeDocument/2006/relationships/slide" Target="/ppt/slides/slide53.xml" Id="Re8f3c3f23e654629" /><Relationship Type="http://schemas.openxmlformats.org/officeDocument/2006/relationships/slide" Target="/ppt/slides/slide54.xml" Id="Rbb548ffb191147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610701ce044c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7aff386ece4e17" /><Relationship Type="http://schemas.openxmlformats.org/officeDocument/2006/relationships/notesMaster" Target="/ppt/notesMasters/notesMaster1.xml" Id="Rc366f0f2304942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e1b4e3a0cd44bb" /><Relationship Type="http://schemas.openxmlformats.org/officeDocument/2006/relationships/notesMaster" Target="/ppt/notesMasters/notesMaster1.xml" Id="Rb320c689fa5a4a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d89ff543aa4822" /><Relationship Type="http://schemas.openxmlformats.org/officeDocument/2006/relationships/notesMaster" Target="/ppt/notesMasters/notesMaster1.xml" Id="R69079c666ed540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fb12e15c7c4c51" /><Relationship Type="http://schemas.openxmlformats.org/officeDocument/2006/relationships/notesMaster" Target="/ppt/notesMasters/notesMaster1.xml" Id="Rf6a5f0867b3244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3e1b8456c34029" /><Relationship Type="http://schemas.openxmlformats.org/officeDocument/2006/relationships/notesMaster" Target="/ppt/notesMasters/notesMaster1.xml" Id="R6894570791924c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d291d71a3f499e" /><Relationship Type="http://schemas.openxmlformats.org/officeDocument/2006/relationships/notesMaster" Target="/ppt/notesMasters/notesMaster1.xml" Id="R515c5018a8634f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cd4f1ca3aa4194" /><Relationship Type="http://schemas.openxmlformats.org/officeDocument/2006/relationships/notesMaster" Target="/ppt/notesMasters/notesMaster1.xml" Id="Rdc170d71045e40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67bad31eda484a" /><Relationship Type="http://schemas.openxmlformats.org/officeDocument/2006/relationships/notesMaster" Target="/ppt/notesMasters/notesMaster1.xml" Id="R6469676833f44c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f8eacd5ef54530" /><Relationship Type="http://schemas.openxmlformats.org/officeDocument/2006/relationships/notesMaster" Target="/ppt/notesMasters/notesMaster1.xml" Id="R05cc1d7a891a4a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1431e916f84231" /><Relationship Type="http://schemas.openxmlformats.org/officeDocument/2006/relationships/notesMaster" Target="/ppt/notesMasters/notesMaster1.xml" Id="Rc58a4499bb4b48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2808a87ab941aa" /><Relationship Type="http://schemas.openxmlformats.org/officeDocument/2006/relationships/notesMaster" Target="/ppt/notesMasters/notesMaster1.xml" Id="Rd5ffccde357348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2358ce0cc84aa4" /><Relationship Type="http://schemas.openxmlformats.org/officeDocument/2006/relationships/notesMaster" Target="/ppt/notesMasters/notesMaster1.xml" Id="R78aad598d9854a3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9a62dec2b354907" /><Relationship Type="http://schemas.openxmlformats.org/officeDocument/2006/relationships/notesMaster" Target="/ppt/notesMasters/notesMaster1.xml" Id="R0b75505271c147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d4f84232b0643ce" /><Relationship Type="http://schemas.openxmlformats.org/officeDocument/2006/relationships/notesMaster" Target="/ppt/notesMasters/notesMaster1.xml" Id="R7f5f8d3cc8cc46f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906de236c9d4c78" /><Relationship Type="http://schemas.openxmlformats.org/officeDocument/2006/relationships/notesMaster" Target="/ppt/notesMasters/notesMaster1.xml" Id="R43a94f4a62c744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b3d22054c54ae0" /><Relationship Type="http://schemas.openxmlformats.org/officeDocument/2006/relationships/notesMaster" Target="/ppt/notesMasters/notesMaster1.xml" Id="R79c03808f538498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cbd0ee677714c01" /><Relationship Type="http://schemas.openxmlformats.org/officeDocument/2006/relationships/notesMaster" Target="/ppt/notesMasters/notesMaster1.xml" Id="R2a765dee0bf244f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8dec61662be4896" /><Relationship Type="http://schemas.openxmlformats.org/officeDocument/2006/relationships/notesMaster" Target="/ppt/notesMasters/notesMaster1.xml" Id="R1011f8d624c843c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a6a6895fc9b40b8" /><Relationship Type="http://schemas.openxmlformats.org/officeDocument/2006/relationships/notesMaster" Target="/ppt/notesMasters/notesMaster1.xml" Id="Rbf0fd128eb1f4b6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94aba6219d1400a" /><Relationship Type="http://schemas.openxmlformats.org/officeDocument/2006/relationships/notesMaster" Target="/ppt/notesMasters/notesMaster1.xml" Id="R35ccb417bc354cb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24a53790dbf4364" /><Relationship Type="http://schemas.openxmlformats.org/officeDocument/2006/relationships/notesMaster" Target="/ppt/notesMasters/notesMaster1.xml" Id="Rbb60fdca821b4a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3b4cf1c3cf0428b" /><Relationship Type="http://schemas.openxmlformats.org/officeDocument/2006/relationships/notesMaster" Target="/ppt/notesMasters/notesMaster1.xml" Id="R2116af98677144e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c176008d4724bb6" /><Relationship Type="http://schemas.openxmlformats.org/officeDocument/2006/relationships/notesMaster" Target="/ppt/notesMasters/notesMaster1.xml" Id="Rd5ea63735ad1457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d56f64b91954961" /><Relationship Type="http://schemas.openxmlformats.org/officeDocument/2006/relationships/notesMaster" Target="/ppt/notesMasters/notesMaster1.xml" Id="Rb9ba48ec4e984a3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8ee174356344d37" /><Relationship Type="http://schemas.openxmlformats.org/officeDocument/2006/relationships/notesMaster" Target="/ppt/notesMasters/notesMaster1.xml" Id="R298c23f71859456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441c38386fe4ceb" /><Relationship Type="http://schemas.openxmlformats.org/officeDocument/2006/relationships/notesMaster" Target="/ppt/notesMasters/notesMaster1.xml" Id="R63d9706ccc48435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b84c653e1e44311" /><Relationship Type="http://schemas.openxmlformats.org/officeDocument/2006/relationships/notesMaster" Target="/ppt/notesMasters/notesMaster1.xml" Id="Re491a22b8c7b416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1d29a7765bd4f3f" /><Relationship Type="http://schemas.openxmlformats.org/officeDocument/2006/relationships/notesMaster" Target="/ppt/notesMasters/notesMaster1.xml" Id="Rb6bd35982641452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35abb24280e493e" /><Relationship Type="http://schemas.openxmlformats.org/officeDocument/2006/relationships/notesMaster" Target="/ppt/notesMasters/notesMaster1.xml" Id="R9d3520726e01437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1199d592faf4f0d" /><Relationship Type="http://schemas.openxmlformats.org/officeDocument/2006/relationships/notesMaster" Target="/ppt/notesMasters/notesMaster1.xml" Id="R7ecc8d2889ac4ae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41cfcddceb943a4" /><Relationship Type="http://schemas.openxmlformats.org/officeDocument/2006/relationships/notesMaster" Target="/ppt/notesMasters/notesMaster1.xml" Id="Rb0f3fc9bfbcb45c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af48fb00b2442ec" /><Relationship Type="http://schemas.openxmlformats.org/officeDocument/2006/relationships/notesMaster" Target="/ppt/notesMasters/notesMaster1.xml" Id="R1582232a30d7402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753e46915414aa3" /><Relationship Type="http://schemas.openxmlformats.org/officeDocument/2006/relationships/notesMaster" Target="/ppt/notesMasters/notesMaster1.xml" Id="R22f53d426f18445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7a3722170184f51" /><Relationship Type="http://schemas.openxmlformats.org/officeDocument/2006/relationships/notesMaster" Target="/ppt/notesMasters/notesMaster1.xml" Id="R8c6c7891d6314d7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1b17e770b7143d9" /><Relationship Type="http://schemas.openxmlformats.org/officeDocument/2006/relationships/notesMaster" Target="/ppt/notesMasters/notesMaster1.xml" Id="R8217d9344f8849c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efecaccf6f44268" /><Relationship Type="http://schemas.openxmlformats.org/officeDocument/2006/relationships/notesMaster" Target="/ppt/notesMasters/notesMaster1.xml" Id="R5bdef8632fd449c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4d204d0cdc94161" /><Relationship Type="http://schemas.openxmlformats.org/officeDocument/2006/relationships/notesMaster" Target="/ppt/notesMasters/notesMaster1.xml" Id="Rcd3ad71ae8944df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cde52d42ede4f85" /><Relationship Type="http://schemas.openxmlformats.org/officeDocument/2006/relationships/notesMaster" Target="/ppt/notesMasters/notesMaster1.xml" Id="R365c4cff393e48a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f0b13ee0f564645" /><Relationship Type="http://schemas.openxmlformats.org/officeDocument/2006/relationships/notesMaster" Target="/ppt/notesMasters/notesMaster1.xml" Id="R40e4ac52328c4cb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d3739cbcafc47f0" /><Relationship Type="http://schemas.openxmlformats.org/officeDocument/2006/relationships/notesMaster" Target="/ppt/notesMasters/notesMaster1.xml" Id="R57cf47d7920f42a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6fb37ea60a24ad7" /><Relationship Type="http://schemas.openxmlformats.org/officeDocument/2006/relationships/notesMaster" Target="/ppt/notesMasters/notesMaster1.xml" Id="R440ad46301b8411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7e55fa5d8e44470" /><Relationship Type="http://schemas.openxmlformats.org/officeDocument/2006/relationships/notesMaster" Target="/ppt/notesMasters/notesMaster1.xml" Id="R14811c15bb974c3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f74c76654124143" /><Relationship Type="http://schemas.openxmlformats.org/officeDocument/2006/relationships/notesMaster" Target="/ppt/notesMasters/notesMaster1.xml" Id="Rd53d998bb6914d0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1430483228d4e7c" /><Relationship Type="http://schemas.openxmlformats.org/officeDocument/2006/relationships/notesMaster" Target="/ppt/notesMasters/notesMaster1.xml" Id="Rcabd4dffc6be49d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2a72c0f16684029" /><Relationship Type="http://schemas.openxmlformats.org/officeDocument/2006/relationships/notesMaster" Target="/ppt/notesMasters/notesMaster1.xml" Id="R795af49c0d4543d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24945073507491c" /><Relationship Type="http://schemas.openxmlformats.org/officeDocument/2006/relationships/notesMaster" Target="/ppt/notesMasters/notesMaster1.xml" Id="R60856907ef55408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5df1e9706754085" /><Relationship Type="http://schemas.openxmlformats.org/officeDocument/2006/relationships/notesMaster" Target="/ppt/notesMasters/notesMaster1.xml" Id="R49154fdf52164e3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90cd1f83954448b" /><Relationship Type="http://schemas.openxmlformats.org/officeDocument/2006/relationships/notesMaster" Target="/ppt/notesMasters/notesMaster1.xml" Id="Rb4f636964b0446e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91afd4976e7479c" /><Relationship Type="http://schemas.openxmlformats.org/officeDocument/2006/relationships/notesMaster" Target="/ppt/notesMasters/notesMaster1.xml" Id="Re21581f58d0e447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0ec14aa09bd489d" /><Relationship Type="http://schemas.openxmlformats.org/officeDocument/2006/relationships/notesMaster" Target="/ppt/notesMasters/notesMaster1.xml" Id="Rad1c8c05ae4c4d0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012d8b0c0234af4" /><Relationship Type="http://schemas.openxmlformats.org/officeDocument/2006/relationships/notesMaster" Target="/ppt/notesMasters/notesMaster1.xml" Id="R26c2c11ab97b4bc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2047b9ad813450e" /><Relationship Type="http://schemas.openxmlformats.org/officeDocument/2006/relationships/notesMaster" Target="/ppt/notesMasters/notesMaster1.xml" Id="R996796da34864dd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23b4783158c4d78" /><Relationship Type="http://schemas.openxmlformats.org/officeDocument/2006/relationships/notesMaster" Target="/ppt/notesMasters/notesMaster1.xml" Id="R897c81eb607d4f2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6647ec9dc19040fb" /><Relationship Type="http://schemas.openxmlformats.org/officeDocument/2006/relationships/notesMaster" Target="/ppt/notesMasters/notesMaster1.xml" Id="R4a455711415e49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第1页｜多 SIM 重构：规则与状态的责任划分</a:t>
            </a:r>
          </a:p>
          <a:p xmlns:a="http://schemas.openxmlformats.org/drawingml/2006/main">
            <a:r>
              <a:t>建议主讲时间：约3分钟，技术备讲按讨论需要展开</a:t>
            </a:r>
          </a:p>
          <a:p xmlns:a="http://schemas.openxmlformats.org/drawingml/2006/main">
            <a:r>
              <a:t/>
            </a:r>
          </a:p>
          <a:p xmlns:a="http://schemas.openxmlformats.org/drawingml/2006/main">
            <a:r>
              <a:t>【本页目标】</a:t>
            </a:r>
          </a:p>
          <a:p xmlns:a="http://schemas.openxmlformats.org/drawingml/2006/main">
            <a:r>
              <a:t>让开发理解重构针对的变化压力，以及讨论方案时应使用的判断标准。</a:t>
            </a:r>
          </a:p>
          <a:p xmlns:a="http://schemas.openxmlformats.org/drawingml/2006/main">
            <a:r>
              <a:t/>
            </a:r>
          </a:p>
          <a:p xmlns:a="http://schemas.openxmlformats.org/drawingml/2006/main">
            <a:r>
              <a:t>【主讲稿｜可直接讲述】</a:t>
            </a:r>
          </a:p>
          <a:p xmlns:a="http://schemas.openxmlformats.org/drawingml/2006/main">
            <a:r>
              <a:t>今天讨论的出发点，是我们熟悉的多卡业务正在出现更多组合。过去围绕两个 slot 建立的判断，在增加卡位、引入 eSIM Profile、调整连接端口和共享无线资源时，需要重新解释。账户是谁、当前接在哪里、哪个角色选了它、设备是否已经完成动作，这些问题越来越难用一个槽号和几个布尔值说明。</a:t>
            </a:r>
          </a:p>
          <a:p xmlns:a="http://schemas.openxmlformats.org/drawingml/2006/main">
            <a:r>
              <a:t/>
            </a:r>
          </a:p>
          <a:p xmlns:a="http://schemas.openxmlformats.org/drawingml/2006/main">
            <a:r>
              <a:t>例如，新增一种 Profile 组合，我们希望主要调整身份绑定、能力约束或设备适配。若每个入口都自己判断“这是哪张卡、它是否可用、默认角色能否选它”，一次变化就会带动许多模块。开发需要反复核对相同规则，测试也要覆盖这些规则之间的新组合。这里的维护成本来自同一知识分散在多个位置，以及不同状态缺少明确边界。</a:t>
            </a:r>
          </a:p>
          <a:p xmlns:a="http://schemas.openxmlformats.org/drawingml/2006/main">
            <a:r>
              <a:t/>
            </a:r>
          </a:p>
          <a:p xmlns:a="http://schemas.openxmlformats.org/drawingml/2006/main">
            <a:r>
              <a:t>另一类压力来自时间。卡会拔插，文件会刷新，设备会重启。请求发出去时和结果回来时，slot 可能没变，但它代表的卡应用已经变了。原来的状态、在途请求和完成条件如何失效，需要有明确责任。否则某个函数局部看起来合理，组合起来却可能解释错误。</a:t>
            </a:r>
          </a:p>
          <a:p xmlns:a="http://schemas.openxmlformats.org/drawingml/2006/main">
            <a:r>
              <a:t/>
            </a:r>
          </a:p>
          <a:p xmlns:a="http://schemas.openxmlformats.org/drawingml/2006/main">
            <a:r>
              <a:t>因此，这次设计重点解决两件事。第一，每项业务规则和状态都能找到维护者，新增组合时能定位到对应责任。第二，跨步骤、跨线程、跨设备的结果能够解释：已经发生了什么，当前可以相信什么，哪些效果还需要核对。</a:t>
            </a:r>
          </a:p>
          <a:p xmlns:a="http://schemas.openxmlformats.org/drawingml/2006/main">
            <a:r>
              <a:t/>
            </a:r>
          </a:p>
          <a:p xmlns:a="http://schemas.openxmlformats.org/drawingml/2006/main">
            <a:r>
              <a:t>我们会用三个问题检验方案。新增一个模块后，哪些判断被集中维护？哪些调用方可以少做重复判断？原接口、卡协议和异常路径怎样继续得到保护？只有这些问题能回答清楚，类、目录或 SO 的拆分才有明确价值。</a:t>
            </a:r>
          </a:p>
          <a:p xmlns:a="http://schemas.openxmlformats.org/drawingml/2006/main">
            <a:r>
              <a:t/>
            </a:r>
          </a:p>
          <a:p xmlns:a="http://schemas.openxmlformats.org/drawingml/2006/main">
            <a:r>
              <a:t>本轮仍沿用既有 simId 和对外契约。更大容量、MEP 或新身份保留政策，需要产品能力和业务规则另外确认。接下来先看一个很小的换卡场景，再从这个场景解释为什么需要新的责任边界。</a:t>
            </a:r>
          </a:p>
          <a:p xmlns:a="http://schemas.openxmlformats.org/drawingml/2006/main">
            <a:r>
              <a:t/>
            </a:r>
          </a:p>
          <a:p xmlns:a="http://schemas.openxmlformats.org/drawingml/2006/main">
            <a:r>
              <a:t>【技术背景与原理｜备讲】</a:t>
            </a:r>
          </a:p>
          <a:p xmlns:a="http://schemas.openxmlformats.org/drawingml/2006/main">
            <a:r>
              <a:t>架构把容易一起变化的知识放在清楚的责任范围内，并用稳定接口控制协作。分层解决代码依赖和执行职责，业务边界解决某项规则由谁解释。两者都要服务真实变化，不能仅按类名归类。</a:t>
            </a:r>
          </a:p>
          <a:p xmlns:a="http://schemas.openxmlformats.org/drawingml/2006/main">
            <a:r>
              <a:t/>
            </a:r>
          </a:p>
          <a:p xmlns:a="http://schemas.openxmlformats.org/drawingml/2006/main">
            <a:r>
              <a:t>变更放大是指一项业务规则变化，需要多处联动修改和大量交叉验证。它不等于代码文件越多越差。判断重点是这些修改是否属于同一个理由，以及能否在合理边界内完成。</a:t>
            </a:r>
          </a:p>
          <a:p xmlns:a="http://schemas.openxmlformats.org/drawingml/2006/main">
            <a:r>
              <a:t/>
            </a:r>
          </a:p>
          <a:p xmlns:a="http://schemas.openxmlformats.org/drawingml/2006/main">
            <a:r>
              <a:t>多卡容量也有不同含义：可寻址 slot 数、已管理账户数、可存放的 Profile 数、同时使能数、同时占用的 Radio 资源数。增加数组长度只能改变其中一部分表示能力，不能证明产品已经支持相应并发组合。</a:t>
            </a:r>
          </a:p>
          <a:p xmlns:a="http://schemas.openxmlformats.org/drawingml/2006/main">
            <a:r>
              <a:t/>
            </a:r>
          </a:p>
          <a:p xmlns:a="http://schemas.openxmlformats.org/drawingml/2006/main">
            <a:r>
              <a:t>【常见追问】</a:t>
            </a:r>
          </a:p>
          <a:p xmlns:a="http://schemas.openxmlformats.org/drawingml/2006/main">
            <a:r>
              <a:t>问：业务目前能跑，为什么还需要调整？</a:t>
            </a:r>
          </a:p>
          <a:p xmlns:a="http://schemas.openxmlformats.org/drawingml/2006/main">
            <a:r>
              <a:t>答：运行正常说明已有组合具备可用路径。架构评审还要检查新组合是否能复用规则、异常是否可控，以及变化时需要理解和验证多大的范围。本材料提出的是后续演进方案，具体风险仍需代码和测试证据。</a:t>
            </a:r>
          </a:p>
          <a:p xmlns:a="http://schemas.openxmlformats.org/drawingml/2006/main">
            <a:r>
              <a:t/>
            </a:r>
          </a:p>
          <a:p xmlns:a="http://schemas.openxmlformats.org/drawingml/2006/main">
            <a:r>
              <a:t>问：收益怎么衡量？</a:t>
            </a:r>
          </a:p>
          <a:p xmlns:a="http://schemas.openxmlformats.org/drawingml/2006/main">
            <a:r>
              <a:t>答：按具体切片记录同一规则的维护位置、旁路写入是否减少、一个业务变化影响哪些模块，以及契约回归是否稳定。先建立基线，再比较实际结果，不预设未经测量的百分比。</a:t>
            </a:r>
          </a:p>
          <a:p xmlns:a="http://schemas.openxmlformats.org/drawingml/2006/main">
            <a:r>
              <a:t/>
            </a:r>
          </a:p>
          <a:p xmlns:a="http://schemas.openxmlformats.org/drawingml/2006/main">
            <a:r>
              <a:t>【讲图提示与衔接】</a:t>
            </a:r>
          </a:p>
          <a:p xmlns:a="http://schemas.openxmlformats.org/drawingml/2006/main">
            <a:r>
              <a:t>先指左侧的变化压力，再指右侧的目标行为。下一页用同槽换卡说明“位置相同、业务对象不同”的含义。</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§1～§4、§24。现状代码事实沿用该文档固定基线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第2页｜同槽换卡：A 的旧响应晚于 B 到达</a:t>
            </a:r>
          </a:p>
          <a:p xmlns:a="http://schemas.openxmlformats.org/drawingml/2006/main">
            <a:r>
              <a:t>建议主讲时间：约4分钟，技术备讲按讨论需要展开</a:t>
            </a:r>
          </a:p>
          <a:p xmlns:a="http://schemas.openxmlformats.org/drawingml/2006/main">
            <a:r>
              <a:t/>
            </a:r>
          </a:p>
          <a:p xmlns:a="http://schemas.openxmlformats.org/drawingml/2006/main">
            <a:r>
              <a:t>【本页目标】</a:t>
            </a:r>
          </a:p>
          <a:p xmlns:a="http://schemas.openxmlformats.org/drawingml/2006/main">
            <a:r>
              <a:t>理解异步请求关联、对象有效性和加载有效性是不同问题，不能只凭 slot 或请求匹配决定是否写入。</a:t>
            </a:r>
          </a:p>
          <a:p xmlns:a="http://schemas.openxmlformats.org/drawingml/2006/main">
            <a:r>
              <a:t/>
            </a:r>
          </a:p>
          <a:p xmlns:a="http://schemas.openxmlformats.org/drawingml/2006/main">
            <a:r>
              <a:t>【主讲稿｜可直接讲述】</a:t>
            </a:r>
          </a:p>
          <a:p xmlns:a="http://schemas.openxmlformats.org/drawingml/2006/main">
            <a:r>
              <a:t>请按时间从左向右看。T0 时 slot 0 上是卡 A，系统为 A 的卡应用发出一次文件读取 a1。读取需要经过设备，因此响应可能稍后到达。图中的“第7轮”是解释加载批次的示例数字，不是新增接口字段或生产固定值。</a:t>
            </a:r>
          </a:p>
          <a:p xmlns:a="http://schemas.openxmlformats.org/drawingml/2006/main">
            <a:r>
              <a:t/>
            </a:r>
          </a:p>
          <a:p xmlns:a="http://schemas.openxmlformats.org/drawingml/2006/main">
            <a:r>
              <a:t>T1 时，A 已被移除，同一 slot 上换成卡 B。B 开始自己的状态和文件加载。我们复用了位置，但当前运行对象发生了变化。A 的设备响应仍可能在队列、传输链路或回调处理中，软件不能仅凭换卡动作就假定它已经消失。</a:t>
            </a:r>
          </a:p>
          <a:p xmlns:a="http://schemas.openxmlformats.org/drawingml/2006/main">
            <a:r>
              <a:t/>
            </a:r>
          </a:p>
          <a:p xmlns:a="http://schemas.openxmlformats.org/drawingml/2006/main">
            <a:r>
              <a:t>T2 时 a1 返回。底层通过 serial 找到了原请求，这一步很有价值，它说明我们知道结果在回应哪一次传输请求。但接下来还要回答：原请求属于谁，它的结果现在允许更新哪份数据？如果上层只根据 slot 0 找当前缓存，就可能定位到 B。请求能匹配，和结果能写当前对象，是两件事。</a:t>
            </a:r>
          </a:p>
          <a:p xmlns:a="http://schemas.openxmlformats.org/drawingml/2006/main">
            <a:r>
              <a:t/>
            </a:r>
          </a:p>
          <a:p xmlns:a="http://schemas.openxmlformats.org/drawingml/2006/main">
            <a:r>
              <a:t>目标处理要分清三层关联。先保留原请求标识，再保留发起时的卡应用会话，文件加载还要保留相关加载范围的轮次。结果到来时检查这些关联，而不是给旧结果重新贴上当前卡的身份。</a:t>
            </a:r>
          </a:p>
          <a:p xmlns:a="http://schemas.openxmlformats.org/drawingml/2006/main">
            <a:r>
              <a:t/>
            </a:r>
          </a:p>
          <a:p xmlns:a="http://schemas.openxmlformats.org/drawingml/2006/main">
            <a:r>
              <a:t>如果 A 的会话已经失效，这份读取结果不能进入 B 的缓存，不能推进 B 的待完成集合，也不能触发“B 已加载完成”的判断。旧请求自身仍要完成必要清理，例如释放本地关联和等待资源；清理旧请求不应修改 B 的业务进度。</a:t>
            </a:r>
          </a:p>
          <a:p xmlns:a="http://schemas.openxmlformats.org/drawingml/2006/main">
            <a:r>
              <a:t/>
            </a:r>
          </a:p>
          <a:p xmlns:a="http://schemas.openxmlformats.org/drawingml/2006/main">
            <a:r>
              <a:t>这里有一个边界需要提前讲清：本页用的是读取结果。对于已发出的写卡、激活或协议切换，软件撤销其写入当前状态的资格，并不能撤销硬件已经做出的动作。迟到结果可能仍是有效的效果证据，应交给原操作或资源恢复责任方核对。</a:t>
            </a:r>
          </a:p>
          <a:p xmlns:a="http://schemas.openxmlformats.org/drawingml/2006/main">
            <a:r>
              <a:t/>
            </a:r>
          </a:p>
          <a:p xmlns:a="http://schemas.openxmlformats.org/drawingml/2006/main">
            <a:r>
              <a:t>因此，我们接下来要调查的不是“有没有一个请求号”，而是原上下文是否沿成功、失败、超时和投递失败路径一直可追溯，以及最终写入前有没有在正确范围内做有效性判断。本图描述要保护的场景，不能仅凭图认定当前产品一定已经发生了串写故障。</a:t>
            </a:r>
          </a:p>
          <a:p xmlns:a="http://schemas.openxmlformats.org/drawingml/2006/main">
            <a:r>
              <a:t/>
            </a:r>
          </a:p>
          <a:p xmlns:a="http://schemas.openxmlformats.org/drawingml/2006/main">
            <a:r>
              <a:t>【技术背景与原理｜备讲】</a:t>
            </a:r>
          </a:p>
          <a:p xmlns:a="http://schemas.openxmlformats.org/drawingml/2006/main">
            <a:r>
              <a:t>异步表示发起与完成不在同一个连续执行片段内。时间间隔里，其他线程或事件可以改变对象、路由和状态。事件排队顺序、对象引用寿命和业务有效期也可能各不相同。</a:t>
            </a:r>
          </a:p>
          <a:p xmlns:a="http://schemas.openxmlformats.org/drawingml/2006/main">
            <a:r>
              <a:t/>
            </a:r>
          </a:p>
          <a:p xmlns:a="http://schemas.openxmlformats.org/drawingml/2006/main">
            <a:r>
              <a:t>serial 主要回答“哪次请求”，卡会话回答“哪次卡应用运行”，加载标识回答“哪一范围的数据加载”。这些标识保护不同范围，不能互相替代。单个 serial 还可能回绕或复用，不能当作跨重启永久身份。</a:t>
            </a:r>
          </a:p>
          <a:p xmlns:a="http://schemas.openxmlformats.org/drawingml/2006/main">
            <a:r>
              <a:t/>
            </a:r>
          </a:p>
          <a:p xmlns:a="http://schemas.openxmlformats.org/drawingml/2006/main">
            <a:r>
              <a:t>可以类比座位号：同一个座位先后坐了两个人，一份发给前一人的材料晚到，座位号正确也不能交给当前乘客。但软件还要进一步处理并发，因为“确认还是 A”和“真正写数据”之间，仍可能发生换卡。</a:t>
            </a:r>
          </a:p>
          <a:p xmlns:a="http://schemas.openxmlformats.org/drawingml/2006/main">
            <a:r>
              <a:t/>
            </a:r>
          </a:p>
          <a:p xmlns:a="http://schemas.openxmlformats.org/drawingml/2006/main">
            <a:r>
              <a:t>shared_ptr 或 weak_ptr 解决的主要是对象内存寿命。一个对象仍活着，不代表它仍是当前业务对象；一个 weak_ptr 成功锁定，也不能证明该加载批次有效。</a:t>
            </a:r>
          </a:p>
          <a:p xmlns:a="http://schemas.openxmlformats.org/drawingml/2006/main">
            <a:r>
              <a:t/>
            </a:r>
          </a:p>
          <a:p xmlns:a="http://schemas.openxmlformats.org/drawingml/2006/main">
            <a:r>
              <a:t>【常见追问】</a:t>
            </a:r>
          </a:p>
          <a:p xmlns:a="http://schemas.openxmlformats.org/drawingml/2006/main">
            <a:r>
              <a:t>问：拔卡时把缓存清空，能否解决？</a:t>
            </a:r>
          </a:p>
          <a:p xmlns:a="http://schemas.openxmlformats.org/drawingml/2006/main">
            <a:r>
              <a:t>答：清空只改变当时的缓存，之后到达的旧响应仍可能重新写入。还要撤销旧会话的写入资格，并保证响应接纳使用相同的保护机制。</a:t>
            </a:r>
          </a:p>
          <a:p xmlns:a="http://schemas.openxmlformats.org/drawingml/2006/main">
            <a:r>
              <a:t/>
            </a:r>
          </a:p>
          <a:p xmlns:a="http://schemas.openxmlformats.org/drawingml/2006/main">
            <a:r>
              <a:t>问：把全部请求丢弃是否最简单？</a:t>
            </a:r>
          </a:p>
          <a:p xmlns:a="http://schemas.openxmlformats.org/drawingml/2006/main">
            <a:r>
              <a:t>答：必须按影响范围判断。换卡会影响相关卡应用；同卡局部刷新通常只影响一部分文件。无关卡和未受影响请求不能被一并拒绝，已发写操作的效果也不能直接丢失。</a:t>
            </a:r>
          </a:p>
          <a:p xmlns:a="http://schemas.openxmlformats.org/drawingml/2006/main">
            <a:r>
              <a:t/>
            </a:r>
          </a:p>
          <a:p xmlns:a="http://schemas.openxmlformats.org/drawingml/2006/main">
            <a:r>
              <a:t>【讲图提示与衔接】</a:t>
            </a:r>
          </a:p>
          <a:p xmlns:a="http://schemas.openxmlformats.org/drawingml/2006/main">
            <a:r>
              <a:t>强调 T0、T1、T2 三个时间点，再分别指缓存、完成、通知三个观察。下一页把这些问题对应到真实模块调查点。</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§3、§10～§12。现状代码事实沿用该文档固定基线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第3页｜当前结构：关联线索分散在多个处理入口</a:t>
            </a:r>
          </a:p>
          <a:p xmlns:a="http://schemas.openxmlformats.org/drawingml/2006/main">
            <a:r>
              <a:t>建议主讲时间：约4分钟，技术备讲按讨论需要展开</a:t>
            </a:r>
          </a:p>
          <a:p xmlns:a="http://schemas.openxmlformats.org/drawingml/2006/main">
            <a:r>
              <a:t/>
            </a:r>
          </a:p>
          <a:p xmlns:a="http://schemas.openxmlformats.org/drawingml/2006/main">
            <a:r>
              <a:t>【本页目标】</a:t>
            </a:r>
          </a:p>
          <a:p xmlns:a="http://schemas.openxmlformats.org/drawingml/2006/main">
            <a:r>
              <a:t>说明现状已有保护为什么仍需串联调查，以及怎样从模块线索形成可验证的设计要求。</a:t>
            </a:r>
          </a:p>
          <a:p xmlns:a="http://schemas.openxmlformats.org/drawingml/2006/main">
            <a:r>
              <a:t/>
            </a:r>
          </a:p>
          <a:p xmlns:a="http://schemas.openxmlformats.org/drawingml/2006/main">
            <a:r>
              <a:t>【主讲稿｜可直接讲述】</a:t>
            </a:r>
          </a:p>
          <a:p xmlns:a="http://schemas.openxmlformats.org/drawingml/2006/main">
            <a:r>
              <a:t>这一页按三类线索看现状。第一行是 slot 级对象与账户缓存。SimManager 按槽创建和持有多组运行对象，账户侧也保存当前位置与账户关联。我们要检查的，是换卡、重建和初始化失败时，这些对象与缓存是否在一致的条件下被替换、清理和重新建立。</a:t>
            </a:r>
          </a:p>
          <a:p xmlns:a="http://schemas.openxmlformats.org/drawingml/2006/main">
            <a:r>
              <a:t/>
            </a:r>
          </a:p>
          <a:p xmlns:a="http://schemas.openxmlformats.org/drawingml/2006/main">
            <a:r>
              <a:t>第二行是请求和文件加载。现有 RIL serial、请求表和 RadioProtocol session 都是需要保留的保护。不能为了说明重构必要性，就把现状说成完全没有关联。真正要追踪的是这些线索到达业务接收点后，还能否证明目标、阶段、加载范围及重复结果的处理资格。</a:t>
            </a:r>
          </a:p>
          <a:p xmlns:a="http://schemas.openxmlformats.org/drawingml/2006/main">
            <a:r>
              <a:t/>
            </a:r>
          </a:p>
          <a:p xmlns:a="http://schemas.openxmlformats.org/drawingml/2006/main">
            <a:r>
              <a:t>例如，成功回包和错误回包可能使用不同的事件载荷。某个分支校验 session，并不自动证明另一个先处理错误标志的分支也受同样保护。又如，底层请求已经从 requestMap 取回删除，后续事件若发送失败，不能据此认定业务方已经接受了结果。调查需要沿真实分支继续向上追，而不是看到一个标识就停止。</a:t>
            </a:r>
          </a:p>
          <a:p xmlns:a="http://schemas.openxmlformats.org/drawingml/2006/main">
            <a:r>
              <a:t/>
            </a:r>
          </a:p>
          <a:p xmlns:a="http://schemas.openxmlformats.org/drawingml/2006/main">
            <a:r>
              <a:t>第三行是状态、账户和通知。卡状态改变、文件 Records 完成、账户加载和对外通知由不同组件协作。READY、LOADED、账户可见和网络可用各自有判定条件。如果多个入口都独立解释这些条件，就容易出现同一知识重复维护，或某条旁路跳过必要步骤。</a:t>
            </a:r>
          </a:p>
          <a:p xmlns:a="http://schemas.openxmlformats.org/drawingml/2006/main">
            <a:r>
              <a:t/>
            </a:r>
          </a:p>
          <a:p xmlns:a="http://schemas.openxmlformats.org/drawingml/2006/main">
            <a:r>
              <a:t>调查方法要落到字段。选择一个状态，列出所有修改它的入口，包括设备输入、人工状态输入、文件完成、数据库重载、初始化和重试。再看每个入口如何判断资格、如何排序、何时对查询或通知可见。这样才能知道新维护者接管时必须同时改哪些旧路径。</a:t>
            </a:r>
          </a:p>
          <a:p xmlns:a="http://schemas.openxmlformats.org/drawingml/2006/main">
            <a:r>
              <a:t/>
            </a:r>
          </a:p>
          <a:p xmlns:a="http://schemas.openxmlformats.org/drawingml/2006/main">
            <a:r>
              <a:t>表格右侧是由这些调查形成的要求：身份与位置分别表达，发起时保留关联，最终写入前接纳结果，每项事实有明确维护者。要求仍需通过具体切片实现和验证。我们讨论的风险候选，只有拿到可达路径与运行证据后，才能进一步判断是否构成产品缺陷。</a:t>
            </a:r>
          </a:p>
          <a:p xmlns:a="http://schemas.openxmlformats.org/drawingml/2006/main">
            <a:r>
              <a:t/>
            </a:r>
          </a:p>
          <a:p xmlns:a="http://schemas.openxmlformats.org/drawingml/2006/main">
            <a:r>
              <a:t>【技术背景与原理｜备讲】</a:t>
            </a:r>
          </a:p>
          <a:p xmlns:a="http://schemas.openxmlformats.org/drawingml/2006/main">
            <a:r>
              <a:t>业务事实的“来源”与“维护者”不同。卡设备可以提供观察，数据库可以返回记录，但本仓仍需要明确哪个入口负责验证并接纳它。接到数据不意味着可以覆盖当前状态。</a:t>
            </a:r>
          </a:p>
          <a:p xmlns:a="http://schemas.openxmlformats.org/drawingml/2006/main">
            <a:r>
              <a:t/>
            </a:r>
          </a:p>
          <a:p xmlns:a="http://schemas.openxmlformats.org/drawingml/2006/main">
            <a:r>
              <a:t>写入路径比普通调用路径更重要。查询会经过许多类，但只有少数地方改变业务事实。若只按 include 或函数调用整理依赖，可能遗漏重载、异步任务和事件处理中的实际赋值。</a:t>
            </a:r>
          </a:p>
          <a:p xmlns:a="http://schemas.openxmlformats.org/drawingml/2006/main">
            <a:r>
              <a:t/>
            </a:r>
          </a:p>
          <a:p xmlns:a="http://schemas.openxmlformats.org/drawingml/2006/main">
            <a:r>
              <a:t>全量重载尤其容易形成隐蔽写入。旧账户行同时包含资料和角色字段，新 T 与 A 若各自维护自己的部分，就不能让一次旧整行赋值覆盖其他维护者刚接受的新值。目标需要按字段和相关版本接纳重载。</a:t>
            </a:r>
          </a:p>
          <a:p xmlns:a="http://schemas.openxmlformats.org/drawingml/2006/main">
            <a:r>
              <a:t/>
            </a:r>
          </a:p>
          <a:p xmlns:a="http://schemas.openxmlformats.org/drawingml/2006/main">
            <a:r>
              <a:t>源码阅读、风险推导和运行复现是不同证据。源码能证明某分支的条件和动作；并发条件是否可达、实际通知怎样被消费者看见，还需要受控测试或设备采集。</a:t>
            </a:r>
          </a:p>
          <a:p xmlns:a="http://schemas.openxmlformats.org/drawingml/2006/main">
            <a:r>
              <a:t/>
            </a:r>
          </a:p>
          <a:p xmlns:a="http://schemas.openxmlformats.org/drawingml/2006/main">
            <a:r>
              <a:t>【常见追问】</a:t>
            </a:r>
          </a:p>
          <a:p xmlns:a="http://schemas.openxmlformats.org/drawingml/2006/main">
            <a:r>
              <a:t>问：能否直接增加统一校验工具，所有入口调用一次？</a:t>
            </a:r>
          </a:p>
          <a:p xmlns:a="http://schemas.openxmlformats.org/drawingml/2006/main">
            <a:r>
              <a:t>答：共享纯校验函数可以减少重复，但最终检查和状态转换还必须由真实维护者在受控执行域内完成。若校验后另一个线程改变了会话，只有工具函数仍挡不住竞争。</a:t>
            </a:r>
          </a:p>
          <a:p xmlns:a="http://schemas.openxmlformats.org/drawingml/2006/main">
            <a:r>
              <a:t/>
            </a:r>
          </a:p>
          <a:p xmlns:a="http://schemas.openxmlformats.org/drawingml/2006/main">
            <a:r>
              <a:t>问：现有计数器是否都要换掉？</a:t>
            </a:r>
          </a:p>
          <a:p xmlns:a="http://schemas.openxmlformats.org/drawingml/2006/main">
            <a:r>
              <a:t>答：先确认计数的业务意义与错误路径。只有计数无法表达成员资格、重复或必要数据条件时，再以兼容切片补强；不因目标图出现新类就全量改写加载算法。</a:t>
            </a:r>
          </a:p>
          <a:p xmlns:a="http://schemas.openxmlformats.org/drawingml/2006/main">
            <a:r>
              <a:t/>
            </a:r>
          </a:p>
          <a:p xmlns:a="http://schemas.openxmlformats.org/drawingml/2006/main">
            <a:r>
              <a:t>【讲图提示与衔接】</a:t>
            </a:r>
          </a:p>
          <a:p xmlns:a="http://schemas.openxmlformats.org/drawingml/2006/main">
            <a:r>
              <a:t>逐行讲“已有线索、还缺什么证明、形成什么要求”。下一页把这些职责放回现有总体结构，避免只讨论一个局部回调。</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§5.1、§10～§11、§20.2。现状代码事实沿用该文档固定基线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第4页｜重构前：以 Slot 组织的服务与控制器协作</a:t>
            </a:r>
          </a:p>
          <a:p xmlns:a="http://schemas.openxmlformats.org/drawingml/2006/main">
            <a:r>
              <a:t>建议主讲时间：约4分钟，技术备讲按讨论需要展开</a:t>
            </a:r>
          </a:p>
          <a:p xmlns:a="http://schemas.openxmlformats.org/drawingml/2006/main">
            <a:r>
              <a:t/>
            </a:r>
          </a:p>
          <a:p xmlns:a="http://schemas.openxmlformats.org/drawingml/2006/main">
            <a:r>
              <a:t>【本页目标】</a:t>
            </a:r>
          </a:p>
          <a:p xmlns:a="http://schemas.openxmlformats.org/drawingml/2006/main">
            <a:r>
              <a:t>建立真实模块的共同认识，区分职责归类、运行调用和服务边界。</a:t>
            </a:r>
          </a:p>
          <a:p xmlns:a="http://schemas.openxmlformats.org/drawingml/2006/main">
            <a:r>
              <a:t/>
            </a:r>
          </a:p>
          <a:p xmlns:a="http://schemas.openxmlformats.org/drawingml/2006/main">
            <a:r>
              <a:t>【主讲稿｜可直接讲述】</a:t>
            </a:r>
          </a:p>
          <a:p xmlns:a="http://schemas.openxmlformats.org/drawingml/2006/main">
            <a:r>
              <a:t>先从上面的入口看。应用绑定可以经过 Native Client、服务接口与 Stub 进入 CoreServiceSim；共宿主还有 CoreManagerInner 的直接委托。它们的参数检查、权限上下文和完成形式需要分别保持，不能因为最后都调用 SIM 能力，就把所有入口强行改成同一条路径。</a:t>
            </a:r>
          </a:p>
          <a:p xmlns:a="http://schemas.openxmlformats.org/drawingml/2006/main">
            <a:r>
              <a:t/>
            </a:r>
          </a:p>
          <a:p xmlns:a="http://schemas.openxmlformats.org/drawingml/2006/main">
            <a:r>
              <a:t>下面是 SimManager 和 Core 本地 EsimManager。SimManager 承担门面与按槽装配，定位卡状态、文件等运行对象。EsimManager 的实际运行装配受条件控制，普通和低优先级 EsimFile 也有各自对象。源文件被编进库、运行时是否装配、产品是否支持相应能力，是三个需要分别核实的事实。</a:t>
            </a:r>
          </a:p>
          <a:p xmlns:a="http://schemas.openxmlformats.org/drawingml/2006/main">
            <a:r>
              <a:t/>
            </a:r>
          </a:p>
          <a:p xmlns:a="http://schemas.openxmlformats.org/drawingml/2006/main">
            <a:r>
              <a:t>再往下，MultiSimController 与 Monitor 承载账户、默认角色、激活、重载、恢复事件和通知。RadioProtocolController、State、File 等承担设备切换、卡状态、安全、EF、Records 和 APDU。横向这些框是对实际职责的归类，当前代码没有因此天然形成严格的应用层和领域层。</a:t>
            </a:r>
          </a:p>
          <a:p xmlns:a="http://schemas.openxmlformats.org/drawingml/2006/main">
            <a:r>
              <a:t/>
            </a:r>
          </a:p>
          <a:p xmlns:a="http://schemas.openxmlformats.org/drawingml/2006/main">
            <a:r>
              <a:t>问题也在这里显现。Controller 的一个方法里可能先决定资格，再等待设备，然后写缓存、数据库和参数，最后调用 Hook 或发通知。File 完成也可能回写卡状态，Monitor 又可能重载账户。规则、流程和外部效果交织，使同一事实的完整更新协议不容易从一个位置读出来。</a:t>
            </a:r>
          </a:p>
          <a:p xmlns:a="http://schemas.openxmlformats.org/drawingml/2006/main">
            <a:r>
              <a:t/>
            </a:r>
          </a:p>
          <a:p xmlns:a="http://schemas.openxmlformats.org/drawingml/2006/main">
            <a:r>
              <a:t>下方的平台区域包括 RIL、DataShare、系统参数、厂商 Hook，以及 Registry、CES 和账户回调。这些有不同协议、错误与寿命要求。把它们画在同一排，只是帮助归类，不表示当前已有一个统一适配器。</a:t>
            </a:r>
          </a:p>
          <a:p xmlns:a="http://schemas.openxmlformats.org/drawingml/2006/main">
            <a:r>
              <a:t/>
            </a:r>
          </a:p>
          <a:p xmlns:a="http://schemas.openxmlformats.org/drawingml/2006/main">
            <a:r>
              <a:t>右侧单列 66250 的下载、OSU 等高层任务。它经 EsimServiceClient 使用已有服务契约，完整实现不在本仓可见范围。Core 的本地 eUICC 原语继续沿卡侧协议执行。后续重构需要保留两条通道的主编排边界，不能把所有 eSIM 调用都转给服务，也不能在 Core 复制整个远端任务。</a:t>
            </a:r>
          </a:p>
          <a:p xmlns:a="http://schemas.openxmlformats.org/drawingml/2006/main">
            <a:r>
              <a:t/>
            </a:r>
          </a:p>
          <a:p xmlns:a="http://schemas.openxmlformats.org/drawingml/2006/main">
            <a:r>
              <a:t>请记住这张图的读法：箭头是主要运行协作摘要，具体用例可能只走部分组件，异步上报也有自己的返回链。下一页开始给出拆职责的规则，再看这些旧模块如何对应到目标分层。</a:t>
            </a:r>
          </a:p>
          <a:p xmlns:a="http://schemas.openxmlformats.org/drawingml/2006/main">
            <a:r>
              <a:t/>
            </a:r>
          </a:p>
          <a:p xmlns:a="http://schemas.openxmlformats.org/drawingml/2006/main">
            <a:r>
              <a:t>【技术背景与原理｜备讲】</a:t>
            </a:r>
          </a:p>
          <a:p xmlns:a="http://schemas.openxmlformats.org/drawingml/2006/main">
            <a:r>
              <a:t>门面为调用方提供稳定入口，可以负责参数转交和对象定位，但门面类名不决定内部所有知识都属于一个领域。装配负责创建和连接对象，业务规则负责判断允许什么变化，设备协议负责怎样把请求发到卡。这些变化原因不同，适合逐步分开。</a:t>
            </a:r>
          </a:p>
          <a:p xmlns:a="http://schemas.openxmlformats.org/drawingml/2006/main">
            <a:r>
              <a:t/>
            </a:r>
          </a:p>
          <a:p xmlns:a="http://schemas.openxmlformats.org/drawingml/2006/main">
            <a:r>
              <a:t>EF 是卡文件系统中的基本文件，Records 在这里指从卡文件等来源加载和解析的运行资料。APDU 是与卡应用交互的命令/响应单位。它们包含卡型、编码、分片、安全和错误规则，因此 R 应复用完整生产逻辑，不能用一个数据库访问抽象替代。</a:t>
            </a:r>
          </a:p>
          <a:p xmlns:a="http://schemas.openxmlformats.org/drawingml/2006/main">
            <a:r>
              <a:t/>
            </a:r>
          </a:p>
          <a:p xmlns:a="http://schemas.openxmlformats.org/drawingml/2006/main">
            <a:r>
              <a:t>逻辑 slot 是软件定位维度，不自动等于物理插槽、eUICC Port 或 Modem。两个按同 slot 创建的 EsimFile 对象可能共用同一实际 eUICC 资源，对象数量不能推导硬件并发能力。</a:t>
            </a:r>
          </a:p>
          <a:p xmlns:a="http://schemas.openxmlformats.org/drawingml/2006/main">
            <a:r>
              <a:t/>
            </a:r>
          </a:p>
          <a:p xmlns:a="http://schemas.openxmlformats.org/drawingml/2006/main">
            <a:r>
              <a:t>RIL 是软件访问无线通信芯片能力的适配层；IPC 是进程间通信。Proxy/Stub 分别把请求编码发出、在服务端解码分派。同宿主 CMI 的直接委托不经过同一套 IPC 编解码，因此两条入口的上下文和检查条件必须分别看。</a:t>
            </a:r>
          </a:p>
          <a:p xmlns:a="http://schemas.openxmlformats.org/drawingml/2006/main">
            <a:r>
              <a:t/>
            </a:r>
          </a:p>
          <a:p xmlns:a="http://schemas.openxmlformats.org/drawingml/2006/main">
            <a:r>
              <a:t>【常见追问】</a:t>
            </a:r>
          </a:p>
          <a:p xmlns:a="http://schemas.openxmlformats.org/drawingml/2006/main">
            <a:r>
              <a:t>问：为什么不直接把整个 SimManager 搬进 T？</a:t>
            </a:r>
          </a:p>
          <a:p xmlns:a="http://schemas.openxmlformats.org/drawingml/2006/main">
            <a:r>
              <a:t>答：它同时包含入口、装配、路由和卡侧协作。T 只接纳账户与绑定等业务事实；其他职责应按功能交给 C、H、R 或应用层，不能按旧类整体归属。</a:t>
            </a:r>
          </a:p>
          <a:p xmlns:a="http://schemas.openxmlformats.org/drawingml/2006/main">
            <a:r>
              <a:t/>
            </a:r>
          </a:p>
          <a:p xmlns:a="http://schemas.openxmlformats.org/drawingml/2006/main">
            <a:r>
              <a:t>问：这些框是不是将来各有一个 SO？</a:t>
            </a:r>
          </a:p>
          <a:p xmlns:a="http://schemas.openxmlformats.org/drawingml/2006/main">
            <a:r>
              <a:t>答：这是职责视图。链接装载视图在第15页单独讨论，当前主要 Core/SIM/RIL 实现仍在原 Core SO 中。</a:t>
            </a:r>
          </a:p>
          <a:p xmlns:a="http://schemas.openxmlformats.org/drawingml/2006/main">
            <a:r>
              <a:t/>
            </a:r>
          </a:p>
          <a:p xmlns:a="http://schemas.openxmlformats.org/drawingml/2006/main">
            <a:r>
              <a:t>【讲图提示与衔接】</a:t>
            </a:r>
          </a:p>
          <a:p xmlns:a="http://schemas.openxmlformats.org/drawingml/2006/main">
            <a:r>
              <a:t>顺序为入口、门面、业务交织、平台，再看右侧服务任务。强调“先看职责，再决定代码与部署边界”。</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§5.1.2、§6.2、§7、§20.2。现状代码事实沿用该文档固定基线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第5页｜五条设计规则及其代码落点</a:t>
            </a:r>
          </a:p>
          <a:p xmlns:a="http://schemas.openxmlformats.org/drawingml/2006/main">
            <a:r>
              <a:t>建议主讲时间：约5分钟，术语与问答可作为备讲</a:t>
            </a:r>
          </a:p>
          <a:p xmlns:a="http://schemas.openxmlformats.org/drawingml/2006/main">
            <a:r>
              <a:t/>
            </a:r>
          </a:p>
          <a:p xmlns:a="http://schemas.openxmlformats.org/drawingml/2006/main">
            <a:r>
              <a:t>【本页目标】</a:t>
            </a:r>
          </a:p>
          <a:p xmlns:a="http://schemas.openxmlformats.org/drawingml/2006/main">
            <a:r>
              <a:t>把设计规则解释成开发能在数据、接口、状态转换和测试中检查的约束。</a:t>
            </a:r>
          </a:p>
          <a:p xmlns:a="http://schemas.openxmlformats.org/drawingml/2006/main">
            <a:r>
              <a:t/>
            </a:r>
          </a:p>
          <a:p xmlns:a="http://schemas.openxmlformats.org/drawingml/2006/main">
            <a:r>
              <a:t>【主讲稿｜可直接讲述】</a:t>
            </a:r>
          </a:p>
          <a:p xmlns:a="http://schemas.openxmlformats.org/drawingml/2006/main">
            <a:r>
              <a:t>第一条是身份与位置分开。业务关心某个账户是谁，执行关心它当前连到哪个卡应用和端口。位置可以复用，身份也可能暂时没有当前连接，因此不能依靠 slot 猜业务对象。本轮沿用已有不透明 simId，不新增第二个公共 ID，也不承诺删除、重装或跨设备后永久保持。PIN、EF 或状态查询在账户尚未建立时仍可能合法，应使用卡应用或槽位目标。</a:t>
            </a:r>
          </a:p>
          <a:p xmlns:a="http://schemas.openxmlformats.org/drawingml/2006/main">
            <a:r>
              <a:t/>
            </a:r>
          </a:p>
          <a:p xmlns:a="http://schemas.openxmlformats.org/drawingml/2006/main">
            <a:r>
              <a:t>第二条是状态与有效期分开。状态描述返回了什么内容，有效性描述这份内容现在适用于谁。A 的成功结果可以已经过期，B 的失败结果也可以是当前有效事实。因此接纳结果时要同时验证归属和状态转换条件。换卡影响卡应用会话，同卡局部刷新只影响有关文件范围；不能用一个全局版本吞掉所有合法工作。</a:t>
            </a:r>
          </a:p>
          <a:p xmlns:a="http://schemas.openxmlformats.org/drawingml/2006/main">
            <a:r>
              <a:t/>
            </a:r>
          </a:p>
          <a:p xmlns:a="http://schemas.openxmlformats.org/drawingml/2006/main">
            <a:r>
              <a:t>第三条是每项事实有明确维护者。维护者要定义合法输入、转换条件和提交方式。其他模块可以请求变化、读取快照，却不直接改内部字段。这里的唯一写者是逻辑责任，不要求整个 SIM 用一条线程或一把大锁。不同事实可以并行，冲突写入遵守同一协议。初始化、重载、旧激活和异步回写也都要走这个入口。</a:t>
            </a:r>
          </a:p>
          <a:p xmlns:a="http://schemas.openxmlformats.org/drawingml/2006/main">
            <a:r>
              <a:t/>
            </a:r>
          </a:p>
          <a:p xmlns:a="http://schemas.openxmlformats.org/drawingml/2006/main">
            <a:r>
              <a:t>第四条是完整用例承担恢复责任。激活和主卡切换常常跨几个步骤。某个底层函数成功，只能说明相应局部结果。主流程需要知道步骤是否已发出、效果是否确认、存储是否成功、调用者是否已经结束等待。尤其超时意味着在规定预算内没拿到预期结果，设备可能已经执行，不能直接重发或宣称完全回滚。远端任务已有主编排者时，Core 只承担约定本地步骤。</a:t>
            </a:r>
          </a:p>
          <a:p xmlns:a="http://schemas.openxmlformats.org/drawingml/2006/main">
            <a:r>
              <a:t/>
            </a:r>
          </a:p>
          <a:p xmlns:a="http://schemas.openxmlformats.org/drawingml/2006/main">
            <a:r>
              <a:t>第五条是旧接口承诺独立保持。调用方看见的不仅是函数签名，还包括参数含义、检查优先级、错误码、读源、受理与业务完成、通知次数和中间可见状态。内部采用更细模型后，C 要按原方法进行转换，测试要在对应节点检查这些行为。</a:t>
            </a:r>
          </a:p>
          <a:p xmlns:a="http://schemas.openxmlformats.org/drawingml/2006/main">
            <a:r>
              <a:t/>
            </a:r>
          </a:p>
          <a:p xmlns:a="http://schemas.openxmlformats.org/drawingml/2006/main">
            <a:r>
              <a:t>这五条共同决定新增抽象是否有用。一个类型应消除具体歧义，一个端口应隔离真实变化，一个状态模型应保护明确规则。设计讨论最终要能指出旧代码哪个写点进入新入口，哪些测试证明改造达到了目的。</a:t>
            </a:r>
          </a:p>
          <a:p xmlns:a="http://schemas.openxmlformats.org/drawingml/2006/main">
            <a:r>
              <a:t/>
            </a:r>
          </a:p>
          <a:p xmlns:a="http://schemas.openxmlformats.org/drawingml/2006/main">
            <a:r>
              <a:t>【技术背景与原理｜备讲】</a:t>
            </a:r>
          </a:p>
          <a:p xmlns:a="http://schemas.openxmlformats.org/drawingml/2006/main">
            <a:r>
              <a:t>DDD 即领域驱动设计，强调用业务语言组织模型与责任。本例的统一语言首先要区分账户、slot、卡应用、Profile、Port、角色和设备效果。不同上下文中相同词语可能有不同含义，例如账户 active、Profile enabled 和卡 READY，不能合成一个布尔值。</a:t>
            </a:r>
          </a:p>
          <a:p xmlns:a="http://schemas.openxmlformats.org/drawingml/2006/main">
            <a:r>
              <a:t/>
            </a:r>
          </a:p>
          <a:p xmlns:a="http://schemas.openxmlformats.org/drawingml/2006/main">
            <a:r>
              <a:t>限界上下文是一套术语、模型和规则保持一致的语义边界，帮助团队知道某个词在这里究竟是什么意思、由谁解释。它不天然等于目录、库或进程。T/A/O 的划分先看知识与事实是否需要分别维护，再决定工程组织。</a:t>
            </a:r>
          </a:p>
          <a:p xmlns:a="http://schemas.openxmlformats.org/drawingml/2006/main">
            <a:r>
              <a:t/>
            </a:r>
          </a:p>
          <a:p xmlns:a="http://schemas.openxmlformats.org/drawingml/2006/main">
            <a:r>
              <a:t>不变量是业务规定需要持续保护的约束，例如某个角色选择应满足已确认的资格规则。哪些条件在受理时、步骤中或最终完成时必须成立，要根据现有契约明确，不能把一个讲解示例自动变成新产品规则。</a:t>
            </a:r>
          </a:p>
          <a:p xmlns:a="http://schemas.openxmlformats.org/drawingml/2006/main">
            <a:r>
              <a:t/>
            </a:r>
          </a:p>
          <a:p xmlns:a="http://schemas.openxmlformats.org/drawingml/2006/main">
            <a:r>
              <a:t>实体以身份识别，其部分属性可以变化；值对象以所表达的值和约束识别，例如强类型 SlotId 与 SimId 可以防止误传。强类型不改变原外部 ID，只在内部让编译器帮助识别参数含义。</a:t>
            </a:r>
          </a:p>
          <a:p xmlns:a="http://schemas.openxmlformats.org/drawingml/2006/main">
            <a:r>
              <a:t/>
            </a:r>
          </a:p>
          <a:p xmlns:a="http://schemas.openxmlformats.org/drawingml/2006/main">
            <a:r>
              <a:t>聚合组织需要共同保护的局部状态和不变量，并提供受控修改边界。一个数据库行不自动等于一个聚合，聚合也不等于全设备事务。若一行包含账户资料与默认角色，应按各自事实归属安排字段写入，而不是两个 Repository 整行覆盖。</a:t>
            </a:r>
          </a:p>
          <a:p xmlns:a="http://schemas.openxmlformats.org/drawingml/2006/main">
            <a:r>
              <a:t/>
            </a:r>
          </a:p>
          <a:p xmlns:a="http://schemas.openxmlformats.org/drawingml/2006/main">
            <a:r>
              <a:t>快照是某一时点接受过的状态视图。不可变快照可减少共享可写对象，但不自动具备永久新鲜度；跨范围决策仍需记录真正依赖的键和版本。</a:t>
            </a:r>
          </a:p>
          <a:p xmlns:a="http://schemas.openxmlformats.org/drawingml/2006/main">
            <a:r>
              <a:t/>
            </a:r>
          </a:p>
          <a:p xmlns:a="http://schemas.openxmlformats.org/drawingml/2006/main">
            <a:r>
              <a:t>【常见追问】</a:t>
            </a:r>
          </a:p>
          <a:p xmlns:a="http://schemas.openxmlformats.org/drawingml/2006/main">
            <a:r>
              <a:t>问：维护者会不会成为新的上帝类？</a:t>
            </a:r>
          </a:p>
          <a:p xmlns:a="http://schemas.openxmlformats.org/drawingml/2006/main">
            <a:r>
              <a:t>答：应限制其事实范围，纯规则、用例协调、协议执行和技术访问分别安排。若它继续决定所有模块的策略、持有所有可写数据并执行全部 I/O，原来的交织仍然存在。</a:t>
            </a:r>
          </a:p>
          <a:p xmlns:a="http://schemas.openxmlformats.org/drawingml/2006/main">
            <a:r>
              <a:t/>
            </a:r>
          </a:p>
          <a:p xmlns:a="http://schemas.openxmlformats.org/drawingml/2006/main">
            <a:r>
              <a:t>问：发现旧代码有缺陷，是否必须原样保留？</a:t>
            </a:r>
          </a:p>
          <a:p xmlns:a="http://schemas.openxmlformats.org/drawingml/2006/main">
            <a:r>
              <a:t>答：需要区分结构重构和有意行为修正。记录旧路径、问题证据、新行为、错误映射与回退，单列批准和测试，避免把未经评审的语义变化混入搬迁。</a:t>
            </a:r>
          </a:p>
          <a:p xmlns:a="http://schemas.openxmlformats.org/drawingml/2006/main">
            <a:r>
              <a:t/>
            </a:r>
          </a:p>
          <a:p xmlns:a="http://schemas.openxmlformats.org/drawingml/2006/main">
            <a:r>
              <a:t>【讲图提示与衔接】</a:t>
            </a:r>
          </a:p>
          <a:p xmlns:a="http://schemas.openxmlformats.org/drawingml/2006/main">
            <a:r>
              <a:t>每行先讲业务含义，再讲代码中应出现的证据。下一页用 T/A/O 与支撑职责说明“谁负责哪项事实”。</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§3～§4、§6.3、§10～§12、§16。现状代码事实沿用该文档固定基线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第6页｜目标职责：账户、角色、操作与卡运行各有维护者</a:t>
            </a:r>
          </a:p>
          <a:p xmlns:a="http://schemas.openxmlformats.org/drawingml/2006/main">
            <a:r>
              <a:t>建议主讲时间：约5分钟，状态维度与问答按需展开</a:t>
            </a:r>
          </a:p>
          <a:p xmlns:a="http://schemas.openxmlformats.org/drawingml/2006/main">
            <a:r>
              <a:t/>
            </a:r>
          </a:p>
          <a:p xmlns:a="http://schemas.openxmlformats.org/drawingml/2006/main">
            <a:r>
              <a:t>【本页目标】</a:t>
            </a:r>
          </a:p>
          <a:p xmlns:a="http://schemas.openxmlformats.org/drawingml/2006/main">
            <a:r>
              <a:t>解释 T/A/O 的事实所有权，以及 R、C、I、H 为什么与业务责任属于不同划分维度。</a:t>
            </a:r>
          </a:p>
          <a:p xmlns:a="http://schemas.openxmlformats.org/drawingml/2006/main">
            <a:r>
              <a:t/>
            </a:r>
          </a:p>
          <a:p xmlns:a="http://schemas.openxmlformats.org/drawingml/2006/main">
            <a:r>
              <a:t>【主讲稿｜可直接讲述】</a:t>
            </a:r>
          </a:p>
          <a:p xmlns:a="http://schemas.openxmlformats.org/drawingml/2006/main">
            <a:r>
              <a:t>先看 T，账户拓扑。它回答“我们管理哪个账户、资料是什么、当前绑定依据是什么”。T 接受现有账户分配结果和可信卡侧观察，维护账户与当前连接的关联。卡文件解析由 R 完成，T 接纳需要的身份和资料，不能再复制一套 EF 或原始卡状态机。</a:t>
            </a:r>
          </a:p>
          <a:p xmlns:a="http://schemas.openxmlformats.org/drawingml/2006/main">
            <a:r>
              <a:t/>
            </a:r>
          </a:p>
          <a:p xmlns:a="http://schemas.openxmlformats.org/drawingml/2006/main">
            <a:r>
              <a:t>第二行 A 管角色和无线资源分配。Voice、SMS、Data、Primary 有不同原规则。我们要分开用户或系统保存的偏好、当前有效选择、希望形成的资源计划，以及设备实际观察。保存某张卡为 Primary，不表示 Radio 协议已经切换，协议完成也不表示驻网和数据连接已经可用。当前 Primary 与默认 Data 的既有联动继续保持，未来解耦需要单独业务决定。</a:t>
            </a:r>
          </a:p>
          <a:p xmlns:a="http://schemas.openxmlformats.org/drawingml/2006/main">
            <a:r>
              <a:t/>
            </a:r>
          </a:p>
          <a:p xmlns:a="http://schemas.openxmlformats.org/drawingml/2006/main">
            <a:r>
              <a:t>第三行 O 管本地操作。它把激活、主卡、号码写卡等需要多个步骤的用例串起来，保留当前步骤、尝试、等待和效果认知。O 请求 T 或 A 接纳各自事实，请 R/I 执行能力，自己不直接改别人字段。对于单次 PIN 或 APDU，只需足够的短请求关联，不为了形式完整强建一个大型操作状态机。</a:t>
            </a:r>
          </a:p>
          <a:p xmlns:a="http://schemas.openxmlformats.org/drawingml/2006/main">
            <a:r>
              <a:t/>
            </a:r>
          </a:p>
          <a:p xmlns:a="http://schemas.openxmlformats.org/drawingml/2006/main">
            <a:r>
              <a:t>第四行 R 是卡运行。State、Security、EF、Records、电话簿、STK、卡短信、运营商配置和 eUICC 卡协议都在这里复用。它们包含大量成熟业务细节，不能全压缩成薄 Adapter。R 还负责卡会话、加载有效性与真实设备资源接纳；同 slot 的两个对象可能共用一个 eUICC，不能各自认为已独占设备。</a:t>
            </a:r>
          </a:p>
          <a:p xmlns:a="http://schemas.openxmlformats.org/drawingml/2006/main">
            <a:r>
              <a:t/>
            </a:r>
          </a:p>
          <a:p xmlns:a="http://schemas.openxmlformats.org/drawingml/2006/main">
            <a:r>
              <a:t>最后三项分别是 C 的兼容入口与输出，I 的平台技术适配，H 的对象装配和生命周期。C 保持旧契约，I 走原 DataShare、参数、RIL 和服务协议，H 创建并连接真实实现。T/A/O 描述业务知识归属，R/C/I/H 描述支撑边界，不能把这些字母都解释为新的服务。</a:t>
            </a:r>
          </a:p>
          <a:p xmlns:a="http://schemas.openxmlformats.org/drawingml/2006/main">
            <a:r>
              <a:t/>
            </a:r>
          </a:p>
          <a:p xmlns:a="http://schemas.openxmlformats.org/drawingml/2006/main">
            <a:r>
              <a:t>还要强调 eSIM 的主编排。66250 原有下载、OSU 等任务保留在服务边界；Core O 可以管理被委托的本地卡步骤，但不能复制整套远端任务。单源指同一层级事实与流程只有一个负责人，不表示所有请求必须转到同一组件。</a:t>
            </a:r>
          </a:p>
          <a:p xmlns:a="http://schemas.openxmlformats.org/drawingml/2006/main">
            <a:r>
              <a:t/>
            </a:r>
          </a:p>
          <a:p xmlns:a="http://schemas.openxmlformats.org/drawingml/2006/main">
            <a:r>
              <a:t>【技术背景与原理｜备讲】</a:t>
            </a:r>
          </a:p>
          <a:p xmlns:a="http://schemas.openxmlformats.org/drawingml/2006/main">
            <a:r>
              <a:t>事实所有权可以用“谁有资格接受变化”判断。设备提供原始结果，R 验证其运行归属，T/A 在自己的规则范围内接纳；I 负责把写计划执行到真实提供方。发送数据、执行存储和拥有业务规则是不同责任。</a:t>
            </a:r>
          </a:p>
          <a:p xmlns:a="http://schemas.openxmlformats.org/drawingml/2006/main">
            <a:r>
              <a:t/>
            </a:r>
          </a:p>
          <a:p xmlns:a="http://schemas.openxmlformats.org/drawingml/2006/main">
            <a:r>
              <a:t>应分别观察六种维度：请求是否被受理，设备效果是否确认，旧查询当前应看到什么，某次存储是否完成，用例是否已终结，回调或通知是否成功交付。一个总 success 不能表达这些组合。O 的等待结束也不能让 R 自动释放效果未知的资源。</a:t>
            </a:r>
          </a:p>
          <a:p xmlns:a="http://schemas.openxmlformats.org/drawingml/2006/main">
            <a:r>
              <a:t/>
            </a:r>
          </a:p>
          <a:p xmlns:a="http://schemas.openxmlformats.org/drawingml/2006/main">
            <a:r>
              <a:t>资源策略与设备执行租约分开。A 决定资源如何分配，O 组织用例步骤，R 按真实 Modem/eUICC/通道共享域控制实际执行资格。它们各自解决策略、流程和物理互斥问题，不能再各建一套含义相同的仲裁器。</a:t>
            </a:r>
          </a:p>
          <a:p xmlns:a="http://schemas.openxmlformats.org/drawingml/2006/main">
            <a:r>
              <a:t/>
            </a:r>
          </a:p>
          <a:p xmlns:a="http://schemas.openxmlformats.org/drawingml/2006/main">
            <a:r>
              <a:t>本轮 O 的操作记录默认是运行期内存。它帮助本次运行关联结果，不自动提供持久日志、跨重启重放或同 ID 结果查询。重启先核对设备和已有存储事实，不能凭内存表为空判断设备空闲。</a:t>
            </a:r>
          </a:p>
          <a:p xmlns:a="http://schemas.openxmlformats.org/drawingml/2006/main">
            <a:r>
              <a:t/>
            </a:r>
          </a:p>
          <a:p xmlns:a="http://schemas.openxmlformats.org/drawingml/2006/main">
            <a:r>
              <a:t>【常见追问】</a:t>
            </a:r>
          </a:p>
          <a:p xmlns:a="http://schemas.openxmlformats.org/drawingml/2006/main">
            <a:r>
              <a:t>问：T 管账户，为什么不把原 SimAccountManager 全部放到 T？</a:t>
            </a:r>
          </a:p>
          <a:p xmlns:a="http://schemas.openxmlformats.org/drawingml/2006/main">
            <a:r>
              <a:t>答：归属要看实际职责。该类主要承接的运营商配置、匹配和能力输入属于相应卡运行/配置责任，名称不能替代实现分析。</a:t>
            </a:r>
          </a:p>
          <a:p xmlns:a="http://schemas.openxmlformats.org/drawingml/2006/main">
            <a:r>
              <a:t/>
            </a:r>
          </a:p>
          <a:p xmlns:a="http://schemas.openxmlformats.org/drawingml/2006/main">
            <a:r>
              <a:t>问：R 是否也可以拆出纯规则？</a:t>
            </a:r>
          </a:p>
          <a:p xmlns:a="http://schemas.openxmlformats.org/drawingml/2006/main">
            <a:r>
              <a:t>答：可以逐步提取确实平台无关、边界清楚的规则，但先保留成熟卡型和协议路径。每次提取都要保护原格式、错误、加载和通知语义。</a:t>
            </a:r>
          </a:p>
          <a:p xmlns:a="http://schemas.openxmlformats.org/drawingml/2006/main">
            <a:r>
              <a:t/>
            </a:r>
          </a:p>
          <a:p xmlns:a="http://schemas.openxmlformats.org/drawingml/2006/main">
            <a:r>
              <a:t>【讲图提示与衔接】</a:t>
            </a:r>
          </a:p>
          <a:p xmlns:a="http://schemas.openxmlformats.org/drawingml/2006/main">
            <a:r>
              <a:t>讲完 T/A/O 后再讲 R 与 C/I/H，最后指 O 的 Core/66250 边界。下一页把这些职责直接放到前后对比图中。</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§4、§6.1、§7.2、§8、§12。现状代码事实沿用该文档固定基线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第7页｜重构前后：把 Controller 中的职责拆到不同层</a:t>
            </a:r>
          </a:p>
          <a:p xmlns:a="http://schemas.openxmlformats.org/drawingml/2006/main">
            <a:r>
              <a:t>建议主讲时间：约6分钟，本页为全稿的核心解释页</a:t>
            </a:r>
          </a:p>
          <a:p xmlns:a="http://schemas.openxmlformats.org/drawingml/2006/main">
            <a:r>
              <a:t/>
            </a:r>
          </a:p>
          <a:p xmlns:a="http://schemas.openxmlformats.org/drawingml/2006/main">
            <a:r>
              <a:t>【本页目标】</a:t>
            </a:r>
          </a:p>
          <a:p xmlns:a="http://schemas.openxmlformats.org/drawingml/2006/main">
            <a:r>
              <a:t>用同色编号让听众在一张图中看懂原模块的职责怎样迁到目标分层，并理解每次拆分的技术理由。</a:t>
            </a:r>
          </a:p>
          <a:p xmlns:a="http://schemas.openxmlformats.org/drawingml/2006/main">
            <a:r>
              <a:t/>
            </a:r>
          </a:p>
          <a:p xmlns:a="http://schemas.openxmlformats.org/drawingml/2006/main">
            <a:r>
              <a:t>【主讲稿｜可直接讲述】</a:t>
            </a:r>
          </a:p>
          <a:p xmlns:a="http://schemas.openxmlformats.org/drawingml/2006/main">
            <a:r>
              <a:t>这张图先看左右，不按上下调用链阅读。同色编号表示职责去向，中间箭头表示重构。左边是我们熟悉的旧模块，右边是目标分层。</a:t>
            </a:r>
          </a:p>
          <a:p xmlns:a="http://schemas.openxmlformats.org/drawingml/2006/main">
            <a:r>
              <a:t/>
            </a:r>
          </a:p>
          <a:p xmlns:a="http://schemas.openxmlformats.org/drawingml/2006/main">
            <a:r>
              <a:t>最上面先说保持什么。CoreServiceSim、SimManager 门面和 CMI 等既有入口继续可用。右侧 C 承接兼容责任，保留方法、权限、检查优先级、接收返回和后续回调。内部实现变化后，调用方仍按已有契约使用。</a:t>
            </a:r>
          </a:p>
          <a:p xmlns:a="http://schemas.openxmlformats.org/drawingml/2006/main">
            <a:r>
              <a:t/>
            </a:r>
          </a:p>
          <a:p xmlns:a="http://schemas.openxmlformats.org/drawingml/2006/main">
            <a:r>
              <a:t>接着看左侧最大的框。MultiSimController 和 Monitor 同时承担几类工作。蓝色①是激活、切换、等待和重试，橙色②是账户、绑定、角色的规则与状态，青色③是数据库、参数、Hook 和通知。下方④是既有卡运行与协议。</a:t>
            </a:r>
          </a:p>
          <a:p xmlns:a="http://schemas.openxmlformats.org/drawingml/2006/main">
            <a:r>
              <a:t/>
            </a:r>
          </a:p>
          <a:p xmlns:a="http://schemas.openxmlformats.org/drawingml/2006/main">
            <a:r>
              <a:t>沿蓝色①看右边，流程进入 Application。应用层知道一次用例怎样推进，先检查什么，调用哪个端口，结果如何接纳，以及何时按旧契约结束。以激活为例，资格判断、设备执行、兼容缓存、数据库结果和最终通知要有明确步骤。应用层不再让每个调用方自己拼流程。</a:t>
            </a:r>
          </a:p>
          <a:p xmlns:a="http://schemas.openxmlformats.org/drawingml/2006/main">
            <a:r>
              <a:t/>
            </a:r>
          </a:p>
          <a:p xmlns:a="http://schemas.openxmlformats.org/drawingml/2006/main">
            <a:r>
              <a:t>沿橙色②看 Domain。这里把纯规则和状态模型表达清楚：T 维护账户与绑定，A 维护角色与期望分配，O 表达本地操作步骤和效果状态。规则可以回答某次转换是否合法、下一步计划是什么，但不会自己包含 DataShare、RIL、IPC 或线程池调用。真正的执行与受控写入由应用层组织。这样同一规则可以在可控输入下测试，也不必为了换存储或设备适配去修改规则本身。</a:t>
            </a:r>
          </a:p>
          <a:p xmlns:a="http://schemas.openxmlformats.org/drawingml/2006/main">
            <a:r>
              <a:t/>
            </a:r>
          </a:p>
          <a:p xmlns:a="http://schemas.openxmlformats.org/drawingml/2006/main">
            <a:r>
              <a:t>沿青色③看 I。原来嵌在业务函数里的平台访问，通过应用需要的端口调用具体实现。DataShare 继续走原提供方和字段协议，Hook 继续保护原 ABI 与节点，回调输出继续按旧方法完成。新增端口不授权新建表，也不提供数据库、参数和设备的全局事务。</a:t>
            </a:r>
          </a:p>
          <a:p xmlns:a="http://schemas.openxmlformats.org/drawingml/2006/main">
            <a:r>
              <a:t/>
            </a:r>
          </a:p>
          <a:p xmlns:a="http://schemas.openxmlformats.org/drawingml/2006/main">
            <a:r>
              <a:t>最后看灰色④。State、File、EF、APDU 等生产卡逻辑在 R 中复用，逐步收口会话、加载和资源准入。它们保留真实卡型、解析与专用错误规则。H 则承接工厂、注入、共享 RIL 和生命周期，不增加一层业务处理。</a:t>
            </a:r>
          </a:p>
          <a:p xmlns:a="http://schemas.openxmlformats.org/drawingml/2006/main">
            <a:r>
              <a:t/>
            </a:r>
          </a:p>
          <a:p xmlns:a="http://schemas.openxmlformats.org/drawingml/2006/main">
            <a:r>
              <a:t>这张图真正要交付的变化，是每项知识和写入协议能够被找到。迁移一个字段时，主入口、初始化、重载和异步回写都要交给同一维护者。只增加包装类而保留原旁路，规则仍然分散；只把类搬进新 SO，也不会自动得到右侧的责任边界。</a:t>
            </a:r>
          </a:p>
          <a:p xmlns:a="http://schemas.openxmlformats.org/drawingml/2006/main">
            <a:r>
              <a:t/>
            </a:r>
          </a:p>
          <a:p xmlns:a="http://schemas.openxmlformats.org/drawingml/2006/main">
            <a:r>
              <a:t>【技术背景与原理｜备讲】</a:t>
            </a:r>
          </a:p>
          <a:p xmlns:a="http://schemas.openxmlformats.org/drawingml/2006/main">
            <a:r>
              <a:t>高内聚意味着共同保护同一组规则、因相近理由变化的内容集中。低耦合意味着协作方依赖必要且稳定的契约，减少对彼此内部字段、平台类型和执行顺序的了解。目标是控制变化传播，不能只用类或接口数量评价。</a:t>
            </a:r>
          </a:p>
          <a:p xmlns:a="http://schemas.openxmlformats.org/drawingml/2006/main">
            <a:r>
              <a:t/>
            </a:r>
          </a:p>
          <a:p xmlns:a="http://schemas.openxmlformats.org/drawingml/2006/main">
            <a:r>
              <a:t>分层是代码组织维度，T/A/O 是业务知识维度。例如 T 的 TopologyAggregate 位于 Domain，TopologyService 位于 Application；A 的纯策略与 AssignmentService 同样分开；OperationCoordinator 是应用协调器，OperationContext 表达纯状态。三个业务责任不等于只有三个类。</a:t>
            </a:r>
          </a:p>
          <a:p xmlns:a="http://schemas.openxmlformats.org/drawingml/2006/main">
            <a:r>
              <a:t/>
            </a:r>
          </a:p>
          <a:p xmlns:a="http://schemas.openxmlformats.org/drawingml/2006/main">
            <a:r>
              <a:t>纯规则可以改变自己管理的内存状态或返回变化计划。“纯”强调不依赖具体平台副作用，并不要求所有模型只能有只读 getter。通过什么条件接纳、何时保存和输出，仍受对应写入协议约束。</a:t>
            </a:r>
          </a:p>
          <a:p xmlns:a="http://schemas.openxmlformats.org/drawingml/2006/main">
            <a:r>
              <a:t/>
            </a:r>
          </a:p>
          <a:p xmlns:a="http://schemas.openxmlformats.org/drawingml/2006/main">
            <a:r>
              <a:t>R 与 I 是应用经端口使用的外侧实现。图中的空间位置不表示 Domain 先执行完再向下调用 R/I，实际运行方式在下一页单独说明。C 的输出语义与 I 的技术发布也需配合，不以一次领域事件替代所有旧通知。</a:t>
            </a:r>
          </a:p>
          <a:p xmlns:a="http://schemas.openxmlformats.org/drawingml/2006/main">
            <a:r>
              <a:t/>
            </a:r>
          </a:p>
          <a:p xmlns:a="http://schemas.openxmlformats.org/drawingml/2006/main">
            <a:r>
              <a:t>【常见追问】</a:t>
            </a:r>
          </a:p>
          <a:p xmlns:a="http://schemas.openxmlformats.org/drawingml/2006/main">
            <a:r>
              <a:t>问：这样会不会只增加很多转发代码？</a:t>
            </a:r>
          </a:p>
          <a:p xmlns:a="http://schemas.openxmlformats.org/drawingml/2006/main">
            <a:r>
              <a:t>答：端口只有在隔离真实变化、控制写权或阻止具体反向依赖时才引入。简单纯函数可以直接复用。评审应检查调用方因此减少了什么知识，以及旁路是否真正撤销。</a:t>
            </a:r>
          </a:p>
          <a:p xmlns:a="http://schemas.openxmlformats.org/drawingml/2006/main">
            <a:r>
              <a:t/>
            </a:r>
          </a:p>
          <a:p xmlns:a="http://schemas.openxmlformats.org/drawingml/2006/main">
            <a:r>
              <a:t>问：把业务规则提到 Domain 后，原行为不合理怎么办？</a:t>
            </a:r>
          </a:p>
          <a:p xmlns:a="http://schemas.openxmlformats.org/drawingml/2006/main">
            <a:r>
              <a:t>答：先把原轨迹记录清楚。保持旧契约的结构切片可以先做，有意修正规则、错误或可见点的切片单独评审，避免测试无法区分改造与产品行为变化。</a:t>
            </a:r>
          </a:p>
          <a:p xmlns:a="http://schemas.openxmlformats.org/drawingml/2006/main">
            <a:r>
              <a:t/>
            </a:r>
          </a:p>
          <a:p xmlns:a="http://schemas.openxmlformats.org/drawingml/2006/main">
            <a:r>
              <a:t>【讲图提示与衔接】</a:t>
            </a:r>
          </a:p>
          <a:p xmlns:a="http://schemas.openxmlformats.org/drawingml/2006/main">
            <a:r>
              <a:t>指左框中的①，再指右侧①；随后按②、③、④移动。不要逐个念新类名。最后指顶部“契约保持”和底部 H，下一页解释运行调用与源码依赖。</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§5.1.2～§5.1.5、§5.2～§5.4、§6.1～§6.3。现状代码事实沿用该文档固定基线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第8页｜DDD 元素在目标分层中的位置</a:t>
            </a:r>
          </a:p>
          <a:p xmlns:a="http://schemas.openxmlformats.org/drawingml/2006/main">
            <a:r>
              <a:t>建议主讲时间：约5分钟，仓储与事件的边界可作为备讲</a:t>
            </a:r>
          </a:p>
          <a:p xmlns:a="http://schemas.openxmlformats.org/drawingml/2006/main">
            <a:r>
              <a:t/>
            </a:r>
          </a:p>
          <a:p xmlns:a="http://schemas.openxmlformats.org/drawingml/2006/main">
            <a:r>
              <a:t>【本页目标】</a:t>
            </a:r>
          </a:p>
          <a:p xmlns:a="http://schemas.openxmlformats.org/drawingml/2006/main">
            <a:r>
              <a:t>把 DDD 名词与上一页的责任分层逐项对应，讲清业务上下文、代码分层、纯模型、应用协调和技术实现之间的关系。</a:t>
            </a:r>
          </a:p>
          <a:p xmlns:a="http://schemas.openxmlformats.org/drawingml/2006/main">
            <a:r>
              <a:t/>
            </a:r>
          </a:p>
          <a:p xmlns:a="http://schemas.openxmlformats.org/drawingml/2006/main">
            <a:r>
              <a:t>【主讲稿｜可直接讲述】</a:t>
            </a:r>
          </a:p>
          <a:p xmlns:a="http://schemas.openxmlformats.org/drawingml/2006/main">
            <a:r>
              <a:t>上一页说明原 Controller 里的职责迁到哪里，这一页进一步说明：DDD 的元素在这些模块中各自承担什么工作。请从表格左列的层和模块向右读，先找位置，再看模型名称。</a:t>
            </a:r>
          </a:p>
          <a:p xmlns:a="http://schemas.openxmlformats.org/drawingml/2006/main">
            <a:r>
              <a:t/>
            </a:r>
          </a:p>
          <a:p xmlns:a="http://schemas.openxmlformats.org/drawingml/2006/main">
            <a:r>
              <a:t>第一行是限界上下文和统一语言。T 解释账户与绑定，A 解释角色与资源分配，O 解释本地操作步骤。它们分别明确业务词语、合法变化与事实写权。同一个 T 责任可以同时有应用服务和领域模型，所以“上下文”和“层”是两个划分维度。它们也不要求分别部署成进程或服务。</a:t>
            </a:r>
          </a:p>
          <a:p xmlns:a="http://schemas.openxmlformats.org/drawingml/2006/main">
            <a:r>
              <a:t/>
            </a:r>
          </a:p>
          <a:p xmlns:a="http://schemas.openxmlformats.org/drawingml/2006/main">
            <a:r>
              <a:t>第二行是 Application。TopologyService、AssignmentService 和 OperationCoordinator 属于应用服务与用例协调。它们接收请求、准备所需事实，调用领域规则，再通过端口使用 R 或 I。返回后还要接纳结果、组织后续步骤并保护原完成节点。比如号码修改，O 组织写卡，再请求 T 更新账户，但不会自己直接改 T 的字段。</a:t>
            </a:r>
          </a:p>
          <a:p xmlns:a="http://schemas.openxmlformats.org/drawingml/2006/main">
            <a:r>
              <a:t/>
            </a:r>
          </a:p>
          <a:p xmlns:a="http://schemas.openxmlformats.org/drawingml/2006/main">
            <a:r>
              <a:t>第三行是 Domain，这是聚合、实体、值对象和领域服务主要所在的位置。TopologyAggregate 组织账户与绑定规则，AssignmentAggregate 保护角色与资源决策的相应一致性范围。账户通过既有 simId 识别，是实体的例子；内部 SimId、SlotId 等类型化值帮助避免身份与位置误传，是值对象的例子。值对象不意味着新增公开 ID。</a:t>
            </a:r>
          </a:p>
          <a:p xmlns:a="http://schemas.openxmlformats.org/drawingml/2006/main">
            <a:r>
              <a:t/>
            </a:r>
          </a:p>
          <a:p xmlns:a="http://schemas.openxmlformats.org/drawingml/2006/main">
            <a:r>
              <a:t>AssignmentPolicy 表达纯角色与资源决策，可以作为领域服务或策略。它根据明确输入给出判断或计划，不等待 RIL，也不写数据库。O 的 OperationContext 同样只保留纯步骤、效果认知与终态规则。真正的回调、等待设施、重试执行和进程内操作容器留在 Application 或相关支撑中。需要持续保护多步骤业务状态时，才按具体用例建立操作聚合。</a:t>
            </a:r>
          </a:p>
          <a:p xmlns:a="http://schemas.openxmlformats.org/drawingml/2006/main">
            <a:r>
              <a:t/>
            </a:r>
          </a:p>
          <a:p xmlns:a="http://schemas.openxmlformats.org/drawingml/2006/main">
            <a:r>
              <a:t>第四行把仓储的抽象和实现分开。本方案由 Application 声明 AccountStore、AssignmentStore 等出站端口，I 按既有 DataShare 和参数协议实现。端口表达 Owner 允许写哪些字段以及如何报告结果，不提供任意整行覆盖，也不因为改叫 Repository 就自动拥有全局事务。</a:t>
            </a:r>
          </a:p>
          <a:p xmlns:a="http://schemas.openxmlformats.org/drawingml/2006/main">
            <a:r>
              <a:t/>
            </a:r>
          </a:p>
          <a:p xmlns:a="http://schemas.openxmlformats.org/drawingml/2006/main">
            <a:r>
              <a:t>第五行是领域事件。它表达某个 Owner 已接受的事实，应用层组织内部后续协作。I 和 C 继续按旧契约完成外部通知和回调。原始 RIL 回包、内部领域事实、CES 和跨服务通知有不同含义，不能全叫一个事件后统一去重或改成最后才发布。</a:t>
            </a:r>
          </a:p>
          <a:p xmlns:a="http://schemas.openxmlformats.org/drawingml/2006/main">
            <a:r>
              <a:t/>
            </a:r>
          </a:p>
          <a:p xmlns:a="http://schemas.openxmlformats.org/drawingml/2006/main">
            <a:r>
              <a:t>最后一行说明 C、R、H。C 通过兼容与防腐适配转换旧请求和输出，R 复用完整生产卡运行，H 负责工厂、端口注入和对象寿命。它们支持模型运行，各自有清楚的工程责任，不必再凑成几个业务上下文。</a:t>
            </a:r>
          </a:p>
          <a:p xmlns:a="http://schemas.openxmlformats.org/drawingml/2006/main">
            <a:r>
              <a:t/>
            </a:r>
          </a:p>
          <a:p xmlns:a="http://schemas.openxmlformats.org/drawingml/2006/main">
            <a:r>
              <a:t>讲完这一页，大家应能从一个名词找到具体落点。例如应用服务到 Application，聚合与纯策略到 Domain，存储实现到 I，旧契约转换到 C。接下来先用概念关系与号码流程观察协作，再讨论运行调用与源码依赖。</a:t>
            </a:r>
          </a:p>
          <a:p xmlns:a="http://schemas.openxmlformats.org/drawingml/2006/main">
            <a:r>
              <a:t/>
            </a:r>
          </a:p>
          <a:p xmlns:a="http://schemas.openxmlformats.org/drawingml/2006/main">
            <a:r>
              <a:t>【技术背景与原理｜备讲】</a:t>
            </a:r>
          </a:p>
          <a:p xmlns:a="http://schemas.openxmlformats.org/drawingml/2006/main">
            <a:r>
              <a:t>限界上下文是一套业务术语、模型和规则保持一致的语义范围。分层则安排不同代码职责。T 的账户模型与 TopologyService 属于同一业务责任，分别位于 Domain 和 Application。这是一个二维关系，不能把三个上下文只摆进 Domain，再把应用层理解为没有业务归属的万能入口。</a:t>
            </a:r>
          </a:p>
          <a:p xmlns:a="http://schemas.openxmlformats.org/drawingml/2006/main">
            <a:r>
              <a:t/>
            </a:r>
          </a:p>
          <a:p xmlns:a="http://schemas.openxmlformats.org/drawingml/2006/main">
            <a:r>
              <a:t>实体由身份区分，属性变化以后仍可表示原业务对象。值对象由所表达的值和约束区分，常用不可变或替换更新方式。表中的账户实体和类型化值是设计解释示例，不要求照这些词逐个新建类，也不把数据库每一行自动映射成聚合。</a:t>
            </a:r>
          </a:p>
          <a:p xmlns:a="http://schemas.openxmlformats.org/drawingml/2006/main">
            <a:r>
              <a:t/>
            </a:r>
          </a:p>
          <a:p xmlns:a="http://schemas.openxmlformats.org/drawingml/2006/main">
            <a:r>
              <a:t>聚合保护局部不变量和受控变化边界。比如身份与绑定关联按有关键核查，角色选择按其实际约束域裁决。聚合边界不自动等于全设备锁、整行存储事务或所有卡侧请求。跨 T/A/O 的步骤通过应用入口逐步协调，不能让 O 持有其他 Owner 的可写引用。</a:t>
            </a:r>
          </a:p>
          <a:p xmlns:a="http://schemas.openxmlformats.org/drawingml/2006/main">
            <a:r>
              <a:t/>
            </a:r>
          </a:p>
          <a:p xmlns:a="http://schemas.openxmlformats.org/drawingml/2006/main">
            <a:r>
              <a:t>领域服务适合表达不自然归属于单个实体、但仍属于业务知识的纯规则。AssignmentPolicy 是本方案的明确例子。它可以返回一个资源分配计划。是否发令、如何等待、怎样处理部分效果由 Application 与 R/I 执行。不能把所有以 Service 结尾的类都当成领域服务。</a:t>
            </a:r>
          </a:p>
          <a:p xmlns:a="http://schemas.openxmlformats.org/drawingml/2006/main">
            <a:r>
              <a:t/>
            </a:r>
          </a:p>
          <a:p xmlns:a="http://schemas.openxmlformats.org/drawingml/2006/main">
            <a:r>
              <a:t>经典 DDD 的仓储通常表达聚合的获取和保存。本方案近期保留原提供方、分字段协议及中间可见性，因此采用应用层出站存储端口，原 Repository 名称可以作为别名。这里的落点是当前方案的具体取舍，不是宣称所有 DDD 项目都必须把仓储接口放在 Application。I 只受托执行所属 Owner 的字段计划，不能整行覆盖另一 Owner 的事实。</a:t>
            </a:r>
          </a:p>
          <a:p xmlns:a="http://schemas.openxmlformats.org/drawingml/2006/main">
            <a:r>
              <a:t/>
            </a:r>
          </a:p>
          <a:p xmlns:a="http://schemas.openxmlformats.org/drawingml/2006/main">
            <a:r>
              <a:t>领域事件定义事实语义，发布时点以该事实被接纳为依据。实现可使用直接应用调用或轻量分发，不要求建立总线。外部通知仍保护原回调、读源、失败和可见节点，不能从内部事件推导持久交付、跨重启重放或全局事务。一个内部事件也不必与一个外部 CES action 一一对应。</a:t>
            </a:r>
          </a:p>
          <a:p xmlns:a="http://schemas.openxmlformats.org/drawingml/2006/main">
            <a:r>
              <a:t/>
            </a:r>
          </a:p>
          <a:p xmlns:a="http://schemas.openxmlformats.org/drawingml/2006/main">
            <a:r>
              <a:t>H 的工程工厂负责创建真实服务对象与适配器、注入端口并保证匹配销毁。DDD 的领域工厂若确有需要，则负责创建满足业务约束的模型，可采用 Domain 中的纯构造逻辑。当前方案不要求新增独立领域工厂，不能因两者都叫工厂就把设备句柄和库寿命放进聚合。</a:t>
            </a:r>
          </a:p>
          <a:p xmlns:a="http://schemas.openxmlformats.org/drawingml/2006/main">
            <a:r>
              <a:t/>
            </a:r>
          </a:p>
          <a:p xmlns:a="http://schemas.openxmlformats.org/drawingml/2006/main">
            <a:r>
              <a:t>R 保留卡状态、协议、解析、安全与专门业务，不强行包装成纯领域模型。Domain 所需的观察以纯值或规则输入表达，平台句柄、serial 请求表和设备执行屏障仍归其运行责任。O 的纯状态与运行期容器也分开，RuntimeOperationStore 属于 Application，不是持久化事件日志。</a:t>
            </a:r>
          </a:p>
          <a:p xmlns:a="http://schemas.openxmlformats.org/drawingml/2006/main">
            <a:r>
              <a:t/>
            </a:r>
          </a:p>
          <a:p xmlns:a="http://schemas.openxmlformats.org/drawingml/2006/main">
            <a:r>
              <a:t>【常见追问】</a:t>
            </a:r>
          </a:p>
          <a:p xmlns:a="http://schemas.openxmlformats.org/drawingml/2006/main">
            <a:r>
              <a:t>问：一个上下文是否必须有一个 SO、一个数据库和一整套 DDD 类？</a:t>
            </a:r>
          </a:p>
          <a:p xmlns:a="http://schemas.openxmlformats.org/drawingml/2006/main">
            <a:r>
              <a:t>答：不需要。先确定术语与规则边界，再以实际变更、写权和测试需要安排代码。部署、存储、类数量分别有自己的约束，不能按名词数量机械建立。</a:t>
            </a:r>
          </a:p>
          <a:p xmlns:a="http://schemas.openxmlformats.org/drawingml/2006/main">
            <a:r>
              <a:t/>
            </a:r>
          </a:p>
          <a:p xmlns:a="http://schemas.openxmlformats.org/drawingml/2006/main">
            <a:r>
              <a:t>问：为什么 OperationCoordinator 不放在 Domain？</a:t>
            </a:r>
          </a:p>
          <a:p xmlns:a="http://schemas.openxmlformats.org/drawingml/2006/main">
            <a:r>
              <a:t>答：它组织 I/O、等待、步骤执行和恢复，因此属于 Application。可以被提取到 Domain 的，是平台无关的步骤转换与效果规则。</a:t>
            </a:r>
          </a:p>
          <a:p xmlns:a="http://schemas.openxmlformats.org/drawingml/2006/main">
            <a:r>
              <a:t/>
            </a:r>
          </a:p>
          <a:p xmlns:a="http://schemas.openxmlformats.org/drawingml/2006/main">
            <a:r>
              <a:t>问：怎样判断抽象有用？</a:t>
            </a:r>
          </a:p>
          <a:p xmlns:a="http://schemas.openxmlformats.org/drawingml/2006/main">
            <a:r>
              <a:t>答：能指出它消除的歧义、隔离的变化、保护的规则，以及哪个旧写点被它接管。单纯增加一个 Entity、Repository 或 Event 名称还不构成完成。</a:t>
            </a:r>
          </a:p>
          <a:p xmlns:a="http://schemas.openxmlformats.org/drawingml/2006/main">
            <a:r>
              <a:t/>
            </a:r>
          </a:p>
          <a:p xmlns:a="http://schemas.openxmlformats.org/drawingml/2006/main">
            <a:r>
              <a:t>【讲图提示与衔接】</a:t>
            </a:r>
          </a:p>
          <a:p xmlns:a="http://schemas.openxmlformats.org/drawingml/2006/main">
            <a:r>
              <a:t>先横向读每一行。讲到 Domain 行时停顿，分别解释聚合、实体、值对象和纯策略。随后重点强调仓储接口与实现、事实事件与旧通知两组区别。先看概念关系与业务流程，再进入“运行调用与源码依赖”。</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2026-10-26，§4.1～§4.3、§5.1.3～§5.4、§6.1、§8、§15。现状代码事实沿用该文档固定基线 6017003eff50c1bc8c5dfa72336a4bfe42e948b0 的证据索引（§20.2）。表内为目标责任与候选组件，状态为 PROPOSED。实体、值对象和领域工厂的解释用于说明建模原则，不新增外部 ID、接口、数据表或实施承诺。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正文第9页｜订阅、位置与执行</a:t>
            </a:r>
          </a:p>
          <a:p xmlns:a="http://schemas.openxmlformats.org/drawingml/2006/main">
            <a:r>
              <a:t>建议主讲时间：约4分钟建立关系，随后按需展开</a:t>
            </a:r>
          </a:p>
          <a:p xmlns:a="http://schemas.openxmlformats.org/drawingml/2006/main">
            <a:r>
              <a:t/>
            </a:r>
          </a:p>
          <a:p xmlns:a="http://schemas.openxmlformats.org/drawingml/2006/main">
            <a:r>
              <a:t>【本页目标】</a:t>
            </a:r>
          </a:p>
          <a:p xmlns:a="http://schemas.openxmlformats.org/drawingml/2006/main">
            <a:r>
              <a:t>用同一张关系图把业务身份、连接、设备和操作关联起来，再按步骤解释所需功能。</a:t>
            </a:r>
          </a:p>
          <a:p xmlns:a="http://schemas.openxmlformats.org/drawingml/2006/main">
            <a:r>
              <a:t/>
            </a:r>
          </a:p>
          <a:p xmlns:a="http://schemas.openxmlformats.org/drawingml/2006/main">
            <a:r>
              <a:t>【主讲稿｜可直接讲述】</a:t>
            </a:r>
          </a:p>
          <a:p xmlns:a="http://schemas.openxmlformats.org/drawingml/2006/main">
            <a:r>
              <a:t>上一页把 DDD 元素对应到分层。这一页将术语放到同一张关系图，再用“给一个已启用的 eSIM 订阅设置显示号码”解释它们如何协作。图中的 S-A、Profile-A、Port-0、slot-1 和 g8 都是讲解用别名与示例值，不是新增接口字段或固定产品约束。</a:t>
            </a:r>
          </a:p>
          <a:p xmlns:a="http://schemas.openxmlformats.org/drawingml/2006/main">
            <a:r>
              <a:t/>
            </a:r>
          </a:p>
          <a:p xmlns:a="http://schemas.openxmlformats.org/drawingml/2006/main">
            <a:r>
              <a:t>先看上排。Subscription 表达业务对象是谁，T 接纳账户身份和资料，近期沿用既有 simId。A 管 Voice、SMS、Data、Primary 等角色与资源选择，角色可以选择某个订阅，但不定义订阅身份。O 管本地号码用例的步骤、等待、效果和终态，不直接修改 T 的账户字段。</a:t>
            </a:r>
          </a:p>
          <a:p xmlns:a="http://schemas.openxmlformats.org/drawingml/2006/main">
            <a:r>
              <a:t/>
            </a:r>
          </a:p>
          <a:p xmlns:a="http://schemas.openxmlformats.org/drawingml/2006/main">
            <a:r>
              <a:t>再看中间。Binding 是 T 接受的订阅与连接关联，包括相关卡应用、Profile、Port、软件路由及版本。它从已核实的卡运行与能力观察接纳事实，不是由账户模型自己探测硬件。R 的 SessionRef 区分运行实例、卡应用和有关代次。文件加载再按 LoadScope 保护局部范围，不能把会话、文件加载和一次业务操作合成一个全局版本。</a:t>
            </a:r>
          </a:p>
          <a:p xmlns:a="http://schemas.openxmlformats.org/drawingml/2006/main">
            <a:r>
              <a:t/>
            </a:r>
          </a:p>
          <a:p xmlns:a="http://schemas.openxmlformats.org/drawingml/2006/main">
            <a:r>
              <a:t>左下是执行位置。eUICC 承载 Profile；已启用的 Profile 通过实际 Port 建立连接；Port 再按设备配置映射到逻辑槽。固定物理接入或保留某个逻辑槽可以是产品配置，但不能据此把该位置当成某个订阅的永久主键。本用例不下载或切换 Profile，也不修改默认角色。</a:t>
            </a:r>
          </a:p>
          <a:p xmlns:a="http://schemas.openxmlformats.org/drawingml/2006/main">
            <a:r>
              <a:t/>
            </a:r>
          </a:p>
          <a:p xmlns:a="http://schemas.openxmlformats.org/drawingml/2006/main">
            <a:r>
              <a:t>右侧的 RequestContext 保存一次步骤的原目标、原会话、尝试与传输关联。它使回包能恢复发起时的上下文，不能到达时按当前 slot 给旧结果补上新身份。AccountStore 是 I 对原存储协议的适配，T 请求按所属字段写入，不能整行覆盖另一 Owner，更不会因为叫 Store 就得到卡与数据库的全局事务。</a:t>
            </a:r>
          </a:p>
          <a:p xmlns:a="http://schemas.openxmlformats.org/drawingml/2006/main">
            <a:r>
              <a:t/>
            </a:r>
          </a:p>
          <a:p xmlns:a="http://schemas.openxmlformats.org/drawingml/2006/main">
            <a:r>
              <a:t>图中实线表达概念关系，虚线表达旧入口与本地用例的协作。它们不是从上到下的函数调用栈。顺着顶部步骤，我们会看到 C 受理、T/R 确定目标、O/R 建关联、R 写卡、结果准入、T 经 I 更新账户、C 按原出口完成。不是每个用例都必须使用全部概念，简单查询也不必创建 O。</a:t>
            </a:r>
          </a:p>
          <a:p xmlns:a="http://schemas.openxmlformats.org/drawingml/2006/main">
            <a:r>
              <a:t/>
            </a:r>
          </a:p>
          <a:p xmlns:a="http://schemas.openxmlformats.org/drawingml/2006/main">
            <a:r>
              <a:t>这张图要建立的共同认识是：业务表达“为 S-A 修改号码”，执行边界负责解释“当前怎样到达它”，接纳边界负责证明“这个结果仍属于原目标”。</a:t>
            </a:r>
          </a:p>
          <a:p xmlns:a="http://schemas.openxmlformats.org/drawingml/2006/main">
            <a:r>
              <a:t/>
            </a:r>
          </a:p>
          <a:p xmlns:a="http://schemas.openxmlformats.org/drawingml/2006/main">
            <a:r>
              <a:t>【技术背景与原理｜备讲】</a:t>
            </a:r>
          </a:p>
          <a:p xmlns:a="http://schemas.openxmlformats.org/drawingml/2006/main">
            <a:r>
              <a:t>限界上下文安排术语与事实所有权，分层安排代码执行职责。T/A/O 各有应用入口和适当的纯模型，R 复用完整生产卡运行。图中的关系与调用方向需要分别读，跨 Owner 用例通过应用入口协调。</a:t>
            </a:r>
          </a:p>
          <a:p xmlns:a="http://schemas.openxmlformats.org/drawingml/2006/main">
            <a:r>
              <a:t/>
            </a:r>
          </a:p>
          <a:p xmlns:a="http://schemas.openxmlformats.org/drawingml/2006/main">
            <a:r>
              <a:t>【讲图与操作】</a:t>
            </a:r>
          </a:p>
          <a:p xmlns:a="http://schemas.openxmlformats.org/drawingml/2006/main">
            <a:r>
              <a:t>顶部可直接点选概念总览、任一步骤或失败场景。“上一步”“下一步”顺序讲解这组协作，“返回正文”继续运行调用与源码依赖的说明。框的位置在各状态保持一致，先指出当前高亮的 Owner 和事实，再讲对应功能。图中的实线为概念关系，虚线为入口协作，不把它们当成整条同步调用链。</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2026-10-26，§3、§4.1～§4.3、§5.3～§5.4、§6.1、§9.3、§10～§12、§16.2。现状证据沿用该文档固定基线 6017003eff50c1bc8c5dfa72336a4bfe42e948b0 的索引。目标模型与机制为 PROPOSED，示例身份、槽位、端口及代次仅用于讲解，不新增公开 API、数据表、持久操作日志或产品容量承诺。</a:t>
            </a:r>
          </a:p>
          <a:p xmlns:a="http://schemas.openxmlformats.org/drawingml/2006/main">
            <a:r>
              <a:t/>
            </a:r>
          </a:p>
          <a:p xmlns:a="http://schemas.openxmlformats.org/drawingml/2006/main">
            <a:r>
              <a:t>【新增前后对照入口】</a:t>
            </a:r>
          </a:p>
          <a:p xmlns:a="http://schemas.openxmlformats.org/drawingml/2006/main">
            <a:r>
              <a:t>右上角“架构前后对照”进入正文第10页，用相同业务与相同阶段对比原模块及目标职责。原“返回正文”仍可回到后续正文；建议讲完概念后进入新增对照演示。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概念图展开：① C 保持旧入口｜订阅、位置与执行</a:t>
            </a:r>
          </a:p>
          <a:p xmlns:a="http://schemas.openxmlformats.org/drawingml/2006/main">
            <a:r>
              <a:t>建议主讲时间：约2～3分钟</a:t>
            </a:r>
          </a:p>
          <a:p xmlns:a="http://schemas.openxmlformats.org/drawingml/2006/main">
            <a:r>
              <a:t/>
            </a:r>
          </a:p>
          <a:p xmlns:a="http://schemas.openxmlformats.org/drawingml/2006/main">
            <a:r>
              <a:t>【本页目标】</a:t>
            </a:r>
          </a:p>
          <a:p xmlns:a="http://schemas.openxmlformats.org/drawingml/2006/main">
            <a:r>
              <a:t>解释当前步骤中高亮概念提供的功能、输入输出以及需要保持的边界。</a:t>
            </a:r>
          </a:p>
          <a:p xmlns:a="http://schemas.openxmlformats.org/drawingml/2006/main">
            <a:r>
              <a:t/>
            </a:r>
          </a:p>
          <a:p xmlns:a="http://schemas.openxmlformats.org/drawingml/2006/main">
            <a:r>
              <a:t>【主讲稿｜可直接讲述】</a:t>
            </a:r>
          </a:p>
          <a:p xmlns:a="http://schemas.openxmlformats.org/drawingml/2006/main">
            <a:r>
              <a:t>第一步看 C 的旧入口与 O 的用例受理。调用方原来传 slot，就继续保护这个参数的既有含义，保留原 SA、接口、权限和 capability 检查，以及同一输入同时满足多个错误条件时的原检查优先级。不能为了图上整齐就改变原 CMI 直接调用的检查规则，也不能把获取调用者身份随意挪到异步线程。</a:t>
            </a:r>
          </a:p>
          <a:p xmlns:a="http://schemas.openxmlformats.org/drawingml/2006/main">
            <a:r>
              <a:t/>
            </a:r>
          </a:p>
          <a:p xmlns:a="http://schemas.openxmlformats.org/drawingml/2006/main">
            <a:r>
              <a:t>受理返回和业务完成分开。相应 CoreServiceSim 路径将任务排队后可以先返回接收结果，后续业务回调才报告该任务的执行结果。受理成功不表示卡已经写入、账户已经保存或通知已经送达。O 开始组织用例，也不能在这一步提前发布业务成功。</a:t>
            </a:r>
          </a:p>
          <a:p xmlns:a="http://schemas.openxmlformats.org/drawingml/2006/main">
            <a:r>
              <a:t/>
            </a:r>
          </a:p>
          <a:p xmlns:a="http://schemas.openxmlformats.org/drawingml/2006/main">
            <a:r>
              <a:t>还要特别说明目标解析时点。现有部分入口在接收时捕获 slot，异步任务执行时才查目标。近期结构重构应保留方法原来的时点。若要前移到 IPC 接收点，或者明确拒绝原来会重定向的陈旧任务，须作为单独的行为修正评审，比较接收、排队、换卡、执行和回调之间的交错。</a:t>
            </a:r>
          </a:p>
          <a:p xmlns:a="http://schemas.openxmlformats.org/drawingml/2006/main">
            <a:r>
              <a:t/>
            </a:r>
          </a:p>
          <a:p xmlns:a="http://schemas.openxmlformats.org/drawingml/2006/main">
            <a:r>
              <a:t>因此，本步提供的能力是稳定输入和完成契约，以及可追溯的请求来源。下一步才在这个方法明确的执行接纳点，取得原目标和当前执行所需的关联。</a:t>
            </a:r>
          </a:p>
          <a:p xmlns:a="http://schemas.openxmlformats.org/drawingml/2006/main">
            <a:r>
              <a:t/>
            </a:r>
          </a:p>
          <a:p xmlns:a="http://schemas.openxmlformats.org/drawingml/2006/main">
            <a:r>
              <a:t>【技术背景与原理｜备讲】</a:t>
            </a:r>
          </a:p>
          <a:p xmlns:a="http://schemas.openxmlformats.org/drawingml/2006/main">
            <a:r>
              <a:t>兼容适配保护外部语义，除了签名还包括调用上下文、错误优先级、受理与完成、原查询源、必要中间可见性及输出次数。对解析时点的修改应分类为有意行为修正。</a:t>
            </a:r>
          </a:p>
          <a:p xmlns:a="http://schemas.openxmlformats.org/drawingml/2006/main">
            <a:r>
              <a:t/>
            </a:r>
          </a:p>
          <a:p xmlns:a="http://schemas.openxmlformats.org/drawingml/2006/main">
            <a:r>
              <a:t>【讲图与操作】</a:t>
            </a:r>
          </a:p>
          <a:p xmlns:a="http://schemas.openxmlformats.org/drawingml/2006/main">
            <a:r>
              <a:t>顶部可直接点选概念总览、任一步骤或失败场景。“上一步”“下一步”顺序讲解这组协作，“返回正文”继续运行调用与源码依赖的说明。框的位置在各状态保持一致，先指出当前高亮的 Owner 和事实，再讲对应功能。图中的实线为概念关系，虚线为入口协作，不把它们当成整条同步调用链。</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2026-10-26，§3、§4.1～§4.3、§5.3～§5.4、§6.1、§9.3、§10～§12、§16.2。现状证据沿用该文档固定基线 6017003eff50c1bc8c5dfa72336a4bfe42e948b0 的索引。目标模型与机制为 PROPOSED，示例身份、槽位、端口及代次仅用于讲解，不新增公开 API、数据表、持久操作日志或产品容量承诺。</a:t>
            </a:r>
          </a:p>
          <a:p xmlns:a="http://schemas.openxmlformats.org/drawingml/2006/main">
            <a:r>
              <a:t/>
            </a:r>
          </a:p>
          <a:p xmlns:a="http://schemas.openxmlformats.org/drawingml/2006/main">
            <a:r>
              <a:t>【新增前后对照入口】</a:t>
            </a:r>
          </a:p>
          <a:p xmlns:a="http://schemas.openxmlformats.org/drawingml/2006/main">
            <a:r>
              <a:t>右上角“架构前后对照”进入正文第10页，用相同业务与相同阶段对比原模块及目标职责。原“返回正文”仍可回到后续正文；建议讲完概念后进入新增对照演示。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概念图展开：② T / R 确定操作目标｜订阅、位置与执行</a:t>
            </a:r>
          </a:p>
          <a:p xmlns:a="http://schemas.openxmlformats.org/drawingml/2006/main">
            <a:r>
              <a:t>建议主讲时间：约2～3分钟</a:t>
            </a:r>
          </a:p>
          <a:p xmlns:a="http://schemas.openxmlformats.org/drawingml/2006/main">
            <a:r>
              <a:t/>
            </a:r>
          </a:p>
          <a:p xmlns:a="http://schemas.openxmlformats.org/drawingml/2006/main">
            <a:r>
              <a:t>【本页目标】</a:t>
            </a:r>
          </a:p>
          <a:p xmlns:a="http://schemas.openxmlformats.org/drawingml/2006/main">
            <a:r>
              <a:t>解释当前步骤中高亮概念提供的功能、输入输出以及需要保持的边界。</a:t>
            </a:r>
          </a:p>
          <a:p xmlns:a="http://schemas.openxmlformats.org/drawingml/2006/main">
            <a:r>
              <a:t/>
            </a:r>
          </a:p>
          <a:p xmlns:a="http://schemas.openxmlformats.org/drawingml/2006/main">
            <a:r>
              <a:t>【主讲稿｜可直接讲述】</a:t>
            </a:r>
          </a:p>
          <a:p xmlns:a="http://schemas.openxmlformats.org/drawingml/2006/main">
            <a:r>
              <a:t>第二步不是让所有业务模块各查一次 slotId。T 提供已接受的账户与连接事实，R 解析到当前有效卡应用和路由，O 使用它们组织本次写卡目标。</a:t>
            </a:r>
          </a:p>
          <a:p xmlns:a="http://schemas.openxmlformats.org/drawingml/2006/main">
            <a:r>
              <a:t/>
            </a:r>
          </a:p>
          <a:p xmlns:a="http://schemas.openxmlformats.org/drawingml/2006/main">
            <a:r>
              <a:t>Subscription S-A 回答操作谁，Binding 回答它当前关联到哪个 Profile、Port、卡应用和软件路由。位置变了，不应仅因此无依据地生成另一个业务身份；同一个位置被其他对象复用，也不能让旧请求随之换目标。这里沿用既有 simId 分配与匹配，不新造第二公共 ID，也不承诺删除、重装或跨设备后永久保持。</a:t>
            </a:r>
          </a:p>
          <a:p xmlns:a="http://schemas.openxmlformats.org/drawingml/2006/main">
            <a:r>
              <a:t/>
            </a:r>
          </a:p>
          <a:p xmlns:a="http://schemas.openxmlformats.org/drawingml/2006/main">
            <a:r>
              <a:t>本例事先假定 S-A 是当前可达、已启用的 eSIM 订阅，因此需要有效卡侧目标才能写 MSISDN。无有效路由时沿原错误处理。离线账户名称修改则可能只需要 SubscriptionTarget，空槽状态和未建立账户的卡操作可能需要 SlotTarget 或 CardApplicationTarget。不能把所有 SIM 操作都强行要求先找到 Subscription。</a:t>
            </a:r>
          </a:p>
          <a:p xmlns:a="http://schemas.openxmlformats.org/drawingml/2006/main">
            <a:r>
              <a:t/>
            </a:r>
          </a:p>
          <a:p xmlns:a="http://schemas.openxmlformats.org/drawingml/2006/main">
            <a:r>
              <a:t>本步的输出应是本次所需的类型化目标和依赖关联，例如原账户 S-A、对应卡应用、已接受绑定及必要版本。它还不是可以永久复用的执行许可，后续发令和结果接纳需要按各自边界复核。</a:t>
            </a:r>
          </a:p>
          <a:p xmlns:a="http://schemas.openxmlformats.org/drawingml/2006/main">
            <a:r>
              <a:t/>
            </a:r>
          </a:p>
          <a:p xmlns:a="http://schemas.openxmlformats.org/drawingml/2006/main">
            <a:r>
              <a:t>【技术背景与原理｜备讲】</a:t>
            </a:r>
          </a:p>
          <a:p xmlns:a="http://schemas.openxmlformats.org/drawingml/2006/main">
            <a:r>
              <a:t>类型化目标区分 SlotTarget、CardApplicationTarget、SubscriptionTarget。模型接受哪些事实与当时能否执行是不同条件，发令前及回包时应在各自范围复核，不能永久缓存一次位置转换。</a:t>
            </a:r>
          </a:p>
          <a:p xmlns:a="http://schemas.openxmlformats.org/drawingml/2006/main">
            <a:r>
              <a:t/>
            </a:r>
          </a:p>
          <a:p xmlns:a="http://schemas.openxmlformats.org/drawingml/2006/main">
            <a:r>
              <a:t>【讲图与操作】</a:t>
            </a:r>
          </a:p>
          <a:p xmlns:a="http://schemas.openxmlformats.org/drawingml/2006/main">
            <a:r>
              <a:t>顶部可直接点选概念总览、任一步骤或失败场景。“上一步”“下一步”顺序讲解这组协作，“返回正文”继续运行调用与源码依赖的说明。框的位置在各状态保持一致，先指出当前高亮的 Owner 和事实，再讲对应功能。图中的实线为概念关系，虚线为入口协作，不把它们当成整条同步调用链。</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2026-10-26，§3、§4.1～§4.3、§5.3～§5.4、§6.1、§9.3、§10～§12、§16.2。现状证据沿用该文档固定基线 6017003eff50c1bc8c5dfa72336a4bfe42e948b0 的索引。目标模型与机制为 PROPOSED，示例身份、槽位、端口及代次仅用于讲解，不新增公开 API、数据表、持久操作日志或产品容量承诺。</a:t>
            </a:r>
          </a:p>
          <a:p xmlns:a="http://schemas.openxmlformats.org/drawingml/2006/main">
            <a:r>
              <a:t/>
            </a:r>
          </a:p>
          <a:p xmlns:a="http://schemas.openxmlformats.org/drawingml/2006/main">
            <a:r>
              <a:t>【新增前后对照入口】</a:t>
            </a:r>
          </a:p>
          <a:p xmlns:a="http://schemas.openxmlformats.org/drawingml/2006/main">
            <a:r>
              <a:t>右上角“架构前后对照”进入正文第10页，用相同业务与相同阶段对比原模块及目标职责。原“返回正文”仍可回到后续正文；建议讲完概念后进入新增对照演示。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概念图展开：③ O / R 建立原始关联｜订阅、位置与执行</a:t>
            </a:r>
          </a:p>
          <a:p xmlns:a="http://schemas.openxmlformats.org/drawingml/2006/main">
            <a:r>
              <a:t>建议主讲时间：约2～3分钟</a:t>
            </a:r>
          </a:p>
          <a:p xmlns:a="http://schemas.openxmlformats.org/drawingml/2006/main">
            <a:r>
              <a:t/>
            </a:r>
          </a:p>
          <a:p xmlns:a="http://schemas.openxmlformats.org/drawingml/2006/main">
            <a:r>
              <a:t>【本页目标】</a:t>
            </a:r>
          </a:p>
          <a:p xmlns:a="http://schemas.openxmlformats.org/drawingml/2006/main">
            <a:r>
              <a:t>解释当前步骤中高亮概念提供的功能、输入输出以及需要保持的边界。</a:t>
            </a:r>
          </a:p>
          <a:p xmlns:a="http://schemas.openxmlformats.org/drawingml/2006/main">
            <a:r>
              <a:t/>
            </a:r>
          </a:p>
          <a:p xmlns:a="http://schemas.openxmlformats.org/drawingml/2006/main">
            <a:r>
              <a:t>【主讲稿｜可直接讲述】</a:t>
            </a:r>
          </a:p>
          <a:p xmlns:a="http://schemas.openxmlformats.org/drawingml/2006/main">
            <a:r>
              <a:t>第三步建立异步关联。O 保存号码用例当前处于写卡步骤、这是第几次尝试、调用者是否仍在等待，以及设备效果目前知道到什么程度。此刻尚未发出命令，效果与“等待中”可以分别表达。</a:t>
            </a:r>
          </a:p>
          <a:p xmlns:a="http://schemas.openxmlformats.org/drawingml/2006/main">
            <a:r>
              <a:t/>
            </a:r>
          </a:p>
          <a:p xmlns:a="http://schemas.openxmlformats.org/drawingml/2006/main">
            <a:r>
              <a:t>R 登记原卡应用会话，并沿原请求表、RIL serial 或协议 session 保留传输关联。RequestContext 可以带回本次原目标、步骤、attempt 和原会话，不能只保存一个 slot 后在回包时重新解释它是谁。serial 回答哪次传输，会话回答哪次卡应用运行，业务步骤回答哪段用例，它们保护不同范围。</a:t>
            </a:r>
          </a:p>
          <a:p xmlns:a="http://schemas.openxmlformats.org/drawingml/2006/main">
            <a:r>
              <a:t/>
            </a:r>
          </a:p>
          <a:p xmlns:a="http://schemas.openxmlformats.org/drawingml/2006/main">
            <a:r>
              <a:t>SessionRef 包含实例 epoch、资源或应用键及有关 bindingGeneration。模块重建、换卡和应用替换不能被一个仍有效的内存指针掩盖。shared_ptr 解决对象内存寿命，不能证明它仍然拥有当前业务状态的写入资格。</a:t>
            </a:r>
          </a:p>
          <a:p xmlns:a="http://schemas.openxmlformats.org/drawingml/2006/main">
            <a:r>
              <a:t/>
            </a:r>
          </a:p>
          <a:p xmlns:a="http://schemas.openxmlformats.org/drawingml/2006/main">
            <a:r>
              <a:t>文件加载需要时再带 LoadScope 与有关加载代次。局部 Refresh 只使受影响范围失效，不能用一个万能版本把其他合法请求全部拒绝。本例是号码写卡，不借图上的文件加载概念强建完整 Records 操作聚合。</a:t>
            </a:r>
          </a:p>
          <a:p xmlns:a="http://schemas.openxmlformats.org/drawingml/2006/main">
            <a:r>
              <a:t/>
            </a:r>
          </a:p>
          <a:p xmlns:a="http://schemas.openxmlformats.org/drawingml/2006/main">
            <a:r>
              <a:t>O 的纯步骤与效果状态可以属于 Domain，回调、等待设施、运行期操作容器属于 Application/C，协议关联和资源句柄仍属 R/I。不能把这份关联总览实现成一个导入所有平台类型的大领域对象。</a:t>
            </a:r>
          </a:p>
          <a:p xmlns:a="http://schemas.openxmlformats.org/drawingml/2006/main">
            <a:r>
              <a:t/>
            </a:r>
          </a:p>
          <a:p xmlns:a="http://schemas.openxmlformats.org/drawingml/2006/main">
            <a:r>
              <a:t>【技术背景与原理｜备讲】</a:t>
            </a:r>
          </a:p>
          <a:p xmlns:a="http://schemas.openxmlformats.org/drawingml/2006/main">
            <a:r>
              <a:t>请求身份、运行会话、加载范围和业务步骤各保护不同生命周期。内存引用寿命与业务有效期不同，单个 global revision 也不能替代按实际依赖键进行的验证。</a:t>
            </a:r>
          </a:p>
          <a:p xmlns:a="http://schemas.openxmlformats.org/drawingml/2006/main">
            <a:r>
              <a:t/>
            </a:r>
          </a:p>
          <a:p xmlns:a="http://schemas.openxmlformats.org/drawingml/2006/main">
            <a:r>
              <a:t>【讲图与操作】</a:t>
            </a:r>
          </a:p>
          <a:p xmlns:a="http://schemas.openxmlformats.org/drawingml/2006/main">
            <a:r>
              <a:t>顶部可直接点选概念总览、任一步骤或失败场景。“上一步”“下一步”顺序讲解这组协作，“返回正文”继续运行调用与源码依赖的说明。框的位置在各状态保持一致，先指出当前高亮的 Owner 和事实，再讲对应功能。图中的实线为概念关系，虚线为入口协作，不把它们当成整条同步调用链。</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2026-10-26，§3、§4.1～§4.3、§5.3～§5.4、§6.1、§9.3、§10～§12、§16.2。现状证据沿用该文档固定基线 6017003eff50c1bc8c5dfa72336a4bfe42e948b0 的索引。目标模型与机制为 PROPOSED，示例身份、槽位、端口及代次仅用于讲解，不新增公开 API、数据表、持久操作日志或产品容量承诺。</a:t>
            </a:r>
          </a:p>
          <a:p xmlns:a="http://schemas.openxmlformats.org/drawingml/2006/main">
            <a:r>
              <a:t/>
            </a:r>
          </a:p>
          <a:p xmlns:a="http://schemas.openxmlformats.org/drawingml/2006/main">
            <a:r>
              <a:t>【新增前后对照入口】</a:t>
            </a:r>
          </a:p>
          <a:p xmlns:a="http://schemas.openxmlformats.org/drawingml/2006/main">
            <a:r>
              <a:t>右上角“架构前后对照”进入正文第10页，用相同业务与相同阶段对比原模块及目标职责。原“返回正文”仍可回到后续正文；建议讲完概念后进入新增对照演示。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概念图展开：④ R 执行原写卡协议｜订阅、位置与执行</a:t>
            </a:r>
          </a:p>
          <a:p xmlns:a="http://schemas.openxmlformats.org/drawingml/2006/main">
            <a:r>
              <a:t>建议主讲时间：约2～3分钟</a:t>
            </a:r>
          </a:p>
          <a:p xmlns:a="http://schemas.openxmlformats.org/drawingml/2006/main">
            <a:r>
              <a:t/>
            </a:r>
          </a:p>
          <a:p xmlns:a="http://schemas.openxmlformats.org/drawingml/2006/main">
            <a:r>
              <a:t>【本页目标】</a:t>
            </a:r>
          </a:p>
          <a:p xmlns:a="http://schemas.openxmlformats.org/drawingml/2006/main">
            <a:r>
              <a:t>解释当前步骤中高亮概念提供的功能、输入输出以及需要保持的边界。</a:t>
            </a:r>
          </a:p>
          <a:p xmlns:a="http://schemas.openxmlformats.org/drawingml/2006/main">
            <a:r>
              <a:t/>
            </a:r>
          </a:p>
          <a:p xmlns:a="http://schemas.openxmlformats.org/drawingml/2006/main">
            <a:r>
              <a:t>【主讲稿｜可直接讲述】</a:t>
            </a:r>
          </a:p>
          <a:p xmlns:a="http://schemas.openxmlformats.org/drawingml/2006/main">
            <a:r>
              <a:t>第四步由 R 使用真实生产协议执行。O 发起写卡步骤，R 按已经核对的目标与当前路由，调用原 File、EF 和 APDU 路径写 MSISDN。Profile-A 和 Port-0 是本次执行的已有连接，本用例没有下载、启用或切换配置，也不把端口号变成账户身份。</a:t>
            </a:r>
          </a:p>
          <a:p xmlns:a="http://schemas.openxmlformats.org/drawingml/2006/main">
            <a:r>
              <a:t/>
            </a:r>
          </a:p>
          <a:p xmlns:a="http://schemas.openxmlformats.org/drawingml/2006/main">
            <a:r>
              <a:t>R 还要遵守真实共享设备域的执行约束。同 slot 下不同 EsimFile 对象可能共享实际 eUICC，不能因为对象各有一把锁就都认为独占硬件。相应 ResourceBarrier 或租约能力是目标增强，须按对应资源的门禁启用，不能把清空本地 channelId 当成设备已静止。</a:t>
            </a:r>
          </a:p>
          <a:p xmlns:a="http://schemas.openxmlformats.org/drawingml/2006/main">
            <a:r>
              <a:t/>
            </a:r>
          </a:p>
          <a:p xmlns:a="http://schemas.openxmlformats.org/drawingml/2006/main">
            <a:r>
              <a:t>内部短状态可以在受控锁域或事件队列内登记，外部 RIL、设备、DataShare、Hook 和回调应在锁外执行。锁外调用仍需保留原执行资格及关联，结果再回到维护者接纳。释放锁不能成为同时发出两个冲突写操作的理由。</a:t>
            </a:r>
          </a:p>
          <a:p xmlns:a="http://schemas.openxmlformats.org/drawingml/2006/main">
            <a:r>
              <a:t/>
            </a:r>
          </a:p>
          <a:p xmlns:a="http://schemas.openxmlformats.org/drawingml/2006/main">
            <a:r>
              <a:t>命令已经发出与设备效果已经确认分开。等待超时只说明预算内没有得到预期完成，不证明卡没有写入。O 可以结束调用者等待，R 对实际冲突资源仍需保留必要证据与核对责任。此时还没有执行账户 DB 更新，不能把已发令解释成整个号码修改成功。</a:t>
            </a:r>
          </a:p>
          <a:p xmlns:a="http://schemas.openxmlformats.org/drawingml/2006/main">
            <a:r>
              <a:t/>
            </a:r>
          </a:p>
          <a:p xmlns:a="http://schemas.openxmlformats.org/drawingml/2006/main">
            <a:r>
              <a:t>【技术背景与原理｜备讲】</a:t>
            </a:r>
          </a:p>
          <a:p xmlns:a="http://schemas.openxmlformats.org/drawingml/2006/main">
            <a:r>
              <a:t>执行资格与线程互斥不同。短锁登记资格，锁外执行副作用，再受控接受结果。超时不能证明设备静止，真实资源域的串行与核对能力需要匹配接口和设备证据。</a:t>
            </a:r>
          </a:p>
          <a:p xmlns:a="http://schemas.openxmlformats.org/drawingml/2006/main">
            <a:r>
              <a:t/>
            </a:r>
          </a:p>
          <a:p xmlns:a="http://schemas.openxmlformats.org/drawingml/2006/main">
            <a:r>
              <a:t>【讲图与操作】</a:t>
            </a:r>
          </a:p>
          <a:p xmlns:a="http://schemas.openxmlformats.org/drawingml/2006/main">
            <a:r>
              <a:t>顶部可直接点选概念总览、任一步骤或失败场景。“上一步”“下一步”顺序讲解这组协作，“返回正文”继续运行调用与源码依赖的说明。框的位置在各状态保持一致，先指出当前高亮的 Owner 和事实，再讲对应功能。图中的实线为概念关系，虚线为入口协作，不把它们当成整条同步调用链。</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2026-10-26，§3、§4.1～§4.3、§5.3～§5.4、§6.1、§9.3、§10～§12、§16.2。现状证据沿用该文档固定基线 6017003eff50c1bc8c5dfa72336a4bfe42e948b0 的索引。目标模型与机制为 PROPOSED，示例身份、槽位、端口及代次仅用于讲解，不新增公开 API、数据表、持久操作日志或产品容量承诺。</a:t>
            </a:r>
          </a:p>
          <a:p xmlns:a="http://schemas.openxmlformats.org/drawingml/2006/main">
            <a:r>
              <a:t/>
            </a:r>
          </a:p>
          <a:p xmlns:a="http://schemas.openxmlformats.org/drawingml/2006/main">
            <a:r>
              <a:t>【新增前后对照入口】</a:t>
            </a:r>
          </a:p>
          <a:p xmlns:a="http://schemas.openxmlformats.org/drawingml/2006/main">
            <a:r>
              <a:t>右上角“架构前后对照”进入正文第10页，用相同业务与相同阶段对比原模块及目标职责。原“返回正文”仍可回到后续正文；建议讲完概念后进入新增对照演示。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概念图展开：⑤ R / O 接纳卡侧结果｜订阅、位置与执行</a:t>
            </a:r>
          </a:p>
          <a:p xmlns:a="http://schemas.openxmlformats.org/drawingml/2006/main">
            <a:r>
              <a:t>建议主讲时间：约2～3分钟</a:t>
            </a:r>
          </a:p>
          <a:p xmlns:a="http://schemas.openxmlformats.org/drawingml/2006/main">
            <a:r>
              <a:t/>
            </a:r>
          </a:p>
          <a:p xmlns:a="http://schemas.openxmlformats.org/drawingml/2006/main">
            <a:r>
              <a:t>【本页目标】</a:t>
            </a:r>
          </a:p>
          <a:p xmlns:a="http://schemas.openxmlformats.org/drawingml/2006/main">
            <a:r>
              <a:t>解释当前步骤中高亮概念提供的功能、输入输出以及需要保持的边界。</a:t>
            </a:r>
          </a:p>
          <a:p xmlns:a="http://schemas.openxmlformats.org/drawingml/2006/main">
            <a:r>
              <a:t/>
            </a:r>
          </a:p>
          <a:p xmlns:a="http://schemas.openxmlformats.org/drawingml/2006/main">
            <a:r>
              <a:t>【主讲稿｜可直接讲述】</a:t>
            </a:r>
          </a:p>
          <a:p xmlns:a="http://schemas.openxmlformats.org/drawingml/2006/main">
            <a:r>
              <a:t>第五步先恢复原始关联，再接纳结果。回包通过原请求表或 serial 找回步骤后，还要验证它属于哪个目标、卡应用会话和尝试，是否仍有一次完成资格。</a:t>
            </a:r>
          </a:p>
          <a:p xmlns:a="http://schemas.openxmlformats.org/drawingml/2006/main">
            <a:r>
              <a:t/>
            </a:r>
          </a:p>
          <a:p xmlns:a="http://schemas.openxmlformats.org/drawingml/2006/main">
            <a:r>
              <a:t>错误回包也要先走相同的归属检查。不能因为返回失败就提前修改当前卡的失败标志、完成集合或新一轮加载状态。重复结果不能再次推进本步骤，也不能第二次减少完成数量。合法成功和错误仍按原方法语义处理，不能为了防迟到就丢弃一切。</a:t>
            </a:r>
          </a:p>
          <a:p xmlns:a="http://schemas.openxmlformats.org/drawingml/2006/main">
            <a:r>
              <a:t/>
            </a:r>
          </a:p>
          <a:p xmlns:a="http://schemas.openxmlformats.org/drawingml/2006/main">
            <a:r>
              <a:t>最后一次检查和状态转换必须在同一受控执行域内。若先检查还是 A，释放保护后另一线程切换到 B，再继续写，就仍有检查与使用之间的竞争窗口。受控域应覆盖相关失效和接受写者，外部 I/O 则继续放在锁外。</a:t>
            </a:r>
          </a:p>
          <a:p xmlns:a="http://schemas.openxmlformats.org/drawingml/2006/main">
            <a:r>
              <a:t/>
            </a:r>
          </a:p>
          <a:p xmlns:a="http://schemas.openxmlformats.org/drawingml/2006/main">
            <a:r>
              <a:t>可信写卡成功可以使 R 接纳原卡记录，并使 O 进入账户步骤；明确失败不继续 DB。超时或已终结用例的迟到成功，仅用于对应旧会话观察或效果核对，不能复活旧用例、自动补走账户写入或再次通知原调用者成功。</a:t>
            </a:r>
          </a:p>
          <a:p xmlns:a="http://schemas.openxmlformats.org/drawingml/2006/main">
            <a:r>
              <a:t/>
            </a:r>
          </a:p>
          <a:p xmlns:a="http://schemas.openxmlformats.org/drawingml/2006/main">
            <a:r>
              <a:t>一次性接纳不等于端到端幂等。设备是否执行一次需要设备协议配合，本地丢掉重复回包不能证明硬件没有重复执行。两个参数相同的独立公共调用，也不能仅凭参数或时间窗口合并。</a:t>
            </a:r>
          </a:p>
          <a:p xmlns:a="http://schemas.openxmlformats.org/drawingml/2006/main">
            <a:r>
              <a:t/>
            </a:r>
          </a:p>
          <a:p xmlns:a="http://schemas.openxmlformats.org/drawingml/2006/main">
            <a:r>
              <a:t>【技术背景与原理｜备讲】</a:t>
            </a:r>
          </a:p>
          <a:p xmlns:a="http://schemas.openxmlformats.org/drawingml/2006/main">
            <a:r>
              <a:t>检查与使用竞争窗口需要由同一执行协议覆盖失效、最终复核和修改。一次完成资格防止重复推进，协议级幂等和硬件恰好执行一次是另外的保证。</a:t>
            </a:r>
          </a:p>
          <a:p xmlns:a="http://schemas.openxmlformats.org/drawingml/2006/main">
            <a:r>
              <a:t/>
            </a:r>
          </a:p>
          <a:p xmlns:a="http://schemas.openxmlformats.org/drawingml/2006/main">
            <a:r>
              <a:t>【讲图与操作】</a:t>
            </a:r>
          </a:p>
          <a:p xmlns:a="http://schemas.openxmlformats.org/drawingml/2006/main">
            <a:r>
              <a:t>顶部可直接点选概念总览、任一步骤或失败场景。“上一步”“下一步”顺序讲解这组协作，“返回正文”继续运行调用与源码依赖的说明。框的位置在各状态保持一致，先指出当前高亮的 Owner 和事实，再讲对应功能。图中的实线为概念关系，虚线为入口协作，不把它们当成整条同步调用链。</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2026-10-26，§3、§4.1～§4.3、§5.3～§5.4、§6.1、§9.3、§10～§12、§16.2。现状证据沿用该文档固定基线 6017003eff50c1bc8c5dfa72336a4bfe42e948b0 的索引。目标模型与机制为 PROPOSED，示例身份、槽位、端口及代次仅用于讲解，不新增公开 API、数据表、持久操作日志或产品容量承诺。</a:t>
            </a:r>
          </a:p>
          <a:p xmlns:a="http://schemas.openxmlformats.org/drawingml/2006/main">
            <a:r>
              <a:t/>
            </a:r>
          </a:p>
          <a:p xmlns:a="http://schemas.openxmlformats.org/drawingml/2006/main">
            <a:r>
              <a:t>【新增前后对照入口】</a:t>
            </a:r>
          </a:p>
          <a:p xmlns:a="http://schemas.openxmlformats.org/drawingml/2006/main">
            <a:r>
              <a:t>右上角“架构前后对照”进入正文第10页，用相同业务与相同阶段对比原模块及目标职责。原“返回正文”仍可回到后续正文；建议讲完概念后进入新增对照演示。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概念图展开：⑥ T 经 I 更新账户｜订阅、位置与执行</a:t>
            </a:r>
          </a:p>
          <a:p xmlns:a="http://schemas.openxmlformats.org/drawingml/2006/main">
            <a:r>
              <a:t>建议主讲时间：约2～3分钟</a:t>
            </a:r>
          </a:p>
          <a:p xmlns:a="http://schemas.openxmlformats.org/drawingml/2006/main">
            <a:r>
              <a:t/>
            </a:r>
          </a:p>
          <a:p xmlns:a="http://schemas.openxmlformats.org/drawingml/2006/main">
            <a:r>
              <a:t>【本页目标】</a:t>
            </a:r>
          </a:p>
          <a:p xmlns:a="http://schemas.openxmlformats.org/drawingml/2006/main">
            <a:r>
              <a:t>解释当前步骤中高亮概念提供的功能、输入输出以及需要保持的边界。</a:t>
            </a:r>
          </a:p>
          <a:p xmlns:a="http://schemas.openxmlformats.org/drawingml/2006/main">
            <a:r>
              <a:t/>
            </a:r>
          </a:p>
          <a:p xmlns:a="http://schemas.openxmlformats.org/drawingml/2006/main">
            <a:r>
              <a:t>【主讲稿｜可直接讲述】</a:t>
            </a:r>
          </a:p>
          <a:p xmlns:a="http://schemas.openxmlformats.org/drawingml/2006/main">
            <a:r>
              <a:t>第六步只有在原写卡路径取得明确成功后，O 才请求 T 更新原账户 S-A 的号码字段。O 负责串步骤，但 T 仍是账户资料的维护者，O 不直接修改 T 的缓存或持久字段。</a:t>
            </a:r>
          </a:p>
          <a:p xmlns:a="http://schemas.openxmlformats.org/drawingml/2006/main">
            <a:r>
              <a:t/>
            </a:r>
          </a:p>
          <a:p xmlns:a="http://schemas.openxmlformats.org/drawingml/2006/main">
            <a:r>
              <a:t>T 核对本次变化所依赖的账户与有关绑定输入，再经 AccountStore 端口请求 I 使用原 DataShare。字段计划只包含属于 T 的资料，不能顺带整行保存 A 刚更新的角色。初始化、重载、后台查询回写和旧激活路径也必须最终委托同一维护者，否则正常入口改了仍然有旁路。</a:t>
            </a:r>
          </a:p>
          <a:p xmlns:a="http://schemas.openxmlformats.org/drawingml/2006/main">
            <a:r>
              <a:t/>
            </a:r>
          </a:p>
          <a:p xmlns:a="http://schemas.openxmlformats.org/drawingml/2006/main">
            <a:r>
              <a:t>存储、缓存和通知按该方法既有节点接纳。原路径 DB 成功后账户缓存检查仍可能失败，不能把它们压成一个不带部分结果的 success。Repository 或 Store 的名字不创造 provider 的原子事务，也不让卡、系统参数和数据库变成同一事务。</a:t>
            </a:r>
          </a:p>
          <a:p xmlns:a="http://schemas.openxmlformats.org/drawingml/2006/main">
            <a:r>
              <a:t/>
            </a:r>
          </a:p>
          <a:p xmlns:a="http://schemas.openxmlformats.org/drawingml/2006/main">
            <a:r>
              <a:t>如果卡写已成功而 DB 失败，卡内号码或卡缓存可能已经改变，旧接口仍按原路径报错。近期重构不能自动把旧号码再写回卡，也不能无界重试 DB 直到成功。补偿是另一次可能失败的设备动作，新增恢复需另审目标、预算、条件和错误出口。</a:t>
            </a:r>
          </a:p>
          <a:p xmlns:a="http://schemas.openxmlformats.org/drawingml/2006/main">
            <a:r>
              <a:t/>
            </a:r>
          </a:p>
          <a:p xmlns:a="http://schemas.openxmlformats.org/drawingml/2006/main">
            <a:r>
              <a:t>后续独立 GetShowNumber 仍可按原读源和回写规则发起新的账户同步，那是一个新用例，不能被解释为复活刚刚结束的设置请求。</a:t>
            </a:r>
          </a:p>
          <a:p xmlns:a="http://schemas.openxmlformats.org/drawingml/2006/main">
            <a:r>
              <a:t/>
            </a:r>
          </a:p>
          <a:p xmlns:a="http://schemas.openxmlformats.org/drawingml/2006/main">
            <a:r>
              <a:t>【技术背景与原理｜备讲】</a:t>
            </a:r>
          </a:p>
          <a:p xmlns:a="http://schemas.openxmlformats.org/drawingml/2006/main">
            <a:r>
              <a:t>仓储端口属于本方案的应用出站契约，I 受托执行原提供方协议。事务只能覆盖实际提供的原子范围，补偿是新的业务动作，不能把补偿存在等同于原子回滚。</a:t>
            </a:r>
          </a:p>
          <a:p xmlns:a="http://schemas.openxmlformats.org/drawingml/2006/main">
            <a:r>
              <a:t/>
            </a:r>
          </a:p>
          <a:p xmlns:a="http://schemas.openxmlformats.org/drawingml/2006/main">
            <a:r>
              <a:t>【讲图与操作】</a:t>
            </a:r>
          </a:p>
          <a:p xmlns:a="http://schemas.openxmlformats.org/drawingml/2006/main">
            <a:r>
              <a:t>顶部可直接点选概念总览、任一步骤或失败场景。“上一步”“下一步”顺序讲解这组协作，“返回正文”继续运行调用与源码依赖的说明。框的位置在各状态保持一致，先指出当前高亮的 Owner 和事实，再讲对应功能。图中的实线为概念关系，虚线为入口协作，不把它们当成整条同步调用链。</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2026-10-26，§3、§4.1～§4.3、§5.3～§5.4、§6.1、§9.3、§10～§12、§16.2。现状证据沿用该文档固定基线 6017003eff50c1bc8c5dfa72336a4bfe42e948b0 的索引。目标模型与机制为 PROPOSED，示例身份、槽位、端口及代次仅用于讲解，不新增公开 API、数据表、持久操作日志或产品容量承诺。</a:t>
            </a:r>
          </a:p>
          <a:p xmlns:a="http://schemas.openxmlformats.org/drawingml/2006/main">
            <a:r>
              <a:t/>
            </a:r>
          </a:p>
          <a:p xmlns:a="http://schemas.openxmlformats.org/drawingml/2006/main">
            <a:r>
              <a:t>【新增前后对照入口】</a:t>
            </a:r>
          </a:p>
          <a:p xmlns:a="http://schemas.openxmlformats.org/drawingml/2006/main">
            <a:r>
              <a:t>右上角“架构前后对照”进入正文第10页，用相同业务与相同阶段对比原模块及目标职责。原“返回正文”仍可回到后续正文；建议讲完概念后进入新增对照演示。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概念图展开：⑦ C 按旧契约完成｜订阅、位置与执行</a:t>
            </a:r>
          </a:p>
          <a:p xmlns:a="http://schemas.openxmlformats.org/drawingml/2006/main">
            <a:r>
              <a:t>建议主讲时间：约2～3分钟</a:t>
            </a:r>
          </a:p>
          <a:p xmlns:a="http://schemas.openxmlformats.org/drawingml/2006/main">
            <a:r>
              <a:t/>
            </a:r>
          </a:p>
          <a:p xmlns:a="http://schemas.openxmlformats.org/drawingml/2006/main">
            <a:r>
              <a:t>【本页目标】</a:t>
            </a:r>
          </a:p>
          <a:p xmlns:a="http://schemas.openxmlformats.org/drawingml/2006/main">
            <a:r>
              <a:t>解释当前步骤中高亮概念提供的功能、输入输出以及需要保持的边界。</a:t>
            </a:r>
          </a:p>
          <a:p xmlns:a="http://schemas.openxmlformats.org/drawingml/2006/main">
            <a:r>
              <a:t/>
            </a:r>
          </a:p>
          <a:p xmlns:a="http://schemas.openxmlformats.org/drawingml/2006/main">
            <a:r>
              <a:t>【主讲稿｜可直接讲述】</a:t>
            </a:r>
          </a:p>
          <a:p xmlns:a="http://schemas.openxmlformats.org/drawingml/2006/main">
            <a:r>
              <a:t>第七步回到调用方观察。O 记录本地用例终态及已经发生的局部效果，C 保留原业务结果、回调和通知节点。</a:t>
            </a:r>
          </a:p>
          <a:p xmlns:a="http://schemas.openxmlformats.org/drawingml/2006/main">
            <a:r>
              <a:t/>
            </a:r>
          </a:p>
          <a:p xmlns:a="http://schemas.openxmlformats.org/drawingml/2006/main">
            <a:r>
              <a:t>受理返回已经在前面发生，本步的业务完成不能被画成一直阻塞的 IPC 同步返回。完整成功时，Manager 继续发原账户通知；失败则保持原错误和分支，不全局增加统一通知，也不把所有旧通知延迟到某个虚构的最终原子提交之后。</a:t>
            </a:r>
          </a:p>
          <a:p xmlns:a="http://schemas.openxmlformats.org/drawingml/2006/main">
            <a:r>
              <a:t/>
            </a:r>
          </a:p>
          <a:p xmlns:a="http://schemas.openxmlformats.org/drawingml/2006/main">
            <a:r>
              <a:t>需要分别理解请求受理、设备效果、旧查询可见性、存储、用例终态和交付。比如卡成功而 DB 失败，用例未完整成功，设备事实却已改变；回调或广播失败也不能伪造此前保存的角色或资料没有发生过变化。</a:t>
            </a:r>
          </a:p>
          <a:p xmlns:a="http://schemas.openxmlformats.org/drawingml/2006/main">
            <a:r>
              <a:t/>
            </a:r>
          </a:p>
          <a:p xmlns:a="http://schemas.openxmlformats.org/drawingml/2006/main">
            <a:r>
              <a:t>内部领域事件仅声明其对应事实已被 Owner 接受。它可以通过直接应用调用或轻量分发协作，不强制所有路径经过总线。Registry、CES、账户回调与跨服务 listener 各自有旧契约，不能统一重排和去重，也不能因命名 EventBus 就宣称崩溃后可靠重放。</a:t>
            </a:r>
          </a:p>
          <a:p xmlns:a="http://schemas.openxmlformats.org/drawingml/2006/main">
            <a:r>
              <a:t/>
            </a:r>
          </a:p>
          <a:p xmlns:a="http://schemas.openxmlformats.org/drawingml/2006/main">
            <a:r>
              <a:t>讲到这里，开发应能指出每个状态谁维护、哪个步骤产生效果、哪个出口向外完成。确认这些位置，比背出一组类名更接近迁移的验收要求。</a:t>
            </a:r>
          </a:p>
          <a:p xmlns:a="http://schemas.openxmlformats.org/drawingml/2006/main">
            <a:r>
              <a:t/>
            </a:r>
          </a:p>
          <a:p xmlns:a="http://schemas.openxmlformats.org/drawingml/2006/main">
            <a:r>
              <a:t>【技术背景与原理｜备讲】</a:t>
            </a:r>
          </a:p>
          <a:p xmlns:a="http://schemas.openxmlformats.org/drawingml/2006/main">
            <a:r>
              <a:t>业务终态、设备效果和通知交付分别建模。内部事件、协议回包、跨服务通知和公开 callback 是不同消息语义，沿原契约保持输出节点。</a:t>
            </a:r>
          </a:p>
          <a:p xmlns:a="http://schemas.openxmlformats.org/drawingml/2006/main">
            <a:r>
              <a:t/>
            </a:r>
          </a:p>
          <a:p xmlns:a="http://schemas.openxmlformats.org/drawingml/2006/main">
            <a:r>
              <a:t>【讲图与操作】</a:t>
            </a:r>
          </a:p>
          <a:p xmlns:a="http://schemas.openxmlformats.org/drawingml/2006/main">
            <a:r>
              <a:t>顶部可直接点选概念总览、任一步骤或失败场景。“上一步”“下一步”顺序讲解这组协作，“返回正文”继续运行调用与源码依赖的说明。框的位置在各状态保持一致，先指出当前高亮的 Owner 和事实，再讲对应功能。图中的实线为概念关系，虚线为入口协作，不把它们当成整条同步调用链。</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2026-10-26，§3、§4.1～§4.3、§5.3～§5.4、§6.1、§9.3、§10～§12、§16.2。现状证据沿用该文档固定基线 6017003eff50c1bc8c5dfa72336a4bfe42e948b0 的索引。目标模型与机制为 PROPOSED，示例身份、槽位、端口及代次仅用于讲解，不新增公开 API、数据表、持久操作日志或产品容量承诺。</a:t>
            </a:r>
          </a:p>
          <a:p xmlns:a="http://schemas.openxmlformats.org/drawingml/2006/main">
            <a:r>
              <a:t/>
            </a:r>
          </a:p>
          <a:p xmlns:a="http://schemas.openxmlformats.org/drawingml/2006/main">
            <a:r>
              <a:t>【新增前后对照入口】</a:t>
            </a:r>
          </a:p>
          <a:p xmlns:a="http://schemas.openxmlformats.org/drawingml/2006/main">
            <a:r>
              <a:t>右上角“架构前后对照”进入正文第10页，用相同业务与相同阶段对比原模块及目标职责。原“返回正文”仍可回到后续正文；建议讲完概念后进入新增对照演示。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概念图展开：失败与迟到：目标不能被 slot 重新解释｜订阅、位置与执行</a:t>
            </a:r>
          </a:p>
          <a:p xmlns:a="http://schemas.openxmlformats.org/drawingml/2006/main">
            <a:r>
              <a:t>建议主讲时间：约2～3分钟</a:t>
            </a:r>
          </a:p>
          <a:p xmlns:a="http://schemas.openxmlformats.org/drawingml/2006/main">
            <a:r>
              <a:t/>
            </a:r>
          </a:p>
          <a:p xmlns:a="http://schemas.openxmlformats.org/drawingml/2006/main">
            <a:r>
              <a:t>【本页目标】</a:t>
            </a:r>
          </a:p>
          <a:p xmlns:a="http://schemas.openxmlformats.org/drawingml/2006/main">
            <a:r>
              <a:t>解释当前步骤中高亮概念提供的功能、输入输出以及需要保持的边界。</a:t>
            </a:r>
          </a:p>
          <a:p xmlns:a="http://schemas.openxmlformats.org/drawingml/2006/main">
            <a:r>
              <a:t/>
            </a:r>
          </a:p>
          <a:p xmlns:a="http://schemas.openxmlformats.org/drawingml/2006/main">
            <a:r>
              <a:t>【主讲稿｜可直接讲述】</a:t>
            </a:r>
          </a:p>
          <a:p xmlns:a="http://schemas.openxmlformats.org/drawingml/2006/main">
            <a:r>
              <a:t>现在看与正常流程同一张图中的异常变化。逻辑 slot-1 仍然相同，但当前位置已从 Profile-A 切到 Profile-B，当前卡应用代次也从 g8 变成 g9。旧号码请求仍然关联 S-A、Profile-A 和 g8，不能随当前位置被解释成 B。</a:t>
            </a:r>
          </a:p>
          <a:p xmlns:a="http://schemas.openxmlformats.org/drawingml/2006/main">
            <a:r>
              <a:t/>
            </a:r>
          </a:p>
          <a:p xmlns:a="http://schemas.openxmlformats.org/drawingml/2006/main">
            <a:r>
              <a:t>红色失效关系表示旧 Subscription 与旧 Binding 的接纳依据已经失效，红色拒绝关系表示旧请求不能写入当前新会话。它不能修改 B 的卡缓存、账户字段或完成集合，也不能因为相同 slot 或新 READY 上报而恢复写入资格。</a:t>
            </a:r>
          </a:p>
          <a:p xmlns:a="http://schemas.openxmlformats.org/drawingml/2006/main">
            <a:r>
              <a:t/>
            </a:r>
          </a:p>
          <a:p xmlns:a="http://schemas.openxmlformats.org/drawingml/2006/main">
            <a:r>
              <a:t>拒绝串写新对象不等于忘掉旧命令。对已经发出的写卡、激活或 Profile 步骤，迟到结果可能仍是原动作的效果证据。O/R 要按原关联核对，保留实际共享资源需要的隔离，不能仅清请求表、结束等待或把通道变量清零，就宣称硬件已停止。</a:t>
            </a:r>
          </a:p>
          <a:p xmlns:a="http://schemas.openxmlformats.org/drawingml/2006/main">
            <a:r>
              <a:t/>
            </a:r>
          </a:p>
          <a:p xmlns:a="http://schemas.openxmlformats.org/drawingml/2006/main">
            <a:r>
              <a:t>另一条独立失败路径是卡写明确成功，账户 DB 随后失败。图中存储节点提醒：卡和卡缓存可能已变化，接口按原错误完成，不自动反向写卡。这个场景不要求同时发生换 Profile，两种情形分别用于检验身份归属和部分效果，不能混成一个错误原因。</a:t>
            </a:r>
          </a:p>
          <a:p xmlns:a="http://schemas.openxmlformats.org/drawingml/2006/main">
            <a:r>
              <a:t/>
            </a:r>
          </a:p>
          <a:p xmlns:a="http://schemas.openxmlformats.org/drawingml/2006/main">
            <a:r>
              <a:t>对于原本就会导致新会话的合法激活或切换，目标要登记 ExpectedTransition，并由 R 使用目标、范围、原因和因果证据接纳新 SessionRef。任意 READY 或同 slot 不够，旧 EF 与旧 attempt 也不能被一并恢复。</a:t>
            </a:r>
          </a:p>
          <a:p xmlns:a="http://schemas.openxmlformats.org/drawingml/2006/main">
            <a:r>
              <a:t/>
            </a:r>
          </a:p>
          <a:p xmlns:a="http://schemas.openxmlformats.org/drawingml/2006/main">
            <a:r>
              <a:t>这页最后需要开发回答三件事：失效入口在哪里，最终接纳与修改在哪个受控域，以及效果未知时谁继续核对。只有这三项都落到真实路径，slotId 的转换才没有继续扩散成每个流程各自猜测的规则。</a:t>
            </a:r>
          </a:p>
          <a:p xmlns:a="http://schemas.openxmlformats.org/drawingml/2006/main">
            <a:r>
              <a:t/>
            </a:r>
          </a:p>
          <a:p xmlns:a="http://schemas.openxmlformats.org/drawingml/2006/main">
            <a:r>
              <a:t>【技术背景与原理｜备讲】</a:t>
            </a:r>
          </a:p>
          <a:p xmlns:a="http://schemas.openxmlformats.org/drawingml/2006/main">
            <a:r>
              <a:t>拒绝陈旧结果写入当前事实，与恢复已发设备效果分别负责。操作终态与资源 Checking/Quarantined 可以同时存在，恢复预算结束也不能自动将硬件宣告为空闲。</a:t>
            </a:r>
          </a:p>
          <a:p xmlns:a="http://schemas.openxmlformats.org/drawingml/2006/main">
            <a:r>
              <a:t/>
            </a:r>
          </a:p>
          <a:p xmlns:a="http://schemas.openxmlformats.org/drawingml/2006/main">
            <a:r>
              <a:t>【讲图与操作】</a:t>
            </a:r>
          </a:p>
          <a:p xmlns:a="http://schemas.openxmlformats.org/drawingml/2006/main">
            <a:r>
              <a:t>顶部可直接点选概念总览、任一步骤或失败场景。“上一步”“下一步”顺序讲解这组协作，“返回正文”继续运行调用与源码依赖的说明。框的位置在各状态保持一致，先指出当前高亮的 Owner 和事实，再讲对应功能。图中的实线为概念关系，虚线为入口协作，不把它们当成整条同步调用链。</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2026-10-26，§3、§4.1～§4.3、§5.3～§5.4、§6.1、§9.3、§10～§12、§16.2。现状证据沿用该文档固定基线 6017003eff50c1bc8c5dfa72336a4bfe42e948b0 的索引。目标模型与机制为 PROPOSED，示例身份、槽位、端口及代次仅用于讲解，不新增公开 API、数据表、持久操作日志或产品容量承诺。</a:t>
            </a:r>
          </a:p>
          <a:p xmlns:a="http://schemas.openxmlformats.org/drawingml/2006/main">
            <a:r>
              <a:t/>
            </a:r>
          </a:p>
          <a:p xmlns:a="http://schemas.openxmlformats.org/drawingml/2006/main">
            <a:r>
              <a:t>【新增前后对照入口】</a:t>
            </a:r>
          </a:p>
          <a:p xmlns:a="http://schemas.openxmlformats.org/drawingml/2006/main">
            <a:r>
              <a:t>右上角“架构前后对照”进入正文第10页，用相同业务与相同阶段对比原模块及目标职责。原“返回正文”仍可回到后续正文；建议讲完概念后进入新增对照演示。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[业务流程前后对照｜设置显示号码｜全流程概览]</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先请大家看左侧。旧入口接收 slotId，MultiSimController 既找卡对象，又等待写卡，再写账户数据库。不是所有逻辑都错了，而是不同变化原因放在同一个协调者里。右侧保留同一条业务轨迹，把步骤放入 O、账户资料放入 T、生产 EF 协议保留在 R、存储与输出放入 I。A 在本用例不改变角色，因此保持灰色。按入口到完成逐步点选，可以看到同一项旧职责被谁承接。</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保持：先卡后账户；卡成功 / DB 失败不回滚；受理返回与业务回调分开。</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https://github.com/zjuluowu/multisim/blob/6017003eff50c1bc8c5dfa72336a4bfe42e948b0/telephony_core_service/services/core/src/core_service_sim.cpp#L502</a:t>
            </a:r>
          </a:p>
          <a:p xmlns:a="http://schemas.openxmlformats.org/drawingml/2006/main">
            <a:r>
              <a:t>https://github.com/zjuluowu/multisim/blob/6017003eff50c1bc8c5dfa72336a4bfe42e948b0/telephony_core_service/services/sim/src/sim_manager.cpp#L432</a:t>
            </a:r>
          </a:p>
          <a:p xmlns:a="http://schemas.openxmlformats.org/drawingml/2006/main">
            <a:r>
              <a:t>https://github.com/zjuluowu/multisim/blob/6017003eff50c1bc8c5dfa72336a4bfe42e948b0/telephony_core_service/services/sim/src/multi_sim_controller.cpp#L1757</a:t>
            </a:r>
          </a:p>
          <a:p xmlns:a="http://schemas.openxmlformats.org/drawingml/2006/main">
            <a:r>
              <a:t>https://github.com/zjuluowu/multisim/blob/6017003eff50c1bc8c5dfa72336a4bfe42e948b0/telephony_core_service/services/sim/src/sim_file.cpp#L150</a:t>
            </a:r>
          </a:p>
          <a:p xmlns:a="http://schemas.openxmlformats.org/drawingml/2006/main">
            <a:r>
              <a:t>https://github.com/zjuluowu/multisim/blob/6017003eff50c1bc8c5dfa72336a4bfe42e948b0/telephony_core_service/services/sim/src/sim_file.cpp#L688</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[业务流程前后对照｜设置显示号码｜入口与兼容]</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CoreServiceSim 先做系统应用、权限、空指针和槽能力检查，随后把工作送入 AsyncSimGeneralExecute。方法返回的成功是受理成功，真正的业务结果之后通过 callback 返回。C 必须保留这些检查顺序与两个时点。此时不能为讲解方便，把目标绑定提前到 IPC 到达瞬间。排队期间换卡如何处理是可观察行为；结构迁移先保留原解析点，增强规则另列评审。</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保持：先卡后账户；卡成功 / DB 失败不回滚；受理返回与业务回调分开。</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https://github.com/zjuluowu/multisim/blob/6017003eff50c1bc8c5dfa72336a4bfe42e948b0/telephony_core_service/services/core/src/core_service_sim.cpp#L502</a:t>
            </a:r>
          </a:p>
          <a:p xmlns:a="http://schemas.openxmlformats.org/drawingml/2006/main">
            <a:r>
              <a:t>https://github.com/zjuluowu/multisim/blob/6017003eff50c1bc8c5dfa72336a4bfe42e948b0/telephony_core_service/services/sim/src/sim_manager.cpp#L432</a:t>
            </a:r>
          </a:p>
          <a:p xmlns:a="http://schemas.openxmlformats.org/drawingml/2006/main">
            <a:r>
              <a:t>https://github.com/zjuluowu/multisim/blob/6017003eff50c1bc8c5dfa72336a4bfe42e948b0/telephony_core_service/services/sim/src/multi_sim_controller.cpp#L1757</a:t>
            </a:r>
          </a:p>
          <a:p xmlns:a="http://schemas.openxmlformats.org/drawingml/2006/main">
            <a:r>
              <a:t>https://github.com/zjuluowu/multisim/blob/6017003eff50c1bc8c5dfa72336a4bfe42e948b0/telephony_core_service/services/sim/src/sim_file.cpp#L150</a:t>
            </a:r>
          </a:p>
          <a:p xmlns:a="http://schemas.openxmlformats.org/drawingml/2006/main">
            <a:r>
              <a:t>https://github.com/zjuluowu/multisim/blob/6017003eff50c1bc8c5dfa72336a4bfe42e948b0/telephony_core_service/services/sim/src/sim_file.cpp#L688</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[业务流程前后对照｜设置显示号码｜目标、规则与发起关联]</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旧 Controller 从 slot 对应的缓存和 File 对象取当前目标，并在账户更新时取 curSimId。目标设计中，Subscription 说明账户是谁，Binding 说明此刻关联的卡应用，SessionRef 说明这一轮运行实例。O 在实际业务接纳或发起处保存当时已知的目标、版本和步骤；R 保存原请求关联。simId 沿用旧身份，不能把它重新定义成 slotId，也不承诺永久稳定。slot 仍是入口参数和设备路由信息。发起时固定关联及其拒绝陈旧结果的行为增强属于 G3，须单独验证。</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保持：先卡后账户；卡成功 / DB 失败不回滚；受理返回与业务回调分开。</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https://github.com/zjuluowu/multisim/blob/6017003eff50c1bc8c5dfa72336a4bfe42e948b0/telephony_core_service/services/core/src/core_service_sim.cpp#L502</a:t>
            </a:r>
          </a:p>
          <a:p xmlns:a="http://schemas.openxmlformats.org/drawingml/2006/main">
            <a:r>
              <a:t>https://github.com/zjuluowu/multisim/blob/6017003eff50c1bc8c5dfa72336a4bfe42e948b0/telephony_core_service/services/sim/src/sim_manager.cpp#L432</a:t>
            </a:r>
          </a:p>
          <a:p xmlns:a="http://schemas.openxmlformats.org/drawingml/2006/main">
            <a:r>
              <a:t>https://github.com/zjuluowu/multisim/blob/6017003eff50c1bc8c5dfa72336a4bfe42e948b0/telephony_core_service/services/sim/src/multi_sim_controller.cpp#L1757</a:t>
            </a:r>
          </a:p>
          <a:p xmlns:a="http://schemas.openxmlformats.org/drawingml/2006/main">
            <a:r>
              <a:t>https://github.com/zjuluowu/multisim/blob/6017003eff50c1bc8c5dfa72336a4bfe42e948b0/telephony_core_service/services/sim/src/sim_file.cpp#L150</a:t>
            </a:r>
          </a:p>
          <a:p xmlns:a="http://schemas.openxmlformats.org/drawingml/2006/main">
            <a:r>
              <a:t>https://github.com/zjuluowu/multisim/blob/6017003eff50c1bc8c5dfa72336a4bfe42e948b0/telephony_core_service/services/sim/src/sim_file.cpp#L688</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[业务流程前后对照｜设置显示号码｜设备或文件执行]</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SetSimTelephoneNumber 进入 SimFile::UpdateMsisdnNumber，再复用电话簿、EF 与 RIL 的成熟路径。重构不需要把 EF 编解码搬进纯 Domain，也不把 R 缩成一个无状态的设备接口。O 只安排先写卡再更新账户；R 负责卡型、文件、协议、会话和卡侧缓存。原 RIL serial 与 callback 关联继续使用，新增本地上下文补齐上层目标和步骤信息。Application 调用 R；Domain 状态对象不直接调用硬件。</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保持：先卡后账户；卡成功 / DB 失败不回滚；受理返回与业务回调分开。</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https://github.com/zjuluowu/multisim/blob/6017003eff50c1bc8c5dfa72336a4bfe42e948b0/telephony_core_service/services/core/src/core_service_sim.cpp#L502</a:t>
            </a:r>
          </a:p>
          <a:p xmlns:a="http://schemas.openxmlformats.org/drawingml/2006/main">
            <a:r>
              <a:t>https://github.com/zjuluowu/multisim/blob/6017003eff50c1bc8c5dfa72336a4bfe42e948b0/telephony_core_service/services/sim/src/sim_manager.cpp#L432</a:t>
            </a:r>
          </a:p>
          <a:p xmlns:a="http://schemas.openxmlformats.org/drawingml/2006/main">
            <a:r>
              <a:t>https://github.com/zjuluowu/multisim/blob/6017003eff50c1bc8c5dfa72336a4bfe42e948b0/telephony_core_service/services/sim/src/multi_sim_controller.cpp#L1757</a:t>
            </a:r>
          </a:p>
          <a:p xmlns:a="http://schemas.openxmlformats.org/drawingml/2006/main">
            <a:r>
              <a:t>https://github.com/zjuluowu/multisim/blob/6017003eff50c1bc8c5dfa72336a4bfe42e948b0/telephony_core_service/services/sim/src/sim_file.cpp#L150</a:t>
            </a:r>
          </a:p>
          <a:p xmlns:a="http://schemas.openxmlformats.org/drawingml/2006/main">
            <a:r>
              <a:t>https://github.com/zjuluowu/multisim/blob/6017003eff50c1bc8c5dfa72336a4bfe42e948b0/telephony_core_service/services/sim/src/sim_file.cpp#L688</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[业务流程前后对照｜设置显示号码｜结果归属与状态接纳]</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旧 ProcessSetMsisdnDone 在卡侧成功时更新 msisdn 和 waitResult，唤醒等待者。目标 R 在同一受控执行域中，先找回发起上下文，再复核会话、目标和结果资格，随后更新对应卡缓存并把效果证据交给 O。一次结果不能先写新缓存再检查是否过期。O 判断本次卡步骤成功后才允许账户步骤继续。这个门控不等于制造跨卡与数据库事务，也不能把任意迟到回包当成可忽略的读取。</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保持：先卡后账户；卡成功 / DB 失败不回滚；受理返回与业务回调分开。</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https://github.com/zjuluowu/multisim/blob/6017003eff50c1bc8c5dfa72336a4bfe42e948b0/telephony_core_service/services/core/src/core_service_sim.cpp#L502</a:t>
            </a:r>
          </a:p>
          <a:p xmlns:a="http://schemas.openxmlformats.org/drawingml/2006/main">
            <a:r>
              <a:t>https://github.com/zjuluowu/multisim/blob/6017003eff50c1bc8c5dfa72336a4bfe42e948b0/telephony_core_service/services/sim/src/sim_manager.cpp#L432</a:t>
            </a:r>
          </a:p>
          <a:p xmlns:a="http://schemas.openxmlformats.org/drawingml/2006/main">
            <a:r>
              <a:t>https://github.com/zjuluowu/multisim/blob/6017003eff50c1bc8c5dfa72336a4bfe42e948b0/telephony_core_service/services/sim/src/multi_sim_controller.cpp#L1757</a:t>
            </a:r>
          </a:p>
          <a:p xmlns:a="http://schemas.openxmlformats.org/drawingml/2006/main">
            <a:r>
              <a:t>https://github.com/zjuluowu/multisim/blob/6017003eff50c1bc8c5dfa72336a4bfe42e948b0/telephony_core_service/services/sim/src/sim_file.cpp#L150</a:t>
            </a:r>
          </a:p>
          <a:p xmlns:a="http://schemas.openxmlformats.org/drawingml/2006/main">
            <a:r>
              <a:t>https://github.com/zjuluowu/multisim/blob/6017003eff50c1bc8c5dfa72336a4bfe42e948b0/telephony_core_service/services/sim/src/sim_file.cpp#L688</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[业务流程前后对照｜设置显示号码｜资料、角色与对外完成]</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卡写成功之后，原 SetShowNumberToDB 先写数据库，再检查和更新账户缓存；数据库成功后，后续缓存索引检查仍可能失败。目标 T 组织账户状态的接纳，I 按既定字段计划访问 DataShare。不要把 DB 和缓存粗暴包装成一个必然原子的提交。SimManager 只在整体成功时发账户变化通知；CoreServiceSim 的 callback 返回本次原错误码。C 保持这些对外节点，O 记录每一步已发生的效果。</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保持：先卡后账户；卡成功 / DB 失败不回滚；受理返回与业务回调分开。</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https://github.com/zjuluowu/multisim/blob/6017003eff50c1bc8c5dfa72336a4bfe42e948b0/telephony_core_service/services/core/src/core_service_sim.cpp#L502</a:t>
            </a:r>
          </a:p>
          <a:p xmlns:a="http://schemas.openxmlformats.org/drawingml/2006/main">
            <a:r>
              <a:t>https://github.com/zjuluowu/multisim/blob/6017003eff50c1bc8c5dfa72336a4bfe42e948b0/telephony_core_service/services/sim/src/sim_manager.cpp#L432</a:t>
            </a:r>
          </a:p>
          <a:p xmlns:a="http://schemas.openxmlformats.org/drawingml/2006/main">
            <a:r>
              <a:t>https://github.com/zjuluowu/multisim/blob/6017003eff50c1bc8c5dfa72336a4bfe42e948b0/telephony_core_service/services/sim/src/multi_sim_controller.cpp#L1757</a:t>
            </a:r>
          </a:p>
          <a:p xmlns:a="http://schemas.openxmlformats.org/drawingml/2006/main">
            <a:r>
              <a:t>https://github.com/zjuluowu/multisim/blob/6017003eff50c1bc8c5dfa72336a4bfe42e948b0/telephony_core_service/services/sim/src/sim_file.cpp#L150</a:t>
            </a:r>
          </a:p>
          <a:p xmlns:a="http://schemas.openxmlformats.org/drawingml/2006/main">
            <a:r>
              <a:t>https://github.com/zjuluowu/multisim/blob/6017003eff50c1bc8c5dfa72336a4bfe42e948b0/telephony_core_service/services/sim/src/sim_file.cpp#L688</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[业务流程前后对照｜设置显示号码｜失败、迟到与恢复]</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演示两种故障。第一，卡写成功，数据库失败，原实现不会把卡号码写回旧值，目标同样保留卡侧效果并返回原失败。第二，等待写卡超时，false 不证明卡上没有写入，只能内部记为效果未知。归属仍有效的晚到成功可用于 R 与 O 的观察和核对，但已经结束的用例不得再次写账户或补发成功回调。之后用户独立执行 GetShowNumber，仍可按旧读取来源触发新的账户回写；它属于另一次用例。</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保持：先卡后账户；卡成功 / DB 失败不回滚；受理返回与业务回调分开。</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https://github.com/zjuluowu/multisim/blob/6017003eff50c1bc8c5dfa72336a4bfe42e948b0/telephony_core_service/services/core/src/core_service_sim.cpp#L502</a:t>
            </a:r>
          </a:p>
          <a:p xmlns:a="http://schemas.openxmlformats.org/drawingml/2006/main">
            <a:r>
              <a:t>https://github.com/zjuluowu/multisim/blob/6017003eff50c1bc8c5dfa72336a4bfe42e948b0/telephony_core_service/services/sim/src/sim_manager.cpp#L432</a:t>
            </a:r>
          </a:p>
          <a:p xmlns:a="http://schemas.openxmlformats.org/drawingml/2006/main">
            <a:r>
              <a:t>https://github.com/zjuluowu/multisim/blob/6017003eff50c1bc8c5dfa72336a4bfe42e948b0/telephony_core_service/services/sim/src/multi_sim_controller.cpp#L1757</a:t>
            </a:r>
          </a:p>
          <a:p xmlns:a="http://schemas.openxmlformats.org/drawingml/2006/main">
            <a:r>
              <a:t>https://github.com/zjuluowu/multisim/blob/6017003eff50c1bc8c5dfa72336a4bfe42e948b0/telephony_core_service/services/sim/src/sim_file.cpp#L150</a:t>
            </a:r>
          </a:p>
          <a:p xmlns:a="http://schemas.openxmlformats.org/drawingml/2006/main">
            <a:r>
              <a:t>https://github.com/zjuluowu/multisim/blob/6017003eff50c1bc8c5dfa72336a4bfe42e948b0/telephony_core_service/services/sim/src/sim_file.cpp#L688</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[业务流程前后对照｜普通 SIM 激活｜全流程概览]</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这条流程用来说明：分层不是把所有事情改成数据库事务。源码普通激活路径在设备成功之后先改账户缓存和调用 Hook，再写数据库。左侧这些工作都集中在 Controller 周围；右侧 O 安排先后，T 接纳 active 的兼容投影，I 执行存储和 Hook，R 继续执行设备协议。A 只参与真实的共享资源与角色约束，不替代协议执行。</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保持：设备 → active 缓存 / Hook → DB；部分失败不整体回滚，原重复输出逐路径保留。</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https://github.com/zjuluowu/multisim/blob/6017003eff50c1bc8c5dfa72336a4bfe42e948b0/telephony_core_service/services/core/src/core_service_sim.cpp#L1051</a:t>
            </a:r>
          </a:p>
          <a:p xmlns:a="http://schemas.openxmlformats.org/drawingml/2006/main">
            <a:r>
              <a:t>https://github.com/zjuluowu/multisim/blob/6017003eff50c1bc8c5dfa72336a4bfe42e948b0/telephony_core_service/services/sim/src/multi_sim_controller.cpp#L928</a:t>
            </a:r>
          </a:p>
          <a:p xmlns:a="http://schemas.openxmlformats.org/drawingml/2006/main">
            <a:r>
              <a:t>https://github.com/zjuluowu/multisim/blob/6017003eff50c1bc8c5dfa72336a4bfe42e948b0/telephony_core_service/services/sim/src/multi_sim_controller.cpp#L937</a:t>
            </a:r>
          </a:p>
          <a:p xmlns:a="http://schemas.openxmlformats.org/drawingml/2006/main">
            <a:r>
              <a:t>https://github.com/zjuluowu/multisim/blob/6017003eff50c1bc8c5dfa72336a4bfe42e948b0/telephony_core_service/services/sim/src/multi_sim_controller.cpp#L956</a:t>
            </a:r>
          </a:p>
          <a:p xmlns:a="http://schemas.openxmlformats.org/drawingml/2006/main">
            <a:r>
              <a:t>https://github.com/zjuluowu/multisim/blob/6017003eff50c1bc8c5dfa72336a4bfe42e948b0/telephony_core_service/services/sim/src/multi_sim_controller.cpp#L976</a:t>
            </a:r>
          </a:p>
          <a:p xmlns:a="http://schemas.openxmlformats.org/drawingml/2006/main">
            <a:r>
              <a:t>https://github.com/zjuluowu/multisim/blob/6017003eff50c1bc8c5dfa72336a4bfe42e948b0/telephony_core_service/services/sim/src/radio_protocol_controller.cpp#L471</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[业务流程前后对照｜普通 SIM 激活｜入口与兼容]</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本页范围是普通实体卡、非 force 的 SetActiveCommonSim。CoreServiceSim 的公开 slotId、enable 和检查顺序不能更改，C 保持原返回和错误含义。force 路径在设备完成后调用 UpdateSubState 就返回，不走本页这段账户缓存和数据库更新；卫星等路径也有差异。讲解时必须先声明范围，不能把这一张图推广成所有激活分支都完全相同。</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保持：设备 → active 缓存 / Hook → DB；部分失败不整体回滚，原重复输出逐路径保留。</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https://github.com/zjuluowu/multisim/blob/6017003eff50c1bc8c5dfa72336a4bfe42e948b0/telephony_core_service/services/core/src/core_service_sim.cpp#L1051</a:t>
            </a:r>
          </a:p>
          <a:p xmlns:a="http://schemas.openxmlformats.org/drawingml/2006/main">
            <a:r>
              <a:t>https://github.com/zjuluowu/multisim/blob/6017003eff50c1bc8c5dfa72336a4bfe42e948b0/telephony_core_service/services/sim/src/multi_sim_controller.cpp#L928</a:t>
            </a:r>
          </a:p>
          <a:p xmlns:a="http://schemas.openxmlformats.org/drawingml/2006/main">
            <a:r>
              <a:t>https://github.com/zjuluowu/multisim/blob/6017003eff50c1bc8c5dfa72336a4bfe42e948b0/telephony_core_service/services/sim/src/multi_sim_controller.cpp#L937</a:t>
            </a:r>
          </a:p>
          <a:p xmlns:a="http://schemas.openxmlformats.org/drawingml/2006/main">
            <a:r>
              <a:t>https://github.com/zjuluowu/multisim/blob/6017003eff50c1bc8c5dfa72336a4bfe42e948b0/telephony_core_service/services/sim/src/multi_sim_controller.cpp#L956</a:t>
            </a:r>
          </a:p>
          <a:p xmlns:a="http://schemas.openxmlformats.org/drawingml/2006/main">
            <a:r>
              <a:t>https://github.com/zjuluowu/multisim/blob/6017003eff50c1bc8c5dfa72336a4bfe42e948b0/telephony_core_service/services/sim/src/multi_sim_controller.cpp#L976</a:t>
            </a:r>
          </a:p>
          <a:p xmlns:a="http://schemas.openxmlformats.org/drawingml/2006/main">
            <a:r>
              <a:t>https://github.com/zjuluowu/multisim/blob/6017003eff50c1bc8c5dfa72336a4bfe42e948b0/telephony_core_service/services/sim/src/radio_protocol_controller.cpp#L471</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[业务流程前后对照｜普通 SIM 激活｜目标、规则与发起关联]</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旧 Controller 一边解析当前账户和卡对象，一边等待主卡切换进度，并维护激活进度。目标把这几件事分开：T 给出账户与当前绑定事实，A 的纯策略表达角色约束或真实共享资源冲突，O 管理等待、步骤和冲突结果。A 不是全局互斥锁；资源是否共享必须依据实际设备。Domain 只返回规则与状态变化，设备等待和外部 I/O 仍由应用层及 R、I 执行。</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保持：设备 → active 缓存 / Hook → DB；部分失败不整体回滚，原重复输出逐路径保留。</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https://github.com/zjuluowu/multisim/blob/6017003eff50c1bc8c5dfa72336a4bfe42e948b0/telephony_core_service/services/core/src/core_service_sim.cpp#L1051</a:t>
            </a:r>
          </a:p>
          <a:p xmlns:a="http://schemas.openxmlformats.org/drawingml/2006/main">
            <a:r>
              <a:t>https://github.com/zjuluowu/multisim/blob/6017003eff50c1bc8c5dfa72336a4bfe42e948b0/telephony_core_service/services/sim/src/multi_sim_controller.cpp#L928</a:t>
            </a:r>
          </a:p>
          <a:p xmlns:a="http://schemas.openxmlformats.org/drawingml/2006/main">
            <a:r>
              <a:t>https://github.com/zjuluowu/multisim/blob/6017003eff50c1bc8c5dfa72336a4bfe42e948b0/telephony_core_service/services/sim/src/multi_sim_controller.cpp#L937</a:t>
            </a:r>
          </a:p>
          <a:p xmlns:a="http://schemas.openxmlformats.org/drawingml/2006/main">
            <a:r>
              <a:t>https://github.com/zjuluowu/multisim/blob/6017003eff50c1bc8c5dfa72336a4bfe42e948b0/telephony_core_service/services/sim/src/multi_sim_controller.cpp#L956</a:t>
            </a:r>
          </a:p>
          <a:p xmlns:a="http://schemas.openxmlformats.org/drawingml/2006/main">
            <a:r>
              <a:t>https://github.com/zjuluowu/multisim/blob/6017003eff50c1bc8c5dfa72336a4bfe42e948b0/telephony_core_service/services/sim/src/multi_sim_controller.cpp#L976</a:t>
            </a:r>
          </a:p>
          <a:p xmlns:a="http://schemas.openxmlformats.org/drawingml/2006/main">
            <a:r>
              <a:t>https://github.com/zjuluowu/multisim/blob/6017003eff50c1bc8c5dfa72336a4bfe42e948b0/telephony_core_service/services/sim/src/radio_protocol_controller.cpp#L471</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[业务流程前后对照｜普通 SIM 激活｜设备或文件执行]</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原 MultiSimController::SetActiveSimToRil 调用 RadioProtocolController，再进入 TelRilManager，并等待既有设备响应。R 复用这条生产路径、原 requestMap 和 serial。O 保存本轮步骤、attempt 和已知目标，R 保存设备侧发起关联。不能在收到响应时读取当前 SessionRef，给旧回包补贴新身份；也不能为了抽象再发一份相同设备命令。</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保持：设备 → active 缓存 / Hook → DB；部分失败不整体回滚，原重复输出逐路径保留。</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https://github.com/zjuluowu/multisim/blob/6017003eff50c1bc8c5dfa72336a4bfe42e948b0/telephony_core_service/services/core/src/core_service_sim.cpp#L1051</a:t>
            </a:r>
          </a:p>
          <a:p xmlns:a="http://schemas.openxmlformats.org/drawingml/2006/main">
            <a:r>
              <a:t>https://github.com/zjuluowu/multisim/blob/6017003eff50c1bc8c5dfa72336a4bfe42e948b0/telephony_core_service/services/sim/src/multi_sim_controller.cpp#L928</a:t>
            </a:r>
          </a:p>
          <a:p xmlns:a="http://schemas.openxmlformats.org/drawingml/2006/main">
            <a:r>
              <a:t>https://github.com/zjuluowu/multisim/blob/6017003eff50c1bc8c5dfa72336a4bfe42e948b0/telephony_core_service/services/sim/src/multi_sim_controller.cpp#L937</a:t>
            </a:r>
          </a:p>
          <a:p xmlns:a="http://schemas.openxmlformats.org/drawingml/2006/main">
            <a:r>
              <a:t>https://github.com/zjuluowu/multisim/blob/6017003eff50c1bc8c5dfa72336a4bfe42e948b0/telephony_core_service/services/sim/src/multi_sim_controller.cpp#L956</a:t>
            </a:r>
          </a:p>
          <a:p xmlns:a="http://schemas.openxmlformats.org/drawingml/2006/main">
            <a:r>
              <a:t>https://github.com/zjuluowu/multisim/blob/6017003eff50c1bc8c5dfa72336a4bfe42e948b0/telephony_core_service/services/sim/src/multi_sim_controller.cpp#L976</a:t>
            </a:r>
          </a:p>
          <a:p xmlns:a="http://schemas.openxmlformats.org/drawingml/2006/main">
            <a:r>
              <a:t>https://github.com/zjuluowu/multisim/blob/6017003eff50c1bc8c5dfa72336a4bfe42e948b0/telephony_core_service/services/sim/src/radio_protocol_controller.cpp#L471</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[业务流程前后对照｜普通 SIM 激活｜结果归属与状态接纳]</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设备成功后，普通 non-force 路径先执行 UpdataCacheSetActiveState，随后 UpdateSubState。源码中缓存更新本身也可能是部分成功：先写 localCacheInfo，再检查 allLocalCacheInfo 索引，因此返回错误不必然意味着完全没有变化。T 需要保留这些旧可见节点，I 在原位置调用 Hook。新的归属门控在结果接纳与状态转换的同一执行域内完成，不能检查后放锁，再无条件写当前状态。</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保持：设备 → active 缓存 / Hook → DB；部分失败不整体回滚，原重复输出逐路径保留。</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https://github.com/zjuluowu/multisim/blob/6017003eff50c1bc8c5dfa72336a4bfe42e948b0/telephony_core_service/services/core/src/core_service_sim.cpp#L1051</a:t>
            </a:r>
          </a:p>
          <a:p xmlns:a="http://schemas.openxmlformats.org/drawingml/2006/main">
            <a:r>
              <a:t>https://github.com/zjuluowu/multisim/blob/6017003eff50c1bc8c5dfa72336a4bfe42e948b0/telephony_core_service/services/sim/src/multi_sim_controller.cpp#L928</a:t>
            </a:r>
          </a:p>
          <a:p xmlns:a="http://schemas.openxmlformats.org/drawingml/2006/main">
            <a:r>
              <a:t>https://github.com/zjuluowu/multisim/blob/6017003eff50c1bc8c5dfa72336a4bfe42e948b0/telephony_core_service/services/sim/src/multi_sim_controller.cpp#L937</a:t>
            </a:r>
          </a:p>
          <a:p xmlns:a="http://schemas.openxmlformats.org/drawingml/2006/main">
            <a:r>
              <a:t>https://github.com/zjuluowu/multisim/blob/6017003eff50c1bc8c5dfa72336a4bfe42e948b0/telephony_core_service/services/sim/src/multi_sim_controller.cpp#L956</a:t>
            </a:r>
          </a:p>
          <a:p xmlns:a="http://schemas.openxmlformats.org/drawingml/2006/main">
            <a:r>
              <a:t>https://github.com/zjuluowu/multisim/blob/6017003eff50c1bc8c5dfa72336a4bfe42e948b0/telephony_core_service/services/sim/src/multi_sim_controller.cpp#L976</a:t>
            </a:r>
          </a:p>
          <a:p xmlns:a="http://schemas.openxmlformats.org/drawingml/2006/main">
            <a:r>
              <a:t>https://github.com/zjuluowu/multisim/blob/6017003eff50c1bc8c5dfa72336a4bfe42e948b0/telephony_core_service/services/sim/src/radio_protocol_controller.cpp#L471</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[业务流程前后对照｜普通 SIM 激活｜资料、角色与对外完成]</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缓存与 Hook 之后才进入 UpdateDBSetActiveResult，按 curSimId 更新 IS_ACTIVE。成功路径后面还会再次更新缓存、再次调用 UpdateSubState，并检查是否需要切换主卡。结构迁移不能为了看起来整洁就全局去重 Hook 或通知，因为外部调用次数和时点可能可见。O 组织步骤，T 接纳每一步状态，I 执行原存储和输出，C 保留原错误码。</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保持：设备 → active 缓存 / Hook → DB；部分失败不整体回滚，原重复输出逐路径保留。</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https://github.com/zjuluowu/multisim/blob/6017003eff50c1bc8c5dfa72336a4bfe42e948b0/telephony_core_service/services/core/src/core_service_sim.cpp#L1051</a:t>
            </a:r>
          </a:p>
          <a:p xmlns:a="http://schemas.openxmlformats.org/drawingml/2006/main">
            <a:r>
              <a:t>https://github.com/zjuluowu/multisim/blob/6017003eff50c1bc8c5dfa72336a4bfe42e948b0/telephony_core_service/services/sim/src/multi_sim_controller.cpp#L928</a:t>
            </a:r>
          </a:p>
          <a:p xmlns:a="http://schemas.openxmlformats.org/drawingml/2006/main">
            <a:r>
              <a:t>https://github.com/zjuluowu/multisim/blob/6017003eff50c1bc8c5dfa72336a4bfe42e948b0/telephony_core_service/services/sim/src/multi_sim_controller.cpp#L937</a:t>
            </a:r>
          </a:p>
          <a:p xmlns:a="http://schemas.openxmlformats.org/drawingml/2006/main">
            <a:r>
              <a:t>https://github.com/zjuluowu/multisim/blob/6017003eff50c1bc8c5dfa72336a4bfe42e948b0/telephony_core_service/services/sim/src/multi_sim_controller.cpp#L956</a:t>
            </a:r>
          </a:p>
          <a:p xmlns:a="http://schemas.openxmlformats.org/drawingml/2006/main">
            <a:r>
              <a:t>https://github.com/zjuluowu/multisim/blob/6017003eff50c1bc8c5dfa72336a4bfe42e948b0/telephony_core_service/services/sim/src/multi_sim_controller.cpp#L976</a:t>
            </a:r>
          </a:p>
          <a:p xmlns:a="http://schemas.openxmlformats.org/drawingml/2006/main">
            <a:r>
              <a:t>https://github.com/zjuluowu/multisim/blob/6017003eff50c1bc8c5dfa72336a4bfe42e948b0/telephony_core_service/services/sim/src/radio_protocol_controller.cpp#L471</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[业务流程前后对照｜普通 SIM 激活｜失败、迟到与恢复]</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失败示例是设备已经激活、active 缓存和 Hook 已变化，但数据库写失败。原实现没有把前面的效果撤销。目标 O 必须分别记录设备效果、兼容缓存和存储结果，返回原失败；不能向调用者宣称所有事情都没发生。若设备等待超时，也要区分结果未知和明确失败。force、卫星和扩展 Hook 的差异需要各自验收，不能借用普通路径的证明。</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保持：设备 → active 缓存 / Hook → DB；部分失败不整体回滚，原重复输出逐路径保留。</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https://github.com/zjuluowu/multisim/blob/6017003eff50c1bc8c5dfa72336a4bfe42e948b0/telephony_core_service/services/core/src/core_service_sim.cpp#L1051</a:t>
            </a:r>
          </a:p>
          <a:p xmlns:a="http://schemas.openxmlformats.org/drawingml/2006/main">
            <a:r>
              <a:t>https://github.com/zjuluowu/multisim/blob/6017003eff50c1bc8c5dfa72336a4bfe42e948b0/telephony_core_service/services/sim/src/multi_sim_controller.cpp#L928</a:t>
            </a:r>
          </a:p>
          <a:p xmlns:a="http://schemas.openxmlformats.org/drawingml/2006/main">
            <a:r>
              <a:t>https://github.com/zjuluowu/multisim/blob/6017003eff50c1bc8c5dfa72336a4bfe42e948b0/telephony_core_service/services/sim/src/multi_sim_controller.cpp#L937</a:t>
            </a:r>
          </a:p>
          <a:p xmlns:a="http://schemas.openxmlformats.org/drawingml/2006/main">
            <a:r>
              <a:t>https://github.com/zjuluowu/multisim/blob/6017003eff50c1bc8c5dfa72336a4bfe42e948b0/telephony_core_service/services/sim/src/multi_sim_controller.cpp#L956</a:t>
            </a:r>
          </a:p>
          <a:p xmlns:a="http://schemas.openxmlformats.org/drawingml/2006/main">
            <a:r>
              <a:t>https://github.com/zjuluowu/multisim/blob/6017003eff50c1bc8c5dfa72336a4bfe42e948b0/telephony_core_service/services/sim/src/multi_sim_controller.cpp#L976</a:t>
            </a:r>
          </a:p>
          <a:p xmlns:a="http://schemas.openxmlformats.org/drawingml/2006/main">
            <a:r>
              <a:t>https://github.com/zjuluowu/multisim/blob/6017003eff50c1bc8c5dfa72336a4bfe42e948b0/telephony_core_service/services/sim/src/radio_protocol_controller.cpp#L471</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[业务流程前后对照｜主卡切换与 Data｜全流程概览]</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这条流程最容易把几个不同概念混成一个主卡状态。旧 Controller 先把目标主卡写进参数，再切换无线协议，成功后广播并设置默认 Data。参数值、用户意图和设备实际结果发生在不同时间。目标 A 分别表达三者，O 串起步骤和重试，R 提供真实协议结果，I 继续访问原参数和输出入口。T 只提供账户与绑定事实。</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保持：参数预写与有条件恢复、原重试节点、Primary → Data 联动；不承诺设备自动回滚。</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https://github.com/zjuluowu/multisim/blob/6017003eff50c1bc8c5dfa72336a4bfe42e948b0/telephony_core_service/services/sim/src/multi_sim_controller.cpp#L1483</a:t>
            </a:r>
          </a:p>
          <a:p xmlns:a="http://schemas.openxmlformats.org/drawingml/2006/main">
            <a:r>
              <a:t>https://github.com/zjuluowu/multisim/blob/6017003eff50c1bc8c5dfa72336a4bfe42e948b0/telephony_core_service/services/sim/src/multi_sim_controller.cpp#L1535</a:t>
            </a:r>
          </a:p>
          <a:p xmlns:a="http://schemas.openxmlformats.org/drawingml/2006/main">
            <a:r>
              <a:t>https://github.com/zjuluowu/multisim/blob/6017003eff50c1bc8c5dfa72336a4bfe42e948b0/telephony_core_service/services/sim/src/multi_sim_controller.cpp#L1546</a:t>
            </a:r>
          </a:p>
          <a:p xmlns:a="http://schemas.openxmlformats.org/drawingml/2006/main">
            <a:r>
              <a:t>https://github.com/zjuluowu/multisim/blob/6017003eff50c1bc8c5dfa72336a4bfe42e948b0/telephony_core_service/services/sim/src/multi_sim_controller.cpp#L1567</a:t>
            </a:r>
          </a:p>
          <a:p xmlns:a="http://schemas.openxmlformats.org/drawingml/2006/main">
            <a:r>
              <a:t>https://github.com/zjuluowu/multisim/blob/6017003eff50c1bc8c5dfa72336a4bfe42e948b0/telephony_core_service/services/sim/src/radio_protocol_controller.cpp#L403</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[业务流程前后对照｜主卡切换与 Data｜入口与兼容]</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CoreServiceSim 和 SimManager 的 slot 参数、权限与返回仍由 C 兼容。源码至少还有特殊槽、设备支持的免重启切换、已经位于主 Modem 等分支；本演示只展开普通需要 SetRadioProtocol 的路径。这些分支不能在重构时统一成同一套总流程。图里的简化是为了说明职责迁移，不代表可以删掉旧分支。</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保持：参数预写与有条件恢复、原重试节点、Primary → Data 联动；不承诺设备自动回滚。</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https://github.com/zjuluowu/multisim/blob/6017003eff50c1bc8c5dfa72336a4bfe42e948b0/telephony_core_service/services/sim/src/multi_sim_controller.cpp#L1483</a:t>
            </a:r>
          </a:p>
          <a:p xmlns:a="http://schemas.openxmlformats.org/drawingml/2006/main">
            <a:r>
              <a:t>https://github.com/zjuluowu/multisim/blob/6017003eff50c1bc8c5dfa72336a4bfe42e948b0/telephony_core_service/services/sim/src/multi_sim_controller.cpp#L1535</a:t>
            </a:r>
          </a:p>
          <a:p xmlns:a="http://schemas.openxmlformats.org/drawingml/2006/main">
            <a:r>
              <a:t>https://github.com/zjuluowu/multisim/blob/6017003eff50c1bc8c5dfa72336a4bfe42e948b0/telephony_core_service/services/sim/src/multi_sim_controller.cpp#L1546</a:t>
            </a:r>
          </a:p>
          <a:p xmlns:a="http://schemas.openxmlformats.org/drawingml/2006/main">
            <a:r>
              <a:t>https://github.com/zjuluowu/multisim/blob/6017003eff50c1bc8c5dfa72336a4bfe42e948b0/telephony_core_service/services/sim/src/multi_sim_controller.cpp#L1567</a:t>
            </a:r>
          </a:p>
          <a:p xmlns:a="http://schemas.openxmlformats.org/drawingml/2006/main">
            <a:r>
              <a:t>https://github.com/zjuluowu/multisim/blob/6017003eff50c1bc8c5dfa72336a4bfe42e948b0/telephony_core_service/services/sim/src/radio_protocol_controller.cpp#L403</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[业务流程前后对照｜主卡切换与 Data｜目标、规则与发起关联]</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普通路径 SavePrimaryCardInfo 先更新 lastPrimarySlotId 和系统参数，同时保存旧参数供失败恢复。后面还有原来的前置事件与 Hook，再执行设备切换。目标 A 依据纯 AssignmentPolicy 形成约束或计划，O 按原步骤推进，I 在原时间点写参数和发原输出。Domain 不直接写系统参数；Application 调用 Domain 取得裁决，再分别调用 I 与 R。</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保持：参数预写与有条件恢复、原重试节点、Primary → Data 联动；不承诺设备自动回滚。</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https://github.com/zjuluowu/multisim/blob/6017003eff50c1bc8c5dfa72336a4bfe42e948b0/telephony_core_service/services/sim/src/multi_sim_controller.cpp#L1483</a:t>
            </a:r>
          </a:p>
          <a:p xmlns:a="http://schemas.openxmlformats.org/drawingml/2006/main">
            <a:r>
              <a:t>https://github.com/zjuluowu/multisim/blob/6017003eff50c1bc8c5dfa72336a4bfe42e948b0/telephony_core_service/services/sim/src/multi_sim_controller.cpp#L1535</a:t>
            </a:r>
          </a:p>
          <a:p xmlns:a="http://schemas.openxmlformats.org/drawingml/2006/main">
            <a:r>
              <a:t>https://github.com/zjuluowu/multisim/blob/6017003eff50c1bc8c5dfa72336a4bfe42e948b0/telephony_core_service/services/sim/src/multi_sim_controller.cpp#L1546</a:t>
            </a:r>
          </a:p>
          <a:p xmlns:a="http://schemas.openxmlformats.org/drawingml/2006/main">
            <a:r>
              <a:t>https://github.com/zjuluowu/multisim/blob/6017003eff50c1bc8c5dfa72336a4bfe42e948b0/telephony_core_service/services/sim/src/multi_sim_controller.cpp#L1567</a:t>
            </a:r>
          </a:p>
          <a:p xmlns:a="http://schemas.openxmlformats.org/drawingml/2006/main">
            <a:r>
              <a:t>https://github.com/zjuluowu/multisim/blob/6017003eff50c1bc8c5dfa72336a4bfe42e948b0/telephony_core_service/services/sim/src/radio_protocol_controller.cpp#L403</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[业务流程前后对照｜主卡切换与 Data｜设备或文件执行]</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R 保留 RadioProtocolController 的多阶段切换、已有 phase 和 sessionId 以及 TelRilManager 关联。旧实现并不是没有会话机制。O 负责一次操作的 step、attempt、等待和唯一重试；R 负责协议实际执行和关联证据。把流程与协议分开之后，才能避免 A、O、适配器各自重试同一个命令，造成设备动作重复。</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保持：参数预写与有条件恢复、原重试节点、Primary → Data 联动；不承诺设备自动回滚。</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https://github.com/zjuluowu/multisim/blob/6017003eff50c1bc8c5dfa72336a4bfe42e948b0/telephony_core_service/services/sim/src/multi_sim_controller.cpp#L1483</a:t>
            </a:r>
          </a:p>
          <a:p xmlns:a="http://schemas.openxmlformats.org/drawingml/2006/main">
            <a:r>
              <a:t>https://github.com/zjuluowu/multisim/blob/6017003eff50c1bc8c5dfa72336a4bfe42e948b0/telephony_core_service/services/sim/src/multi_sim_controller.cpp#L1535</a:t>
            </a:r>
          </a:p>
          <a:p xmlns:a="http://schemas.openxmlformats.org/drawingml/2006/main">
            <a:r>
              <a:t>https://github.com/zjuluowu/multisim/blob/6017003eff50c1bc8c5dfa72336a4bfe42e948b0/telephony_core_service/services/sim/src/multi_sim_controller.cpp#L1546</a:t>
            </a:r>
          </a:p>
          <a:p xmlns:a="http://schemas.openxmlformats.org/drawingml/2006/main">
            <a:r>
              <a:t>https://github.com/zjuluowu/multisim/blob/6017003eff50c1bc8c5dfa72336a4bfe42e948b0/telephony_core_service/services/sim/src/multi_sim_controller.cpp#L1567</a:t>
            </a:r>
          </a:p>
          <a:p xmlns:a="http://schemas.openxmlformats.org/drawingml/2006/main">
            <a:r>
              <a:t>https://github.com/zjuluowu/multisim/blob/6017003eff50c1bc8c5dfa72336a4bfe42e948b0/telephony_core_service/services/sim/src/radio_protocol_controller.cpp#L403</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[业务流程前后对照｜主卡切换与 Data｜结果归属与状态接纳]</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设备结果不能因为当前参数已经指向目标槽，就直接当作当前轮成功。R 要依据发起时上下文校验目标、阶段、协议 session、attempt 与成员资格，成功和错误都先准入再更新状态。源码中 ProcessResponseInfoOfEvent 的错误 RadioResponseInfo 分支先置 communicationFailed，而另一类载荷分支比较 sessionId；旧轮错误影响新轮的风险属于静态推导候选，仍需受控交错验证，不是已复现事故。A 接纳设备观察时仍与参数投影分开。</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保持：参数预写与有条件恢复、原重试节点、Primary → Data 联动；不承诺设备自动回滚。</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https://github.com/zjuluowu/multisim/blob/6017003eff50c1bc8c5dfa72336a4bfe42e948b0/telephony_core_service/services/sim/src/multi_sim_controller.cpp#L1483</a:t>
            </a:r>
          </a:p>
          <a:p xmlns:a="http://schemas.openxmlformats.org/drawingml/2006/main">
            <a:r>
              <a:t>https://github.com/zjuluowu/multisim/blob/6017003eff50c1bc8c5dfa72336a4bfe42e948b0/telephony_core_service/services/sim/src/multi_sim_controller.cpp#L1535</a:t>
            </a:r>
          </a:p>
          <a:p xmlns:a="http://schemas.openxmlformats.org/drawingml/2006/main">
            <a:r>
              <a:t>https://github.com/zjuluowu/multisim/blob/6017003eff50c1bc8c5dfa72336a4bfe42e948b0/telephony_core_service/services/sim/src/multi_sim_controller.cpp#L1546</a:t>
            </a:r>
          </a:p>
          <a:p xmlns:a="http://schemas.openxmlformats.org/drawingml/2006/main">
            <a:r>
              <a:t>https://github.com/zjuluowu/multisim/blob/6017003eff50c1bc8c5dfa72336a4bfe42e948b0/telephony_core_service/services/sim/src/multi_sim_controller.cpp#L1567</a:t>
            </a:r>
          </a:p>
          <a:p xmlns:a="http://schemas.openxmlformats.org/drawingml/2006/main">
            <a:r>
              <a:t>https://github.com/zjuluowu/multisim/blob/6017003eff50c1bc8c5dfa72336a4bfe42e948b0/telephony_core_service/services/sim/src/radio_protocol_controller.cpp#L403</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[业务流程前后对照｜主卡切换与 Data｜资料、角色与对外完成]</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普通协议切换成功后，原代码先发主卡广播，再调用 SetDefaultCellularDataSlotId，最后结束本轮进度。初始迁移保留 Primary 到 Data 的联动和原返回处理，不能突然要求两者必须一起成功或一起回滚。Primary 与 Data 在 A 中是不同角色事实；O 按旧轨迹组织联动。以后是否解耦联动属于另一个明确的行为决策。</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保持：参数预写与有条件恢复、原重试节点、Primary → Data 联动；不承诺设备自动回滚。</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https://github.com/zjuluowu/multisim/blob/6017003eff50c1bc8c5dfa72336a4bfe42e948b0/telephony_core_service/services/sim/src/multi_sim_controller.cpp#L1483</a:t>
            </a:r>
          </a:p>
          <a:p xmlns:a="http://schemas.openxmlformats.org/drawingml/2006/main">
            <a:r>
              <a:t>https://github.com/zjuluowu/multisim/blob/6017003eff50c1bc8c5dfa72336a4bfe42e948b0/telephony_core_service/services/sim/src/multi_sim_controller.cpp#L1535</a:t>
            </a:r>
          </a:p>
          <a:p xmlns:a="http://schemas.openxmlformats.org/drawingml/2006/main">
            <a:r>
              <a:t>https://github.com/zjuluowu/multisim/blob/6017003eff50c1bc8c5dfa72336a4bfe42e948b0/telephony_core_service/services/sim/src/multi_sim_controller.cpp#L1546</a:t>
            </a:r>
          </a:p>
          <a:p xmlns:a="http://schemas.openxmlformats.org/drawingml/2006/main">
            <a:r>
              <a:t>https://github.com/zjuluowu/multisim/blob/6017003eff50c1bc8c5dfa72336a4bfe42e948b0/telephony_core_service/services/sim/src/multi_sim_controller.cpp#L1567</a:t>
            </a:r>
          </a:p>
          <a:p xmlns:a="http://schemas.openxmlformats.org/drawingml/2006/main">
            <a:r>
              <a:t>https://github.com/zjuluowu/multisim/blob/6017003eff50c1bc8c5dfa72336a4bfe42e948b0/telephony_core_service/services/sim/src/radio_protocol_controller.cpp#L403</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[业务流程前后对照｜主卡切换与 Data｜失败、迟到与恢复]</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失败时 ResumePrimaryCardInfo 只有在旧主卡参数非空且格式合法时才恢复参数，然后进入原重试节点。恢复参数不是已经把 Modem 切回去的证明。O 记录部分效果、控制唯一重试，R 核对真实设备和旧轮结果；成功、错误和重复阶段结果都只能消费本轮对应资格一次。该门控增强单列 G3c 验证。不能仅为了结构迁移就声称这些并发风险已经修复。</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保持：参数预写与有条件恢复、原重试节点、Primary → Data 联动；不承诺设备自动回滚。</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https://github.com/zjuluowu/multisim/blob/6017003eff50c1bc8c5dfa72336a4bfe42e948b0/telephony_core_service/services/sim/src/multi_sim_controller.cpp#L1483</a:t>
            </a:r>
          </a:p>
          <a:p xmlns:a="http://schemas.openxmlformats.org/drawingml/2006/main">
            <a:r>
              <a:t>https://github.com/zjuluowu/multisim/blob/6017003eff50c1bc8c5dfa72336a4bfe42e948b0/telephony_core_service/services/sim/src/multi_sim_controller.cpp#L1535</a:t>
            </a:r>
          </a:p>
          <a:p xmlns:a="http://schemas.openxmlformats.org/drawingml/2006/main">
            <a:r>
              <a:t>https://github.com/zjuluowu/multisim/blob/6017003eff50c1bc8c5dfa72336a4bfe42e948b0/telephony_core_service/services/sim/src/multi_sim_controller.cpp#L1546</a:t>
            </a:r>
          </a:p>
          <a:p xmlns:a="http://schemas.openxmlformats.org/drawingml/2006/main">
            <a:r>
              <a:t>https://github.com/zjuluowu/multisim/blob/6017003eff50c1bc8c5dfa72336a4bfe42e948b0/telephony_core_service/services/sim/src/multi_sim_controller.cpp#L1567</a:t>
            </a:r>
          </a:p>
          <a:p xmlns:a="http://schemas.openxmlformats.org/drawingml/2006/main">
            <a:r>
              <a:t>https://github.com/zjuluowu/multisim/blob/6017003eff50c1bc8c5dfa72336a4bfe42e948b0/telephony_core_service/services/sim/src/radio_protocol_controller.cpp#L403</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[业务流程前后对照｜Records 加载 / 换卡｜全流程概览]</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这条流程用来纠正一个常见误解：DDD 不要求所有事情经过账户服务、角色服务和操作服务。READY 或 Refresh 主要驱动生产文件加载，文件内容、卡型、计数与完成判定都应该继续留在 R。T 只在观察涉及身份或绑定时接纳相关事实。A 没有角色裁决就不参与；简单 EF 读取不需要制造一个长期 OperationAggregate。右侧灰色模块表示这个用例没有相关职责，不表示模块没有实现。</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保持：生产卡型 / EF 算法及 LOADED 出口；局部失效不清空全局，已发写卡仍需效果核对。</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https://github.com/zjuluowu/multisim/blob/6017003eff50c1bc8c5dfa72336a4bfe42e948b0/telephony_core_service/services/sim/src/sim_file_manager.cpp#L104</a:t>
            </a:r>
          </a:p>
          <a:p xmlns:a="http://schemas.openxmlformats.org/drawingml/2006/main">
            <a:r>
              <a:t>https://github.com/zjuluowu/multisim/blob/6017003eff50c1bc8c5dfa72336a4bfe42e948b0/telephony_core_service/services/sim/src/sim_file_manager.cpp#L808</a:t>
            </a:r>
          </a:p>
          <a:p xmlns:a="http://schemas.openxmlformats.org/drawingml/2006/main">
            <a:r>
              <a:t>https://github.com/zjuluowu/multisim/blob/6017003eff50c1bc8c5dfa72336a4bfe42e948b0/telephony_core_service/services/sim/src/sim_file.cpp#L177</a:t>
            </a:r>
          </a:p>
          <a:p xmlns:a="http://schemas.openxmlformats.org/drawingml/2006/main">
            <a:r>
              <a:t>https://github.com/zjuluowu/multisim/blob/6017003eff50c1bc8c5dfa72336a4bfe42e948b0/telephony_core_service/services/sim/src/sim_file.cpp#L197</a:t>
            </a:r>
          </a:p>
          <a:p xmlns:a="http://schemas.openxmlformats.org/drawingml/2006/main">
            <a:r>
              <a:t>https://github.com/zjuluowu/multisim/blob/6017003eff50c1bc8c5dfa72336a4bfe42e948b0/telephony_core_service/services/sim/src/sim_file.cpp#L226</a:t>
            </a:r>
          </a:p>
          <a:p xmlns:a="http://schemas.openxmlformats.org/drawingml/2006/main">
            <a:r>
              <a:t>https://github.com/zjuluowu/multisim/blob/6017003eff50c1bc8c5dfa72336a4bfe42e948b0/telephony_core_service/services/sim/src/sim_file.cpp#L244</a:t>
            </a:r>
          </a:p>
          <a:p xmlns:a="http://schemas.openxmlformats.org/drawingml/2006/main">
            <a:r>
              <a:t>https://github.com/zjuluowu/multisim/blob/6017003eff50c1bc8c5dfa72336a4bfe42e948b0/telephony_core_service/services/sim/src/sim_file.cpp#L270</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[业务流程前后对照｜Records 加载 / 换卡｜入口与兼容]</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旧 SimFileManager 注册卡状态与 Refresh 事件，再调用对应 File 对象；SimFile::ProcessIccReady 对支持的卡型触发 LoadSimFiles。目标依然由 R 的事件入口驱动，不绕到 C 再模拟一次公开调用。C 的职责是保持原查询、状态与通知出口。R 中的 SessionRegistry 接受经过证据确认的卡应用实例，不能把同一个 slot 上任何 READY 都当作同一轮。</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保持：生产卡型 / EF 算法及 LOADED 出口；局部失效不清空全局，已发写卡仍需效果核对。</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https://github.com/zjuluowu/multisim/blob/6017003eff50c1bc8c5dfa72336a4bfe42e948b0/telephony_core_service/services/sim/src/sim_file_manager.cpp#L104</a:t>
            </a:r>
          </a:p>
          <a:p xmlns:a="http://schemas.openxmlformats.org/drawingml/2006/main">
            <a:r>
              <a:t>https://github.com/zjuluowu/multisim/blob/6017003eff50c1bc8c5dfa72336a4bfe42e948b0/telephony_core_service/services/sim/src/sim_file_manager.cpp#L808</a:t>
            </a:r>
          </a:p>
          <a:p xmlns:a="http://schemas.openxmlformats.org/drawingml/2006/main">
            <a:r>
              <a:t>https://github.com/zjuluowu/multisim/blob/6017003eff50c1bc8c5dfa72336a4bfe42e948b0/telephony_core_service/services/sim/src/sim_file.cpp#L177</a:t>
            </a:r>
          </a:p>
          <a:p xmlns:a="http://schemas.openxmlformats.org/drawingml/2006/main">
            <a:r>
              <a:t>https://github.com/zjuluowu/multisim/blob/6017003eff50c1bc8c5dfa72336a4bfe42e948b0/telephony_core_service/services/sim/src/sim_file.cpp#L197</a:t>
            </a:r>
          </a:p>
          <a:p xmlns:a="http://schemas.openxmlformats.org/drawingml/2006/main">
            <a:r>
              <a:t>https://github.com/zjuluowu/multisim/blob/6017003eff50c1bc8c5dfa72336a4bfe42e948b0/telephony_core_service/services/sim/src/sim_file.cpp#L226</a:t>
            </a:r>
          </a:p>
          <a:p xmlns:a="http://schemas.openxmlformats.org/drawingml/2006/main">
            <a:r>
              <a:t>https://github.com/zjuluowu/multisim/blob/6017003eff50c1bc8c5dfa72336a4bfe42e948b0/telephony_core_service/services/sim/src/sim_file.cpp#L244</a:t>
            </a:r>
          </a:p>
          <a:p xmlns:a="http://schemas.openxmlformats.org/drawingml/2006/main">
            <a:r>
              <a:t>https://github.com/zjuluowu/multisim/blob/6017003eff50c1bc8c5dfa72336a4bfe42e948b0/telephony_core_service/services/sim/src/sim_file.cpp#L270</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[业务流程前后对照｜Records 加载 / 换卡｜目标、规则与发起关联]</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旧 ProcessIccRefresh 按文件选择重新加载，并且有卡型和多文件依赖。目标 LoadScope 只更新受影响的 EF 与依赖闭包，例如电话簿 PBR、ANR、IAP 的关联文件。SessionRef 标识应用运行实例，LoadToken 标识这个加载范围的某轮成员。两者与 T 的 bindingGeneration 不是同一个版本号。T 可独立接纳身份与绑定变化，不能由账户版本替代所有文件加载版本。</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保持：生产卡型 / EF 算法及 LOADED 出口；局部失效不清空全局，已发写卡仍需效果核对。</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https://github.com/zjuluowu/multisim/blob/6017003eff50c1bc8c5dfa72336a4bfe42e948b0/telephony_core_service/services/sim/src/sim_file_manager.cpp#L104</a:t>
            </a:r>
          </a:p>
          <a:p xmlns:a="http://schemas.openxmlformats.org/drawingml/2006/main">
            <a:r>
              <a:t>https://github.com/zjuluowu/multisim/blob/6017003eff50c1bc8c5dfa72336a4bfe42e948b0/telephony_core_service/services/sim/src/sim_file_manager.cpp#L808</a:t>
            </a:r>
          </a:p>
          <a:p xmlns:a="http://schemas.openxmlformats.org/drawingml/2006/main">
            <a:r>
              <a:t>https://github.com/zjuluowu/multisim/blob/6017003eff50c1bc8c5dfa72336a4bfe42e948b0/telephony_core_service/services/sim/src/sim_file.cpp#L177</a:t>
            </a:r>
          </a:p>
          <a:p xmlns:a="http://schemas.openxmlformats.org/drawingml/2006/main">
            <a:r>
              <a:t>https://github.com/zjuluowu/multisim/blob/6017003eff50c1bc8c5dfa72336a4bfe42e948b0/telephony_core_service/services/sim/src/sim_file.cpp#L197</a:t>
            </a:r>
          </a:p>
          <a:p xmlns:a="http://schemas.openxmlformats.org/drawingml/2006/main">
            <a:r>
              <a:t>https://github.com/zjuluowu/multisim/blob/6017003eff50c1bc8c5dfa72336a4bfe42e948b0/telephony_core_service/services/sim/src/sim_file.cpp#L226</a:t>
            </a:r>
          </a:p>
          <a:p xmlns:a="http://schemas.openxmlformats.org/drawingml/2006/main">
            <a:r>
              <a:t>https://github.com/zjuluowu/multisim/blob/6017003eff50c1bc8c5dfa72336a4bfe42e948b0/telephony_core_service/services/sim/src/sim_file.cpp#L244</a:t>
            </a:r>
          </a:p>
          <a:p xmlns:a="http://schemas.openxmlformats.org/drawingml/2006/main">
            <a:r>
              <a:t>https://github.com/zjuluowu/multisim/blob/6017003eff50c1bc8c5dfa72336a4bfe42e948b0/telephony_core_service/services/sim/src/sim_file.cpp#L270</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[业务流程前后对照｜Records 加载 / 换卡｜设备或文件执行]</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EF、APDU、文件解析和原 RIL serial 都继续复用。发起时保存请求属于哪个 Session、scope 和成员；收到时不能读取当前 generation，再把旧回包贴到新一轮上。局部 Refresh 不应让未受影响 scope 的合法响应全部失效，因此也不应采用一个设备级全局版本或一把大锁，把所有卡与所有流程一起阻塞。</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保持：生产卡型 / EF 算法及 LOADED 出口；局部失效不清空全局，已发写卡仍需效果核对。</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https://github.com/zjuluowu/multisim/blob/6017003eff50c1bc8c5dfa72336a4bfe42e948b0/telephony_core_service/services/sim/src/sim_file_manager.cpp#L104</a:t>
            </a:r>
          </a:p>
          <a:p xmlns:a="http://schemas.openxmlformats.org/drawingml/2006/main">
            <a:r>
              <a:t>https://github.com/zjuluowu/multisim/blob/6017003eff50c1bc8c5dfa72336a4bfe42e948b0/telephony_core_service/services/sim/src/sim_file_manager.cpp#L808</a:t>
            </a:r>
          </a:p>
          <a:p xmlns:a="http://schemas.openxmlformats.org/drawingml/2006/main">
            <a:r>
              <a:t>https://github.com/zjuluowu/multisim/blob/6017003eff50c1bc8c5dfa72336a4bfe42e948b0/telephony_core_service/services/sim/src/sim_file.cpp#L177</a:t>
            </a:r>
          </a:p>
          <a:p xmlns:a="http://schemas.openxmlformats.org/drawingml/2006/main">
            <a:r>
              <a:t>https://github.com/zjuluowu/multisim/blob/6017003eff50c1bc8c5dfa72336a4bfe42e948b0/telephony_core_service/services/sim/src/sim_file.cpp#L197</a:t>
            </a:r>
          </a:p>
          <a:p xmlns:a="http://schemas.openxmlformats.org/drawingml/2006/main">
            <a:r>
              <a:t>https://github.com/zjuluowu/multisim/blob/6017003eff50c1bc8c5dfa72336a4bfe42e948b0/telephony_core_service/services/sim/src/sim_file.cpp#L226</a:t>
            </a:r>
          </a:p>
          <a:p xmlns:a="http://schemas.openxmlformats.org/drawingml/2006/main">
            <a:r>
              <a:t>https://github.com/zjuluowu/multisim/blob/6017003eff50c1bc8c5dfa72336a4bfe42e948b0/telephony_core_service/services/sim/src/sim_file.cpp#L244</a:t>
            </a:r>
          </a:p>
          <a:p xmlns:a="http://schemas.openxmlformats.org/drawingml/2006/main">
            <a:r>
              <a:t>https://github.com/zjuluowu/multisim/blob/6017003eff50c1bc8c5dfa72336a4bfe42e948b0/telephony_core_service/services/sim/src/sim_file.cpp#L270</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[业务流程前后对照｜Records 加载 / 换卡｜结果归属与状态接纳]</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旧 SimFile::ProcessEvent 调用具体解析处理器，随后 ProcessFileLoaded 推进计数和加载状态。目标由 R 的相同 Owner 执行最终准入：先检查原会话、scope、成员状态及重复资格，再更新字段和完成状态。检查与资格消费、状态推进处于同一受控边界。不能先解析写当前缓存再判断是否过期，也不能仅把计数减到零当成全部文件成功。</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保持：生产卡型 / EF 算法及 LOADED 出口；局部失效不清空全局，已发写卡仍需效果核对。</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https://github.com/zjuluowu/multisim/blob/6017003eff50c1bc8c5dfa72336a4bfe42e948b0/telephony_core_service/services/sim/src/sim_file_manager.cpp#L104</a:t>
            </a:r>
          </a:p>
          <a:p xmlns:a="http://schemas.openxmlformats.org/drawingml/2006/main">
            <a:r>
              <a:t>https://github.com/zjuluowu/multisim/blob/6017003eff50c1bc8c5dfa72336a4bfe42e948b0/telephony_core_service/services/sim/src/sim_file_manager.cpp#L808</a:t>
            </a:r>
          </a:p>
          <a:p xmlns:a="http://schemas.openxmlformats.org/drawingml/2006/main">
            <a:r>
              <a:t>https://github.com/zjuluowu/multisim/blob/6017003eff50c1bc8c5dfa72336a4bfe42e948b0/telephony_core_service/services/sim/src/sim_file.cpp#L177</a:t>
            </a:r>
          </a:p>
          <a:p xmlns:a="http://schemas.openxmlformats.org/drawingml/2006/main">
            <a:r>
              <a:t>https://github.com/zjuluowu/multisim/blob/6017003eff50c1bc8c5dfa72336a4bfe42e948b0/telephony_core_service/services/sim/src/sim_file.cpp#L197</a:t>
            </a:r>
          </a:p>
          <a:p xmlns:a="http://schemas.openxmlformats.org/drawingml/2006/main">
            <a:r>
              <a:t>https://github.com/zjuluowu/multisim/blob/6017003eff50c1bc8c5dfa72336a4bfe42e948b0/telephony_core_service/services/sim/src/sim_file.cpp#L226</a:t>
            </a:r>
          </a:p>
          <a:p xmlns:a="http://schemas.openxmlformats.org/drawingml/2006/main">
            <a:r>
              <a:t>https://github.com/zjuluowu/multisim/blob/6017003eff50c1bc8c5dfa72336a4bfe42e948b0/telephony_core_service/services/sim/src/sim_file.cpp#L244</a:t>
            </a:r>
          </a:p>
          <a:p xmlns:a="http://schemas.openxmlformats.org/drawingml/2006/main">
            <a:r>
              <a:t>https://github.com/zjuluowu/multisim/blob/6017003eff50c1bc8c5dfa72336a4bfe42e948b0/telephony_core_service/services/sim/src/sim_file.cpp#L270</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[业务流程前后对照｜Records 加载 / 换卡｜资料、角色与对外完成]</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旧 OnAllFilesFetched 还包含映射期检查、UpdateLoaded、RECORDS_LOADED、Registry、公共事件和扩展 Hook；不同卡型和可选文件有各自规则。目标保留这些完成语义与输出节点，由 I 或兼容出口调用原服务。T 仅接纳需要的账户与绑定观察。卡存在、Records 完成、账户可见、Profile 启用和 Radio 或网络可用是不同就绪条件；一条 LOADED 不代表全部就绪。</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保持：生产卡型 / EF 算法及 LOADED 出口；局部失效不清空全局，已发写卡仍需效果核对。</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https://github.com/zjuluowu/multisim/blob/6017003eff50c1bc8c5dfa72336a4bfe42e948b0/telephony_core_service/services/sim/src/sim_file_manager.cpp#L104</a:t>
            </a:r>
          </a:p>
          <a:p xmlns:a="http://schemas.openxmlformats.org/drawingml/2006/main">
            <a:r>
              <a:t>https://github.com/zjuluowu/multisim/blob/6017003eff50c1bc8c5dfa72336a4bfe42e948b0/telephony_core_service/services/sim/src/sim_file_manager.cpp#L808</a:t>
            </a:r>
          </a:p>
          <a:p xmlns:a="http://schemas.openxmlformats.org/drawingml/2006/main">
            <a:r>
              <a:t>https://github.com/zjuluowu/multisim/blob/6017003eff50c1bc8c5dfa72336a4bfe42e948b0/telephony_core_service/services/sim/src/sim_file.cpp#L177</a:t>
            </a:r>
          </a:p>
          <a:p xmlns:a="http://schemas.openxmlformats.org/drawingml/2006/main">
            <a:r>
              <a:t>https://github.com/zjuluowu/multisim/blob/6017003eff50c1bc8c5dfa72336a4bfe42e948b0/telephony_core_service/services/sim/src/sim_file.cpp#L197</a:t>
            </a:r>
          </a:p>
          <a:p xmlns:a="http://schemas.openxmlformats.org/drawingml/2006/main">
            <a:r>
              <a:t>https://github.com/zjuluowu/multisim/blob/6017003eff50c1bc8c5dfa72336a4bfe42e948b0/telephony_core_service/services/sim/src/sim_file.cpp#L226</a:t>
            </a:r>
          </a:p>
          <a:p xmlns:a="http://schemas.openxmlformats.org/drawingml/2006/main">
            <a:r>
              <a:t>https://github.com/zjuluowu/multisim/blob/6017003eff50c1bc8c5dfa72336a4bfe42e948b0/telephony_core_service/services/sim/src/sim_file.cpp#L244</a:t>
            </a:r>
          </a:p>
          <a:p xmlns:a="http://schemas.openxmlformats.org/drawingml/2006/main">
            <a:r>
              <a:t>https://github.com/zjuluowu/multisim/blob/6017003eff50c1bc8c5dfa72336a4bfe42e948b0/telephony_core_service/services/sim/src/sim_file.cpp#L270</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[业务流程前后对照｜Records 加载 / 换卡｜失败、迟到与恢复]</a:t>
            </a:r>
          </a:p>
          <a:p xmlns:a="http://schemas.openxmlformats.org/drawingml/2006/main">
            <a:r>
              <a:t/>
            </a:r>
          </a:p>
          <a:p xmlns:a="http://schemas.openxmlformats.org/drawingml/2006/main">
            <a:r>
              <a:t>【演示操作】</a:t>
            </a:r>
          </a:p>
          <a:p xmlns:a="http://schemas.openxmlformats.org/drawingml/2006/main">
            <a:r>
              <a:t>本组是正文第10页的可点击演示。先点上方业务名称，再点阶段；“上一步／下一步”只推进当前业务，“原概念图”返回正文第9页，“继续正文”进入后续运行调用与源码依赖。仅第一条业务的概览作为正文页，其他状态是隐藏页。蓝色表示当前步骤参与的模块与调用，灰色表示本步未参与，异常页用橙色提示核对。左右是同一业务阶段，不是两条不同需求。</a:t>
            </a:r>
          </a:p>
          <a:p xmlns:a="http://schemas.openxmlformats.org/drawingml/2006/main">
            <a:r>
              <a:t/>
            </a:r>
          </a:p>
          <a:p xmlns:a="http://schemas.openxmlformats.org/drawingml/2006/main">
            <a:r>
              <a:t>【可直接朗读】</a:t>
            </a:r>
          </a:p>
          <a:p xmlns:a="http://schemas.openxmlformats.org/drawingml/2006/main">
            <a:r>
              <a:t>让一条旧 EF 读取在换卡之后到达，目标 R 拒绝它写入新卡状态；局部 Refresh 仅撤销受影响范围，另一个有效 scope 仍可完成。旧代码已有过滤和请求关联，保护是否覆盖所有分支要通过受控交错验证，本页不声称已经复现某个缺陷。对于已经发出的写卡命令，token 失效只撤销写入当前视图的资格，不会取消硬件动作；R 和需要该步骤的 O 仍需保留原关联核对效果。移除卡也不自动证明共享 Modem 空闲。</a:t>
            </a:r>
          </a:p>
          <a:p xmlns:a="http://schemas.openxmlformats.org/drawingml/2006/main">
            <a:r>
              <a:t/>
            </a:r>
          </a:p>
          <a:p xmlns:a="http://schemas.openxmlformats.org/drawingml/2006/main">
            <a:r>
              <a:t>【图中如何读分层】</a:t>
            </a:r>
          </a:p>
          <a:p xmlns:a="http://schemas.openxmlformats.org/drawingml/2006/main">
            <a:r>
              <a:t>左侧框是真实旧模块的协作示意，省略透传函数与中间调用栈；编号对应同一业务阶段，不是源码依赖方向。右侧为目标方案，并非仓库已实现：C 保持旧契约；O、T、A 的 Service 属于 Application；其下三个小框仅表示纯 Domain 规则、值对象或状态；Application 分别调用 Domain、R 和 I，绝不经 Domain 串接硬件或数据库。R 是完整生产卡运行支撑，I 是具体存储、参数、Hook 和输出适配。H 负责装配、注入及生命周期，不是业务跳转站。图中的内部调用名称是职责示意，不构成新的公开 API。</a:t>
            </a:r>
          </a:p>
          <a:p xmlns:a="http://schemas.openxmlformats.org/drawingml/2006/main">
            <a:r>
              <a:t/>
            </a:r>
          </a:p>
          <a:p xmlns:a="http://schemas.openxmlformats.org/drawingml/2006/main">
            <a:r>
              <a:t>【兼容及迁移边界】</a:t>
            </a:r>
          </a:p>
          <a:p xmlns:a="http://schemas.openxmlformats.org/drawingml/2006/main">
            <a:r>
              <a:t>保持：生产卡型 / EF 算法及 LOADED 出口；局部失效不清空全局，已发写卡仍需效果核对。</a:t>
            </a:r>
          </a:p>
          <a:p xmlns:a="http://schemas.openxmlformats.org/drawingml/2006/main">
            <a:r>
              <a:t>slotId 继续存在于旧接口、设备路由和生产 Runtime；变化是把账户、绑定、运行实例和单次请求的职责分开，不再让 slot 代替所有业务身份。旧 RIL serial、Radio session 等关联应复用。结构迁移 G2 先保留原目标解析点、读源、分支、通知和错误；固定发起关联、拒绝陈旧结果及统一成功／错误准入的增强属于 G3，需要单独评审和交错验证。图中异常仅用于设计与验收说明，不宣称本次已完成代码改造或复现故障。</a:t>
            </a:r>
          </a:p>
          <a:p xmlns:a="http://schemas.openxmlformats.org/drawingml/2006/main">
            <a:r>
              <a:t/>
            </a:r>
          </a:p>
          <a:p xmlns:a="http://schemas.openxmlformats.org/drawingml/2006/main">
            <a:r>
              <a:t>【本步讨论】</a:t>
            </a:r>
          </a:p>
          <a:p xmlns:a="http://schemas.openxmlformats.org/drawingml/2006/main">
            <a:r>
              <a:t>请同事指出左侧这一阶段还存在的卡型、Hook 或产品分支；把它归入右侧明确的 Owner，说明输入、状态写权、结果与原出口。不能只改类名而把 DB、RIL 调用仍混在纯模型内。</a:t>
            </a:r>
          </a:p>
          <a:p xmlns:a="http://schemas.openxmlformats.org/drawingml/2006/main">
            <a:r>
              <a:t/>
            </a:r>
          </a:p>
          <a:p xmlns:a="http://schemas.openxmlformats.org/drawingml/2006/main">
            <a:r>
              <a:t>【依据】</a:t>
            </a:r>
          </a:p>
          <a:p xmlns:a="http://schemas.openxmlformats.org/drawingml/2006/main">
            <a:r>
              <a:t>目标依据：SIM_Target_Architecture_Design_v1.2.md，本地修订日期2026-10-26，§6 分层、§9.3 兼容轨迹、§10 会话与加载、§11 最终准入、§16 分阶段迁移。</a:t>
            </a:r>
          </a:p>
          <a:p xmlns:a="http://schemas.openxmlformats.org/drawingml/2006/main">
            <a:r>
              <a:t>源码基线：6017003eff50c1bc8c5dfa72336a4bfe42e948b0。</a:t>
            </a:r>
          </a:p>
          <a:p xmlns:a="http://schemas.openxmlformats.org/drawingml/2006/main">
            <a:r>
              <a:t>https://github.com/zjuluowu/multisim/blob/6017003eff50c1bc8c5dfa72336a4bfe42e948b0/telephony_core_service/services/sim/src/sim_file_manager.cpp#L104</a:t>
            </a:r>
          </a:p>
          <a:p xmlns:a="http://schemas.openxmlformats.org/drawingml/2006/main">
            <a:r>
              <a:t>https://github.com/zjuluowu/multisim/blob/6017003eff50c1bc8c5dfa72336a4bfe42e948b0/telephony_core_service/services/sim/src/sim_file_manager.cpp#L808</a:t>
            </a:r>
          </a:p>
          <a:p xmlns:a="http://schemas.openxmlformats.org/drawingml/2006/main">
            <a:r>
              <a:t>https://github.com/zjuluowu/multisim/blob/6017003eff50c1bc8c5dfa72336a4bfe42e948b0/telephony_core_service/services/sim/src/sim_file.cpp#L177</a:t>
            </a:r>
          </a:p>
          <a:p xmlns:a="http://schemas.openxmlformats.org/drawingml/2006/main">
            <a:r>
              <a:t>https://github.com/zjuluowu/multisim/blob/6017003eff50c1bc8c5dfa72336a4bfe42e948b0/telephony_core_service/services/sim/src/sim_file.cpp#L197</a:t>
            </a:r>
          </a:p>
          <a:p xmlns:a="http://schemas.openxmlformats.org/drawingml/2006/main">
            <a:r>
              <a:t>https://github.com/zjuluowu/multisim/blob/6017003eff50c1bc8c5dfa72336a4bfe42e948b0/telephony_core_service/services/sim/src/sim_file.cpp#L226</a:t>
            </a:r>
          </a:p>
          <a:p xmlns:a="http://schemas.openxmlformats.org/drawingml/2006/main">
            <a:r>
              <a:t>https://github.com/zjuluowu/multisim/blob/6017003eff50c1bc8c5dfa72336a4bfe42e948b0/telephony_core_service/services/sim/src/sim_file.cpp#L244</a:t>
            </a:r>
          </a:p>
          <a:p xmlns:a="http://schemas.openxmlformats.org/drawingml/2006/main">
            <a:r>
              <a:t>https://github.com/zjuluowu/multisim/blob/6017003eff50c1bc8c5dfa72336a4bfe42e948b0/telephony_core_service/services/sim/src/sim_file.cpp#L270</a:t>
            </a:r>
          </a:p>
          <a:p xmlns:a="http://schemas.openxmlformats.org/drawingml/2006/main">
            <a:r>
              <a:t>本页左侧为源码现状归纳，右侧为目标职责设计，新的作用域门控与恢复能力需要实现及验证。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第11页｜运行调用与源码依赖是两种方向</a:t>
            </a:r>
          </a:p>
          <a:p xmlns:a="http://schemas.openxmlformats.org/drawingml/2006/main">
            <a:r>
              <a:t>建议主讲时间：约6分钟，锁、重入与冲突写排序可作为深入备讲</a:t>
            </a:r>
          </a:p>
          <a:p xmlns:a="http://schemas.openxmlformats.org/drawingml/2006/main">
            <a:r>
              <a:t/>
            </a:r>
          </a:p>
          <a:p xmlns:a="http://schemas.openxmlformats.org/drawingml/2006/main">
            <a:r>
              <a:t>【本页目标】</a:t>
            </a:r>
          </a:p>
          <a:p xmlns:a="http://schemas.openxmlformats.org/drawingml/2006/main">
            <a:r>
              <a:t>讲清依赖倒置、端口与注入为什么能隔离平台变化，以及锁外执行仍需保护哪些顺序。</a:t>
            </a:r>
          </a:p>
          <a:p xmlns:a="http://schemas.openxmlformats.org/drawingml/2006/main">
            <a:r>
              <a:t/>
            </a:r>
          </a:p>
          <a:p xmlns:a="http://schemas.openxmlformats.org/drawingml/2006/main">
            <a:r>
              <a:t>【主讲稿｜可直接讲述】</a:t>
            </a:r>
          </a:p>
          <a:p xmlns:a="http://schemas.openxmlformats.org/drawingml/2006/main">
            <a:r>
              <a:t>这一页的两个箭头回答不同问题。左侧看运行：应用要执行一次卡动作或存储访问，就调用一个端口，实际由 R/I 完成。结果返回后进入应用接纳入口，重新核对原目标、步骤和有效性。</a:t>
            </a:r>
          </a:p>
          <a:p xmlns:a="http://schemas.openxmlformats.org/drawingml/2006/main">
            <a:r>
              <a:t/>
            </a:r>
          </a:p>
          <a:p xmlns:a="http://schemas.openxmlformats.org/drawingml/2006/main">
            <a:r>
              <a:t>右侧看源码：编译应用时，它需要知道哪份接口声明。若应用直接包含具体 SimRdbHelper 或某个设备实现的头文件，平台类的类型和变化就会进入应用。目标由应用定义自己需要的能力，具体实现引用并实现这份端口。源码依赖从实现侧指向内层契约，运行时仍能由应用调用实现对象。</a:t>
            </a:r>
          </a:p>
          <a:p xmlns:a="http://schemas.openxmlformats.org/drawingml/2006/main">
            <a:r>
              <a:t/>
            </a:r>
          </a:p>
          <a:p xmlns:a="http://schemas.openxmlformats.org/drawingml/2006/main">
            <a:r>
              <a:t>可以用账户资料更新举例。应用只需表达“按已确认账户更新这些字段，并获得约定结果”，不需要知道 DataShare 游标、URI 连接和底层返回结构。I 把这一要求映射到现有提供方。今后技术实现变化，优先影响 I；如果业务本身改变了字段、原子范围或错误含义，则仍要评审应用和契约，接口不能屏蔽所有变化。</a:t>
            </a:r>
          </a:p>
          <a:p xmlns:a="http://schemas.openxmlformats.org/drawingml/2006/main">
            <a:r>
              <a:t/>
            </a:r>
          </a:p>
          <a:p xmlns:a="http://schemas.openxmlformats.org/drawingml/2006/main">
            <a:r>
              <a:t>依赖注入就是 H 在装配时创建具体实现，再通过构造或明确初始化入口交给应用。应用不再到宿主全局单例里寻找具体对象。这样测试可以替换正式外部提供方，生产仍使用真实实现；对象由谁创建、能活多久，也有明确位置说明。</a:t>
            </a:r>
          </a:p>
          <a:p xmlns:a="http://schemas.openxmlformats.org/drawingml/2006/main">
            <a:r>
              <a:t/>
            </a:r>
          </a:p>
          <a:p xmlns:a="http://schemas.openxmlformats.org/drawingml/2006/main">
            <a:r>
              <a:t>接着讲底部的锁规则。内部锁用于保护短时状态转换，外部 DataShare、设备、IPC、Hook 和回调放在锁外执行。外部调用可能耗时，也可能反向调用 Core。若持锁调用它，对方回查又等待同一把锁，就可能形成等待闭环。</a:t>
            </a:r>
          </a:p>
          <a:p xmlns:a="http://schemas.openxmlformats.org/drawingml/2006/main">
            <a:r>
              <a:t/>
            </a:r>
          </a:p>
          <a:p xmlns:a="http://schemas.openxmlformats.org/drawingml/2006/main">
            <a:r>
              <a:t>释放锁以后仍要保留执行资格和关联。应用登记原目标及本步骤，锁外执行，结果回到同一受控域复核并接纳。对同字段的冲突写，还必须覆盖整个外部写入顺序，不能让 W1、W2 同时发出，最后仅丢弃 W1 的内存结果，因为数据库仍可能被迟到的 W1 覆盖。</a:t>
            </a:r>
          </a:p>
          <a:p xmlns:a="http://schemas.openxmlformats.org/drawingml/2006/main">
            <a:r>
              <a:t/>
            </a:r>
          </a:p>
          <a:p xmlns:a="http://schemas.openxmlformats.org/drawingml/2006/main">
            <a:r>
              <a:t>因此，锁外 I/O、端口抽象和受控提交要一起设计。端口控制源码依赖，注入控制实现装配，执行资格与结果准入控制并发顺序。下一页回到旧 Controller，看这些原则怎样安排到具体功能。</a:t>
            </a:r>
          </a:p>
          <a:p xmlns:a="http://schemas.openxmlformats.org/drawingml/2006/main">
            <a:r>
              <a:t/>
            </a:r>
          </a:p>
          <a:p xmlns:a="http://schemas.openxmlformats.org/drawingml/2006/main">
            <a:r>
              <a:t>【技术背景与原理｜备讲】</a:t>
            </a:r>
          </a:p>
          <a:p xmlns:a="http://schemas.openxmlformats.org/drawingml/2006/main">
            <a:r>
              <a:t>依赖倒置关注业务规则与技术细节之间的源码关系：稳定业务不直接依赖易变的具体实现，协作双方通过合适抽象连接。端口是应用需要的契约，Adapter 是把该契约映射到现有能力的实现。端口不必变成公共 InnerKit、IPC 或新 ABI，首期可以是模块私有接口。</a:t>
            </a:r>
          </a:p>
          <a:p xmlns:a="http://schemas.openxmlformats.org/drawingml/2006/main">
            <a:r>
              <a:t/>
            </a:r>
          </a:p>
          <a:p xmlns:a="http://schemas.openxmlformats.org/drawingml/2006/main">
            <a:r>
              <a:t>接口只应描述调用者真正需要的语义。若把 DataShare 的全部类型和每个方法原样复制进接口，调用者仍要理解同样的技术细节，隔离收益有限。若过度简化成一个 success，又可能丢失部分失败、重入和资源寿命。因此错误、所有权、同步/异步、完成点也属于契约。</a:t>
            </a:r>
          </a:p>
          <a:p xmlns:a="http://schemas.openxmlformats.org/drawingml/2006/main">
            <a:r>
              <a:t/>
            </a:r>
          </a:p>
          <a:p xmlns:a="http://schemas.openxmlformats.org/drawingml/2006/main">
            <a:r>
              <a:t>逻辑执行资格与持有线程锁不同。可以在短锁内为某个目标/字段登记“有本步骤在途”，随后释放锁执行 I/O。后继冲突写按协议等待或返回该方法已有错误；只读或不相交字段可以按原契约继续。若结束状态未知，相关资格转交核对责任方，不因调用者超时就盲发下一冲突步骤。</a:t>
            </a:r>
          </a:p>
          <a:p xmlns:a="http://schemas.openxmlformats.org/drawingml/2006/main">
            <a:r>
              <a:t/>
            </a:r>
          </a:p>
          <a:p xmlns:a="http://schemas.openxmlformats.org/drawingml/2006/main">
            <a:r>
              <a:t>锁外调用本身不能消除所有重入死锁。provider 若同步反查 Core，而 Core 查询又同步访问同一不可重入 provider，仍可能闭环。还要确认服务重入能力、执行队列依赖，以及原方法允许的排队或失败出口。不能为绕开闭环，把原 DataShare 查询静默替换为缓存，也不能全局新增错误码。</a:t>
            </a:r>
          </a:p>
          <a:p xmlns:a="http://schemas.openxmlformats.org/drawingml/2006/main">
            <a:r>
              <a:t/>
            </a:r>
          </a:p>
          <a:p xmlns:a="http://schemas.openxmlformats.org/drawingml/2006/main">
            <a:r>
              <a:t>同一受限队列上若执行器同步等回调，而回调又必须占用这个执行器，可能出现调度饥饿或死锁。应按真实线程和队列模型设计。新增共享同步使用仓库要求的 FFRT 原语，但某种锁或线程池名称不会自动保证顺序与公平。</a:t>
            </a:r>
          </a:p>
          <a:p xmlns:a="http://schemas.openxmlformats.org/drawingml/2006/main">
            <a:r>
              <a:t/>
            </a:r>
          </a:p>
          <a:p xmlns:a="http://schemas.openxmlformats.org/drawingml/2006/main">
            <a:r>
              <a:t>I/O 指与存储、设备或外部服务的数据交互。它的耗时和回调不受当前模型完全控制。FFRT 是仓库采用的并发任务与同步设施；换成其 mutex 并不会改变必须保护哪些状态、哪些调用能重入的业务分析。依赖注入也不要求引入框架：构造函数显式接收一个端口实现，就可以完成注入。</a:t>
            </a:r>
          </a:p>
          <a:p xmlns:a="http://schemas.openxmlformats.org/drawingml/2006/main">
            <a:r>
              <a:t/>
            </a:r>
          </a:p>
          <a:p xmlns:a="http://schemas.openxmlformats.org/drawingml/2006/main">
            <a:r>
              <a:t>【常见追问】</a:t>
            </a:r>
          </a:p>
          <a:p xmlns:a="http://schemas.openxmlformats.org/drawingml/2006/main">
            <a:r>
              <a:t>问：运行调用向外，源码依赖向内，是否矛盾？</a:t>
            </a:r>
          </a:p>
          <a:p xmlns:a="http://schemas.openxmlformats.org/drawingml/2006/main">
            <a:r>
              <a:t>答：不矛盾。应用编译时只认识端口声明，运行时通过已注入对象的实现执行。C++ 虚接口或其他明确回调契约都可以实现这种关系，具体机制按现有构建与 ABI 约束选择。</a:t>
            </a:r>
          </a:p>
          <a:p xmlns:a="http://schemas.openxmlformats.org/drawingml/2006/main">
            <a:r>
              <a:t/>
            </a:r>
          </a:p>
          <a:p xmlns:a="http://schemas.openxmlformats.org/drawingml/2006/main">
            <a:r>
              <a:t>问：现有 CoreManagerInner 是否要整体删除？</a:t>
            </a:r>
          </a:p>
          <a:p xmlns:a="http://schemas.openxmlformats.org/drawingml/2006/main">
            <a:r>
              <a:t>答：消费侧门面继续保持。内部对宿主具体能力的依赖可改为私有 HostPorts 注入，逐项切开具体依赖，不能同时改变调用者契约或增加空指针时自动转 IPC 的回退。</a:t>
            </a:r>
          </a:p>
          <a:p xmlns:a="http://schemas.openxmlformats.org/drawingml/2006/main">
            <a:r>
              <a:t/>
            </a:r>
          </a:p>
          <a:p xmlns:a="http://schemas.openxmlformats.org/drawingml/2006/main">
            <a:r>
              <a:t>【讲图提示与衔接】</a:t>
            </a:r>
          </a:p>
          <a:p xmlns:a="http://schemas.openxmlformats.org/drawingml/2006/main">
            <a:r>
              <a:t>先明确左图是“执行时谁调用谁”，右图是“代码需要哪份声明”。讲完端口和注入后，再展开锁外 I/O，避免听众把三个问题混在一起。</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§5.2～§5.4、§6.1、§9.2、§14。现状代码事实沿用该文档固定基线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第12页｜功能迁移一：Controller 按业务职责拆分</a:t>
            </a:r>
          </a:p>
          <a:p xmlns:a="http://schemas.openxmlformats.org/drawingml/2006/main">
            <a:r>
              <a:t>建议主讲时间：约5分钟，部分失败轨迹可作为深入备讲</a:t>
            </a:r>
          </a:p>
          <a:p xmlns:a="http://schemas.openxmlformats.org/drawingml/2006/main">
            <a:r>
              <a:t/>
            </a:r>
          </a:p>
          <a:p xmlns:a="http://schemas.openxmlformats.org/drawingml/2006/main">
            <a:r>
              <a:t>【本页目标】</a:t>
            </a:r>
          </a:p>
          <a:p xmlns:a="http://schemas.openxmlformats.org/drawingml/2006/main">
            <a:r>
              <a:t>把分层原则落到开发熟悉的功能和写入点，解释为何必须按功能、字段及全部来源交接。</a:t>
            </a:r>
          </a:p>
          <a:p xmlns:a="http://schemas.openxmlformats.org/drawingml/2006/main">
            <a:r>
              <a:t/>
            </a:r>
          </a:p>
          <a:p xmlns:a="http://schemas.openxmlformats.org/drawingml/2006/main">
            <a:r>
              <a:t>【主讲稿｜可直接讲述】</a:t>
            </a:r>
          </a:p>
          <a:p xmlns:a="http://schemas.openxmlformats.org/drawingml/2006/main">
            <a:r>
              <a:t>这张表从旧类出发找新责任。同一个 MultiSimController 出现多次，是因为它目前承担的内容需要分别处理，不能整体搬进一个新的领域服务。</a:t>
            </a:r>
          </a:p>
          <a:p xmlns:a="http://schemas.openxmlformats.org/drawingml/2006/main">
            <a:r>
              <a:t/>
            </a:r>
          </a:p>
          <a:p xmlns:a="http://schemas.openxmlformats.org/drawingml/2006/main">
            <a:r>
              <a:t>第一行是账户、ICCID、身份发现和缓存。这部分进入 T 的账户与绑定接纳入口，由 I 使用原 DataShare。沿用 simId 分配和当前/历史账户契约。迁移时还要找出初始化、数据库重载、排序、探测刷新等所有旧写点。只把一个正常入口改成调用 TopologyService，而旧重载仍整块赋值，状态就还有两个维护者。</a:t>
            </a:r>
          </a:p>
          <a:p xmlns:a="http://schemas.openxmlformats.org/drawingml/2006/main">
            <a:r>
              <a:t/>
            </a:r>
          </a:p>
          <a:p xmlns:a="http://schemas.openxmlformats.org/drawingml/2006/main">
            <a:r>
              <a:t>第二行是 Voice、SMS、Data 和 Primary，归 A 的角色与资源规则。A 要知道哪些账户有资格，以及不同默认角色原来怎样回退。多步骤设备动作由 O 协调，不能把“选了谁”“写了哪个参数”和“硬件实际怎样分配”混在一起。原 Primary 与 Data 联动仍然保留。</a:t>
            </a:r>
          </a:p>
          <a:p xmlns:a="http://schemas.openxmlformats.org/drawingml/2006/main">
            <a:r>
              <a:t/>
            </a:r>
          </a:p>
          <a:p xmlns:a="http://schemas.openxmlformats.org/drawingml/2006/main">
            <a:r>
              <a:t>第三行是激活和协议切换，它需要几个责任协作。T/A 给出有关资格和计划，O 保存步骤与效果，R 经原协议执行，T/A 在对应节点接纳自己的事实。这里的重点是一个设备步骤只有一个实际执行方，同一层级只有一个业务重试负责人。</a:t>
            </a:r>
          </a:p>
          <a:p xmlns:a="http://schemas.openxmlformats.org/drawingml/2006/main">
            <a:r>
              <a:t/>
            </a:r>
          </a:p>
          <a:p xmlns:a="http://schemas.openxmlformats.org/drawingml/2006/main">
            <a:r>
              <a:t>以普通非 force 激活为例，现有路径在 RIL 成功后，会先改缓存并调用 UpdateSubState，再更新 DB。DB 失败可以留下已变化的缓存，最后的账户和 active 通知又有整体成功条件。目标不能把这些步骤合成“最后一次提交前都不可见”，也不能在 DB 失败后假装设备和缓存都没变。force、卫星等分支另有原规则，要分别核对。</a:t>
            </a:r>
          </a:p>
          <a:p xmlns:a="http://schemas.openxmlformats.org/drawingml/2006/main">
            <a:r>
              <a:t/>
            </a:r>
          </a:p>
          <a:p xmlns:a="http://schemas.openxmlformats.org/drawingml/2006/main">
            <a:r>
              <a:t>后两行是 SimManager 与 Monitor。SimManager 的入口、装配、槽配置和卡运行分别交给 C、H/应用、配置入口和 R。Monitor 的监听属于技术接入，账户恢复属于应用用例，对外回调属于兼容输出。逐项承接后，旧组件可以先做过渡委托，再撤销原写权。</a:t>
            </a:r>
          </a:p>
          <a:p xmlns:a="http://schemas.openxmlformats.org/drawingml/2006/main">
            <a:r>
              <a:t/>
            </a:r>
          </a:p>
          <a:p xmlns:a="http://schemas.openxmlformats.org/drawingml/2006/main">
            <a:r>
              <a:t>这张表可以直接变成开发任务：选一个字段或步骤，列出全部旧入口，明确新接纳方法和临时委托，保护失败与通知轨迹，验证通过后删除旁路。迁移的完成证据，应当是同一事实不再被旧代码任意修改。</a:t>
            </a:r>
          </a:p>
          <a:p xmlns:a="http://schemas.openxmlformats.org/drawingml/2006/main">
            <a:r>
              <a:t/>
            </a:r>
          </a:p>
          <a:p xmlns:a="http://schemas.openxmlformats.org/drawingml/2006/main">
            <a:r>
              <a:t>【技术背景与原理｜备讲】</a:t>
            </a:r>
          </a:p>
          <a:p xmlns:a="http://schemas.openxmlformats.org/drawingml/2006/main">
            <a:r>
              <a:t>领域写权、存储执行和物理数据行不是同一个边界。旧账户行可能混合 T 的资料与 A 的角色，I 只能执行所属 Owner 的字段计划。建账时涉及默认角色，T 应请求 A 的既有规则生成角色片段；数据库重载也分别交给 T/A，不能整行覆盖另一维护者刚接受的新值。</a:t>
            </a:r>
          </a:p>
          <a:p xmlns:a="http://schemas.openxmlformats.org/drawingml/2006/main">
            <a:r>
              <a:t/>
            </a:r>
          </a:p>
          <a:p xmlns:a="http://schemas.openxmlformats.org/drawingml/2006/main">
            <a:r>
              <a:t>广播失败是一个典型部分失败。默认角色路径可能先改 provider 和缓存，再发布事件，发布失败返回错误时角色已改变。C 需要保留该错误，A 需要保留已发生事实。增加“所有失败一律回滚”的包装会改变业务观察。</a:t>
            </a:r>
          </a:p>
          <a:p xmlns:a="http://schemas.openxmlformats.org/drawingml/2006/main">
            <a:r>
              <a:t/>
            </a:r>
          </a:p>
          <a:p xmlns:a="http://schemas.openxmlformats.org/drawingml/2006/main">
            <a:r>
              <a:t>Primary 还有预写参数与 last 值、切协议、按条件恢复、安排重试以及成功后联动 Data 等步骤。旧参数为空或无效时，恢复分支未必能完整执行；参数恢复也不能证明设备协议已经回滚。目标用不同事实字段表达，避免一个 success 掩盖差异。</a:t>
            </a:r>
          </a:p>
          <a:p xmlns:a="http://schemas.openxmlformats.org/drawingml/2006/main">
            <a:r>
              <a:t/>
            </a:r>
          </a:p>
          <a:p xmlns:a="http://schemas.openxmlformats.org/drawingml/2006/main">
            <a:r>
              <a:t>写权单元 WU-01～09 用来枚举所有来源，不是另立一套功能。功能清单回答“能力迁到哪里”，写权清单回答“哪些实际写点必须一起交接”。尚未整体迁到 O 的旧激活流程，也必须在 T 接管字段时改成受控委托。</a:t>
            </a:r>
          </a:p>
          <a:p xmlns:a="http://schemas.openxmlformats.org/drawingml/2006/main">
            <a:r>
              <a:t/>
            </a:r>
          </a:p>
          <a:p xmlns:a="http://schemas.openxmlformats.org/drawingml/2006/main">
            <a:r>
              <a:t>业务重试与底层协议分片/传输机制有不同层级。O 接管本地用例时，关闭旧 Controller 对同一步骤的重复发令分支；R 原协议必要的传输机制仍要保留并登记，不能全局删除或再重复一份。</a:t>
            </a:r>
          </a:p>
          <a:p xmlns:a="http://schemas.openxmlformats.org/drawingml/2006/main">
            <a:r>
              <a:t/>
            </a:r>
          </a:p>
          <a:p xmlns:a="http://schemas.openxmlformats.org/drawingml/2006/main">
            <a:r>
              <a:t>【常见追问】</a:t>
            </a:r>
          </a:p>
          <a:p xmlns:a="http://schemas.openxmlformats.org/drawingml/2006/main">
            <a:r>
              <a:t>问：能否把原类保留为 Adapter，一次性迁移完成？</a:t>
            </a:r>
          </a:p>
          <a:p xmlns:a="http://schemas.openxmlformats.org/drawingml/2006/main">
            <a:r>
              <a:t>答：可以保留过渡桥，但要检查桥里面是否仍有独立规则、可写缓存和恢复状态机。桥只转交明确职责时才形成交接，不能凭新名称认定写权已经唯一。</a:t>
            </a:r>
          </a:p>
          <a:p xmlns:a="http://schemas.openxmlformats.org/drawingml/2006/main">
            <a:r>
              <a:t/>
            </a:r>
          </a:p>
          <a:p xmlns:a="http://schemas.openxmlformats.org/drawingml/2006/main">
            <a:r>
              <a:t>问：新旧逻辑能否同时运行对比？</a:t>
            </a:r>
          </a:p>
          <a:p xmlns:a="http://schemas.openxmlformats.org/drawingml/2006/main">
            <a:r>
              <a:t>答：只读规则可做无副作用比较。设备命令、DB、参数和 Hook 只能由一套活动路径执行，完整新旧行为比较应分开构建和运行。</a:t>
            </a:r>
          </a:p>
          <a:p xmlns:a="http://schemas.openxmlformats.org/drawingml/2006/main">
            <a:r>
              <a:t/>
            </a:r>
          </a:p>
          <a:p xmlns:a="http://schemas.openxmlformats.org/drawingml/2006/main">
            <a:r>
              <a:t>【讲图提示与衔接】</a:t>
            </a:r>
          </a:p>
          <a:p xmlns:a="http://schemas.openxmlformats.org/drawingml/2006/main">
            <a:r>
              <a:t>沿前三行讲 T、A、O 的不同责任，再讲后两行的入口与监听。下一页说明不属于这三个简化流程的完整卡运行能力怎样保留。</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§6.2～§6.3、§9、§12～§13。现状代码事实沿用该文档固定基线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第13页｜功能迁移二：卡运行复用，外围能力通过端口适配</a:t>
            </a:r>
          </a:p>
          <a:p xmlns:a="http://schemas.openxmlformats.org/drawingml/2006/main">
            <a:r>
              <a:t>建议主讲时间：约5分钟，卡文件和资源细节按听众需要展开</a:t>
            </a:r>
          </a:p>
          <a:p xmlns:a="http://schemas.openxmlformats.org/drawingml/2006/main">
            <a:r>
              <a:t/>
            </a:r>
          </a:p>
          <a:p xmlns:a="http://schemas.openxmlformats.org/drawingml/2006/main">
            <a:r>
              <a:t>【本页目标】</a:t>
            </a:r>
          </a:p>
          <a:p xmlns:a="http://schemas.openxmlformats.org/drawingml/2006/main">
            <a:r>
              <a:t>解释 R 为什么需要保留完整生产逻辑，以及“复用”怎样与状态和资源治理配合。</a:t>
            </a:r>
          </a:p>
          <a:p xmlns:a="http://schemas.openxmlformats.org/drawingml/2006/main">
            <a:r>
              <a:t/>
            </a:r>
          </a:p>
          <a:p xmlns:a="http://schemas.openxmlformats.org/drawingml/2006/main">
            <a:r>
              <a:t>【主讲稿｜可直接讲述】</a:t>
            </a:r>
          </a:p>
          <a:p xmlns:a="http://schemas.openxmlformats.org/drawingml/2006/main">
            <a:r>
              <a:t>这张表避免一个常见遗漏：只画账户、角色、操作三个模型，却没有说明大量卡侧功能由谁承接。R 把这些成熟能力明确保留下来，再逐步整理其与新用例、状态维护者和平台的接口。</a:t>
            </a:r>
          </a:p>
          <a:p xmlns:a="http://schemas.openxmlformats.org/drawingml/2006/main">
            <a:r>
              <a:t/>
            </a:r>
          </a:p>
          <a:p xmlns:a="http://schemas.openxmlformats.org/drawingml/2006/main">
            <a:r>
              <a:t>第一行是 StateManager、Handle 和 IccState。它们处理卡状态、安全、认证、设备观察及专用响应。原始卡状态归 R，T 只接纳所需的身份和绑定观察，C 输出旧公开格式。READY、Records 完成、账户加载和网络可用分别判断，不能在 T 中再推导第二份可写卡状态。</a:t>
            </a:r>
          </a:p>
          <a:p xmlns:a="http://schemas.openxmlformats.org/drawingml/2006/main">
            <a:r>
              <a:t/>
            </a:r>
          </a:p>
          <a:p xmlns:a="http://schemas.openxmlformats.org/drawingml/2006/main">
            <a:r>
              <a:t>第二行是卡文件。SIM、USIM、ISIM 等应用有不同文件和解析规则，加载涉及 EF 读写、错误、刷新、计数和对外完成。目标先复用这些生产实现，在结果接纳处逐步补足会话和 LoadScope 保护。局部刷新要保持未受影响的合法在途请求，不能为了统一轮次就把整张卡所有结果都拒绝。</a:t>
            </a:r>
          </a:p>
          <a:p xmlns:a="http://schemas.openxmlformats.org/drawingml/2006/main">
            <a:r>
              <a:t/>
            </a:r>
          </a:p>
          <a:p xmlns:a="http://schemas.openxmlformats.org/drawingml/2006/main">
            <a:r>
              <a:t>电话簿、STK、卡短信和运营商配置也各有专门业务。FDN 修改可能涉及 PIN2，USIM 电话簿可能需要多个关联文件，STK 有主动命令和会话结束。它们不是普通账户字段读写，不能用一个 Repository 统一替代。完整短信收发、通话、数据连接等外围业务仍保留原服务边界。</a:t>
            </a:r>
          </a:p>
          <a:p xmlns:a="http://schemas.openxmlformats.org/drawingml/2006/main">
            <a:r>
              <a:t/>
            </a:r>
          </a:p>
          <a:p xmlns:a="http://schemas.openxmlformats.org/drawingml/2006/main">
            <a:r>
              <a:t>Core eSIM 继续承担本地 eUICC 信息、通道、APDU 和卡侧原语。O 只接管需要的本地步骤与关联。下载和 OSU 的服务主流程仍沿既有 66250 契约。Profile 库存、标签、Port 和当前账户绑定也要分开，不能看到一个 Profile 就自动认定它已成为当前可用订阅。</a:t>
            </a:r>
          </a:p>
          <a:p xmlns:a="http://schemas.openxmlformats.org/drawingml/2006/main">
            <a:r>
              <a:t/>
            </a:r>
          </a:p>
          <a:p xmlns:a="http://schemas.openxmlformats.org/drawingml/2006/main">
            <a:r>
              <a:t>最后两行是 RIL、存储与厂商。共享 RIL 的构建和宿主所有权可以保持，SIM 不接管全部信令。SimRdbHelper 仍走原 DataShare，参数继续有原读写者与缺省。厂商调用保持 ABI 和已有节点。端口负责控制依赖与执行入口，不能凭 Repository 的名字宣称已经有新表、直写数据库或跨参数原子事务。</a:t>
            </a:r>
          </a:p>
          <a:p xmlns:a="http://schemas.openxmlformats.org/drawingml/2006/main">
            <a:r>
              <a:t/>
            </a:r>
          </a:p>
          <a:p xmlns:a="http://schemas.openxmlformats.org/drawingml/2006/main">
            <a:r>
              <a:t>接下来我们用设置显示号码，把 R 写卡、T 更新账户、O 协调和 C 完成连成一个具体流程。</a:t>
            </a:r>
          </a:p>
          <a:p xmlns:a="http://schemas.openxmlformats.org/drawingml/2006/main">
            <a:r>
              <a:t/>
            </a:r>
          </a:p>
          <a:p xmlns:a="http://schemas.openxmlformats.org/drawingml/2006/main">
            <a:r>
              <a:t>【技术背景与原理｜备讲】</a:t>
            </a:r>
          </a:p>
          <a:p xmlns:a="http://schemas.openxmlformats.org/drawingml/2006/main">
            <a:r>
              <a:t>卡文件与普通数据库记录的差别包括：不同应用和卡型的编码，访问安全条件，读写 APDU，多阶段请求，以及文件之间的依赖。电话簿中的 PBR、ANR、IAP 等可能组成一条依赖链，局部刷新要考虑受影响闭包，不能只按一个文件名随意失效。</a:t>
            </a:r>
          </a:p>
          <a:p xmlns:a="http://schemas.openxmlformats.org/drawingml/2006/main">
            <a:r>
              <a:t/>
            </a:r>
          </a:p>
          <a:p xmlns:a="http://schemas.openxmlformats.org/drawingml/2006/main">
            <a:r>
              <a:t>加载完成也不能只靠“计数器归零”。需要知道本轮哪些请求是必要的，哪些允许缺省或降级，每个成员是否已成功、失败或失效。目标对成员资格去重，但原卡型的完成和失败语义仍须保留，不能擅自把所有文件都改成必需。</a:t>
            </a:r>
          </a:p>
          <a:p xmlns:a="http://schemas.openxmlformats.org/drawingml/2006/main">
            <a:r>
              <a:t/>
            </a:r>
          </a:p>
          <a:p xmlns:a="http://schemas.openxmlformats.org/drawingml/2006/main">
            <a:r>
              <a:t>业务只读与设备无副作用不同。查询 Profile 清单或 EID 缓存未命中时，可能实际打开通道、发送 APDU、等待并关闭，因此也占用硬件资源。缓存命中可沿原路径返回，需访问设备的 Get 请求必须按真实共享域判断冲突。新增等待或拒绝仍要验证旧错误、时延与读源，不能静默返回旧缓存冒充原实时结果。</a:t>
            </a:r>
          </a:p>
          <a:p xmlns:a="http://schemas.openxmlformats.org/drawingml/2006/main">
            <a:r>
              <a:t/>
            </a:r>
          </a:p>
          <a:p xmlns:a="http://schemas.openxmlformats.org/drawingml/2006/main">
            <a:r>
              <a:t>普通与低优先级 EsimFile 是不同对象，但可能共用同一 eUICC。对象锁保护对象内部数据，设备租约保护实际冲突资源，两者范围不同。未知关闭结果或超时后，不能只把本地 channelId 清零就认为设备已空闲。</a:t>
            </a:r>
          </a:p>
          <a:p xmlns:a="http://schemas.openxmlformats.org/drawingml/2006/main">
            <a:r>
              <a:t/>
            </a:r>
          </a:p>
          <a:p xmlns:a="http://schemas.openxmlformats.org/drawingml/2006/main">
            <a:r>
              <a:t>SIM、USIM、ISIM 分别对应不同卡应用及其文件与认证语义；STK 是卡应用工具包，卡可以发起需要终端参与的主动命令。FDN 是固定拨号相关能力，PIN2 是某些受保护操作使用的另一组卡安全凭证。USIM 电话簿中，PBR 描述关联文件，ANR 存放附加号码，IAP 保存相关索引；这一组关系说明为什么刷新应按实际依赖传播。</a:t>
            </a:r>
          </a:p>
          <a:p xmlns:a="http://schemas.openxmlformats.org/drawingml/2006/main">
            <a:r>
              <a:t/>
            </a:r>
          </a:p>
          <a:p xmlns:a="http://schemas.openxmlformats.org/drawingml/2006/main">
            <a:r>
              <a:t>【常见追问】</a:t>
            </a:r>
          </a:p>
          <a:p xmlns:a="http://schemas.openxmlformats.org/drawingml/2006/main">
            <a:r>
              <a:t>问：R 里仍有业务判断，会不会违背 DDD？</a:t>
            </a:r>
          </a:p>
          <a:p xmlns:a="http://schemas.openxmlformats.org/drawingml/2006/main">
            <a:r>
              <a:t>答：分层治理应控制实际复杂性。生产卡协议和运行规则可以先完整保留，再提取有明确收益的纯规则。强行把所有协议拆成抽象对象，可能丢失卡型与事件条件，且难以验证。</a:t>
            </a:r>
          </a:p>
          <a:p xmlns:a="http://schemas.openxmlformats.org/drawingml/2006/main">
            <a:r>
              <a:t/>
            </a:r>
          </a:p>
          <a:p xmlns:a="http://schemas.openxmlformats.org/drawingml/2006/main">
            <a:r>
              <a:t>问：为什么运营商配置不全部归 T？</a:t>
            </a:r>
          </a:p>
          <a:p xmlns:a="http://schemas.openxmlformats.org/drawingml/2006/main">
            <a:r>
              <a:t>答：账户主数据与配置匹配、芯片能力、APN 初始化协作不同。根据实际事实维护责任归属，网络注册和 IMS 运行状态也不能因名称相关就迁入账户领域。</a:t>
            </a:r>
          </a:p>
          <a:p xmlns:a="http://schemas.openxmlformats.org/drawingml/2006/main">
            <a:r>
              <a:t/>
            </a:r>
          </a:p>
          <a:p xmlns:a="http://schemas.openxmlformats.org/drawingml/2006/main">
            <a:r>
              <a:t>【讲图提示与衔接】</a:t>
            </a:r>
          </a:p>
          <a:p xmlns:a="http://schemas.openxmlformats.org/drawingml/2006/main">
            <a:r>
              <a:t>重点讲状态、文件、安全/专门业务、双 eSIM 通道，再讲 RIL 与存储。术语首次出现时用完整中文说明，不把所有缩写一次读给听众。</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§6.2～§6.3、§10、§12、§17。现状代码事实沿用该文档固定基线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第14页｜实例：设置显示号码跨越哪些层</a:t>
            </a:r>
          </a:p>
          <a:p xmlns:a="http://schemas.openxmlformats.org/drawingml/2006/main">
            <a:r>
              <a:t>建议主讲时间：约5分钟，失败与查询回写原理可展开备讲</a:t>
            </a:r>
          </a:p>
          <a:p xmlns:a="http://schemas.openxmlformats.org/drawingml/2006/main">
            <a:r>
              <a:t/>
            </a:r>
          </a:p>
          <a:p xmlns:a="http://schemas.openxmlformats.org/drawingml/2006/main">
            <a:r>
              <a:t>【本页目标】</a:t>
            </a:r>
          </a:p>
          <a:p xmlns:a="http://schemas.openxmlformats.org/drawingml/2006/main">
            <a:r>
              <a:t>用一个熟悉功能解释分层协作、局部效果、受理与业务完成，以及旧查询可见性。</a:t>
            </a:r>
          </a:p>
          <a:p xmlns:a="http://schemas.openxmlformats.org/drawingml/2006/main">
            <a:r>
              <a:t/>
            </a:r>
          </a:p>
          <a:p xmlns:a="http://schemas.openxmlformats.org/drawingml/2006/main">
            <a:r>
              <a:t>【主讲稿｜可直接讲述】</a:t>
            </a:r>
          </a:p>
          <a:p xmlns:a="http://schemas.openxmlformats.org/drawingml/2006/main">
            <a:r>
              <a:t>我们现在把一个“设置显示号码”的功能从头走完。它既包含卡内 MSISDN 写入，又包含账户资料更新，因此很适合说明为什么要把流程、卡协议和账户事实分开。</a:t>
            </a:r>
          </a:p>
          <a:p xmlns:a="http://schemas.openxmlformats.org/drawingml/2006/main">
            <a:r>
              <a:t/>
            </a:r>
          </a:p>
          <a:p xmlns:a="http://schemas.openxmlformats.org/drawingml/2006/main">
            <a:r>
              <a:t>第一步是原入口检查与排队受理。C 保持调用者上下文、权限、参数和原错误优先级。这里要区分接收返回和业务完成：CoreServiceSim 的相应队列任务尚未执行完时，可以先返回接收结果；调用方后续收到的业务回调才承载该任务结果。图中最后一行不能解释成把 IPC 阻塞到所有步骤完成。</a:t>
            </a:r>
          </a:p>
          <a:p xmlns:a="http://schemas.openxmlformats.org/drawingml/2006/main">
            <a:r>
              <a:t/>
            </a:r>
          </a:p>
          <a:p xmlns:a="http://schemas.openxmlformats.org/drawingml/2006/main">
            <a:r>
              <a:t>第二步由 O 关联本次卡应用并组织写卡，R 调用原 File 逻辑写 MSISDN。O 管步骤，R 管卡协议及其结果。明确的卡侧失败按原错误结束，不继续写账户。等待超时也可能让函数返回失败，但此时不能证明设备没有写入，所以内部还要区分“已知失败”和“效果未知”。</a:t>
            </a:r>
          </a:p>
          <a:p xmlns:a="http://schemas.openxmlformats.org/drawingml/2006/main">
            <a:r>
              <a:t/>
            </a:r>
          </a:p>
          <a:p xmlns:a="http://schemas.openxmlformats.org/drawingml/2006/main">
            <a:r>
              <a:t>第三步只有沿原路径取得写卡成功后，才请求 T 更新账户。T 使用 I 走现有 DataShare，再接纳对应缓存结果。卡记录和账户资料有不同维护者；它们可能暂时不同步。比如卡已经写成功，DB 后续失败，那么卡内号码和卡缓存可能已变，接口仍应按原路径返回错误。</a:t>
            </a:r>
          </a:p>
          <a:p xmlns:a="http://schemas.openxmlformats.org/drawingml/2006/main">
            <a:r>
              <a:t/>
            </a:r>
          </a:p>
          <a:p xmlns:a="http://schemas.openxmlformats.org/drawingml/2006/main">
            <a:r>
              <a:t>这就是底部红字的含义。若为了做成统一事务而隐藏卡侧效果，查询行为可能被改变；若自动把旧号码再写回卡，也增加了一个原流程没有的设备动作，而且这个补偿自己还可能失败。近期方案保留原步骤和原失败出口，不承诺自动撤销所有效果。</a:t>
            </a:r>
          </a:p>
          <a:p xmlns:a="http://schemas.openxmlformats.org/drawingml/2006/main">
            <a:r>
              <a:t/>
            </a:r>
          </a:p>
          <a:p xmlns:a="http://schemas.openxmlformats.org/drawingml/2006/main">
            <a:r>
              <a:t>第四步是业务回调和原通知。完整成功时继续保留原账户通知；若调用者已因超时结束等待，之后的可信写卡结果用于原会话观察或核对，不复活旧用例、不自动补走旧账户写入，也不给原调用者再发一次成功。</a:t>
            </a:r>
          </a:p>
          <a:p xmlns:a="http://schemas.openxmlformats.org/drawingml/2006/main">
            <a:r>
              <a:t/>
            </a:r>
          </a:p>
          <a:p xmlns:a="http://schemas.openxmlformats.org/drawingml/2006/main">
            <a:r>
              <a:t>还要看号码查询。GetShowNumber 按原逻辑优先读卡缓存，再看账户，必要时从 IMPU 回退，并可能安排异步账户回写。它不能被统一替换成纯账户快照。后续独立查询引发的新同步，是一个新用例，不等于复活刚才失败的设置请求。</a:t>
            </a:r>
          </a:p>
          <a:p xmlns:a="http://schemas.openxmlformats.org/drawingml/2006/main">
            <a:r>
              <a:t/>
            </a:r>
          </a:p>
          <a:p xmlns:a="http://schemas.openxmlformats.org/drawingml/2006/main">
            <a:r>
              <a:t>这一个例子已经覆盖分层的核心：C 保护契约，O 串步骤，R 执行卡协议，T 接纳账户，I 使用原存储。职责变清楚后，原来的部分失败也必须继续解释清楚。</a:t>
            </a:r>
          </a:p>
          <a:p xmlns:a="http://schemas.openxmlformats.org/drawingml/2006/main">
            <a:r>
              <a:t/>
            </a:r>
          </a:p>
          <a:p xmlns:a="http://schemas.openxmlformats.org/drawingml/2006/main">
            <a:r>
              <a:t>【技术背景与原理｜备讲】</a:t>
            </a:r>
          </a:p>
          <a:p xmlns:a="http://schemas.openxmlformats.org/drawingml/2006/main">
            <a:r>
              <a:t>MSISDN 在这里指卡侧号码记录；显示名则主要是账户资料更新，两条路径不能合并。IMPU 是 IMS 公共用户身份相关资料，可能作为既有号码来源之一，读取回退按原方法保持。</a:t>
            </a:r>
          </a:p>
          <a:p xmlns:a="http://schemas.openxmlformats.org/drawingml/2006/main">
            <a:r>
              <a:t/>
            </a:r>
          </a:p>
          <a:p xmlns:a="http://schemas.openxmlformats.org/drawingml/2006/main">
            <a:r>
              <a:t>数据库事务只能覆盖提供方实际支持的存储范围，不能自动覆盖先前完成的 APDU。即使两步都返回成功，也要看调用者的完成点和通知结果。需要分别记录受理、设备效果、旧查询可见性、存储、用例终态和交付状态。</a:t>
            </a:r>
          </a:p>
          <a:p xmlns:a="http://schemas.openxmlformats.org/drawingml/2006/main">
            <a:r>
              <a:t/>
            </a:r>
          </a:p>
          <a:p xmlns:a="http://schemas.openxmlformats.org/drawingml/2006/main">
            <a:r>
              <a:t>事务的原子性通常表达其支持范围内的一组操作整体生效或不生效。卡设备、系统参数和独立 provider 未必共享同一事务协议。补偿则是再发一个反向业务动作，可能不允许、目标已变化或再次失败，因此不能把“有补偿代码”解释为拥有原子回滚。</a:t>
            </a:r>
          </a:p>
          <a:p xmlns:a="http://schemas.openxmlformats.org/drawingml/2006/main">
            <a:r>
              <a:t/>
            </a:r>
          </a:p>
          <a:p xmlns:a="http://schemas.openxmlformats.org/drawingml/2006/main">
            <a:r>
              <a:t>延迟任务还有目标绑定问题。若入队时只有 slot，执行时再解析当前 simId，期间换卡就可能把旧号码写到新目标。固定发起目标和必要会话是推荐改进，但它改变了陈旧任务的处理，须单列交错测试和错误/丢弃规则，不能混入机械拆库。</a:t>
            </a:r>
          </a:p>
          <a:p xmlns:a="http://schemas.openxmlformats.org/drawingml/2006/main">
            <a:r>
              <a:t/>
            </a:r>
          </a:p>
          <a:p xmlns:a="http://schemas.openxmlformats.org/drawingml/2006/main">
            <a:r>
              <a:t>超时后的核对既要看有关卡事实，也要看旧写是否结束。读到目标值不能单独证明旧命令已经静止，缓存还可能陈旧。核对必须使用可达且有因果依据的接口，不自动重写或反向补偿。</a:t>
            </a:r>
          </a:p>
          <a:p xmlns:a="http://schemas.openxmlformats.org/drawingml/2006/main">
            <a:r>
              <a:t/>
            </a:r>
          </a:p>
          <a:p xmlns:a="http://schemas.openxmlformats.org/drawingml/2006/main">
            <a:r>
              <a:t>【常见追问】</a:t>
            </a:r>
          </a:p>
          <a:p xmlns:a="http://schemas.openxmlformats.org/drawingml/2006/main">
            <a:r>
              <a:t>问：为什么用户已经收到失败，查询却可能看到新号码？</a:t>
            </a:r>
          </a:p>
          <a:p xmlns:a="http://schemas.openxmlformats.org/drawingml/2006/main">
            <a:r>
              <a:t>答：失败可能发生在卡写入之后的账户步骤。原接口结果表达该路径未全部完成，并不保证所有早期副作用都没发生。兼容重构需要保护这条真实语义，有意改善另设契约变更。</a:t>
            </a:r>
          </a:p>
          <a:p xmlns:a="http://schemas.openxmlformats.org/drawingml/2006/main">
            <a:r>
              <a:t/>
            </a:r>
          </a:p>
          <a:p xmlns:a="http://schemas.openxmlformats.org/drawingml/2006/main">
            <a:r>
              <a:t>问：卡已成功，为什么不不断重试 DB 直到成功？</a:t>
            </a:r>
          </a:p>
          <a:p xmlns:a="http://schemas.openxmlformats.org/drawingml/2006/main">
            <a:r>
              <a:t>答：要沿用原次数、触发和目标规则。无界重试会改变完成时间、资源占用及后续写入顺序；目标已变化时还可能写错账户。新增恢复机制需要具体预算和证据。</a:t>
            </a:r>
          </a:p>
          <a:p xmlns:a="http://schemas.openxmlformats.org/drawingml/2006/main">
            <a:r>
              <a:t/>
            </a:r>
          </a:p>
          <a:p xmlns:a="http://schemas.openxmlformats.org/drawingml/2006/main">
            <a:r>
              <a:t>【讲图提示与衔接】</a:t>
            </a:r>
          </a:p>
          <a:p xmlns:a="http://schemas.openxmlformats.org/drawingml/2006/main">
            <a:r>
              <a:t>按表格逐步讲，再停在红字解释部分失败。下一页区分这几个逻辑职责在 SO、服务与进程中怎样装配。</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§9.3、§9.5、§16.2、§20.2。现状代码事实沿用该文档固定基线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第15页｜部署边界：SIM 共享库、eSIM 服务与厂商插件</a:t>
            </a:r>
          </a:p>
          <a:p xmlns:a="http://schemas.openxmlformats.org/drawingml/2006/main">
            <a:r>
              <a:t>建议主讲时间：约6分钟，C++ ABI 与销毁原理为重点备讲</a:t>
            </a:r>
          </a:p>
          <a:p xmlns:a="http://schemas.openxmlformats.org/drawingml/2006/main">
            <a:r>
              <a:t/>
            </a:r>
          </a:p>
          <a:p xmlns:a="http://schemas.openxmlformats.org/drawingml/2006/main">
            <a:r>
              <a:t>【本页目标】</a:t>
            </a:r>
          </a:p>
          <a:p xmlns:a="http://schemas.openxmlformats.org/drawingml/2006/main">
            <a:r>
              <a:t>分清职责、共享库、进程和 SA，理解同进程拆库需要额外保护的对象、ABI 与回调寿命。</a:t>
            </a:r>
          </a:p>
          <a:p xmlns:a="http://schemas.openxmlformats.org/drawingml/2006/main">
            <a:r>
              <a:t/>
            </a:r>
          </a:p>
          <a:p xmlns:a="http://schemas.openxmlformats.org/drawingml/2006/main">
            <a:r>
              <a:t>【主讲稿｜可直接讲述】</a:t>
            </a:r>
          </a:p>
          <a:p xmlns:a="http://schemas.openxmlformats.org/drawingml/2006/main">
            <a:r>
              <a:t>前面按业务和代码依赖解释架构，这张图单独看部署。首先，共享库 SO 是编译、链接和装载的单元，进程是运行时地址空间，SA 是系统服务身份。它们不是一一对应。一个进程可以装多个库，也可能承载多个服务身份。</a:t>
            </a:r>
          </a:p>
          <a:p xmlns:a="http://schemas.openxmlformats.org/drawingml/2006/main">
            <a:r>
              <a:t/>
            </a:r>
          </a:p>
          <a:p xmlns:a="http://schemas.openxmlformats.org/drawingml/2006/main">
            <a:r>
              <a:t>左侧大框是目标：Core 保留既有服务入口与宿主能力，SIM 私有 SO 承载相应应用协调、领域模型、卡运行及适配，两者仍在既有 telephony 宿主和 SA4010 边界内协作。拆 SO 可以形成更明确的链接和责任边界，但仍共享地址空间，SIM 中的非法访问或未控制故障仍可能影响同一进程。</a:t>
            </a:r>
          </a:p>
          <a:p xmlns:a="http://schemas.openxmlformats.org/drawingml/2006/main">
            <a:r>
              <a:t/>
            </a:r>
          </a:p>
          <a:p xmlns:a="http://schemas.openxmlformats.org/drawingml/2006/main">
            <a:r>
              <a:t>下方红字提醒现状：主要 SIM、Core、搜网与 RIL 实现仍在原 Core SO，独立生产 SIM SO 尚未形成。所以我们需要真实 GN、符号、Feature 和装配证据，不能仅凭这张图说已拆分完成。</a:t>
            </a:r>
          </a:p>
          <a:p xmlns:a="http://schemas.openxmlformats.org/drawingml/2006/main">
            <a:r>
              <a:t/>
            </a:r>
          </a:p>
          <a:p xmlns:a="http://schemas.openxmlformats.org/drawingml/2006/main">
            <a:r>
              <a:t>右上是既有 66250 服务任务边界。下载、OSU 等能力沿 EsimServiceClient 和原服务契约交互。SA 身份不同不自动说明进程不同。配置中同列的宿主关系和产品实际装载也要分别核验，图把它放在外侧是为了区分服务契约。</a:t>
            </a:r>
          </a:p>
          <a:p xmlns:a="http://schemas.openxmlformats.org/drawingml/2006/main">
            <a:r>
              <a:t/>
            </a:r>
          </a:p>
          <a:p xmlns:a="http://schemas.openxmlformats.org/drawingml/2006/main">
            <a:r>
              <a:t>本地 eUICC 原语继续经 EsimFile、共享 TelRilManager 和 HDI 到设备。主流程与本地步骤分工保持唯一，内部 DomainEventBus 不能替代服务契约，更不能凭同一宿主就改成任意直接调用。</a:t>
            </a:r>
          </a:p>
          <a:p xmlns:a="http://schemas.openxmlformats.org/drawingml/2006/main">
            <a:r>
              <a:t/>
            </a:r>
          </a:p>
          <a:p xmlns:a="http://schemas.openxmlformats.org/drawingml/2006/main">
            <a:r>
              <a:t>左下厂商库是另一种边界。Wrapper 通过 dlopen、dlsym 获得符号并在本进程调用。这里保护的是 ABI、函数指针、参数布局和寿命，不能把它当成一个会隔离故障的新 SA。</a:t>
            </a:r>
          </a:p>
          <a:p xmlns:a="http://schemas.openxmlformats.org/drawingml/2006/main">
            <a:r>
              <a:t/>
            </a:r>
          </a:p>
          <a:p xmlns:a="http://schemas.openxmlformats.org/drawingml/2006/main">
            <a:r>
              <a:t>真正容易出问题的是跨库对象。谁创建具体 Manager，谁负责用正确方式销毁，callback 和 deleter 的代码在哪个库，最后一次使用之前库是否仍装载，都要明确。SIM 也不能在停止时关闭仍被搜网等模块使用的共享 RIL。</a:t>
            </a:r>
          </a:p>
          <a:p xmlns:a="http://schemas.openxmlformats.org/drawingml/2006/main">
            <a:r>
              <a:t/>
            </a:r>
          </a:p>
          <a:p xmlns:a="http://schemas.openxmlformats.org/drawingml/2006/main">
            <a:r>
              <a:t>因此机械拆库与生命周期增强分开验收。原库内先整理注入和所有权，机械搬迁先保持旧驻留行为，停止受理、注销、排空和卸载再单列验证。编译与 AI 检视很有价值，但它们不能单独证明回调、重入和销毁时序正确。</a:t>
            </a:r>
          </a:p>
          <a:p xmlns:a="http://schemas.openxmlformats.org/drawingml/2006/main">
            <a:r>
              <a:t/>
            </a:r>
          </a:p>
          <a:p xmlns:a="http://schemas.openxmlformats.org/drawingml/2006/main">
            <a:r>
              <a:t>【技术背景与原理｜备讲】</a:t>
            </a:r>
          </a:p>
          <a:p xmlns:a="http://schemas.openxmlformats.org/drawingml/2006/main">
            <a:r>
              <a:t>ABI 是二进制调用约定与类型布局等兼容要求，涉及导出符号、函数签名、调用约定、结构布局、虚表、编译选项和分配释放。源代码能编译不代表不同库之间对这些细节的理解一致。启用跨 DSO CFI、LTO、RTTI 等配置时，还要验证合法跨库调用和产品分支。</a:t>
            </a:r>
          </a:p>
          <a:p xmlns:a="http://schemas.openxmlformats.org/drawingml/2006/main">
            <a:r>
              <a:t/>
            </a:r>
          </a:p>
          <a:p xmlns:a="http://schemas.openxmlformats.org/drawingml/2006/main">
            <a:r>
              <a:t>普通进程内事件总线把发布者与本地订阅者通过内存登记和调度连接起来。跨服务还涉及接口编码、服务发现、调用身份和失败交付等协议，不会因为使用了 EventBus 名称就自动获得。内存总线也不提供崩溃后逐条重放；状态重读与可靠历史通知是不同能力。</a:t>
            </a:r>
          </a:p>
          <a:p xmlns:a="http://schemas.openxmlformats.org/drawingml/2006/main">
            <a:r>
              <a:t/>
            </a:r>
          </a:p>
          <a:p xmlns:a="http://schemas.openxmlformats.org/drawingml/2006/main">
            <a:r>
              <a:t>现有 ISimManager/IEsimManager 没有虚析构。不能为了新工厂方便就给公开接口追加虚析构改变虚表，也不能使用未经设计的基类指针销毁具体对象。可按具体类型创建 shared_ptr 并保留正确控制块，或由创建库提供匹配 deleter。这里要验证的是完整销毁类型和代码寿命，不只看接口指针类型。</a:t>
            </a:r>
          </a:p>
          <a:p xmlns:a="http://schemas.openxmlformats.org/drawingml/2006/main">
            <a:r>
              <a:t/>
            </a:r>
          </a:p>
          <a:p xmlns:a="http://schemas.openxmlformats.org/drawingml/2006/main">
            <a:r>
              <a:t>引用计数只说明何时应销毁对象。若 deleter、虚函数、callback 或任务入口的代码所在 SO 已卸载，剩余指针仍可能跳入无效代码。因此需要库句柄寿命长于所有代码使用，并保证最后一次销毁本身也有可执行代码。</a:t>
            </a:r>
          </a:p>
          <a:p xmlns:a="http://schemas.openxmlformats.org/drawingml/2006/main">
            <a:r>
              <a:t/>
            </a:r>
          </a:p>
          <a:p xmlns:a="http://schemas.openxmlformats.org/drawingml/2006/main">
            <a:r>
              <a:t>目标停止协议通常包含：停止新受理、使旧实例失去新状态写权、反注册来源、按旧契约结束等待、排空排队和在途回调/Hook、确认不再执行后匹配销毁。注销不等于队列中没有回调，等待结束也不等于设备已静止，两条责任要分别处理。</a:t>
            </a:r>
          </a:p>
          <a:p xmlns:a="http://schemas.openxmlformats.org/drawingml/2006/main">
            <a:r>
              <a:t/>
            </a:r>
          </a:p>
          <a:p xmlns:a="http://schemas.openxmlformats.org/drawingml/2006/main">
            <a:r>
              <a:t>如果外部 Hook 无可靠退出依据，超时不能证明线程已经离开库；不能强杀线程或直接卸载。常驻库的机械拆分可以先维持原驻留期，动态卸载、模块重建或初始化失败回收有需求时，相关关闭能力必须先具备证据。</a:t>
            </a:r>
          </a:p>
          <a:p xmlns:a="http://schemas.openxmlformats.org/drawingml/2006/main">
            <a:r>
              <a:t/>
            </a:r>
          </a:p>
          <a:p xmlns:a="http://schemas.openxmlformats.org/drawingml/2006/main">
            <a:r>
              <a:t>SA 是 OpenHarmony 系统能力的服务标识及管理机制；IPC 通过双方约定的接口、编码和调用上下文交互。HDI 是面向硬件驱动能力的接口。它们分别解决服务管理、通信和硬件适配问题，不能因为画在同一条链上就认为职责可以互换。</a:t>
            </a:r>
          </a:p>
          <a:p xmlns:a="http://schemas.openxmlformats.org/drawingml/2006/main">
            <a:r>
              <a:t/>
            </a:r>
          </a:p>
          <a:p xmlns:a="http://schemas.openxmlformats.org/drawingml/2006/main">
            <a:r>
              <a:t>【常见追问】</a:t>
            </a:r>
          </a:p>
          <a:p xmlns:a="http://schemas.openxmlformats.org/drawingml/2006/main">
            <a:r>
              <a:t>问：C++ 接口都是抽象类，为什么还会有 ABI 风险？</a:t>
            </a:r>
          </a:p>
          <a:p xmlns:a="http://schemas.openxmlformats.org/drawingml/2006/main">
            <a:r>
              <a:t>答：虚函数调用仍依赖双方一致理解接口布局、签名、类型和寿命。工厂返回接口只是入口，销毁和回调仍需完整约定。</a:t>
            </a:r>
          </a:p>
          <a:p xmlns:a="http://schemas.openxmlformats.org/drawingml/2006/main">
            <a:r>
              <a:t/>
            </a:r>
          </a:p>
          <a:p xmlns:a="http://schemas.openxmlformats.org/drawingml/2006/main">
            <a:r>
              <a:t>问：能否复制一份 RIL 实例让 SIM 独立？</a:t>
            </a:r>
          </a:p>
          <a:p xmlns:a="http://schemas.openxmlformats.org/drawingml/2006/main">
            <a:r>
              <a:t>答：这会改变共享状态、硬件访问和生命周期责任，不能作为本轮机械拆分的默认做法。首先保持真实共享 RIL 由 Core 持有，SIM 只释放自己的引用与订阅。</a:t>
            </a:r>
          </a:p>
          <a:p xmlns:a="http://schemas.openxmlformats.org/drawingml/2006/main">
            <a:r>
              <a:t/>
            </a:r>
          </a:p>
          <a:p xmlns:a="http://schemas.openxmlformats.org/drawingml/2006/main">
            <a:r>
              <a:t>【讲图提示与衔接】</a:t>
            </a:r>
          </a:p>
          <a:p xmlns:a="http://schemas.openxmlformats.org/drawingml/2006/main">
            <a:r>
              <a:t>按同进程 Core/SIM、66250 服务、厂商插件三处指图。强调框外位置不证明独立进程。下一页回到在途结果，解释怎样保护并发写入。</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§7、§14、§17.3。现状代码事实沿用该文档固定基线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第16页｜同一场景的处理对比：写入前统一准入</a:t>
            </a:r>
          </a:p>
          <a:p xmlns:a="http://schemas.openxmlformats.org/drawingml/2006/main">
            <a:r>
              <a:t>建议主讲时间：约6分钟，会话、去重与设备效果为重点备讲</a:t>
            </a:r>
          </a:p>
          <a:p xmlns:a="http://schemas.openxmlformats.org/drawingml/2006/main">
            <a:r>
              <a:t/>
            </a:r>
          </a:p>
          <a:p xmlns:a="http://schemas.openxmlformats.org/drawingml/2006/main">
            <a:r>
              <a:t>【本页目标】</a:t>
            </a:r>
          </a:p>
          <a:p xmlns:a="http://schemas.openxmlformats.org/drawingml/2006/main">
            <a:r>
              <a:t>说明准入检查必须保护完整状态转换，以及读取过期、写入效果未知和调用者完成不能混为一谈。</a:t>
            </a:r>
          </a:p>
          <a:p xmlns:a="http://schemas.openxmlformats.org/drawingml/2006/main">
            <a:r>
              <a:t/>
            </a:r>
          </a:p>
          <a:p xmlns:a="http://schemas.openxmlformats.org/drawingml/2006/main">
            <a:r>
              <a:t>【主讲稿｜可直接讲述】</a:t>
            </a:r>
          </a:p>
          <a:p xmlns:a="http://schemas.openxmlformats.org/drawingml/2006/main">
            <a:r>
              <a:t>回到第2页的同槽换卡。左图画一条需要核查的风险路径：a1 通过 serial 找到原请求，但后续若按 slot 定位当前对象，又缺少业务会话与加载范围检查，就可能把 A 的读取计入 B。这里说的是要调查和保护的路径，不是已经复现了某个产品故障。</a:t>
            </a:r>
          </a:p>
          <a:p xmlns:a="http://schemas.openxmlformats.org/drawingml/2006/main">
            <a:r>
              <a:t/>
            </a:r>
          </a:p>
          <a:p xmlns:a="http://schemas.openxmlformats.org/drawingml/2006/main">
            <a:r>
              <a:t>右图从恢复发起时关联开始。发出请求时保存原卡应用会话、相关加载范围、成员资格，以及必要的操作步骤和尝试。响应到达后使用这份原始上下文，不能读取当前代次再贴到旧响应上。</a:t>
            </a:r>
          </a:p>
          <a:p xmlns:a="http://schemas.openxmlformats.org/drawingml/2006/main">
            <a:r>
              <a:t/>
            </a:r>
          </a:p>
          <a:p xmlns:a="http://schemas.openxmlformats.org/drawingml/2006/main">
            <a:r>
              <a:t>接下来是最终准入。先确认原实例和维护者仍有效，请求属于相应目标、会话、范围和阶段，再判断它是否仍有一次完成资格。如果是重复、旧轮或错误归属，就不能修改当前缓存、失败标志和完成集合。错误回包也要先经过同样检查，不能因它是失败就提前影响新一轮状态。</a:t>
            </a:r>
          </a:p>
          <a:p xmlns:a="http://schemas.openxmlformats.org/drawingml/2006/main">
            <a:r>
              <a:t/>
            </a:r>
          </a:p>
          <a:p xmlns:a="http://schemas.openxmlformats.org/drawingml/2006/main">
            <a:r>
              <a:t>最关键的是，检查与更新必须在同一受控执行域内完成。假设线程一检查“现在还是 A”，随后线程二换成 B，线程一再继续写，就仍有竞争窗口。我们要让换卡失效、结果接纳和状态转换遵守同一串行或同步协议。它可以利用已有事件队列或保护相关短状态的锁，但不能把整个子系统长时间锁住。</a:t>
            </a:r>
          </a:p>
          <a:p xmlns:a="http://schemas.openxmlformats.org/drawingml/2006/main">
            <a:r>
              <a:t/>
            </a:r>
          </a:p>
          <a:p xmlns:a="http://schemas.openxmlformats.org/drawingml/2006/main">
            <a:r>
              <a:t>有效结果还要消费自己的成员资格。同一 EF 请求的重复回包不能二次减少待完成数。完成条件继续使用原卡型的必要数据、错误和降级规则，不能把重复返回导致计数归零当作真正加载完成。</a:t>
            </a:r>
          </a:p>
          <a:p xmlns:a="http://schemas.openxmlformats.org/drawingml/2006/main">
            <a:r>
              <a:t/>
            </a:r>
          </a:p>
          <a:p xmlns:a="http://schemas.openxmlformats.org/drawingml/2006/main">
            <a:r>
              <a:t>失效范围也要正确。换卡使相关旧卡应用会话失效；同卡局部 Refresh 只更新受影响文件及依赖范围，另一范围的合法响应仍可完成。无关卡更不应因为某个全局版本变化被全部拒绝。</a:t>
            </a:r>
          </a:p>
          <a:p xmlns:a="http://schemas.openxmlformats.org/drawingml/2006/main">
            <a:r>
              <a:t/>
            </a:r>
          </a:p>
          <a:p xmlns:a="http://schemas.openxmlformats.org/drawingml/2006/main">
            <a:r>
              <a:t>最后，把读取与写入分开。旧 EF 读取不应写新 Records；已发出的 MSISDN、激活或 Profile 切换则可能已经产生效果。调用者超时可以结束等待，但 R 仍要保留必要证据、隔离受影响资源并核对。不能只丢弃旧标记，就再给设备发下一条冲突命令。对外已结束的请求也不能因晚到成功而复活。</a:t>
            </a:r>
          </a:p>
          <a:p xmlns:a="http://schemas.openxmlformats.org/drawingml/2006/main">
            <a:r>
              <a:t/>
            </a:r>
          </a:p>
          <a:p xmlns:a="http://schemas.openxmlformats.org/drawingml/2006/main">
            <a:r>
              <a:t>通过这一页，我们要把设计落到三个实际位置：发起时在哪里登记上下文，失效和写入在哪里受同一机制保护，以及过期结果和未知设备效果分别交给谁。后面用契约与测试检查这些位置是否真的有效。</a:t>
            </a:r>
          </a:p>
          <a:p xmlns:a="http://schemas.openxmlformats.org/drawingml/2006/main">
            <a:r>
              <a:t/>
            </a:r>
          </a:p>
          <a:p xmlns:a="http://schemas.openxmlformats.org/drawingml/2006/main">
            <a:r>
              <a:t>【技术背景与原理｜备讲】</a:t>
            </a:r>
          </a:p>
          <a:p xmlns:a="http://schemas.openxmlformats.org/drawingml/2006/main">
            <a:r>
              <a:t>检查时成立、使用时已经变化，是典型的检查与使用竞争窗口。增加一个独立 if 不能保证安全，必须把最后复核与状态转换放在维护者的同一受控边界。外部 I/O 仍在锁外执行，返回后再入同一域接纳，不能持领域锁等设备或回调。</a:t>
            </a:r>
          </a:p>
          <a:p xmlns:a="http://schemas.openxmlformats.org/drawingml/2006/main">
            <a:r>
              <a:t/>
            </a:r>
          </a:p>
          <a:p xmlns:a="http://schemas.openxmlformats.org/drawingml/2006/main">
            <a:r>
              <a:t>标识分层包括：H 创建运行实例 epoch，R 维护卡应用会话及 bindingGeneration，R 的 LoadScope/recordsGeneration 维护相关加载，T 维护账户/绑定版本，O 维护 step/attempt，原 RIL serial 与协议 session 继续保留。显示名变化不应使另一张卡的 PIN 失效，版本检查只覆盖实际依赖。</a:t>
            </a:r>
          </a:p>
          <a:p xmlns:a="http://schemas.openxmlformats.org/drawingml/2006/main">
            <a:r>
              <a:t/>
            </a:r>
          </a:p>
          <a:p xmlns:a="http://schemas.openxmlformats.org/drawingml/2006/main">
            <a:r>
              <a:t>一次性接纳资格不等于所有外部事件只能出现一次。请求回包重复、两个参数相同的公共请求、账户或 CES 的重复通知，是不同约束。旧接口没有幂等键时，不能凭参数或时间窗口把两次调用合并。</a:t>
            </a:r>
          </a:p>
          <a:p xmlns:a="http://schemas.openxmlformats.org/drawingml/2006/main">
            <a:r>
              <a:t/>
            </a:r>
          </a:p>
          <a:p xmlns:a="http://schemas.openxmlformats.org/drawingml/2006/main">
            <a:r>
              <a:t>幂等指同一逻辑操作重复执行时，最终效果与执行一次相同，需要目标、操作身份及具体动作允许重复的依据。本地“完成资格只消费一次”可以避免重复推进，却不能在响应丢失后证明设备只执行了一次。端到端保证需要设备或服务协议配合，不能由本地 Map 或一个 OperationId 单方面推导。</a:t>
            </a:r>
          </a:p>
          <a:p xmlns:a="http://schemas.openxmlformats.org/drawingml/2006/main">
            <a:r>
              <a:t/>
            </a:r>
          </a:p>
          <a:p xmlns:a="http://schemas.openxmlformats.org/drawingml/2006/main">
            <a:r>
              <a:t>操作终态、等待状态和设备资源状态分别维护。O 可以在恢复预算耗尽后结束为未解决，本次调用仍保持原失败出口；R 对真实共享资源继续 Checking 或隔离，直到有该命令可采用的效果与执行静止证据。通道变量清零、当前参数相符和请求表清空都不能单独证明硬件停止。</a:t>
            </a:r>
          </a:p>
          <a:p xmlns:a="http://schemas.openxmlformats.org/drawingml/2006/main">
            <a:r>
              <a:t/>
            </a:r>
          </a:p>
          <a:p xmlns:a="http://schemas.openxmlformats.org/drawingml/2006/main">
            <a:r>
              <a:t>合法激活或 Profile 切换本来就可能产生新会话。目标需在发起前记录预期转换，再由 R 根据范围、目标、原因、协议或关联重查等证据接纳新 SessionRef。预期只是计划，任意 READY 或相同 slot 不够。后续观察可以受控接续，旧 EF 和旧 attempt 仍不能因此恢复写权。</a:t>
            </a:r>
          </a:p>
          <a:p xmlns:a="http://schemas.openxmlformats.org/drawingml/2006/main">
            <a:r>
              <a:t/>
            </a:r>
          </a:p>
          <a:p xmlns:a="http://schemas.openxmlformats.org/drawingml/2006/main">
            <a:r>
              <a:t>已有保护也有分支范围。现有请求表和协议 session 应复用，但要分别检查成功、错误、投递失败与迟到路径。文档对旧 session 错误先改失败标记等提出的是静态推导风险，仍需对应交错验证，不能讲成已确认产品故障。</a:t>
            </a:r>
          </a:p>
          <a:p xmlns:a="http://schemas.openxmlformats.org/drawingml/2006/main">
            <a:r>
              <a:t/>
            </a:r>
          </a:p>
          <a:p xmlns:a="http://schemas.openxmlformats.org/drawingml/2006/main">
            <a:r>
              <a:t>【常见追问】</a:t>
            </a:r>
          </a:p>
          <a:p xmlns:a="http://schemas.openxmlformats.org/drawingml/2006/main">
            <a:r>
              <a:t>问：把所有回调都放同一线程是否最安全？</a:t>
            </a:r>
          </a:p>
          <a:p xmlns:a="http://schemas.openxmlformats.org/drawingml/2006/main">
            <a:r>
              <a:t>答：只能在它覆盖全部相关写者时提供相应顺序。共享物理资源、其他线程和外部调用仍需保护；同步等待该线程才能处理的回包还可能阻塞。先核对真实执行模型，再选合适作用域。</a:t>
            </a:r>
          </a:p>
          <a:p xmlns:a="http://schemas.openxmlformats.org/drawingml/2006/main">
            <a:r>
              <a:t/>
            </a:r>
          </a:p>
          <a:p xmlns:a="http://schemas.openxmlformats.org/drawingml/2006/main">
            <a:r>
              <a:t>问：过期写回包应该直接丢弃吗？</a:t>
            </a:r>
          </a:p>
          <a:p xmlns:a="http://schemas.openxmlformats.org/drawingml/2006/main">
            <a:r>
              <a:t>答：拒绝的是它写入新目标的资格。对于已经发出的写动作，有效旧关联仍可能提供效果证据，应交 O/R 核对；不能自动补发成功、释放未知资源或改写新卡。</a:t>
            </a:r>
          </a:p>
          <a:p xmlns:a="http://schemas.openxmlformats.org/drawingml/2006/main">
            <a:r>
              <a:t/>
            </a:r>
          </a:p>
          <a:p xmlns:a="http://schemas.openxmlformats.org/drawingml/2006/main">
            <a:r>
              <a:t>【讲图提示与衔接】</a:t>
            </a:r>
          </a:p>
          <a:p xmlns:a="http://schemas.openxmlformats.org/drawingml/2006/main">
            <a:r>
              <a:t>先指右图“恢复原关联”，再指“准入”，最后分别讲过期和有效分支。技术重点停在同一受控域，结尾再用写操作解释局部规则的适用边界。</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§10～§12、§14。现状代码事实沿用该文档固定基线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第17页｜外部接口：兼容适配与行为验证</a:t>
            </a:r>
          </a:p>
          <a:p xmlns:a="http://schemas.openxmlformats.org/drawingml/2006/main">
            <a:r>
              <a:t>建议主讲时间：约5分钟，测试分层与 Oracle 为重点备讲</a:t>
            </a:r>
          </a:p>
          <a:p xmlns:a="http://schemas.openxmlformats.org/drawingml/2006/main">
            <a:r>
              <a:t/>
            </a:r>
          </a:p>
          <a:p xmlns:a="http://schemas.openxmlformats.org/drawingml/2006/main">
            <a:r>
              <a:t>【本页目标】</a:t>
            </a:r>
          </a:p>
          <a:p xmlns:a="http://schemas.openxmlformats.org/drawingml/2006/main">
            <a:r>
              <a:t>把“接口不变”展开成完整行为契约，并说明怎样建立能跨内部架构变化复用的防护网。</a:t>
            </a:r>
          </a:p>
          <a:p xmlns:a="http://schemas.openxmlformats.org/drawingml/2006/main">
            <a:r>
              <a:t/>
            </a:r>
          </a:p>
          <a:p xmlns:a="http://schemas.openxmlformats.org/drawingml/2006/main">
            <a:r>
              <a:t>【主讲稿｜可直接讲述】</a:t>
            </a:r>
          </a:p>
          <a:p xmlns:a="http://schemas.openxmlformats.org/drawingml/2006/main">
            <a:r>
              <a:t>这张图中间的兼容层负责把旧调用映射到新内部模型，但兼容的判断要从调用方观察出发。函数名和参数不变只是第一步。</a:t>
            </a:r>
          </a:p>
          <a:p xmlns:a="http://schemas.openxmlformats.org/drawingml/2006/main">
            <a:r>
              <a:t/>
            </a:r>
          </a:p>
          <a:p xmlns:a="http://schemas.openxmlformats.org/drawingml/2006/main">
            <a:r>
              <a:t>先看入口与结果。需要保护原 SA、IPC 事务码、方法签名、枚举、DTO 与序列化，以及 slot、simId 的原含义。权限和 capability 在原调用上下文中检查，不能把获取调用者身份随意挪到工作线程，也不能给原 CMI 直接调用一律补上另一入口才有的校验。</a:t>
            </a:r>
          </a:p>
          <a:p xmlns:a="http://schemas.openxmlformats.org/drawingml/2006/main">
            <a:r>
              <a:t/>
            </a:r>
          </a:p>
          <a:p xmlns:a="http://schemas.openxmlformats.org/drawingml/2006/main">
            <a:r>
              <a:t>其次是错误优先级。一个调用如果同时满足“非法槽”和“无权限”等条件，先返回哪种错误也可能是旧行为。重构过程中统一检查函数时，要确认没有无意改变这个先后。具体例外按方法记录，不能凭理想分层新增统一规则。</a:t>
            </a:r>
          </a:p>
          <a:p xmlns:a="http://schemas.openxmlformats.org/drawingml/2006/main">
            <a:r>
              <a:t/>
            </a:r>
          </a:p>
          <a:p xmlns:a="http://schemas.openxmlformats.org/drawingml/2006/main">
            <a:r>
              <a:t>再看异步完成与通知。受理返回、卡业务结果、业务回调和通知是不同节点。GetSimState 的相关服务路径有先接收后回调两通道，卡侧 eSIM 有外层整型返回与 enumResult。查询在每个步骤能看见什么、允许哪些局部顺序、是否有首帧或重复通知，都属于保护范围。静态调用顺序不能证明所有消费者全局接收顺序。</a:t>
            </a:r>
          </a:p>
          <a:p xmlns:a="http://schemas.openxmlformats.org/drawingml/2006/main">
            <a:r>
              <a:t/>
            </a:r>
          </a:p>
          <a:p xmlns:a="http://schemas.openxmlformats.org/drawingml/2006/main">
            <a:r>
              <a:t>第三行是数据和设备副作用。有些消费者直接读 DataShare 或参数，不经过 C，因此只测 DTO 不够。URI、schema、字段和缺省也要核对。比较新旧实现时，设备、DB、参数和 Hook 只能有一套活动写路径，不能双发后再看哪边更像旧结果。</a:t>
            </a:r>
          </a:p>
          <a:p xmlns:a="http://schemas.openxmlformats.org/drawingml/2006/main">
            <a:r>
              <a:t/>
            </a:r>
          </a:p>
          <a:p xmlns:a="http://schemas.openxmlformats.org/drawingml/2006/main">
            <a:r>
              <a:t>最后是启动、停止与跨 SO。真实对象是否还是同一个，部分装配是否安全，在途回调如何退出，谁销毁对象和何时卸载库，都要用相应构建与生命周期测试证明。</a:t>
            </a:r>
          </a:p>
          <a:p xmlns:a="http://schemas.openxmlformats.org/drawingml/2006/main">
            <a:r>
              <a:t/>
            </a:r>
          </a:p>
          <a:p xmlns:a="http://schemas.openxmlformats.org/drawingml/2006/main">
            <a:r>
              <a:t>测试防护网建议分层。纯规则测试保护 Domain；Linux 组件测试执行真实生产 SIM，只替换正式外部提供方；公开接口差分检查返回、查询、回调和外部请求；产品和设备实验再证明真实 SA、权限、Modem、eUICC、provider 与厂商行为。任何一层通过都不能替代其他层。</a:t>
            </a:r>
          </a:p>
          <a:p xmlns:a="http://schemas.openxmlformats.org/drawingml/2006/main">
            <a:r>
              <a:t/>
            </a:r>
          </a:p>
          <a:p xmlns:a="http://schemas.openxmlformats.org/drawingml/2006/main">
            <a:r>
              <a:t>我们还要区分已确认契约、基线旧行为、已验证不变量和开放问题。现状录制能告诉我们发生了什么，但不能自动成为永久正确的规则。发现缺陷后，有意修复要单列新预期与批准，不能通过改测试期望掩盖未经解释的变化。</a:t>
            </a:r>
          </a:p>
          <a:p xmlns:a="http://schemas.openxmlformats.org/drawingml/2006/main">
            <a:r>
              <a:t/>
            </a:r>
          </a:p>
          <a:p xmlns:a="http://schemas.openxmlformats.org/drawingml/2006/main">
            <a:r>
              <a:t>【技术背景与原理｜备讲】</a:t>
            </a:r>
          </a:p>
          <a:p xmlns:a="http://schemas.openxmlformats.org/drawingml/2006/main">
            <a:r>
              <a:t>Oracle 指测试用来判断对错的依据。一个用例要说明输入、预置事实、目标与非目标、允许的输出轨迹和错误结果。期望来自契约或经确认的规则，不能只断言新实现内部某个方法被调用。</a:t>
            </a:r>
          </a:p>
          <a:p xmlns:a="http://schemas.openxmlformats.org/drawingml/2006/main">
            <a:r>
              <a:t/>
            </a:r>
          </a:p>
          <a:p xmlns:a="http://schemas.openxmlformats.org/drawingml/2006/main">
            <a:r>
              <a:t>兼容/防腐适配层让内部模型不用直接照搬旧 DTO 和参数组织，同时把旧请求与观察转换到明确用例。它的边界由转换和契约保护定义，不能隐藏第二套业务规则或状态机，也不能借“防腐”名义修改旧接口应有的语义。</a:t>
            </a:r>
          </a:p>
          <a:p xmlns:a="http://schemas.openxmlformats.org/drawingml/2006/main">
            <a:r>
              <a:t/>
            </a:r>
          </a:p>
          <a:p xmlns:a="http://schemas.openxmlformats.org/drawingml/2006/main">
            <a:r>
              <a:t>差分测试让 Legacy 与 Split 在可比较的环境中接收相同输入，比较稳定外部观察。依赖版本、Feature、初始化状态和外部协议不一致时，结果可能不可比较；即使两边一致，也可能共同保留缺陷，因此还需要独立业务预期。</a:t>
            </a:r>
          </a:p>
          <a:p xmlns:a="http://schemas.openxmlformats.org/drawingml/2006/main">
            <a:r>
              <a:t/>
            </a:r>
          </a:p>
          <a:p xmlns:a="http://schemas.openxmlformats.org/drawingml/2006/main">
            <a:r>
              <a:t>边界替身用于替代真正外部的 RIL 响应、DataShare 或事件服务，使故障和交错可控制。若把被测 Controller、状态机、文件解析本身替换成预设成功的 Mock，就无法证明生产业务链。容量查询能运行也不能推出 OnInit、账户或 PIN 链已可运行。</a:t>
            </a:r>
          </a:p>
          <a:p xmlns:a="http://schemas.openxmlformats.org/drawingml/2006/main">
            <a:r>
              <a:t/>
            </a:r>
          </a:p>
          <a:p xmlns:a="http://schemas.openxmlformats.org/drawingml/2006/main">
            <a:r>
              <a:t>负向场景检查的是防护网有没有观测能力。例如安排旧响应在换卡后到达，看目标卡缓存和完成集合是否受影响；再保留正常合法响应，防止实现简单地丢弃一切而“通过”。重复回包、局部刷新未受影响范围、DB 失败后查询等都要同时覆盖。</a:t>
            </a:r>
          </a:p>
          <a:p xmlns:a="http://schemas.openxmlformats.org/drawingml/2006/main">
            <a:r>
              <a:t/>
            </a:r>
          </a:p>
          <a:p xmlns:a="http://schemas.openxmlformats.org/drawingml/2006/main">
            <a:r>
              <a:t>黑盒业务测试与架构审计相互补充。黑盒验证公开输出和正式外部请求，静态/构建检查验证依赖、唯一写者、符号和所有权。内部类名、Repository 名字或领域事件数量不能成为必须跨重构保持的长期业务 Oracle。</a:t>
            </a:r>
          </a:p>
          <a:p xmlns:a="http://schemas.openxmlformats.org/drawingml/2006/main">
            <a:r>
              <a:t/>
            </a:r>
          </a:p>
          <a:p xmlns:a="http://schemas.openxmlformats.org/drawingml/2006/main">
            <a:r>
              <a:t>DTO 是跨接口传递的数据对象；schema 是持久化数据的字段与结构约定。CES 是公共事件发布订阅能力，Registry 与账户回调又各有自己的消费方式。Mock 或 Stub 是测试中的可控替身，目的是制造可重复输入和故障；替身应该替代真正外部边界，不能把要证明的内部逻辑一并替掉。</a:t>
            </a:r>
          </a:p>
          <a:p xmlns:a="http://schemas.openxmlformats.org/drawingml/2006/main">
            <a:r>
              <a:t/>
            </a:r>
          </a:p>
          <a:p xmlns:a="http://schemas.openxmlformats.org/drawingml/2006/main">
            <a:r>
              <a:t>【常见追问】</a:t>
            </a:r>
          </a:p>
          <a:p xmlns:a="http://schemas.openxmlformats.org/drawingml/2006/main">
            <a:r>
              <a:t>问：所有旧行为都要录成黄金结果吗？</a:t>
            </a:r>
          </a:p>
          <a:p xmlns:a="http://schemas.openxmlformats.org/drawingml/2006/main">
            <a:r>
              <a:t>答：只记录有意义且可解释的观察，并分类来源。无契约的调度全序、日志顺序和实现细节不宜固定。已知缺陷和批准修复另列差异。</a:t>
            </a:r>
          </a:p>
          <a:p xmlns:a="http://schemas.openxmlformats.org/drawingml/2006/main">
            <a:r>
              <a:t/>
            </a:r>
          </a:p>
          <a:p xmlns:a="http://schemas.openxmlformats.org/drawingml/2006/main">
            <a:r>
              <a:t>问：编译加 AI 检视能否替代业务测试？</a:t>
            </a:r>
          </a:p>
          <a:p xmlns:a="http://schemas.openxmlformats.org/drawingml/2006/main">
            <a:r>
              <a:t>答：它们能检查许多类型、依赖和分支问题，但无法单独证明实际初始化、并发交错、回调时序、设备副作用和跨仓消费行为。应与可执行轨迹和对应设备证据配合。</a:t>
            </a:r>
          </a:p>
          <a:p xmlns:a="http://schemas.openxmlformats.org/drawingml/2006/main">
            <a:r>
              <a:t/>
            </a:r>
          </a:p>
          <a:p xmlns:a="http://schemas.openxmlformats.org/drawingml/2006/main">
            <a:r>
              <a:t>【讲图提示与衔接】</a:t>
            </a:r>
          </a:p>
          <a:p xmlns:a="http://schemas.openxmlformats.org/drawingml/2006/main">
            <a:r>
              <a:t>从原调用方经兼容层到新模型讲一遍，再沿四行说明保护内容。下一页把这些证据安排到不同实施阶段。</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§9、§16、§18～§19。现状代码事实沿用该文档固定基线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第18页｜迁移计划：结构、生命周期与写权分别验收</a:t>
            </a:r>
          </a:p>
          <a:p xmlns:a="http://schemas.openxmlformats.org/drawingml/2006/main">
            <a:r>
              <a:t>建议主讲时间：约5分钟，阶段依赖与回退为重点备讲</a:t>
            </a:r>
          </a:p>
          <a:p xmlns:a="http://schemas.openxmlformats.org/drawingml/2006/main">
            <a:r>
              <a:t/>
            </a:r>
          </a:p>
          <a:p xmlns:a="http://schemas.openxmlformats.org/drawingml/2006/main">
            <a:r>
              <a:t>【本页目标】</a:t>
            </a:r>
          </a:p>
          <a:p xmlns:a="http://schemas.openxmlformats.org/drawingml/2006/main">
            <a:r>
              <a:t>解释不同风险为什么分阶段交付，以及怎样避免全局阻塞、双写和无依据回退。</a:t>
            </a:r>
          </a:p>
          <a:p xmlns:a="http://schemas.openxmlformats.org/drawingml/2006/main">
            <a:r>
              <a:t/>
            </a:r>
          </a:p>
          <a:p xmlns:a="http://schemas.openxmlformats.org/drawingml/2006/main">
            <a:r>
              <a:t>【主讲稿｜可直接讲述】</a:t>
            </a:r>
          </a:p>
          <a:p xmlns:a="http://schemas.openxmlformats.org/drawingml/2006/main">
            <a:r>
              <a:t>这一页把工作按风险和证据拆开。阶段表是目标计划，历史容量和基础设施记录只能证明其各自范围，不代表完整业务或目标架构已就绪。</a:t>
            </a:r>
          </a:p>
          <a:p xmlns:a="http://schemas.openxmlformats.org/drawingml/2006/main">
            <a:r>
              <a:t/>
            </a:r>
          </a:p>
          <a:p xmlns:a="http://schemas.openxmlformats.org/drawingml/2006/main">
            <a:r>
              <a:t>G1 先选本批业务切片，建立真实入口、初始化依赖、旧返回与输出预期。对应业务链要真实执行，异常输入也要能被观测。纯规则、依赖调查和原库内准备可以逐步推进；但缺少该批行为闭包时，不能仅凭类图批准写权切换。</a:t>
            </a:r>
          </a:p>
          <a:p xmlns:a="http://schemas.openxmlformats.org/drawingml/2006/main">
            <a:r>
              <a:t/>
            </a:r>
          </a:p>
          <a:p xmlns:a="http://schemas.openxmlformats.org/drawingml/2006/main">
            <a:r>
              <a:t>G2a 在原 SO 内整理依赖和所有权。把 HostPorts、工厂、具体类型销毁与注入关系讲清楚，先保持旧 writer、线程和生命周期。这样能把依赖问题从行为变化中分离出来。</a:t>
            </a:r>
          </a:p>
          <a:p xmlns:a="http://schemas.openxmlformats.org/drawingml/2006/main">
            <a:r>
              <a:t/>
            </a:r>
          </a:p>
          <a:p xmlns:a="http://schemas.openxmlformats.org/drawingml/2006/main">
            <a:r>
              <a:t>G2b 按需机械拆 SO，验证真实 GN、导出符号、链接方向、Feature、ABI 和跨库装配，尽量保持原驻留期与执行行为。G2c 再单独启用停止受理、反注册、结束等待、排空和销毁协议。产品若需要动态卸载或模块重建，相关关闭能力必须先验收；无法排空时不能直接卸载。</a:t>
            </a:r>
          </a:p>
          <a:p xmlns:a="http://schemas.openxmlformats.org/drawingml/2006/main">
            <a:r>
              <a:t/>
            </a:r>
          </a:p>
          <a:p xmlns:a="http://schemas.openxmlformats.org/drawingml/2006/main">
            <a:r>
              <a:t>G3 才逐批交接事实写权。账户资料、卡会话与加载、角色与本地操作、支撑与 eSIM 各按依赖切片。每个状态切换时，全部旧写入口一起改委托，包括初始化、重载、尚未整体迁走的激活和号码异步回写。一个请求只走一个实际发令路径，旧同层重试分支也要在新 O 接管时退出。</a:t>
            </a:r>
          </a:p>
          <a:p xmlns:a="http://schemas.openxmlformats.org/drawingml/2006/main">
            <a:r>
              <a:t/>
            </a:r>
          </a:p>
          <a:p xmlns:a="http://schemas.openxmlformats.org/drawingml/2006/main">
            <a:r>
              <a:t>清理与验收是每一批切片的退出条件，而不是另一个等待到最后才开始的业务阶段。每批都要删除已无写权、无消费者的旧路径，复扫依赖和功能覆盖，补齐该批产品、设备与外仓证据。按当前主设计的阶段定义，G4 专指四槽、MEP、新公开 API、持久操作日志、可靠交付等独立新行为。这些能力需要明确需求、批准和配套验证，内部拆分不会自动形成它们。</a:t>
            </a:r>
          </a:p>
          <a:p xmlns:a="http://schemas.openxmlformats.org/drawingml/2006/main">
            <a:r>
              <a:t/>
            </a:r>
          </a:p>
          <a:p xmlns:a="http://schemas.openxmlformats.org/drawingml/2006/main">
            <a:r>
              <a:t>还要明确阻塞范围。66250 的恢复能力缺口，只阻塞依赖它的 eSIM 切片；provider 的事务缺口，不妨碍保留原分步行为的适配准备。缺少设备静止判据的资源改造保持未切换，但不能据此冻结整个架构治理。</a:t>
            </a:r>
          </a:p>
          <a:p xmlns:a="http://schemas.openxmlformats.org/drawingml/2006/main">
            <a:r>
              <a:t/>
            </a:r>
          </a:p>
          <a:p xmlns:a="http://schemas.openxmlformats.org/drawingml/2006/main">
            <a:r>
              <a:t>最后，回退不是简单换回二进制。先停止本批新受理，识别在途设备和存储效果，再按已知事实处理。已经写入卡、参数或数据库的内容不会随程序版本自动撤销。旧实现作为独立构建比较与回退，本轮不新增未经授权的运行期双实现切换开关。</a:t>
            </a:r>
          </a:p>
          <a:p xmlns:a="http://schemas.openxmlformats.org/drawingml/2006/main">
            <a:r>
              <a:t/>
            </a:r>
          </a:p>
          <a:p xmlns:a="http://schemas.openxmlformats.org/drawingml/2006/main">
            <a:r>
              <a:t>【技术背景与原理｜备讲】</a:t>
            </a:r>
          </a:p>
          <a:p xmlns:a="http://schemas.openxmlformats.org/drawingml/2006/main">
            <a:r>
              <a:t>把结构变化、运行期寿命变化和业务规则变化分开，可以缩小一次交付的验证范围。机械搬迁出现问题时，优先检查链接与装配；新关闭协议出现问题时，检查回调与代码寿命；写权切换出现问题时，检查全部来源和可见性。它们可以按真实依赖安排，但必须各有可审查证据。</a:t>
            </a:r>
          </a:p>
          <a:p xmlns:a="http://schemas.openxmlformats.org/drawingml/2006/main">
            <a:r>
              <a:t/>
            </a:r>
          </a:p>
          <a:p xmlns:a="http://schemas.openxmlformats.org/drawingml/2006/main">
            <a:r>
              <a:t>写权单元的切换顺序是：枚举原赋值和存储入口，给旧调用者提供新入口委托，接通唯一维护者，运行来源/失败/交错差分，再撤销旁路。迁移过渡并不授权双写。</a:t>
            </a:r>
          </a:p>
          <a:p xmlns:a="http://schemas.openxmlformats.org/drawingml/2006/main">
            <a:r>
              <a:t/>
            </a:r>
          </a:p>
          <a:p xmlns:a="http://schemas.openxmlformats.org/drawingml/2006/main">
            <a:r>
              <a:t>Feature 矩阵覆盖实际支持的条件组合。eSIM、EXT、卫星和特殊槽有不同构建与装配条件，默认构建通过不证明所有产品组合通过。也不能为了让某一配置成功而在条件外引用其类型。</a:t>
            </a:r>
          </a:p>
          <a:p xmlns:a="http://schemas.openxmlformats.org/drawingml/2006/main">
            <a:r>
              <a:t/>
            </a:r>
          </a:p>
          <a:p xmlns:a="http://schemas.openxmlformats.org/drawingml/2006/main">
            <a:r>
              <a:t>只读影子比较必须确实无副作用。GetShowNumber 可能异步回写，设备型 Get 可能开通道，所以不能仅凭函数名含 Get 就认定可安全双跑。影子宜使用不可变输入和纯规则结果，不能调用真实写卡、DB、参数或 Hook。</a:t>
            </a:r>
          </a:p>
          <a:p xmlns:a="http://schemas.openxmlformats.org/drawingml/2006/main">
            <a:r>
              <a:t/>
            </a:r>
          </a:p>
          <a:p xmlns:a="http://schemas.openxmlformats.org/drawingml/2006/main">
            <a:r>
              <a:t>【常见追问】</a:t>
            </a:r>
          </a:p>
          <a:p xmlns:a="http://schemas.openxmlformats.org/drawingml/2006/main">
            <a:r>
              <a:t>问：是不是一定要先拆 SO 再重构？</a:t>
            </a:r>
          </a:p>
          <a:p xmlns:a="http://schemas.openxmlformats.org/drawingml/2006/main">
            <a:r>
              <a:t>答：私有 SO 是工程手段，职责治理可以在原 SO 内推进。是否先拆取决于本批装配和验证条件，不能把拆库当成领域模型成立的理论前提。</a:t>
            </a:r>
          </a:p>
          <a:p xmlns:a="http://schemas.openxmlformats.org/drawingml/2006/main">
            <a:r>
              <a:t/>
            </a:r>
          </a:p>
          <a:p xmlns:a="http://schemas.openxmlformats.org/drawingml/2006/main">
            <a:r>
              <a:t>问：哪些证据允许开始一个切片？</a:t>
            </a:r>
          </a:p>
          <a:p xmlns:a="http://schemas.openxmlformats.org/drawingml/2006/main">
            <a:r>
              <a:t>答：对应入口与旧行为可解释，真实初始化和正式外部边界可执行，全部写入口已找齐，失败与回退条件明确。涉及设备恢复或外仓语义时，只对相关部分补齐必要证据。</a:t>
            </a:r>
          </a:p>
          <a:p xmlns:a="http://schemas.openxmlformats.org/drawingml/2006/main">
            <a:r>
              <a:t/>
            </a:r>
          </a:p>
          <a:p xmlns:a="http://schemas.openxmlformats.org/drawingml/2006/main">
            <a:r>
              <a:t>【讲图提示与衔接】</a:t>
            </a:r>
          </a:p>
          <a:p xmlns:a="http://schemas.openxmlformats.org/drawingml/2006/main">
            <a:r>
              <a:t>强调 G2a/b/c 分开以及 G3 的“全部写入口”。结尾用下一页的会议输出，把阶段计划转成可执行的开发讨论。</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§6.3、§14.3、§22。现状代码事实沿用该文档固定基线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第19页｜开发讨论：从一个功能确认到一次写权交接</a:t>
            </a:r>
          </a:p>
          <a:p xmlns:a="http://schemas.openxmlformats.org/drawingml/2006/main">
            <a:r>
              <a:t>建议主讲时间：约3分钟，随后进入讨论</a:t>
            </a:r>
          </a:p>
          <a:p xmlns:a="http://schemas.openxmlformats.org/drawingml/2006/main">
            <a:r>
              <a:t/>
            </a:r>
          </a:p>
          <a:p xmlns:a="http://schemas.openxmlformats.org/drawingml/2006/main">
            <a:r>
              <a:t>【本页目标】</a:t>
            </a:r>
          </a:p>
          <a:p xmlns:a="http://schemas.openxmlformats.org/drawingml/2006/main">
            <a:r>
              <a:t>把整套架构思想转成开发可以共同确认的功能、责任和验收记录，减少平行文档带来的理解成本。</a:t>
            </a:r>
          </a:p>
          <a:p xmlns:a="http://schemas.openxmlformats.org/drawingml/2006/main">
            <a:r>
              <a:t/>
            </a:r>
          </a:p>
          <a:p xmlns:a="http://schemas.openxmlformats.org/drawingml/2006/main">
            <a:r>
              <a:t>【主讲稿｜可直接讲述】</a:t>
            </a:r>
          </a:p>
          <a:p xmlns:a="http://schemas.openxmlformats.org/drawingml/2006/main">
            <a:r>
              <a:t>最后把讨论落到一个具体功能。大家已经熟悉业务，不需要先把所有设计文件重新读一遍。我们用这份材料建立共同语言，再围绕一个实际入口做四项确认。</a:t>
            </a:r>
          </a:p>
          <a:p xmlns:a="http://schemas.openxmlformats.org/drawingml/2006/main">
            <a:r>
              <a:t/>
            </a:r>
          </a:p>
          <a:p xmlns:a="http://schemas.openxmlformats.org/drawingml/2006/main">
            <a:r>
              <a:t>第一，今天怎样完成。请指出真实入口、生产调用、状态写点和原输出。不要只列主成功路径，还要包括初始化、重载、超时、存储失败和相关回调。每条事实区分源码已确认、运行已观察和仍待验证。</a:t>
            </a:r>
          </a:p>
          <a:p xmlns:a="http://schemas.openxmlformats.org/drawingml/2006/main">
            <a:r>
              <a:t/>
            </a:r>
          </a:p>
          <a:p xmlns:a="http://schemas.openxmlformats.org/drawingml/2006/main">
            <a:r>
              <a:t>第二，目标职责怎样接管。指出字段属于 T、A、O 还是 R，哪个应用入口负责接纳，I 经什么原协议执行，C 在哪个节点输出。尚未迁走的旧调用者如何委托，也要同时说明。这样我们才能检查唯一写权是否真的成立。</a:t>
            </a:r>
          </a:p>
          <a:p xmlns:a="http://schemas.openxmlformats.org/drawingml/2006/main">
            <a:r>
              <a:t/>
            </a:r>
          </a:p>
          <a:p xmlns:a="http://schemas.openxmlformats.org/drawingml/2006/main">
            <a:r>
              <a:t>第三，哪些行为必须保持。签名之外，还要明确受理与业务结果、错误优先级、查询读源、中间可见性和通知。若打算拒绝陈旧回写或增加资源隔离，把它单列为有意修正，说明前后差异和批准条件。</a:t>
            </a:r>
          </a:p>
          <a:p xmlns:a="http://schemas.openxmlformats.org/drawingml/2006/main">
            <a:r>
              <a:t/>
            </a:r>
          </a:p>
          <a:p xmlns:a="http://schemas.openxmlformats.org/drawingml/2006/main">
            <a:r>
              <a:t>第四，用什么证据允许切换。选定一个能运行真实生产链的测试切片，列出允许替换的外部边界、正常与异常场景、需要外仓或设备证明的部分，以及责任人、退出和回退条件。缺口应具体到本批，不留下一个没有范围的“后续再评估”。</a:t>
            </a:r>
          </a:p>
          <a:p xmlns:a="http://schemas.openxmlformats.org/drawingml/2006/main">
            <a:r>
              <a:t/>
            </a:r>
          </a:p>
          <a:p xmlns:a="http://schemas.openxmlformats.org/drawingml/2006/main">
            <a:r>
              <a:t>Records 准入和号码更新是两个候选。前者检验会话、局部刷新、重复回包和完成条件；后者检验卡与账户的分步效果、查询回写和异步完成。最终从哪个开始，要结合真实初始化闭包、依赖可用性和该批证据决定，不能因为示意图容易理解就视作已经可实施。</a:t>
            </a:r>
          </a:p>
          <a:p xmlns:a="http://schemas.openxmlformats.org/drawingml/2006/main">
            <a:r>
              <a:t/>
            </a:r>
          </a:p>
          <a:p xmlns:a="http://schemas.openxmlformats.org/drawingml/2006/main">
            <a:r>
              <a:t>会议形成的结果回写同一目标设计，并沿用 SIM 功能清单和 WU 写权清单。记录采用规则、实际入口、验证预期、外部缺口、责任角色和完成证据。后续新增事实继续更新这些位置，避免再出现一组互相竞争的方案。</a:t>
            </a:r>
          </a:p>
          <a:p xmlns:a="http://schemas.openxmlformats.org/drawingml/2006/main">
            <a:r>
              <a:t/>
            </a:r>
          </a:p>
          <a:p xmlns:a="http://schemas.openxmlformats.org/drawingml/2006/main">
            <a:r>
              <a:t>【技术背景与原理｜备讲】</a:t>
            </a:r>
          </a:p>
          <a:p xmlns:a="http://schemas.openxmlformats.org/drawingml/2006/main">
            <a:r>
              <a:t>架构决策要能从理由追到实现，再从实现追到验收。比如“原会话结果不能写新卡”需要对应请求上下文、失效入口、最终写点和可观察交错用例。只记“采用 SessionRegistry”不能证明规则已经落地。</a:t>
            </a:r>
          </a:p>
          <a:p xmlns:a="http://schemas.openxmlformats.org/drawingml/2006/main">
            <a:r>
              <a:t/>
            </a:r>
          </a:p>
          <a:p xmlns:a="http://schemas.openxmlformats.org/drawingml/2006/main">
            <a:r>
              <a:t>首个切片应边界清楚、预期可解释、依赖可控。它既要验证新机制，也要验证合法旧行为仍能完成。随后再扩展到共享设备、服务重连、产品 Feature 与跨仓组合。</a:t>
            </a:r>
          </a:p>
          <a:p xmlns:a="http://schemas.openxmlformats.org/drawingml/2006/main">
            <a:r>
              <a:t/>
            </a:r>
          </a:p>
          <a:p xmlns:a="http://schemas.openxmlformats.org/drawingml/2006/main">
            <a:r>
              <a:t>【可直接使用的会议追问】</a:t>
            </a:r>
          </a:p>
          <a:p xmlns:a="http://schemas.openxmlformats.org/drawingml/2006/main">
            <a:r>
              <a:t>针对 Records：A 的请求晚到时，最终写点在哪个队列或锁域？同卡局部刷新后，未受影响请求为什么仍能完成？错误和重复结果怎样只消费自己的资格？</a:t>
            </a:r>
          </a:p>
          <a:p xmlns:a="http://schemas.openxmlformats.org/drawingml/2006/main">
            <a:r>
              <a:t/>
            </a:r>
          </a:p>
          <a:p xmlns:a="http://schemas.openxmlformats.org/drawingml/2006/main">
            <a:r>
              <a:t>针对号码：卡成功而 DB 失败时，旧查询分别看到什么？调用者已超时后，谁保留设备效果证据？新的独立查询回写怎样与旧设置用例分开？</a:t>
            </a:r>
          </a:p>
          <a:p xmlns:a="http://schemas.openxmlformats.org/drawingml/2006/main">
            <a:r>
              <a:t/>
            </a:r>
          </a:p>
          <a:p xmlns:a="http://schemas.openxmlformats.org/drawingml/2006/main">
            <a:r>
              <a:t>针对交付：本批还有没有初始化、重载或旧重试直接写状态？哪个外部能力缺口确实阻塞本批？回退时还有没有在途写卡或参数效果？</a:t>
            </a:r>
          </a:p>
          <a:p xmlns:a="http://schemas.openxmlformats.org/drawingml/2006/main">
            <a:r>
              <a:t/>
            </a:r>
          </a:p>
          <a:p xmlns:a="http://schemas.openxmlformats.org/drawingml/2006/main">
            <a:r>
              <a:t>【收尾与讨论】</a:t>
            </a:r>
          </a:p>
          <a:p xmlns:a="http://schemas.openxmlformats.org/drawingml/2006/main">
            <a:r>
              <a:t>邀请开发先选择一个熟悉功能，按表格四行补出真实入口和证据。听众若能用自己的业务例子解释“谁负责规则、谁组织步骤、谁执行协议、谁保持输出”，本次设计思想就具备了进入实现讨论的共同基础。</a:t>
            </a:r>
          </a:p>
          <a:p xmlns:a="http://schemas.openxmlformats.org/drawingml/2006/main">
            <a:r>
              <a:t/>
            </a:r>
          </a:p>
          <a:p xmlns:a="http://schemas.openxmlformats.org/drawingml/2006/main">
            <a:r>
              <a:t>【设计依据与适用边界】</a:t>
            </a:r>
          </a:p>
          <a:p xmlns:a="http://schemas.openxmlformats.org/drawingml/2006/main">
            <a:r>
              <a:t>依据：SIM_Target_Architecture_Design_v1.2(1).md，revision_date 2026-10-26；对应 §1、§6.3、§19.2～§19.4、§21～§22、§24。现状代码事实沿用该文档固定基线 6017003eff50c1bc8c5dfa72336a4bfe42e948b0 的证据索引（§20.2）。目标组件与协议为 PROPOSED，不表示已实现或已完成产品验证。技术原理用于解释设计；具体能力、错误与时序以既有契约和相应证据为准。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53465f7b2c4aa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7c0e6fbca444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f395bb861a9497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08a202b3dfb448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f9e18c7c4940a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b8024e4c32043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E13788-C238-4BD3-8CCE-975C4D153E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2F28D6-FA08-4B13-B0CD-48B5C7AF5BC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C944A5A-F139-44D5-A8C0-BD74BCFEEC1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964A8E-B6AF-4E79-B221-8BFDDE9F8E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04B8EB2-1E9F-425D-9C8F-5534683820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B037136-7E58-404B-9AA2-BE3F14CA65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52C6FD-2037-4993-98CA-955F2909EB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D1FDE26-1D65-4A2F-97EE-28336FB70D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51DD5E-7AE9-4DAB-A646-A07B211BF1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0486BC-221C-4F1C-8EA6-D1371C0DB9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195ee28da34109" /><Relationship Type="http://schemas.openxmlformats.org/officeDocument/2006/relationships/slideLayout" Target="/ppt/slideLayouts/slideLayout1.xml" Id="R936e87545eb14cc7" /><Relationship Type="http://schemas.openxmlformats.org/officeDocument/2006/relationships/slideLayout" Target="/ppt/slideLayouts/slideLayout2.xml" Id="R06b9affb97bf47b1" /><Relationship Type="http://schemas.openxmlformats.org/officeDocument/2006/relationships/slideLayout" Target="/ppt/slideLayouts/slideLayout3.xml" Id="R2703e55df1174dea" /><Relationship Type="http://schemas.openxmlformats.org/officeDocument/2006/relationships/slideLayout" Target="/ppt/slideLayouts/slideLayout4.xml" Id="R8c28ae27fb4d4fef" /><Relationship Type="http://schemas.openxmlformats.org/officeDocument/2006/relationships/slideLayout" Target="/ppt/slideLayouts/slideLayout5.xml" Id="R83306e735af8443e" /><Relationship Type="http://schemas.openxmlformats.org/officeDocument/2006/relationships/slideLayout" Target="/ppt/slideLayouts/slideLayout6.xml" Id="R3fab611e0c3640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6e87545eb14cc7"/>
    <p:sldLayoutId xmlns:r="http://schemas.openxmlformats.org/officeDocument/2006/relationships" id="2147483650" r:id="R06b9affb97bf47b1"/>
    <p:sldLayoutId xmlns:r="http://schemas.openxmlformats.org/officeDocument/2006/relationships" id="2147483651" r:id="R2703e55df1174dea"/>
    <p:sldLayoutId xmlns:r="http://schemas.openxmlformats.org/officeDocument/2006/relationships" id="2147483652" r:id="R8c28ae27fb4d4fef"/>
    <p:sldLayoutId xmlns:r="http://schemas.openxmlformats.org/officeDocument/2006/relationships" id="2147483653" r:id="R83306e735af8443e"/>
    <p:sldLayoutId xmlns:r="http://schemas.openxmlformats.org/officeDocument/2006/relationships" id="2147483654" r:id="R3fab611e0c3640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d5a0e92fde84431" /><Relationship Type="http://schemas.openxmlformats.org/officeDocument/2006/relationships/notesSlide" Target="/ppt/notesSlides/notesSlide1.xml" Id="Rbb746ffd6fb74a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58330bc2064cce" /><Relationship Type="http://schemas.openxmlformats.org/officeDocument/2006/relationships/notesSlide" Target="/ppt/notesSlides/notesSlide2.xml" Id="R16670a936f2e4d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fd1da17bdd143b5" /><Relationship Type="http://schemas.openxmlformats.org/officeDocument/2006/relationships/notesSlide" Target="/ppt/notesSlides/notesSlide3.xml" Id="Rf3954f6cf7f447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4098821325a42dc" /><Relationship Type="http://schemas.openxmlformats.org/officeDocument/2006/relationships/notesSlide" Target="/ppt/notesSlides/notesSlide4.xml" Id="R9c33304d3b2741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3bc88ec50064437" /><Relationship Type="http://schemas.openxmlformats.org/officeDocument/2006/relationships/notesSlide" Target="/ppt/notesSlides/notesSlide5.xml" Id="R61b1f4b32bb142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d8b9652613a44de" /><Relationship Type="http://schemas.openxmlformats.org/officeDocument/2006/relationships/notesSlide" Target="/ppt/notesSlides/notesSlide6.xml" Id="R46c98e4607fe42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fdea280ad094d71" /><Relationship Type="http://schemas.openxmlformats.org/officeDocument/2006/relationships/notesSlide" Target="/ppt/notesSlides/notesSlide7.xml" Id="R670b668adfc148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178b1ae180f4f45" /><Relationship Type="http://schemas.openxmlformats.org/officeDocument/2006/relationships/notesSlide" Target="/ppt/notesSlides/notesSlide8.xml" Id="R1f5cb2163d2b4f77" /></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8e736a9d9a524456"/><Relationship Type="http://schemas.openxmlformats.org/officeDocument/2006/relationships/hyperlink" Target="/ppt/slides/slide9.xml" Id="Ra663e29cca9b4854"/><Relationship Type="http://schemas.openxmlformats.org/officeDocument/2006/relationships/hyperlink" Target="/ppt/slides/slide10.xml" Id="R7c453aff1b9141ef"/><Relationship Type="http://schemas.openxmlformats.org/officeDocument/2006/relationships/hyperlink" Target="/ppt/slides/slide11.xml" Id="Re915503f21fd40d7"/><Relationship Type="http://schemas.openxmlformats.org/officeDocument/2006/relationships/hyperlink" Target="/ppt/slides/slide12.xml" Id="R002fe851a1634a0c"/><Relationship Type="http://schemas.openxmlformats.org/officeDocument/2006/relationships/hyperlink" Target="/ppt/slides/slide13.xml" Id="R110389f8b6584688"/><Relationship Type="http://schemas.openxmlformats.org/officeDocument/2006/relationships/hyperlink" Target="/ppt/slides/slide14.xml" Id="Rf6a50daab23a430b"/><Relationship Type="http://schemas.openxmlformats.org/officeDocument/2006/relationships/hyperlink" Target="/ppt/slides/slide15.xml" Id="R9e11312898be474e"/><Relationship Type="http://schemas.openxmlformats.org/officeDocument/2006/relationships/hyperlink" Target="/ppt/slides/slide16.xml" Id="R2d7a572ceaf84f73"/><Relationship Type="http://schemas.openxmlformats.org/officeDocument/2006/relationships/hyperlink" Target="/ppt/slides/slide17.xml" Id="R07f64de26b1a4db5"/><Relationship Type="http://schemas.openxmlformats.org/officeDocument/2006/relationships/hyperlink" Target="/ppt/slides/slide8.xml" Id="R77c502c33c3345cb"/><Relationship Type="http://schemas.openxmlformats.org/officeDocument/2006/relationships/hyperlink" Target="/ppt/slides/slide10.xml" Id="Re6b7726b61fb422b"/><Relationship Type="http://schemas.openxmlformats.org/officeDocument/2006/relationships/hyperlink" Target="/ppt/slides/slide18.xml" Id="Ra132694309654ae6"/><Relationship Type="http://schemas.openxmlformats.org/officeDocument/2006/relationships/notesSlide" Target="/ppt/notesSlides/notesSlide9.xml" Id="Rc32d256bfb00466c"/><Relationship Id="rIdCompareNav0" Type="http://schemas.openxmlformats.org/officeDocument/2006/relationships/slide" Target="slide9.xml"/><Relationship Id="rIdCompareNav1" Type="http://schemas.openxmlformats.org/officeDocument/2006/relationships/slide" Target="slide10.xml"/><Relationship Id="rIdCompareNav2" Type="http://schemas.openxmlformats.org/officeDocument/2006/relationships/slide" Target="slide11.xml"/><Relationship Id="rIdCompareNav3" Type="http://schemas.openxmlformats.org/officeDocument/2006/relationships/slide" Target="slide12.xml"/><Relationship Id="rIdCompareNav4" Type="http://schemas.openxmlformats.org/officeDocument/2006/relationships/slide" Target="slide13.xml"/><Relationship Id="rIdCompareNav5" Type="http://schemas.openxmlformats.org/officeDocument/2006/relationships/slide" Target="slide14.xml"/><Relationship Id="rIdCompareNav6" Type="http://schemas.openxmlformats.org/officeDocument/2006/relationships/slide" Target="slide15.xml"/><Relationship Id="rIdCompareNav7" Type="http://schemas.openxmlformats.org/officeDocument/2006/relationships/slide" Target="slide16.xml"/><Relationship Id="rIdCompareNav8" Type="http://schemas.openxmlformats.org/officeDocument/2006/relationships/slide" Target="slide17.xml"/><Relationship Id="rIdCompareNav9" Type="http://schemas.openxmlformats.org/officeDocument/2006/relationships/slide" Target="slide8.xml"/><Relationship Id="rIdCompareNav10" Type="http://schemas.openxmlformats.org/officeDocument/2006/relationships/slide" Target="slide10.xml"/><Relationship Id="rIdCompareNav11" Type="http://schemas.openxmlformats.org/officeDocument/2006/relationships/slide" Target="slide46.xml"/><Relationship Id="rIdCompareNav12" Type="http://schemas.openxmlformats.org/officeDocument/2006/relationships/slide" Target="slide18.xm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ada8dfb90bc246cb"/><Relationship Type="http://schemas.openxmlformats.org/officeDocument/2006/relationships/hyperlink" Target="/ppt/slides/slide9.xml" Id="Rb61d105026cb4075"/><Relationship Type="http://schemas.openxmlformats.org/officeDocument/2006/relationships/hyperlink" Target="/ppt/slides/slide10.xml" Id="Rffc47f6783ef4b75"/><Relationship Type="http://schemas.openxmlformats.org/officeDocument/2006/relationships/hyperlink" Target="/ppt/slides/slide11.xml" Id="R58515c59203d405e"/><Relationship Type="http://schemas.openxmlformats.org/officeDocument/2006/relationships/hyperlink" Target="/ppt/slides/slide12.xml" Id="R104dc093855e4d30"/><Relationship Type="http://schemas.openxmlformats.org/officeDocument/2006/relationships/hyperlink" Target="/ppt/slides/slide13.xml" Id="R0db7c46d33054e67"/><Relationship Type="http://schemas.openxmlformats.org/officeDocument/2006/relationships/hyperlink" Target="/ppt/slides/slide14.xml" Id="Rcd557eaf05ad429d"/><Relationship Type="http://schemas.openxmlformats.org/officeDocument/2006/relationships/hyperlink" Target="/ppt/slides/slide15.xml" Id="Rae59669affe44c67"/><Relationship Type="http://schemas.openxmlformats.org/officeDocument/2006/relationships/hyperlink" Target="/ppt/slides/slide16.xml" Id="R5f7f71c32d154c15"/><Relationship Type="http://schemas.openxmlformats.org/officeDocument/2006/relationships/hyperlink" Target="/ppt/slides/slide17.xml" Id="Red715bdd5f9f43a2"/><Relationship Type="http://schemas.openxmlformats.org/officeDocument/2006/relationships/hyperlink" Target="/ppt/slides/slide9.xml" Id="R80eadb00b6b2429a"/><Relationship Type="http://schemas.openxmlformats.org/officeDocument/2006/relationships/hyperlink" Target="/ppt/slides/slide11.xml" Id="R79ccf14de6f34c70"/><Relationship Type="http://schemas.openxmlformats.org/officeDocument/2006/relationships/hyperlink" Target="/ppt/slides/slide18.xml" Id="R846cb1355bf44a96"/><Relationship Type="http://schemas.openxmlformats.org/officeDocument/2006/relationships/notesSlide" Target="/ppt/notesSlides/notesSlide10.xml" Id="R6de90f198a4f4d45"/><Relationship Id="rIdCompareNav0" Type="http://schemas.openxmlformats.org/officeDocument/2006/relationships/slide" Target="slide9.xml"/><Relationship Id="rIdCompareNav1" Type="http://schemas.openxmlformats.org/officeDocument/2006/relationships/slide" Target="slide10.xml"/><Relationship Id="rIdCompareNav2" Type="http://schemas.openxmlformats.org/officeDocument/2006/relationships/slide" Target="slide11.xml"/><Relationship Id="rIdCompareNav3" Type="http://schemas.openxmlformats.org/officeDocument/2006/relationships/slide" Target="slide12.xml"/><Relationship Id="rIdCompareNav4" Type="http://schemas.openxmlformats.org/officeDocument/2006/relationships/slide" Target="slide13.xml"/><Relationship Id="rIdCompareNav5" Type="http://schemas.openxmlformats.org/officeDocument/2006/relationships/slide" Target="slide14.xml"/><Relationship Id="rIdCompareNav6" Type="http://schemas.openxmlformats.org/officeDocument/2006/relationships/slide" Target="slide15.xml"/><Relationship Id="rIdCompareNav7" Type="http://schemas.openxmlformats.org/officeDocument/2006/relationships/slide" Target="slide16.xml"/><Relationship Id="rIdCompareNav8" Type="http://schemas.openxmlformats.org/officeDocument/2006/relationships/slide" Target="slide17.xml"/><Relationship Id="rIdCompareNav9" Type="http://schemas.openxmlformats.org/officeDocument/2006/relationships/slide" Target="slide9.xml"/><Relationship Id="rIdCompareNav10" Type="http://schemas.openxmlformats.org/officeDocument/2006/relationships/slide" Target="slide11.xml"/><Relationship Id="rIdCompareNav11" Type="http://schemas.openxmlformats.org/officeDocument/2006/relationships/slide" Target="slide46.xml"/><Relationship Id="rIdCompareNav12" Type="http://schemas.openxmlformats.org/officeDocument/2006/relationships/slide" Target="slide18.xm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6464dd88f3034bf8"/><Relationship Type="http://schemas.openxmlformats.org/officeDocument/2006/relationships/hyperlink" Target="/ppt/slides/slide9.xml" Id="R13bb5a40abca4983"/><Relationship Type="http://schemas.openxmlformats.org/officeDocument/2006/relationships/hyperlink" Target="/ppt/slides/slide10.xml" Id="Re94813af1c7d4102"/><Relationship Type="http://schemas.openxmlformats.org/officeDocument/2006/relationships/hyperlink" Target="/ppt/slides/slide11.xml" Id="R841f069372274e88"/><Relationship Type="http://schemas.openxmlformats.org/officeDocument/2006/relationships/hyperlink" Target="/ppt/slides/slide12.xml" Id="Rc393d48e65684885"/><Relationship Type="http://schemas.openxmlformats.org/officeDocument/2006/relationships/hyperlink" Target="/ppt/slides/slide13.xml" Id="Rd9d781384afb4b07"/><Relationship Type="http://schemas.openxmlformats.org/officeDocument/2006/relationships/hyperlink" Target="/ppt/slides/slide14.xml" Id="Rb39fe4e933ae4355"/><Relationship Type="http://schemas.openxmlformats.org/officeDocument/2006/relationships/hyperlink" Target="/ppt/slides/slide15.xml" Id="R63aaa28616d740d8"/><Relationship Type="http://schemas.openxmlformats.org/officeDocument/2006/relationships/hyperlink" Target="/ppt/slides/slide16.xml" Id="Reb20680e269f4202"/><Relationship Type="http://schemas.openxmlformats.org/officeDocument/2006/relationships/hyperlink" Target="/ppt/slides/slide17.xml" Id="R2ffa1def9d9e407f"/><Relationship Type="http://schemas.openxmlformats.org/officeDocument/2006/relationships/hyperlink" Target="/ppt/slides/slide10.xml" Id="R9f048953d8f34633"/><Relationship Type="http://schemas.openxmlformats.org/officeDocument/2006/relationships/hyperlink" Target="/ppt/slides/slide12.xml" Id="R36ad0481a73540fe"/><Relationship Type="http://schemas.openxmlformats.org/officeDocument/2006/relationships/hyperlink" Target="/ppt/slides/slide18.xml" Id="Ra2ecc1f9487d41c3"/><Relationship Type="http://schemas.openxmlformats.org/officeDocument/2006/relationships/notesSlide" Target="/ppt/notesSlides/notesSlide11.xml" Id="R8c5e3715613f4070"/><Relationship Id="rIdCompareNav0" Type="http://schemas.openxmlformats.org/officeDocument/2006/relationships/slide" Target="slide9.xml"/><Relationship Id="rIdCompareNav1" Type="http://schemas.openxmlformats.org/officeDocument/2006/relationships/slide" Target="slide10.xml"/><Relationship Id="rIdCompareNav2" Type="http://schemas.openxmlformats.org/officeDocument/2006/relationships/slide" Target="slide11.xml"/><Relationship Id="rIdCompareNav3" Type="http://schemas.openxmlformats.org/officeDocument/2006/relationships/slide" Target="slide12.xml"/><Relationship Id="rIdCompareNav4" Type="http://schemas.openxmlformats.org/officeDocument/2006/relationships/slide" Target="slide13.xml"/><Relationship Id="rIdCompareNav5" Type="http://schemas.openxmlformats.org/officeDocument/2006/relationships/slide" Target="slide14.xml"/><Relationship Id="rIdCompareNav6" Type="http://schemas.openxmlformats.org/officeDocument/2006/relationships/slide" Target="slide15.xml"/><Relationship Id="rIdCompareNav7" Type="http://schemas.openxmlformats.org/officeDocument/2006/relationships/slide" Target="slide16.xml"/><Relationship Id="rIdCompareNav8" Type="http://schemas.openxmlformats.org/officeDocument/2006/relationships/slide" Target="slide17.xml"/><Relationship Id="rIdCompareNav9" Type="http://schemas.openxmlformats.org/officeDocument/2006/relationships/slide" Target="slide10.xml"/><Relationship Id="rIdCompareNav10" Type="http://schemas.openxmlformats.org/officeDocument/2006/relationships/slide" Target="slide12.xml"/><Relationship Id="rIdCompareNav11" Type="http://schemas.openxmlformats.org/officeDocument/2006/relationships/slide" Target="slide46.xml"/><Relationship Id="rIdCompareNav12" Type="http://schemas.openxmlformats.org/officeDocument/2006/relationships/slide" Target="slide18.xm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5b1e9238a6a4484b"/><Relationship Type="http://schemas.openxmlformats.org/officeDocument/2006/relationships/hyperlink" Target="/ppt/slides/slide9.xml" Id="R010a6dd7f7ad469d"/><Relationship Type="http://schemas.openxmlformats.org/officeDocument/2006/relationships/hyperlink" Target="/ppt/slides/slide10.xml" Id="R6380b7ce6f414b1b"/><Relationship Type="http://schemas.openxmlformats.org/officeDocument/2006/relationships/hyperlink" Target="/ppt/slides/slide11.xml" Id="Re006dda2e67f4b10"/><Relationship Type="http://schemas.openxmlformats.org/officeDocument/2006/relationships/hyperlink" Target="/ppt/slides/slide12.xml" Id="R1f94e4d415224758"/><Relationship Type="http://schemas.openxmlformats.org/officeDocument/2006/relationships/hyperlink" Target="/ppt/slides/slide13.xml" Id="Re1cdc2b40f9f4856"/><Relationship Type="http://schemas.openxmlformats.org/officeDocument/2006/relationships/hyperlink" Target="/ppt/slides/slide14.xml" Id="R24bbe657838c42a4"/><Relationship Type="http://schemas.openxmlformats.org/officeDocument/2006/relationships/hyperlink" Target="/ppt/slides/slide15.xml" Id="R4842c8c18fcd4417"/><Relationship Type="http://schemas.openxmlformats.org/officeDocument/2006/relationships/hyperlink" Target="/ppt/slides/slide16.xml" Id="Ra9b74faf38e5433c"/><Relationship Type="http://schemas.openxmlformats.org/officeDocument/2006/relationships/hyperlink" Target="/ppt/slides/slide17.xml" Id="Rc16ebb03390b4699"/><Relationship Type="http://schemas.openxmlformats.org/officeDocument/2006/relationships/hyperlink" Target="/ppt/slides/slide11.xml" Id="Rf2544d97db3d4f14"/><Relationship Type="http://schemas.openxmlformats.org/officeDocument/2006/relationships/hyperlink" Target="/ppt/slides/slide13.xml" Id="Rd19fe18073064930"/><Relationship Type="http://schemas.openxmlformats.org/officeDocument/2006/relationships/hyperlink" Target="/ppt/slides/slide18.xml" Id="R588aca7e36644314"/><Relationship Type="http://schemas.openxmlformats.org/officeDocument/2006/relationships/notesSlide" Target="/ppt/notesSlides/notesSlide12.xml" Id="R310459eb59d24d44"/><Relationship Id="rIdCompareNav0" Type="http://schemas.openxmlformats.org/officeDocument/2006/relationships/slide" Target="slide9.xml"/><Relationship Id="rIdCompareNav1" Type="http://schemas.openxmlformats.org/officeDocument/2006/relationships/slide" Target="slide10.xml"/><Relationship Id="rIdCompareNav2" Type="http://schemas.openxmlformats.org/officeDocument/2006/relationships/slide" Target="slide11.xml"/><Relationship Id="rIdCompareNav3" Type="http://schemas.openxmlformats.org/officeDocument/2006/relationships/slide" Target="slide12.xml"/><Relationship Id="rIdCompareNav4" Type="http://schemas.openxmlformats.org/officeDocument/2006/relationships/slide" Target="slide13.xml"/><Relationship Id="rIdCompareNav5" Type="http://schemas.openxmlformats.org/officeDocument/2006/relationships/slide" Target="slide14.xml"/><Relationship Id="rIdCompareNav6" Type="http://schemas.openxmlformats.org/officeDocument/2006/relationships/slide" Target="slide15.xml"/><Relationship Id="rIdCompareNav7" Type="http://schemas.openxmlformats.org/officeDocument/2006/relationships/slide" Target="slide16.xml"/><Relationship Id="rIdCompareNav8" Type="http://schemas.openxmlformats.org/officeDocument/2006/relationships/slide" Target="slide17.xml"/><Relationship Id="rIdCompareNav9" Type="http://schemas.openxmlformats.org/officeDocument/2006/relationships/slide" Target="slide11.xml"/><Relationship Id="rIdCompareNav10" Type="http://schemas.openxmlformats.org/officeDocument/2006/relationships/slide" Target="slide13.xml"/><Relationship Id="rIdCompareNav11" Type="http://schemas.openxmlformats.org/officeDocument/2006/relationships/slide" Target="slide46.xml"/><Relationship Id="rIdCompareNav12" Type="http://schemas.openxmlformats.org/officeDocument/2006/relationships/slide" Target="slide18.xm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5f0677b33abd49ae"/><Relationship Type="http://schemas.openxmlformats.org/officeDocument/2006/relationships/hyperlink" Target="/ppt/slides/slide9.xml" Id="R0f0aefbc6f1241c4"/><Relationship Type="http://schemas.openxmlformats.org/officeDocument/2006/relationships/hyperlink" Target="/ppt/slides/slide10.xml" Id="Rc4f229c6bf5145a1"/><Relationship Type="http://schemas.openxmlformats.org/officeDocument/2006/relationships/hyperlink" Target="/ppt/slides/slide11.xml" Id="R374d829dcc5241f9"/><Relationship Type="http://schemas.openxmlformats.org/officeDocument/2006/relationships/hyperlink" Target="/ppt/slides/slide12.xml" Id="R7e05a86dd02d4d7f"/><Relationship Type="http://schemas.openxmlformats.org/officeDocument/2006/relationships/hyperlink" Target="/ppt/slides/slide13.xml" Id="R3e441354bb8b47af"/><Relationship Type="http://schemas.openxmlformats.org/officeDocument/2006/relationships/hyperlink" Target="/ppt/slides/slide14.xml" Id="R1d2ea99fc5ad4a63"/><Relationship Type="http://schemas.openxmlformats.org/officeDocument/2006/relationships/hyperlink" Target="/ppt/slides/slide15.xml" Id="R5e5443b09e7041e8"/><Relationship Type="http://schemas.openxmlformats.org/officeDocument/2006/relationships/hyperlink" Target="/ppt/slides/slide16.xml" Id="Re9687bc3a8c24c34"/><Relationship Type="http://schemas.openxmlformats.org/officeDocument/2006/relationships/hyperlink" Target="/ppt/slides/slide17.xml" Id="Rbba98a02440e4062"/><Relationship Type="http://schemas.openxmlformats.org/officeDocument/2006/relationships/hyperlink" Target="/ppt/slides/slide12.xml" Id="R5ee72e93551243ce"/><Relationship Type="http://schemas.openxmlformats.org/officeDocument/2006/relationships/hyperlink" Target="/ppt/slides/slide14.xml" Id="R4e65f877d37a4573"/><Relationship Type="http://schemas.openxmlformats.org/officeDocument/2006/relationships/hyperlink" Target="/ppt/slides/slide18.xml" Id="Ra94adb570c8844f5"/><Relationship Type="http://schemas.openxmlformats.org/officeDocument/2006/relationships/notesSlide" Target="/ppt/notesSlides/notesSlide13.xml" Id="Rccdeafae43224544"/><Relationship Id="rIdCompareNav0" Type="http://schemas.openxmlformats.org/officeDocument/2006/relationships/slide" Target="slide9.xml"/><Relationship Id="rIdCompareNav1" Type="http://schemas.openxmlformats.org/officeDocument/2006/relationships/slide" Target="slide10.xml"/><Relationship Id="rIdCompareNav2" Type="http://schemas.openxmlformats.org/officeDocument/2006/relationships/slide" Target="slide11.xml"/><Relationship Id="rIdCompareNav3" Type="http://schemas.openxmlformats.org/officeDocument/2006/relationships/slide" Target="slide12.xml"/><Relationship Id="rIdCompareNav4" Type="http://schemas.openxmlformats.org/officeDocument/2006/relationships/slide" Target="slide13.xml"/><Relationship Id="rIdCompareNav5" Type="http://schemas.openxmlformats.org/officeDocument/2006/relationships/slide" Target="slide14.xml"/><Relationship Id="rIdCompareNav6" Type="http://schemas.openxmlformats.org/officeDocument/2006/relationships/slide" Target="slide15.xml"/><Relationship Id="rIdCompareNav7" Type="http://schemas.openxmlformats.org/officeDocument/2006/relationships/slide" Target="slide16.xml"/><Relationship Id="rIdCompareNav8" Type="http://schemas.openxmlformats.org/officeDocument/2006/relationships/slide" Target="slide17.xml"/><Relationship Id="rIdCompareNav9" Type="http://schemas.openxmlformats.org/officeDocument/2006/relationships/slide" Target="slide12.xml"/><Relationship Id="rIdCompareNav10" Type="http://schemas.openxmlformats.org/officeDocument/2006/relationships/slide" Target="slide14.xml"/><Relationship Id="rIdCompareNav11" Type="http://schemas.openxmlformats.org/officeDocument/2006/relationships/slide" Target="slide46.xml"/><Relationship Id="rIdCompareNav12" Type="http://schemas.openxmlformats.org/officeDocument/2006/relationships/slide" Target="slide18.xm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58a409549d3441e9"/><Relationship Type="http://schemas.openxmlformats.org/officeDocument/2006/relationships/hyperlink" Target="/ppt/slides/slide9.xml" Id="Rd2647a2df7f746e5"/><Relationship Type="http://schemas.openxmlformats.org/officeDocument/2006/relationships/hyperlink" Target="/ppt/slides/slide10.xml" Id="Ree84bef5f5774c54"/><Relationship Type="http://schemas.openxmlformats.org/officeDocument/2006/relationships/hyperlink" Target="/ppt/slides/slide11.xml" Id="R41bd509517de46f5"/><Relationship Type="http://schemas.openxmlformats.org/officeDocument/2006/relationships/hyperlink" Target="/ppt/slides/slide12.xml" Id="R7e6e35a2d9a84dde"/><Relationship Type="http://schemas.openxmlformats.org/officeDocument/2006/relationships/hyperlink" Target="/ppt/slides/slide13.xml" Id="R02ce8bde9b824314"/><Relationship Type="http://schemas.openxmlformats.org/officeDocument/2006/relationships/hyperlink" Target="/ppt/slides/slide14.xml" Id="R84235175bbf5412e"/><Relationship Type="http://schemas.openxmlformats.org/officeDocument/2006/relationships/hyperlink" Target="/ppt/slides/slide15.xml" Id="Rb4e004512ae447f1"/><Relationship Type="http://schemas.openxmlformats.org/officeDocument/2006/relationships/hyperlink" Target="/ppt/slides/slide16.xml" Id="Rdf10799b663a4fb2"/><Relationship Type="http://schemas.openxmlformats.org/officeDocument/2006/relationships/hyperlink" Target="/ppt/slides/slide17.xml" Id="Rd4ce4ebc657f4dec"/><Relationship Type="http://schemas.openxmlformats.org/officeDocument/2006/relationships/hyperlink" Target="/ppt/slides/slide13.xml" Id="R0ff61b321ae04950"/><Relationship Type="http://schemas.openxmlformats.org/officeDocument/2006/relationships/hyperlink" Target="/ppt/slides/slide15.xml" Id="Re4345563770e4f9a"/><Relationship Type="http://schemas.openxmlformats.org/officeDocument/2006/relationships/hyperlink" Target="/ppt/slides/slide18.xml" Id="Re3fb388740b4423d"/><Relationship Type="http://schemas.openxmlformats.org/officeDocument/2006/relationships/notesSlide" Target="/ppt/notesSlides/notesSlide14.xml" Id="Rdf2011aba3704ec7"/><Relationship Id="rIdCompareNav0" Type="http://schemas.openxmlformats.org/officeDocument/2006/relationships/slide" Target="slide9.xml"/><Relationship Id="rIdCompareNav1" Type="http://schemas.openxmlformats.org/officeDocument/2006/relationships/slide" Target="slide10.xml"/><Relationship Id="rIdCompareNav2" Type="http://schemas.openxmlformats.org/officeDocument/2006/relationships/slide" Target="slide11.xml"/><Relationship Id="rIdCompareNav3" Type="http://schemas.openxmlformats.org/officeDocument/2006/relationships/slide" Target="slide12.xml"/><Relationship Id="rIdCompareNav4" Type="http://schemas.openxmlformats.org/officeDocument/2006/relationships/slide" Target="slide13.xml"/><Relationship Id="rIdCompareNav5" Type="http://schemas.openxmlformats.org/officeDocument/2006/relationships/slide" Target="slide14.xml"/><Relationship Id="rIdCompareNav6" Type="http://schemas.openxmlformats.org/officeDocument/2006/relationships/slide" Target="slide15.xml"/><Relationship Id="rIdCompareNav7" Type="http://schemas.openxmlformats.org/officeDocument/2006/relationships/slide" Target="slide16.xml"/><Relationship Id="rIdCompareNav8" Type="http://schemas.openxmlformats.org/officeDocument/2006/relationships/slide" Target="slide17.xml"/><Relationship Id="rIdCompareNav9" Type="http://schemas.openxmlformats.org/officeDocument/2006/relationships/slide" Target="slide13.xml"/><Relationship Id="rIdCompareNav10" Type="http://schemas.openxmlformats.org/officeDocument/2006/relationships/slide" Target="slide15.xml"/><Relationship Id="rIdCompareNav11" Type="http://schemas.openxmlformats.org/officeDocument/2006/relationships/slide" Target="slide46.xml"/><Relationship Id="rIdCompareNav12" Type="http://schemas.openxmlformats.org/officeDocument/2006/relationships/slide" Target="slide18.xm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1738cf9ce3654058"/><Relationship Type="http://schemas.openxmlformats.org/officeDocument/2006/relationships/hyperlink" Target="/ppt/slides/slide9.xml" Id="R2f5bb0383e8744e0"/><Relationship Type="http://schemas.openxmlformats.org/officeDocument/2006/relationships/hyperlink" Target="/ppt/slides/slide10.xml" Id="R1d368f28e1834682"/><Relationship Type="http://schemas.openxmlformats.org/officeDocument/2006/relationships/hyperlink" Target="/ppt/slides/slide11.xml" Id="R5eedd4310fae40a0"/><Relationship Type="http://schemas.openxmlformats.org/officeDocument/2006/relationships/hyperlink" Target="/ppt/slides/slide12.xml" Id="R8130348521294b84"/><Relationship Type="http://schemas.openxmlformats.org/officeDocument/2006/relationships/hyperlink" Target="/ppt/slides/slide13.xml" Id="R1b0a5166a57645eb"/><Relationship Type="http://schemas.openxmlformats.org/officeDocument/2006/relationships/hyperlink" Target="/ppt/slides/slide14.xml" Id="R58766a3b789340b4"/><Relationship Type="http://schemas.openxmlformats.org/officeDocument/2006/relationships/hyperlink" Target="/ppt/slides/slide15.xml" Id="R40f50e1218b74cd9"/><Relationship Type="http://schemas.openxmlformats.org/officeDocument/2006/relationships/hyperlink" Target="/ppt/slides/slide16.xml" Id="R888a7fba021b4566"/><Relationship Type="http://schemas.openxmlformats.org/officeDocument/2006/relationships/hyperlink" Target="/ppt/slides/slide17.xml" Id="R3ce12e44b0864ef3"/><Relationship Type="http://schemas.openxmlformats.org/officeDocument/2006/relationships/hyperlink" Target="/ppt/slides/slide14.xml" Id="Rc46c79f984814027"/><Relationship Type="http://schemas.openxmlformats.org/officeDocument/2006/relationships/hyperlink" Target="/ppt/slides/slide16.xml" Id="R0f3b5cc7bae54326"/><Relationship Type="http://schemas.openxmlformats.org/officeDocument/2006/relationships/hyperlink" Target="/ppt/slides/slide18.xml" Id="Rf52f16a0bb8143f5"/><Relationship Type="http://schemas.openxmlformats.org/officeDocument/2006/relationships/notesSlide" Target="/ppt/notesSlides/notesSlide15.xml" Id="Rfc7fd59ff1114644"/><Relationship Id="rIdCompareNav0" Type="http://schemas.openxmlformats.org/officeDocument/2006/relationships/slide" Target="slide9.xml"/><Relationship Id="rIdCompareNav1" Type="http://schemas.openxmlformats.org/officeDocument/2006/relationships/slide" Target="slide10.xml"/><Relationship Id="rIdCompareNav2" Type="http://schemas.openxmlformats.org/officeDocument/2006/relationships/slide" Target="slide11.xml"/><Relationship Id="rIdCompareNav3" Type="http://schemas.openxmlformats.org/officeDocument/2006/relationships/slide" Target="slide12.xml"/><Relationship Id="rIdCompareNav4" Type="http://schemas.openxmlformats.org/officeDocument/2006/relationships/slide" Target="slide13.xml"/><Relationship Id="rIdCompareNav5" Type="http://schemas.openxmlformats.org/officeDocument/2006/relationships/slide" Target="slide14.xml"/><Relationship Id="rIdCompareNav6" Type="http://schemas.openxmlformats.org/officeDocument/2006/relationships/slide" Target="slide15.xml"/><Relationship Id="rIdCompareNav7" Type="http://schemas.openxmlformats.org/officeDocument/2006/relationships/slide" Target="slide16.xml"/><Relationship Id="rIdCompareNav8" Type="http://schemas.openxmlformats.org/officeDocument/2006/relationships/slide" Target="slide17.xml"/><Relationship Id="rIdCompareNav9" Type="http://schemas.openxmlformats.org/officeDocument/2006/relationships/slide" Target="slide14.xml"/><Relationship Id="rIdCompareNav10" Type="http://schemas.openxmlformats.org/officeDocument/2006/relationships/slide" Target="slide16.xml"/><Relationship Id="rIdCompareNav11" Type="http://schemas.openxmlformats.org/officeDocument/2006/relationships/slide" Target="slide46.xml"/><Relationship Id="rIdCompareNav12" Type="http://schemas.openxmlformats.org/officeDocument/2006/relationships/slide" Target="slide18.xm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719d6751d940404c"/><Relationship Type="http://schemas.openxmlformats.org/officeDocument/2006/relationships/hyperlink" Target="/ppt/slides/slide9.xml" Id="R57365f4d05cd40f6"/><Relationship Type="http://schemas.openxmlformats.org/officeDocument/2006/relationships/hyperlink" Target="/ppt/slides/slide10.xml" Id="R7f45c5e656044d1a"/><Relationship Type="http://schemas.openxmlformats.org/officeDocument/2006/relationships/hyperlink" Target="/ppt/slides/slide11.xml" Id="Rf0d13f16a7dd44a0"/><Relationship Type="http://schemas.openxmlformats.org/officeDocument/2006/relationships/hyperlink" Target="/ppt/slides/slide12.xml" Id="Rf3e225b493d343a2"/><Relationship Type="http://schemas.openxmlformats.org/officeDocument/2006/relationships/hyperlink" Target="/ppt/slides/slide13.xml" Id="Rd213b8a6ed024c5f"/><Relationship Type="http://schemas.openxmlformats.org/officeDocument/2006/relationships/hyperlink" Target="/ppt/slides/slide14.xml" Id="Rc2f5b717b62b4ff9"/><Relationship Type="http://schemas.openxmlformats.org/officeDocument/2006/relationships/hyperlink" Target="/ppt/slides/slide15.xml" Id="R79de371fd3d3428f"/><Relationship Type="http://schemas.openxmlformats.org/officeDocument/2006/relationships/hyperlink" Target="/ppt/slides/slide16.xml" Id="Rc9f67673afd64592"/><Relationship Type="http://schemas.openxmlformats.org/officeDocument/2006/relationships/hyperlink" Target="/ppt/slides/slide17.xml" Id="Rf36a8c1adb674612"/><Relationship Type="http://schemas.openxmlformats.org/officeDocument/2006/relationships/hyperlink" Target="/ppt/slides/slide15.xml" Id="R01f8716e0d364051"/><Relationship Type="http://schemas.openxmlformats.org/officeDocument/2006/relationships/hyperlink" Target="/ppt/slides/slide17.xml" Id="Rc75339ef6eba4a55"/><Relationship Type="http://schemas.openxmlformats.org/officeDocument/2006/relationships/hyperlink" Target="/ppt/slides/slide18.xml" Id="R6a33468c9c6a4af7"/><Relationship Type="http://schemas.openxmlformats.org/officeDocument/2006/relationships/notesSlide" Target="/ppt/notesSlides/notesSlide16.xml" Id="R80962681c41a4ff9"/><Relationship Id="rIdCompareNav0" Type="http://schemas.openxmlformats.org/officeDocument/2006/relationships/slide" Target="slide9.xml"/><Relationship Id="rIdCompareNav1" Type="http://schemas.openxmlformats.org/officeDocument/2006/relationships/slide" Target="slide10.xml"/><Relationship Id="rIdCompareNav2" Type="http://schemas.openxmlformats.org/officeDocument/2006/relationships/slide" Target="slide11.xml"/><Relationship Id="rIdCompareNav3" Type="http://schemas.openxmlformats.org/officeDocument/2006/relationships/slide" Target="slide12.xml"/><Relationship Id="rIdCompareNav4" Type="http://schemas.openxmlformats.org/officeDocument/2006/relationships/slide" Target="slide13.xml"/><Relationship Id="rIdCompareNav5" Type="http://schemas.openxmlformats.org/officeDocument/2006/relationships/slide" Target="slide14.xml"/><Relationship Id="rIdCompareNav6" Type="http://schemas.openxmlformats.org/officeDocument/2006/relationships/slide" Target="slide15.xml"/><Relationship Id="rIdCompareNav7" Type="http://schemas.openxmlformats.org/officeDocument/2006/relationships/slide" Target="slide16.xml"/><Relationship Id="rIdCompareNav8" Type="http://schemas.openxmlformats.org/officeDocument/2006/relationships/slide" Target="slide17.xml"/><Relationship Id="rIdCompareNav9" Type="http://schemas.openxmlformats.org/officeDocument/2006/relationships/slide" Target="slide15.xml"/><Relationship Id="rIdCompareNav10" Type="http://schemas.openxmlformats.org/officeDocument/2006/relationships/slide" Target="slide17.xml"/><Relationship Id="rIdCompareNav11" Type="http://schemas.openxmlformats.org/officeDocument/2006/relationships/slide" Target="slide46.xml"/><Relationship Id="rIdCompareNav12" Type="http://schemas.openxmlformats.org/officeDocument/2006/relationships/slide" Target="slide18.xml"/></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293a83d7faef4cfb"/><Relationship Type="http://schemas.openxmlformats.org/officeDocument/2006/relationships/hyperlink" Target="/ppt/slides/slide9.xml" Id="R171b93e11e4a4e99"/><Relationship Type="http://schemas.openxmlformats.org/officeDocument/2006/relationships/hyperlink" Target="/ppt/slides/slide10.xml" Id="R6b0a95fddabb4dfa"/><Relationship Type="http://schemas.openxmlformats.org/officeDocument/2006/relationships/hyperlink" Target="/ppt/slides/slide11.xml" Id="Rbc0837130e40495c"/><Relationship Type="http://schemas.openxmlformats.org/officeDocument/2006/relationships/hyperlink" Target="/ppt/slides/slide12.xml" Id="R565527ebd2b34fc1"/><Relationship Type="http://schemas.openxmlformats.org/officeDocument/2006/relationships/hyperlink" Target="/ppt/slides/slide13.xml" Id="Raa4bde0a8e774ee0"/><Relationship Type="http://schemas.openxmlformats.org/officeDocument/2006/relationships/hyperlink" Target="/ppt/slides/slide14.xml" Id="R968155db48e84ab7"/><Relationship Type="http://schemas.openxmlformats.org/officeDocument/2006/relationships/hyperlink" Target="/ppt/slides/slide15.xml" Id="R2edf04f97aaf4210"/><Relationship Type="http://schemas.openxmlformats.org/officeDocument/2006/relationships/hyperlink" Target="/ppt/slides/slide16.xml" Id="R50daecfbadde4c6e"/><Relationship Type="http://schemas.openxmlformats.org/officeDocument/2006/relationships/hyperlink" Target="/ppt/slides/slide17.xml" Id="R4b17ea18b63e45ce"/><Relationship Type="http://schemas.openxmlformats.org/officeDocument/2006/relationships/hyperlink" Target="/ppt/slides/slide16.xml" Id="Rf8c12b80b8b4471a"/><Relationship Type="http://schemas.openxmlformats.org/officeDocument/2006/relationships/hyperlink" Target="/ppt/slides/slide18.xml" Id="Rd2aa0a68a4834da7"/><Relationship Type="http://schemas.openxmlformats.org/officeDocument/2006/relationships/hyperlink" Target="/ppt/slides/slide18.xml" Id="R95ff692cae0a4146"/><Relationship Type="http://schemas.openxmlformats.org/officeDocument/2006/relationships/notesSlide" Target="/ppt/notesSlides/notesSlide17.xml" Id="R942ffd1ede1d4540"/><Relationship Id="rIdCompareNav0" Type="http://schemas.openxmlformats.org/officeDocument/2006/relationships/slide" Target="slide9.xml"/><Relationship Id="rIdCompareNav1" Type="http://schemas.openxmlformats.org/officeDocument/2006/relationships/slide" Target="slide10.xml"/><Relationship Id="rIdCompareNav2" Type="http://schemas.openxmlformats.org/officeDocument/2006/relationships/slide" Target="slide11.xml"/><Relationship Id="rIdCompareNav3" Type="http://schemas.openxmlformats.org/officeDocument/2006/relationships/slide" Target="slide12.xml"/><Relationship Id="rIdCompareNav4" Type="http://schemas.openxmlformats.org/officeDocument/2006/relationships/slide" Target="slide13.xml"/><Relationship Id="rIdCompareNav5" Type="http://schemas.openxmlformats.org/officeDocument/2006/relationships/slide" Target="slide14.xml"/><Relationship Id="rIdCompareNav6" Type="http://schemas.openxmlformats.org/officeDocument/2006/relationships/slide" Target="slide15.xml"/><Relationship Id="rIdCompareNav7" Type="http://schemas.openxmlformats.org/officeDocument/2006/relationships/slide" Target="slide16.xml"/><Relationship Id="rIdCompareNav8" Type="http://schemas.openxmlformats.org/officeDocument/2006/relationships/slide" Target="slide17.xml"/><Relationship Id="rIdCompareNav9" Type="http://schemas.openxmlformats.org/officeDocument/2006/relationships/slide" Target="slide16.xml"/><Relationship Id="rIdCompareNav10" Type="http://schemas.openxmlformats.org/officeDocument/2006/relationships/slide" Target="slide46.xml"/><Relationship Id="rIdCompareNav11" Type="http://schemas.openxmlformats.org/officeDocument/2006/relationships/slide" Target="slide46.xml"/><Relationship Id="rIdCompareNav12" Type="http://schemas.openxmlformats.org/officeDocument/2006/relationships/slide" Target="slide18.xml"/></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5664e4a88f444778"/><Relationship Type="http://schemas.openxmlformats.org/officeDocument/2006/relationships/notesSlide" Target="/ppt/notesSlides/notesSlide18.xml" Id="R14a8952722434c24"/><Relationship Id="rIdCompareNav0" Type="http://schemas.openxmlformats.org/officeDocument/2006/relationships/slide" Target="slide18.xml"/><Relationship Id="rIdCompareNav1" Type="http://schemas.openxmlformats.org/officeDocument/2006/relationships/slide" Target="slide25.xml"/><Relationship Id="rIdCompareNav2" Type="http://schemas.openxmlformats.org/officeDocument/2006/relationships/slide" Target="slide32.xml"/><Relationship Id="rIdCompareNav3" Type="http://schemas.openxmlformats.org/officeDocument/2006/relationships/slide" Target="slide39.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18.xml"/><Relationship Id="rIdCompareNav7" Type="http://schemas.openxmlformats.org/officeDocument/2006/relationships/slide" Target="slide19.xml"/><Relationship Id="rIdCompareNav8" Type="http://schemas.openxmlformats.org/officeDocument/2006/relationships/slide" Target="slide20.xml"/><Relationship Id="rIdCompareNav9" Type="http://schemas.openxmlformats.org/officeDocument/2006/relationships/slide" Target="slide21.xml"/><Relationship Id="rIdCompareNav10" Type="http://schemas.openxmlformats.org/officeDocument/2006/relationships/slide" Target="slide22.xml"/><Relationship Id="rIdCompareNav11" Type="http://schemas.openxmlformats.org/officeDocument/2006/relationships/slide" Target="slide23.xml"/><Relationship Id="rIdCompareNav12" Type="http://schemas.openxmlformats.org/officeDocument/2006/relationships/slide" Target="slide24.xml"/><Relationship Id="rIdCompareNav13" Type="http://schemas.openxmlformats.org/officeDocument/2006/relationships/slide" Target="slide18.xml"/><Relationship Id="rIdCompareNav14" Type="http://schemas.openxmlformats.org/officeDocument/2006/relationships/slide" Target="slide19.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0cc4f73a2952451e"/><Relationship Type="http://schemas.openxmlformats.org/officeDocument/2006/relationships/notesSlide" Target="/ppt/notesSlides/notesSlide19.xml" Id="R80d4497b81ca4784"/><Relationship Id="rIdCompareNav0" Type="http://schemas.openxmlformats.org/officeDocument/2006/relationships/slide" Target="slide19.xml"/><Relationship Id="rIdCompareNav1" Type="http://schemas.openxmlformats.org/officeDocument/2006/relationships/slide" Target="slide26.xml"/><Relationship Id="rIdCompareNav2" Type="http://schemas.openxmlformats.org/officeDocument/2006/relationships/slide" Target="slide33.xml"/><Relationship Id="rIdCompareNav3" Type="http://schemas.openxmlformats.org/officeDocument/2006/relationships/slide" Target="slide40.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18.xml"/><Relationship Id="rIdCompareNav7" Type="http://schemas.openxmlformats.org/officeDocument/2006/relationships/slide" Target="slide19.xml"/><Relationship Id="rIdCompareNav8" Type="http://schemas.openxmlformats.org/officeDocument/2006/relationships/slide" Target="slide20.xml"/><Relationship Id="rIdCompareNav9" Type="http://schemas.openxmlformats.org/officeDocument/2006/relationships/slide" Target="slide21.xml"/><Relationship Id="rIdCompareNav10" Type="http://schemas.openxmlformats.org/officeDocument/2006/relationships/slide" Target="slide22.xml"/><Relationship Id="rIdCompareNav11" Type="http://schemas.openxmlformats.org/officeDocument/2006/relationships/slide" Target="slide23.xml"/><Relationship Id="rIdCompareNav12" Type="http://schemas.openxmlformats.org/officeDocument/2006/relationships/slide" Target="slide24.xml"/><Relationship Id="rIdCompareNav13" Type="http://schemas.openxmlformats.org/officeDocument/2006/relationships/slide" Target="slide18.xml"/><Relationship Id="rIdCompareNav14" Type="http://schemas.openxmlformats.org/officeDocument/2006/relationships/slide" Target="slide20.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49e40dc7be4c40b4"/><Relationship Type="http://schemas.openxmlformats.org/officeDocument/2006/relationships/notesSlide" Target="/ppt/notesSlides/notesSlide20.xml" Id="R52b6dc3e24374d07"/><Relationship Id="rIdCompareNav0" Type="http://schemas.openxmlformats.org/officeDocument/2006/relationships/slide" Target="slide20.xml"/><Relationship Id="rIdCompareNav1" Type="http://schemas.openxmlformats.org/officeDocument/2006/relationships/slide" Target="slide27.xml"/><Relationship Id="rIdCompareNav2" Type="http://schemas.openxmlformats.org/officeDocument/2006/relationships/slide" Target="slide34.xml"/><Relationship Id="rIdCompareNav3" Type="http://schemas.openxmlformats.org/officeDocument/2006/relationships/slide" Target="slide41.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18.xml"/><Relationship Id="rIdCompareNav7" Type="http://schemas.openxmlformats.org/officeDocument/2006/relationships/slide" Target="slide19.xml"/><Relationship Id="rIdCompareNav8" Type="http://schemas.openxmlformats.org/officeDocument/2006/relationships/slide" Target="slide20.xml"/><Relationship Id="rIdCompareNav9" Type="http://schemas.openxmlformats.org/officeDocument/2006/relationships/slide" Target="slide21.xml"/><Relationship Id="rIdCompareNav10" Type="http://schemas.openxmlformats.org/officeDocument/2006/relationships/slide" Target="slide22.xml"/><Relationship Id="rIdCompareNav11" Type="http://schemas.openxmlformats.org/officeDocument/2006/relationships/slide" Target="slide23.xml"/><Relationship Id="rIdCompareNav12" Type="http://schemas.openxmlformats.org/officeDocument/2006/relationships/slide" Target="slide24.xml"/><Relationship Id="rIdCompareNav13" Type="http://schemas.openxmlformats.org/officeDocument/2006/relationships/slide" Target="slide19.xml"/><Relationship Id="rIdCompareNav14" Type="http://schemas.openxmlformats.org/officeDocument/2006/relationships/slide" Target="slide21.xml"/></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8b2d5b3975f64299"/><Relationship Type="http://schemas.openxmlformats.org/officeDocument/2006/relationships/notesSlide" Target="/ppt/notesSlides/notesSlide21.xml" Id="R61d2d062b5ce4d44"/><Relationship Id="rIdCompareNav0" Type="http://schemas.openxmlformats.org/officeDocument/2006/relationships/slide" Target="slide21.xml"/><Relationship Id="rIdCompareNav1" Type="http://schemas.openxmlformats.org/officeDocument/2006/relationships/slide" Target="slide28.xml"/><Relationship Id="rIdCompareNav2" Type="http://schemas.openxmlformats.org/officeDocument/2006/relationships/slide" Target="slide35.xml"/><Relationship Id="rIdCompareNav3" Type="http://schemas.openxmlformats.org/officeDocument/2006/relationships/slide" Target="slide42.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18.xml"/><Relationship Id="rIdCompareNav7" Type="http://schemas.openxmlformats.org/officeDocument/2006/relationships/slide" Target="slide19.xml"/><Relationship Id="rIdCompareNav8" Type="http://schemas.openxmlformats.org/officeDocument/2006/relationships/slide" Target="slide20.xml"/><Relationship Id="rIdCompareNav9" Type="http://schemas.openxmlformats.org/officeDocument/2006/relationships/slide" Target="slide21.xml"/><Relationship Id="rIdCompareNav10" Type="http://schemas.openxmlformats.org/officeDocument/2006/relationships/slide" Target="slide22.xml"/><Relationship Id="rIdCompareNav11" Type="http://schemas.openxmlformats.org/officeDocument/2006/relationships/slide" Target="slide23.xml"/><Relationship Id="rIdCompareNav12" Type="http://schemas.openxmlformats.org/officeDocument/2006/relationships/slide" Target="slide24.xml"/><Relationship Id="rIdCompareNav13" Type="http://schemas.openxmlformats.org/officeDocument/2006/relationships/slide" Target="slide20.xml"/><Relationship Id="rIdCompareNav14" Type="http://schemas.openxmlformats.org/officeDocument/2006/relationships/slide" Target="slide22.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9de949ffd285455a"/><Relationship Type="http://schemas.openxmlformats.org/officeDocument/2006/relationships/notesSlide" Target="/ppt/notesSlides/notesSlide22.xml" Id="R9fcc29e194294d45"/><Relationship Id="rIdCompareNav0" Type="http://schemas.openxmlformats.org/officeDocument/2006/relationships/slide" Target="slide22.xml"/><Relationship Id="rIdCompareNav1" Type="http://schemas.openxmlformats.org/officeDocument/2006/relationships/slide" Target="slide29.xml"/><Relationship Id="rIdCompareNav2" Type="http://schemas.openxmlformats.org/officeDocument/2006/relationships/slide" Target="slide36.xml"/><Relationship Id="rIdCompareNav3" Type="http://schemas.openxmlformats.org/officeDocument/2006/relationships/slide" Target="slide43.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18.xml"/><Relationship Id="rIdCompareNav7" Type="http://schemas.openxmlformats.org/officeDocument/2006/relationships/slide" Target="slide19.xml"/><Relationship Id="rIdCompareNav8" Type="http://schemas.openxmlformats.org/officeDocument/2006/relationships/slide" Target="slide20.xml"/><Relationship Id="rIdCompareNav9" Type="http://schemas.openxmlformats.org/officeDocument/2006/relationships/slide" Target="slide21.xml"/><Relationship Id="rIdCompareNav10" Type="http://schemas.openxmlformats.org/officeDocument/2006/relationships/slide" Target="slide22.xml"/><Relationship Id="rIdCompareNav11" Type="http://schemas.openxmlformats.org/officeDocument/2006/relationships/slide" Target="slide23.xml"/><Relationship Id="rIdCompareNav12" Type="http://schemas.openxmlformats.org/officeDocument/2006/relationships/slide" Target="slide24.xml"/><Relationship Id="rIdCompareNav13" Type="http://schemas.openxmlformats.org/officeDocument/2006/relationships/slide" Target="slide21.xml"/><Relationship Id="rIdCompareNav14" Type="http://schemas.openxmlformats.org/officeDocument/2006/relationships/slide" Target="slide23.xml"/></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d3b6ae4b8471487b"/><Relationship Type="http://schemas.openxmlformats.org/officeDocument/2006/relationships/notesSlide" Target="/ppt/notesSlides/notesSlide23.xml" Id="R878be01fa59c4096"/><Relationship Id="rIdCompareNav0" Type="http://schemas.openxmlformats.org/officeDocument/2006/relationships/slide" Target="slide23.xml"/><Relationship Id="rIdCompareNav1" Type="http://schemas.openxmlformats.org/officeDocument/2006/relationships/slide" Target="slide30.xml"/><Relationship Id="rIdCompareNav2" Type="http://schemas.openxmlformats.org/officeDocument/2006/relationships/slide" Target="slide37.xml"/><Relationship Id="rIdCompareNav3" Type="http://schemas.openxmlformats.org/officeDocument/2006/relationships/slide" Target="slide44.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18.xml"/><Relationship Id="rIdCompareNav7" Type="http://schemas.openxmlformats.org/officeDocument/2006/relationships/slide" Target="slide19.xml"/><Relationship Id="rIdCompareNav8" Type="http://schemas.openxmlformats.org/officeDocument/2006/relationships/slide" Target="slide20.xml"/><Relationship Id="rIdCompareNav9" Type="http://schemas.openxmlformats.org/officeDocument/2006/relationships/slide" Target="slide21.xml"/><Relationship Id="rIdCompareNav10" Type="http://schemas.openxmlformats.org/officeDocument/2006/relationships/slide" Target="slide22.xml"/><Relationship Id="rIdCompareNav11" Type="http://schemas.openxmlformats.org/officeDocument/2006/relationships/slide" Target="slide23.xml"/><Relationship Id="rIdCompareNav12" Type="http://schemas.openxmlformats.org/officeDocument/2006/relationships/slide" Target="slide24.xml"/><Relationship Id="rIdCompareNav13" Type="http://schemas.openxmlformats.org/officeDocument/2006/relationships/slide" Target="slide22.xml"/><Relationship Id="rIdCompareNav14" Type="http://schemas.openxmlformats.org/officeDocument/2006/relationships/slide" Target="slide24.xml"/></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a1e6ffeffe7a4cfb"/><Relationship Type="http://schemas.openxmlformats.org/officeDocument/2006/relationships/notesSlide" Target="/ppt/notesSlides/notesSlide24.xml" Id="R8c9048ea83594f86"/><Relationship Id="rIdCompareNav0" Type="http://schemas.openxmlformats.org/officeDocument/2006/relationships/slide" Target="slide24.xml"/><Relationship Id="rIdCompareNav1" Type="http://schemas.openxmlformats.org/officeDocument/2006/relationships/slide" Target="slide31.xml"/><Relationship Id="rIdCompareNav2" Type="http://schemas.openxmlformats.org/officeDocument/2006/relationships/slide" Target="slide38.xml"/><Relationship Id="rIdCompareNav3" Type="http://schemas.openxmlformats.org/officeDocument/2006/relationships/slide" Target="slide45.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18.xml"/><Relationship Id="rIdCompareNav7" Type="http://schemas.openxmlformats.org/officeDocument/2006/relationships/slide" Target="slide19.xml"/><Relationship Id="rIdCompareNav8" Type="http://schemas.openxmlformats.org/officeDocument/2006/relationships/slide" Target="slide20.xml"/><Relationship Id="rIdCompareNav9" Type="http://schemas.openxmlformats.org/officeDocument/2006/relationships/slide" Target="slide21.xml"/><Relationship Id="rIdCompareNav10" Type="http://schemas.openxmlformats.org/officeDocument/2006/relationships/slide" Target="slide22.xml"/><Relationship Id="rIdCompareNav11" Type="http://schemas.openxmlformats.org/officeDocument/2006/relationships/slide" Target="slide23.xml"/><Relationship Id="rIdCompareNav12" Type="http://schemas.openxmlformats.org/officeDocument/2006/relationships/slide" Target="slide24.xml"/><Relationship Id="rIdCompareNav13" Type="http://schemas.openxmlformats.org/officeDocument/2006/relationships/slide" Target="slide23.xml"/><Relationship Id="rIdCompareNav14" Type="http://schemas.openxmlformats.org/officeDocument/2006/relationships/slide" Target="slide18.xml"/></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5dfb91cf6104420d"/><Relationship Type="http://schemas.openxmlformats.org/officeDocument/2006/relationships/notesSlide" Target="/ppt/notesSlides/notesSlide25.xml" Id="R3baad23bd4e34b80"/><Relationship Id="rIdCompareNav0" Type="http://schemas.openxmlformats.org/officeDocument/2006/relationships/slide" Target="slide18.xml"/><Relationship Id="rIdCompareNav1" Type="http://schemas.openxmlformats.org/officeDocument/2006/relationships/slide" Target="slide25.xml"/><Relationship Id="rIdCompareNav2" Type="http://schemas.openxmlformats.org/officeDocument/2006/relationships/slide" Target="slide32.xml"/><Relationship Id="rIdCompareNav3" Type="http://schemas.openxmlformats.org/officeDocument/2006/relationships/slide" Target="slide39.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25.xml"/><Relationship Id="rIdCompareNav7" Type="http://schemas.openxmlformats.org/officeDocument/2006/relationships/slide" Target="slide26.xml"/><Relationship Id="rIdCompareNav8" Type="http://schemas.openxmlformats.org/officeDocument/2006/relationships/slide" Target="slide27.xml"/><Relationship Id="rIdCompareNav9" Type="http://schemas.openxmlformats.org/officeDocument/2006/relationships/slide" Target="slide28.xml"/><Relationship Id="rIdCompareNav10" Type="http://schemas.openxmlformats.org/officeDocument/2006/relationships/slide" Target="slide29.xml"/><Relationship Id="rIdCompareNav11" Type="http://schemas.openxmlformats.org/officeDocument/2006/relationships/slide" Target="slide30.xml"/><Relationship Id="rIdCompareNav12" Type="http://schemas.openxmlformats.org/officeDocument/2006/relationships/slide" Target="slide31.xml"/><Relationship Id="rIdCompareNav13" Type="http://schemas.openxmlformats.org/officeDocument/2006/relationships/slide" Target="slide25.xml"/><Relationship Id="rIdCompareNav14" Type="http://schemas.openxmlformats.org/officeDocument/2006/relationships/slide" Target="slide26.xml"/></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658cc71497d14aca"/><Relationship Type="http://schemas.openxmlformats.org/officeDocument/2006/relationships/notesSlide" Target="/ppt/notesSlides/notesSlide26.xml" Id="R08712f6931c44e02"/><Relationship Id="rIdCompareNav0" Type="http://schemas.openxmlformats.org/officeDocument/2006/relationships/slide" Target="slide19.xml"/><Relationship Id="rIdCompareNav1" Type="http://schemas.openxmlformats.org/officeDocument/2006/relationships/slide" Target="slide26.xml"/><Relationship Id="rIdCompareNav2" Type="http://schemas.openxmlformats.org/officeDocument/2006/relationships/slide" Target="slide33.xml"/><Relationship Id="rIdCompareNav3" Type="http://schemas.openxmlformats.org/officeDocument/2006/relationships/slide" Target="slide40.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25.xml"/><Relationship Id="rIdCompareNav7" Type="http://schemas.openxmlformats.org/officeDocument/2006/relationships/slide" Target="slide26.xml"/><Relationship Id="rIdCompareNav8" Type="http://schemas.openxmlformats.org/officeDocument/2006/relationships/slide" Target="slide27.xml"/><Relationship Id="rIdCompareNav9" Type="http://schemas.openxmlformats.org/officeDocument/2006/relationships/slide" Target="slide28.xml"/><Relationship Id="rIdCompareNav10" Type="http://schemas.openxmlformats.org/officeDocument/2006/relationships/slide" Target="slide29.xml"/><Relationship Id="rIdCompareNav11" Type="http://schemas.openxmlformats.org/officeDocument/2006/relationships/slide" Target="slide30.xml"/><Relationship Id="rIdCompareNav12" Type="http://schemas.openxmlformats.org/officeDocument/2006/relationships/slide" Target="slide31.xml"/><Relationship Id="rIdCompareNav13" Type="http://schemas.openxmlformats.org/officeDocument/2006/relationships/slide" Target="slide25.xml"/><Relationship Id="rIdCompareNav14" Type="http://schemas.openxmlformats.org/officeDocument/2006/relationships/slide" Target="slide27.xml"/></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519ac20dbbc94da7"/><Relationship Type="http://schemas.openxmlformats.org/officeDocument/2006/relationships/notesSlide" Target="/ppt/notesSlides/notesSlide27.xml" Id="R543f0950cb0a49b2"/><Relationship Id="rIdCompareNav0" Type="http://schemas.openxmlformats.org/officeDocument/2006/relationships/slide" Target="slide20.xml"/><Relationship Id="rIdCompareNav1" Type="http://schemas.openxmlformats.org/officeDocument/2006/relationships/slide" Target="slide27.xml"/><Relationship Id="rIdCompareNav2" Type="http://schemas.openxmlformats.org/officeDocument/2006/relationships/slide" Target="slide34.xml"/><Relationship Id="rIdCompareNav3" Type="http://schemas.openxmlformats.org/officeDocument/2006/relationships/slide" Target="slide41.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25.xml"/><Relationship Id="rIdCompareNav7" Type="http://schemas.openxmlformats.org/officeDocument/2006/relationships/slide" Target="slide26.xml"/><Relationship Id="rIdCompareNav8" Type="http://schemas.openxmlformats.org/officeDocument/2006/relationships/slide" Target="slide27.xml"/><Relationship Id="rIdCompareNav9" Type="http://schemas.openxmlformats.org/officeDocument/2006/relationships/slide" Target="slide28.xml"/><Relationship Id="rIdCompareNav10" Type="http://schemas.openxmlformats.org/officeDocument/2006/relationships/slide" Target="slide29.xml"/><Relationship Id="rIdCompareNav11" Type="http://schemas.openxmlformats.org/officeDocument/2006/relationships/slide" Target="slide30.xml"/><Relationship Id="rIdCompareNav12" Type="http://schemas.openxmlformats.org/officeDocument/2006/relationships/slide" Target="slide31.xml"/><Relationship Id="rIdCompareNav13" Type="http://schemas.openxmlformats.org/officeDocument/2006/relationships/slide" Target="slide26.xml"/><Relationship Id="rIdCompareNav14" Type="http://schemas.openxmlformats.org/officeDocument/2006/relationships/slide" Target="slide28.xml"/></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eabce34c8f4f48c8"/><Relationship Type="http://schemas.openxmlformats.org/officeDocument/2006/relationships/notesSlide" Target="/ppt/notesSlides/notesSlide28.xml" Id="Re384b3ef06154623"/><Relationship Id="rIdCompareNav0" Type="http://schemas.openxmlformats.org/officeDocument/2006/relationships/slide" Target="slide21.xml"/><Relationship Id="rIdCompareNav1" Type="http://schemas.openxmlformats.org/officeDocument/2006/relationships/slide" Target="slide28.xml"/><Relationship Id="rIdCompareNav2" Type="http://schemas.openxmlformats.org/officeDocument/2006/relationships/slide" Target="slide35.xml"/><Relationship Id="rIdCompareNav3" Type="http://schemas.openxmlformats.org/officeDocument/2006/relationships/slide" Target="slide42.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25.xml"/><Relationship Id="rIdCompareNav7" Type="http://schemas.openxmlformats.org/officeDocument/2006/relationships/slide" Target="slide26.xml"/><Relationship Id="rIdCompareNav8" Type="http://schemas.openxmlformats.org/officeDocument/2006/relationships/slide" Target="slide27.xml"/><Relationship Id="rIdCompareNav9" Type="http://schemas.openxmlformats.org/officeDocument/2006/relationships/slide" Target="slide28.xml"/><Relationship Id="rIdCompareNav10" Type="http://schemas.openxmlformats.org/officeDocument/2006/relationships/slide" Target="slide29.xml"/><Relationship Id="rIdCompareNav11" Type="http://schemas.openxmlformats.org/officeDocument/2006/relationships/slide" Target="slide30.xml"/><Relationship Id="rIdCompareNav12" Type="http://schemas.openxmlformats.org/officeDocument/2006/relationships/slide" Target="slide31.xml"/><Relationship Id="rIdCompareNav13" Type="http://schemas.openxmlformats.org/officeDocument/2006/relationships/slide" Target="slide27.xml"/><Relationship Id="rIdCompareNav14" Type="http://schemas.openxmlformats.org/officeDocument/2006/relationships/slide" Target="slide29.xml"/></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d9e7d7db8f91470b"/><Relationship Type="http://schemas.openxmlformats.org/officeDocument/2006/relationships/notesSlide" Target="/ppt/notesSlides/notesSlide29.xml" Id="R7d97143a167f45c4"/><Relationship Id="rIdCompareNav0" Type="http://schemas.openxmlformats.org/officeDocument/2006/relationships/slide" Target="slide22.xml"/><Relationship Id="rIdCompareNav1" Type="http://schemas.openxmlformats.org/officeDocument/2006/relationships/slide" Target="slide29.xml"/><Relationship Id="rIdCompareNav2" Type="http://schemas.openxmlformats.org/officeDocument/2006/relationships/slide" Target="slide36.xml"/><Relationship Id="rIdCompareNav3" Type="http://schemas.openxmlformats.org/officeDocument/2006/relationships/slide" Target="slide43.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25.xml"/><Relationship Id="rIdCompareNav7" Type="http://schemas.openxmlformats.org/officeDocument/2006/relationships/slide" Target="slide26.xml"/><Relationship Id="rIdCompareNav8" Type="http://schemas.openxmlformats.org/officeDocument/2006/relationships/slide" Target="slide27.xml"/><Relationship Id="rIdCompareNav9" Type="http://schemas.openxmlformats.org/officeDocument/2006/relationships/slide" Target="slide28.xml"/><Relationship Id="rIdCompareNav10" Type="http://schemas.openxmlformats.org/officeDocument/2006/relationships/slide" Target="slide29.xml"/><Relationship Id="rIdCompareNav11" Type="http://schemas.openxmlformats.org/officeDocument/2006/relationships/slide" Target="slide30.xml"/><Relationship Id="rIdCompareNav12" Type="http://schemas.openxmlformats.org/officeDocument/2006/relationships/slide" Target="slide31.xml"/><Relationship Id="rIdCompareNav13" Type="http://schemas.openxmlformats.org/officeDocument/2006/relationships/slide" Target="slide28.xml"/><Relationship Id="rIdCompareNav14" Type="http://schemas.openxmlformats.org/officeDocument/2006/relationships/slide" Target="slide30.xml"/></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e029b55d33a84cd0"/><Relationship Type="http://schemas.openxmlformats.org/officeDocument/2006/relationships/notesSlide" Target="/ppt/notesSlides/notesSlide30.xml" Id="R84b2d8f3572e4e7e"/><Relationship Id="rIdCompareNav0" Type="http://schemas.openxmlformats.org/officeDocument/2006/relationships/slide" Target="slide23.xml"/><Relationship Id="rIdCompareNav1" Type="http://schemas.openxmlformats.org/officeDocument/2006/relationships/slide" Target="slide30.xml"/><Relationship Id="rIdCompareNav2" Type="http://schemas.openxmlformats.org/officeDocument/2006/relationships/slide" Target="slide37.xml"/><Relationship Id="rIdCompareNav3" Type="http://schemas.openxmlformats.org/officeDocument/2006/relationships/slide" Target="slide44.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25.xml"/><Relationship Id="rIdCompareNav7" Type="http://schemas.openxmlformats.org/officeDocument/2006/relationships/slide" Target="slide26.xml"/><Relationship Id="rIdCompareNav8" Type="http://schemas.openxmlformats.org/officeDocument/2006/relationships/slide" Target="slide27.xml"/><Relationship Id="rIdCompareNav9" Type="http://schemas.openxmlformats.org/officeDocument/2006/relationships/slide" Target="slide28.xml"/><Relationship Id="rIdCompareNav10" Type="http://schemas.openxmlformats.org/officeDocument/2006/relationships/slide" Target="slide29.xml"/><Relationship Id="rIdCompareNav11" Type="http://schemas.openxmlformats.org/officeDocument/2006/relationships/slide" Target="slide30.xml"/><Relationship Id="rIdCompareNav12" Type="http://schemas.openxmlformats.org/officeDocument/2006/relationships/slide" Target="slide31.xml"/><Relationship Id="rIdCompareNav13" Type="http://schemas.openxmlformats.org/officeDocument/2006/relationships/slide" Target="slide29.xml"/><Relationship Id="rIdCompareNav14" Type="http://schemas.openxmlformats.org/officeDocument/2006/relationships/slide" Target="slide31.xml"/></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cd16d4af7d3b4aab"/><Relationship Type="http://schemas.openxmlformats.org/officeDocument/2006/relationships/notesSlide" Target="/ppt/notesSlides/notesSlide31.xml" Id="R68ae716a56124a5c"/><Relationship Id="rIdCompareNav0" Type="http://schemas.openxmlformats.org/officeDocument/2006/relationships/slide" Target="slide24.xml"/><Relationship Id="rIdCompareNav1" Type="http://schemas.openxmlformats.org/officeDocument/2006/relationships/slide" Target="slide31.xml"/><Relationship Id="rIdCompareNav2" Type="http://schemas.openxmlformats.org/officeDocument/2006/relationships/slide" Target="slide38.xml"/><Relationship Id="rIdCompareNav3" Type="http://schemas.openxmlformats.org/officeDocument/2006/relationships/slide" Target="slide45.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25.xml"/><Relationship Id="rIdCompareNav7" Type="http://schemas.openxmlformats.org/officeDocument/2006/relationships/slide" Target="slide26.xml"/><Relationship Id="rIdCompareNav8" Type="http://schemas.openxmlformats.org/officeDocument/2006/relationships/slide" Target="slide27.xml"/><Relationship Id="rIdCompareNav9" Type="http://schemas.openxmlformats.org/officeDocument/2006/relationships/slide" Target="slide28.xml"/><Relationship Id="rIdCompareNav10" Type="http://schemas.openxmlformats.org/officeDocument/2006/relationships/slide" Target="slide29.xml"/><Relationship Id="rIdCompareNav11" Type="http://schemas.openxmlformats.org/officeDocument/2006/relationships/slide" Target="slide30.xml"/><Relationship Id="rIdCompareNav12" Type="http://schemas.openxmlformats.org/officeDocument/2006/relationships/slide" Target="slide31.xml"/><Relationship Id="rIdCompareNav13" Type="http://schemas.openxmlformats.org/officeDocument/2006/relationships/slide" Target="slide30.xml"/><Relationship Id="rIdCompareNav14" Type="http://schemas.openxmlformats.org/officeDocument/2006/relationships/slide" Target="slide25.xml"/></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507a53a93c6f43d6"/><Relationship Type="http://schemas.openxmlformats.org/officeDocument/2006/relationships/notesSlide" Target="/ppt/notesSlides/notesSlide32.xml" Id="R286a2b5ff82e426c"/><Relationship Id="rIdCompareNav0" Type="http://schemas.openxmlformats.org/officeDocument/2006/relationships/slide" Target="slide18.xml"/><Relationship Id="rIdCompareNav1" Type="http://schemas.openxmlformats.org/officeDocument/2006/relationships/slide" Target="slide25.xml"/><Relationship Id="rIdCompareNav2" Type="http://schemas.openxmlformats.org/officeDocument/2006/relationships/slide" Target="slide32.xml"/><Relationship Id="rIdCompareNav3" Type="http://schemas.openxmlformats.org/officeDocument/2006/relationships/slide" Target="slide39.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32.xml"/><Relationship Id="rIdCompareNav7" Type="http://schemas.openxmlformats.org/officeDocument/2006/relationships/slide" Target="slide33.xml"/><Relationship Id="rIdCompareNav8" Type="http://schemas.openxmlformats.org/officeDocument/2006/relationships/slide" Target="slide34.xml"/><Relationship Id="rIdCompareNav9" Type="http://schemas.openxmlformats.org/officeDocument/2006/relationships/slide" Target="slide35.xml"/><Relationship Id="rIdCompareNav10" Type="http://schemas.openxmlformats.org/officeDocument/2006/relationships/slide" Target="slide36.xml"/><Relationship Id="rIdCompareNav11" Type="http://schemas.openxmlformats.org/officeDocument/2006/relationships/slide" Target="slide37.xml"/><Relationship Id="rIdCompareNav12" Type="http://schemas.openxmlformats.org/officeDocument/2006/relationships/slide" Target="slide38.xml"/><Relationship Id="rIdCompareNav13" Type="http://schemas.openxmlformats.org/officeDocument/2006/relationships/slide" Target="slide32.xml"/><Relationship Id="rIdCompareNav14" Type="http://schemas.openxmlformats.org/officeDocument/2006/relationships/slide" Target="slide33.xml"/></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911ac5e17d964457"/><Relationship Type="http://schemas.openxmlformats.org/officeDocument/2006/relationships/notesSlide" Target="/ppt/notesSlides/notesSlide33.xml" Id="R7d0e4269c97244a0"/><Relationship Id="rIdCompareNav0" Type="http://schemas.openxmlformats.org/officeDocument/2006/relationships/slide" Target="slide19.xml"/><Relationship Id="rIdCompareNav1" Type="http://schemas.openxmlformats.org/officeDocument/2006/relationships/slide" Target="slide26.xml"/><Relationship Id="rIdCompareNav2" Type="http://schemas.openxmlformats.org/officeDocument/2006/relationships/slide" Target="slide33.xml"/><Relationship Id="rIdCompareNav3" Type="http://schemas.openxmlformats.org/officeDocument/2006/relationships/slide" Target="slide40.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32.xml"/><Relationship Id="rIdCompareNav7" Type="http://schemas.openxmlformats.org/officeDocument/2006/relationships/slide" Target="slide33.xml"/><Relationship Id="rIdCompareNav8" Type="http://schemas.openxmlformats.org/officeDocument/2006/relationships/slide" Target="slide34.xml"/><Relationship Id="rIdCompareNav9" Type="http://schemas.openxmlformats.org/officeDocument/2006/relationships/slide" Target="slide35.xml"/><Relationship Id="rIdCompareNav10" Type="http://schemas.openxmlformats.org/officeDocument/2006/relationships/slide" Target="slide36.xml"/><Relationship Id="rIdCompareNav11" Type="http://schemas.openxmlformats.org/officeDocument/2006/relationships/slide" Target="slide37.xml"/><Relationship Id="rIdCompareNav12" Type="http://schemas.openxmlformats.org/officeDocument/2006/relationships/slide" Target="slide38.xml"/><Relationship Id="rIdCompareNav13" Type="http://schemas.openxmlformats.org/officeDocument/2006/relationships/slide" Target="slide32.xml"/><Relationship Id="rIdCompareNav14" Type="http://schemas.openxmlformats.org/officeDocument/2006/relationships/slide" Target="slide34.xml"/></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e25a17fb707145b2"/><Relationship Type="http://schemas.openxmlformats.org/officeDocument/2006/relationships/notesSlide" Target="/ppt/notesSlides/notesSlide34.xml" Id="R08c28362d1a943fb"/><Relationship Id="rIdCompareNav0" Type="http://schemas.openxmlformats.org/officeDocument/2006/relationships/slide" Target="slide20.xml"/><Relationship Id="rIdCompareNav1" Type="http://schemas.openxmlformats.org/officeDocument/2006/relationships/slide" Target="slide27.xml"/><Relationship Id="rIdCompareNav2" Type="http://schemas.openxmlformats.org/officeDocument/2006/relationships/slide" Target="slide34.xml"/><Relationship Id="rIdCompareNav3" Type="http://schemas.openxmlformats.org/officeDocument/2006/relationships/slide" Target="slide41.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32.xml"/><Relationship Id="rIdCompareNav7" Type="http://schemas.openxmlformats.org/officeDocument/2006/relationships/slide" Target="slide33.xml"/><Relationship Id="rIdCompareNav8" Type="http://schemas.openxmlformats.org/officeDocument/2006/relationships/slide" Target="slide34.xml"/><Relationship Id="rIdCompareNav9" Type="http://schemas.openxmlformats.org/officeDocument/2006/relationships/slide" Target="slide35.xml"/><Relationship Id="rIdCompareNav10" Type="http://schemas.openxmlformats.org/officeDocument/2006/relationships/slide" Target="slide36.xml"/><Relationship Id="rIdCompareNav11" Type="http://schemas.openxmlformats.org/officeDocument/2006/relationships/slide" Target="slide37.xml"/><Relationship Id="rIdCompareNav12" Type="http://schemas.openxmlformats.org/officeDocument/2006/relationships/slide" Target="slide38.xml"/><Relationship Id="rIdCompareNav13" Type="http://schemas.openxmlformats.org/officeDocument/2006/relationships/slide" Target="slide33.xml"/><Relationship Id="rIdCompareNav14" Type="http://schemas.openxmlformats.org/officeDocument/2006/relationships/slide" Target="slide35.xml"/></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40c493115bf7466a"/><Relationship Type="http://schemas.openxmlformats.org/officeDocument/2006/relationships/notesSlide" Target="/ppt/notesSlides/notesSlide35.xml" Id="Rb7edd8f7f2f640b3"/><Relationship Id="rIdCompareNav0" Type="http://schemas.openxmlformats.org/officeDocument/2006/relationships/slide" Target="slide21.xml"/><Relationship Id="rIdCompareNav1" Type="http://schemas.openxmlformats.org/officeDocument/2006/relationships/slide" Target="slide28.xml"/><Relationship Id="rIdCompareNav2" Type="http://schemas.openxmlformats.org/officeDocument/2006/relationships/slide" Target="slide35.xml"/><Relationship Id="rIdCompareNav3" Type="http://schemas.openxmlformats.org/officeDocument/2006/relationships/slide" Target="slide42.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32.xml"/><Relationship Id="rIdCompareNav7" Type="http://schemas.openxmlformats.org/officeDocument/2006/relationships/slide" Target="slide33.xml"/><Relationship Id="rIdCompareNav8" Type="http://schemas.openxmlformats.org/officeDocument/2006/relationships/slide" Target="slide34.xml"/><Relationship Id="rIdCompareNav9" Type="http://schemas.openxmlformats.org/officeDocument/2006/relationships/slide" Target="slide35.xml"/><Relationship Id="rIdCompareNav10" Type="http://schemas.openxmlformats.org/officeDocument/2006/relationships/slide" Target="slide36.xml"/><Relationship Id="rIdCompareNav11" Type="http://schemas.openxmlformats.org/officeDocument/2006/relationships/slide" Target="slide37.xml"/><Relationship Id="rIdCompareNav12" Type="http://schemas.openxmlformats.org/officeDocument/2006/relationships/slide" Target="slide38.xml"/><Relationship Id="rIdCompareNav13" Type="http://schemas.openxmlformats.org/officeDocument/2006/relationships/slide" Target="slide34.xml"/><Relationship Id="rIdCompareNav14" Type="http://schemas.openxmlformats.org/officeDocument/2006/relationships/slide" Target="slide36.xml"/></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bce93751be9d413d"/><Relationship Type="http://schemas.openxmlformats.org/officeDocument/2006/relationships/notesSlide" Target="/ppt/notesSlides/notesSlide36.xml" Id="R0af5f5795cc1449a"/><Relationship Id="rIdCompareNav0" Type="http://schemas.openxmlformats.org/officeDocument/2006/relationships/slide" Target="slide22.xml"/><Relationship Id="rIdCompareNav1" Type="http://schemas.openxmlformats.org/officeDocument/2006/relationships/slide" Target="slide29.xml"/><Relationship Id="rIdCompareNav2" Type="http://schemas.openxmlformats.org/officeDocument/2006/relationships/slide" Target="slide36.xml"/><Relationship Id="rIdCompareNav3" Type="http://schemas.openxmlformats.org/officeDocument/2006/relationships/slide" Target="slide43.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32.xml"/><Relationship Id="rIdCompareNav7" Type="http://schemas.openxmlformats.org/officeDocument/2006/relationships/slide" Target="slide33.xml"/><Relationship Id="rIdCompareNav8" Type="http://schemas.openxmlformats.org/officeDocument/2006/relationships/slide" Target="slide34.xml"/><Relationship Id="rIdCompareNav9" Type="http://schemas.openxmlformats.org/officeDocument/2006/relationships/slide" Target="slide35.xml"/><Relationship Id="rIdCompareNav10" Type="http://schemas.openxmlformats.org/officeDocument/2006/relationships/slide" Target="slide36.xml"/><Relationship Id="rIdCompareNav11" Type="http://schemas.openxmlformats.org/officeDocument/2006/relationships/slide" Target="slide37.xml"/><Relationship Id="rIdCompareNav12" Type="http://schemas.openxmlformats.org/officeDocument/2006/relationships/slide" Target="slide38.xml"/><Relationship Id="rIdCompareNav13" Type="http://schemas.openxmlformats.org/officeDocument/2006/relationships/slide" Target="slide35.xml"/><Relationship Id="rIdCompareNav14" Type="http://schemas.openxmlformats.org/officeDocument/2006/relationships/slide" Target="slide37.xml"/></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4e0226cda27942b0"/><Relationship Type="http://schemas.openxmlformats.org/officeDocument/2006/relationships/notesSlide" Target="/ppt/notesSlides/notesSlide37.xml" Id="R8347a35b86394150"/><Relationship Id="rIdCompareNav0" Type="http://schemas.openxmlformats.org/officeDocument/2006/relationships/slide" Target="slide23.xml"/><Relationship Id="rIdCompareNav1" Type="http://schemas.openxmlformats.org/officeDocument/2006/relationships/slide" Target="slide30.xml"/><Relationship Id="rIdCompareNav2" Type="http://schemas.openxmlformats.org/officeDocument/2006/relationships/slide" Target="slide37.xml"/><Relationship Id="rIdCompareNav3" Type="http://schemas.openxmlformats.org/officeDocument/2006/relationships/slide" Target="slide44.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32.xml"/><Relationship Id="rIdCompareNav7" Type="http://schemas.openxmlformats.org/officeDocument/2006/relationships/slide" Target="slide33.xml"/><Relationship Id="rIdCompareNav8" Type="http://schemas.openxmlformats.org/officeDocument/2006/relationships/slide" Target="slide34.xml"/><Relationship Id="rIdCompareNav9" Type="http://schemas.openxmlformats.org/officeDocument/2006/relationships/slide" Target="slide35.xml"/><Relationship Id="rIdCompareNav10" Type="http://schemas.openxmlformats.org/officeDocument/2006/relationships/slide" Target="slide36.xml"/><Relationship Id="rIdCompareNav11" Type="http://schemas.openxmlformats.org/officeDocument/2006/relationships/slide" Target="slide37.xml"/><Relationship Id="rIdCompareNav12" Type="http://schemas.openxmlformats.org/officeDocument/2006/relationships/slide" Target="slide38.xml"/><Relationship Id="rIdCompareNav13" Type="http://schemas.openxmlformats.org/officeDocument/2006/relationships/slide" Target="slide36.xml"/><Relationship Id="rIdCompareNav14" Type="http://schemas.openxmlformats.org/officeDocument/2006/relationships/slide" Target="slide38.xml"/></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efc7d29785204bf5"/><Relationship Type="http://schemas.openxmlformats.org/officeDocument/2006/relationships/notesSlide" Target="/ppt/notesSlides/notesSlide38.xml" Id="Rf8595e1abdd94864"/><Relationship Id="rIdCompareNav0" Type="http://schemas.openxmlformats.org/officeDocument/2006/relationships/slide" Target="slide24.xml"/><Relationship Id="rIdCompareNav1" Type="http://schemas.openxmlformats.org/officeDocument/2006/relationships/slide" Target="slide31.xml"/><Relationship Id="rIdCompareNav2" Type="http://schemas.openxmlformats.org/officeDocument/2006/relationships/slide" Target="slide38.xml"/><Relationship Id="rIdCompareNav3" Type="http://schemas.openxmlformats.org/officeDocument/2006/relationships/slide" Target="slide45.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32.xml"/><Relationship Id="rIdCompareNav7" Type="http://schemas.openxmlformats.org/officeDocument/2006/relationships/slide" Target="slide33.xml"/><Relationship Id="rIdCompareNav8" Type="http://schemas.openxmlformats.org/officeDocument/2006/relationships/slide" Target="slide34.xml"/><Relationship Id="rIdCompareNav9" Type="http://schemas.openxmlformats.org/officeDocument/2006/relationships/slide" Target="slide35.xml"/><Relationship Id="rIdCompareNav10" Type="http://schemas.openxmlformats.org/officeDocument/2006/relationships/slide" Target="slide36.xml"/><Relationship Id="rIdCompareNav11" Type="http://schemas.openxmlformats.org/officeDocument/2006/relationships/slide" Target="slide37.xml"/><Relationship Id="rIdCompareNav12" Type="http://schemas.openxmlformats.org/officeDocument/2006/relationships/slide" Target="slide38.xml"/><Relationship Id="rIdCompareNav13" Type="http://schemas.openxmlformats.org/officeDocument/2006/relationships/slide" Target="slide37.xml"/><Relationship Id="rIdCompareNav14" Type="http://schemas.openxmlformats.org/officeDocument/2006/relationships/slide" Target="slide32.xml"/></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eabfe2ea9491428c"/><Relationship Type="http://schemas.openxmlformats.org/officeDocument/2006/relationships/notesSlide" Target="/ppt/notesSlides/notesSlide39.xml" Id="Rc2529d9f6e2b4f72"/><Relationship Id="rIdCompareNav0" Type="http://schemas.openxmlformats.org/officeDocument/2006/relationships/slide" Target="slide18.xml"/><Relationship Id="rIdCompareNav1" Type="http://schemas.openxmlformats.org/officeDocument/2006/relationships/slide" Target="slide25.xml"/><Relationship Id="rIdCompareNav2" Type="http://schemas.openxmlformats.org/officeDocument/2006/relationships/slide" Target="slide32.xml"/><Relationship Id="rIdCompareNav3" Type="http://schemas.openxmlformats.org/officeDocument/2006/relationships/slide" Target="slide39.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39.xml"/><Relationship Id="rIdCompareNav7" Type="http://schemas.openxmlformats.org/officeDocument/2006/relationships/slide" Target="slide40.xml"/><Relationship Id="rIdCompareNav8" Type="http://schemas.openxmlformats.org/officeDocument/2006/relationships/slide" Target="slide41.xml"/><Relationship Id="rIdCompareNav9" Type="http://schemas.openxmlformats.org/officeDocument/2006/relationships/slide" Target="slide42.xml"/><Relationship Id="rIdCompareNav10" Type="http://schemas.openxmlformats.org/officeDocument/2006/relationships/slide" Target="slide43.xml"/><Relationship Id="rIdCompareNav11" Type="http://schemas.openxmlformats.org/officeDocument/2006/relationships/slide" Target="slide44.xml"/><Relationship Id="rIdCompareNav12" Type="http://schemas.openxmlformats.org/officeDocument/2006/relationships/slide" Target="slide45.xml"/><Relationship Id="rIdCompareNav13" Type="http://schemas.openxmlformats.org/officeDocument/2006/relationships/slide" Target="slide39.xml"/><Relationship Id="rIdCompareNav14" Type="http://schemas.openxmlformats.org/officeDocument/2006/relationships/slide" Target="slide40.xml"/></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6.xml" Id="Rc9fa5ffa3bd145e5"/><Relationship Type="http://schemas.openxmlformats.org/officeDocument/2006/relationships/notesSlide" Target="/ppt/notesSlides/notesSlide40.xml" Id="R5e83c76fe3a14381"/><Relationship Id="rIdCompareNav0" Type="http://schemas.openxmlformats.org/officeDocument/2006/relationships/slide" Target="slide19.xml"/><Relationship Id="rIdCompareNav1" Type="http://schemas.openxmlformats.org/officeDocument/2006/relationships/slide" Target="slide26.xml"/><Relationship Id="rIdCompareNav2" Type="http://schemas.openxmlformats.org/officeDocument/2006/relationships/slide" Target="slide33.xml"/><Relationship Id="rIdCompareNav3" Type="http://schemas.openxmlformats.org/officeDocument/2006/relationships/slide" Target="slide40.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39.xml"/><Relationship Id="rIdCompareNav7" Type="http://schemas.openxmlformats.org/officeDocument/2006/relationships/slide" Target="slide40.xml"/><Relationship Id="rIdCompareNav8" Type="http://schemas.openxmlformats.org/officeDocument/2006/relationships/slide" Target="slide41.xml"/><Relationship Id="rIdCompareNav9" Type="http://schemas.openxmlformats.org/officeDocument/2006/relationships/slide" Target="slide42.xml"/><Relationship Id="rIdCompareNav10" Type="http://schemas.openxmlformats.org/officeDocument/2006/relationships/slide" Target="slide43.xml"/><Relationship Id="rIdCompareNav11" Type="http://schemas.openxmlformats.org/officeDocument/2006/relationships/slide" Target="slide44.xml"/><Relationship Id="rIdCompareNav12" Type="http://schemas.openxmlformats.org/officeDocument/2006/relationships/slide" Target="slide45.xml"/><Relationship Id="rIdCompareNav13" Type="http://schemas.openxmlformats.org/officeDocument/2006/relationships/slide" Target="slide39.xml"/><Relationship Id="rIdCompareNav14" Type="http://schemas.openxmlformats.org/officeDocument/2006/relationships/slide" Target="slide41.xml"/></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6.xml" Id="Rb6d6a713794f450a"/><Relationship Type="http://schemas.openxmlformats.org/officeDocument/2006/relationships/notesSlide" Target="/ppt/notesSlides/notesSlide41.xml" Id="R108c2c0bb21642cf"/><Relationship Id="rIdCompareNav0" Type="http://schemas.openxmlformats.org/officeDocument/2006/relationships/slide" Target="slide20.xml"/><Relationship Id="rIdCompareNav1" Type="http://schemas.openxmlformats.org/officeDocument/2006/relationships/slide" Target="slide27.xml"/><Relationship Id="rIdCompareNav2" Type="http://schemas.openxmlformats.org/officeDocument/2006/relationships/slide" Target="slide34.xml"/><Relationship Id="rIdCompareNav3" Type="http://schemas.openxmlformats.org/officeDocument/2006/relationships/slide" Target="slide41.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39.xml"/><Relationship Id="rIdCompareNav7" Type="http://schemas.openxmlformats.org/officeDocument/2006/relationships/slide" Target="slide40.xml"/><Relationship Id="rIdCompareNav8" Type="http://schemas.openxmlformats.org/officeDocument/2006/relationships/slide" Target="slide41.xml"/><Relationship Id="rIdCompareNav9" Type="http://schemas.openxmlformats.org/officeDocument/2006/relationships/slide" Target="slide42.xml"/><Relationship Id="rIdCompareNav10" Type="http://schemas.openxmlformats.org/officeDocument/2006/relationships/slide" Target="slide43.xml"/><Relationship Id="rIdCompareNav11" Type="http://schemas.openxmlformats.org/officeDocument/2006/relationships/slide" Target="slide44.xml"/><Relationship Id="rIdCompareNav12" Type="http://schemas.openxmlformats.org/officeDocument/2006/relationships/slide" Target="slide45.xml"/><Relationship Id="rIdCompareNav13" Type="http://schemas.openxmlformats.org/officeDocument/2006/relationships/slide" Target="slide40.xml"/><Relationship Id="rIdCompareNav14" Type="http://schemas.openxmlformats.org/officeDocument/2006/relationships/slide" Target="slide42.xml"/></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6.xml" Id="Rf296eb55e9bd415c"/><Relationship Type="http://schemas.openxmlformats.org/officeDocument/2006/relationships/notesSlide" Target="/ppt/notesSlides/notesSlide42.xml" Id="R00e2eb839bcc4ae4"/><Relationship Id="rIdCompareNav0" Type="http://schemas.openxmlformats.org/officeDocument/2006/relationships/slide" Target="slide21.xml"/><Relationship Id="rIdCompareNav1" Type="http://schemas.openxmlformats.org/officeDocument/2006/relationships/slide" Target="slide28.xml"/><Relationship Id="rIdCompareNav2" Type="http://schemas.openxmlformats.org/officeDocument/2006/relationships/slide" Target="slide35.xml"/><Relationship Id="rIdCompareNav3" Type="http://schemas.openxmlformats.org/officeDocument/2006/relationships/slide" Target="slide42.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39.xml"/><Relationship Id="rIdCompareNav7" Type="http://schemas.openxmlformats.org/officeDocument/2006/relationships/slide" Target="slide40.xml"/><Relationship Id="rIdCompareNav8" Type="http://schemas.openxmlformats.org/officeDocument/2006/relationships/slide" Target="slide41.xml"/><Relationship Id="rIdCompareNav9" Type="http://schemas.openxmlformats.org/officeDocument/2006/relationships/slide" Target="slide42.xml"/><Relationship Id="rIdCompareNav10" Type="http://schemas.openxmlformats.org/officeDocument/2006/relationships/slide" Target="slide43.xml"/><Relationship Id="rIdCompareNav11" Type="http://schemas.openxmlformats.org/officeDocument/2006/relationships/slide" Target="slide44.xml"/><Relationship Id="rIdCompareNav12" Type="http://schemas.openxmlformats.org/officeDocument/2006/relationships/slide" Target="slide45.xml"/><Relationship Id="rIdCompareNav13" Type="http://schemas.openxmlformats.org/officeDocument/2006/relationships/slide" Target="slide41.xml"/><Relationship Id="rIdCompareNav14" Type="http://schemas.openxmlformats.org/officeDocument/2006/relationships/slide" Target="slide43.xml"/></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6.xml" Id="R52aa117877ea40b4"/><Relationship Type="http://schemas.openxmlformats.org/officeDocument/2006/relationships/notesSlide" Target="/ppt/notesSlides/notesSlide43.xml" Id="R052313bf4cee407e"/><Relationship Id="rIdCompareNav0" Type="http://schemas.openxmlformats.org/officeDocument/2006/relationships/slide" Target="slide22.xml"/><Relationship Id="rIdCompareNav1" Type="http://schemas.openxmlformats.org/officeDocument/2006/relationships/slide" Target="slide29.xml"/><Relationship Id="rIdCompareNav2" Type="http://schemas.openxmlformats.org/officeDocument/2006/relationships/slide" Target="slide36.xml"/><Relationship Id="rIdCompareNav3" Type="http://schemas.openxmlformats.org/officeDocument/2006/relationships/slide" Target="slide43.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39.xml"/><Relationship Id="rIdCompareNav7" Type="http://schemas.openxmlformats.org/officeDocument/2006/relationships/slide" Target="slide40.xml"/><Relationship Id="rIdCompareNav8" Type="http://schemas.openxmlformats.org/officeDocument/2006/relationships/slide" Target="slide41.xml"/><Relationship Id="rIdCompareNav9" Type="http://schemas.openxmlformats.org/officeDocument/2006/relationships/slide" Target="slide42.xml"/><Relationship Id="rIdCompareNav10" Type="http://schemas.openxmlformats.org/officeDocument/2006/relationships/slide" Target="slide43.xml"/><Relationship Id="rIdCompareNav11" Type="http://schemas.openxmlformats.org/officeDocument/2006/relationships/slide" Target="slide44.xml"/><Relationship Id="rIdCompareNav12" Type="http://schemas.openxmlformats.org/officeDocument/2006/relationships/slide" Target="slide45.xml"/><Relationship Id="rIdCompareNav13" Type="http://schemas.openxmlformats.org/officeDocument/2006/relationships/slide" Target="slide42.xml"/><Relationship Id="rIdCompareNav14" Type="http://schemas.openxmlformats.org/officeDocument/2006/relationships/slide" Target="slide44.xml"/></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6.xml" Id="Rb89c820c29234255"/><Relationship Type="http://schemas.openxmlformats.org/officeDocument/2006/relationships/notesSlide" Target="/ppt/notesSlides/notesSlide44.xml" Id="R9d6cbd24af34432a"/><Relationship Id="rIdCompareNav0" Type="http://schemas.openxmlformats.org/officeDocument/2006/relationships/slide" Target="slide23.xml"/><Relationship Id="rIdCompareNav1" Type="http://schemas.openxmlformats.org/officeDocument/2006/relationships/slide" Target="slide30.xml"/><Relationship Id="rIdCompareNav2" Type="http://schemas.openxmlformats.org/officeDocument/2006/relationships/slide" Target="slide37.xml"/><Relationship Id="rIdCompareNav3" Type="http://schemas.openxmlformats.org/officeDocument/2006/relationships/slide" Target="slide44.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39.xml"/><Relationship Id="rIdCompareNav7" Type="http://schemas.openxmlformats.org/officeDocument/2006/relationships/slide" Target="slide40.xml"/><Relationship Id="rIdCompareNav8" Type="http://schemas.openxmlformats.org/officeDocument/2006/relationships/slide" Target="slide41.xml"/><Relationship Id="rIdCompareNav9" Type="http://schemas.openxmlformats.org/officeDocument/2006/relationships/slide" Target="slide42.xml"/><Relationship Id="rIdCompareNav10" Type="http://schemas.openxmlformats.org/officeDocument/2006/relationships/slide" Target="slide43.xml"/><Relationship Id="rIdCompareNav11" Type="http://schemas.openxmlformats.org/officeDocument/2006/relationships/slide" Target="slide44.xml"/><Relationship Id="rIdCompareNav12" Type="http://schemas.openxmlformats.org/officeDocument/2006/relationships/slide" Target="slide45.xml"/><Relationship Id="rIdCompareNav13" Type="http://schemas.openxmlformats.org/officeDocument/2006/relationships/slide" Target="slide43.xml"/><Relationship Id="rIdCompareNav14" Type="http://schemas.openxmlformats.org/officeDocument/2006/relationships/slide" Target="slide45.xml"/></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6.xml" Id="R4401da4afcc749dd"/><Relationship Type="http://schemas.openxmlformats.org/officeDocument/2006/relationships/notesSlide" Target="/ppt/notesSlides/notesSlide45.xml" Id="Rad258572e5194323"/><Relationship Id="rIdCompareNav0" Type="http://schemas.openxmlformats.org/officeDocument/2006/relationships/slide" Target="slide24.xml"/><Relationship Id="rIdCompareNav1" Type="http://schemas.openxmlformats.org/officeDocument/2006/relationships/slide" Target="slide31.xml"/><Relationship Id="rIdCompareNav2" Type="http://schemas.openxmlformats.org/officeDocument/2006/relationships/slide" Target="slide38.xml"/><Relationship Id="rIdCompareNav3" Type="http://schemas.openxmlformats.org/officeDocument/2006/relationships/slide" Target="slide45.xml"/><Relationship Id="rIdCompareNav4" Type="http://schemas.openxmlformats.org/officeDocument/2006/relationships/slide" Target="slide9.xml"/><Relationship Id="rIdCompareNav5" Type="http://schemas.openxmlformats.org/officeDocument/2006/relationships/slide" Target="slide46.xml"/><Relationship Id="rIdCompareNav6" Type="http://schemas.openxmlformats.org/officeDocument/2006/relationships/slide" Target="slide39.xml"/><Relationship Id="rIdCompareNav7" Type="http://schemas.openxmlformats.org/officeDocument/2006/relationships/slide" Target="slide40.xml"/><Relationship Id="rIdCompareNav8" Type="http://schemas.openxmlformats.org/officeDocument/2006/relationships/slide" Target="slide41.xml"/><Relationship Id="rIdCompareNav9" Type="http://schemas.openxmlformats.org/officeDocument/2006/relationships/slide" Target="slide42.xml"/><Relationship Id="rIdCompareNav10" Type="http://schemas.openxmlformats.org/officeDocument/2006/relationships/slide" Target="slide43.xml"/><Relationship Id="rIdCompareNav11" Type="http://schemas.openxmlformats.org/officeDocument/2006/relationships/slide" Target="slide44.xml"/><Relationship Id="rIdCompareNav12" Type="http://schemas.openxmlformats.org/officeDocument/2006/relationships/slide" Target="slide45.xml"/><Relationship Id="rIdCompareNav13" Type="http://schemas.openxmlformats.org/officeDocument/2006/relationships/slide" Target="slide44.xml"/><Relationship Id="rIdCompareNav14" Type="http://schemas.openxmlformats.org/officeDocument/2006/relationships/slide" Target="slide39.xml"/></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6273dea45472444e" /><Relationship Type="http://schemas.openxmlformats.org/officeDocument/2006/relationships/notesSlide" Target="/ppt/notesSlides/notesSlide46.xml" Id="R15891108cc6f4d2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ef70521bee5648b9" /><Relationship Type="http://schemas.openxmlformats.org/officeDocument/2006/relationships/notesSlide" Target="/ppt/notesSlides/notesSlide47.xml" Id="Rd14549ec15014eb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81e83dc7d4f74f91" /><Relationship Type="http://schemas.openxmlformats.org/officeDocument/2006/relationships/notesSlide" Target="/ppt/notesSlides/notesSlide48.xml" Id="Rfed269ed5b144d2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38fd230ed69743c1" /><Relationship Type="http://schemas.openxmlformats.org/officeDocument/2006/relationships/notesSlide" Target="/ppt/notesSlides/notesSlide49.xml" Id="Rcdfe60a34ee7481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070075121f4e4fd5" /><Relationship Type="http://schemas.openxmlformats.org/officeDocument/2006/relationships/notesSlide" Target="/ppt/notesSlides/notesSlide50.xml" Id="Re389251cc4134f8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02512b48472c4699" /><Relationship Type="http://schemas.openxmlformats.org/officeDocument/2006/relationships/notesSlide" Target="/ppt/notesSlides/notesSlide51.xml" Id="R671adfa0d82f44f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36b6fea5eb114b89" /><Relationship Type="http://schemas.openxmlformats.org/officeDocument/2006/relationships/notesSlide" Target="/ppt/notesSlides/notesSlide52.xml" Id="R8e17a337ccc9417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488a588f92a143c9" /><Relationship Type="http://schemas.openxmlformats.org/officeDocument/2006/relationships/notesSlide" Target="/ppt/notesSlides/notesSlide53.xml" Id="R8302c05d233a438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dfe1e758a4b9441f" /><Relationship Type="http://schemas.openxmlformats.org/officeDocument/2006/relationships/notesSlide" Target="/ppt/notesSlides/notesSlide54.xml" Id="R83aa482795cc45c4" /></Relationships>
</file>

<file path=ppt/slides/slide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6" name="rect-1">
            <a:extLst xmlns:a="http://schemas.openxmlformats.org/drawingml/2006/main">
              <a:ext uri="{FF2B5EF4-FFF2-40B4-BE49-F238E27FC236}">
                <a16:creationId xmlns:a16="http://schemas.microsoft.com/office/drawing/2014/main" id="{554DB906-A943-4A45-B98D-95CD5B6643B2}"/>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text-2">
            <a:extLst xmlns:a="http://schemas.openxmlformats.org/drawingml/2006/main">
              <a:ext uri="{FF2B5EF4-FFF2-40B4-BE49-F238E27FC236}">
                <a16:creationId xmlns:a16="http://schemas.microsoft.com/office/drawing/2014/main" id="{0380BA3F-6A0E-4724-830C-79D4733A084A}"/>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text-3">
            <a:extLst xmlns:a="http://schemas.openxmlformats.org/drawingml/2006/main">
              <a:ext uri="{FF2B5EF4-FFF2-40B4-BE49-F238E27FC236}">
                <a16:creationId xmlns:a16="http://schemas.microsoft.com/office/drawing/2014/main" id="{C8EF95A8-CF39-4060-B31B-A8989BA1295F}"/>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多 SIM 重构：规则与状态的责任划分</a:t>
            </a:r>
          </a:p>
        </p:txBody>
      </p:sp>
      <p:sp>
        <p:nvSpPr>
          <p:cNvPr id="4" name="text-4">
            <a:extLst xmlns:a="http://schemas.openxmlformats.org/drawingml/2006/main">
              <a:ext uri="{FF2B5EF4-FFF2-40B4-BE49-F238E27FC236}">
                <a16:creationId xmlns:a16="http://schemas.microsoft.com/office/drawing/2014/main" id="{8D1AFCE3-6EF4-40CE-BE01-60EAC94B09AD}"/>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讨论目标：明确为何重构、职责怎样划分，以及如何保护既有业务</a:t>
            </a:r>
          </a:p>
        </p:txBody>
      </p:sp>
      <p:sp>
        <p:nvSpPr>
          <p:cNvPr id="5" name="rect-5">
            <a:extLst xmlns:a="http://schemas.openxmlformats.org/drawingml/2006/main">
              <a:ext uri="{FF2B5EF4-FFF2-40B4-BE49-F238E27FC236}">
                <a16:creationId xmlns:a16="http://schemas.microsoft.com/office/drawing/2014/main" id="{5A8BC9E4-20B3-4621-B01F-928C491F3F5E}"/>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text-6">
            <a:extLst xmlns:a="http://schemas.openxmlformats.org/drawingml/2006/main">
              <a:ext uri="{FF2B5EF4-FFF2-40B4-BE49-F238E27FC236}">
                <a16:creationId xmlns:a16="http://schemas.microsoft.com/office/drawing/2014/main" id="{ED5AAA01-DC83-4424-9C37-497AD1742801}"/>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7" name="text-7">
            <a:extLst xmlns:a="http://schemas.openxmlformats.org/drawingml/2006/main">
              <a:ext uri="{FF2B5EF4-FFF2-40B4-BE49-F238E27FC236}">
                <a16:creationId xmlns:a16="http://schemas.microsoft.com/office/drawing/2014/main" id="{D42E3A8B-7CC3-4AC1-8205-215EA075D1BF}"/>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01 / 19</a:t>
            </a:r>
          </a:p>
        </p:txBody>
      </p:sp>
      <p:sp>
        <p:nvSpPr>
          <p:cNvPr id="8" name="text-8">
            <a:extLst xmlns:a="http://schemas.openxmlformats.org/drawingml/2006/main">
              <a:ext uri="{FF2B5EF4-FFF2-40B4-BE49-F238E27FC236}">
                <a16:creationId xmlns:a16="http://schemas.microsoft.com/office/drawing/2014/main" id="{B3A4A163-3834-4662-81DA-340730E71F0E}"/>
              </a:ext>
            </a:extLst>
          </p:cNvPr>
          <p:cNvSpPr>
            <a:spLocks xmlns:a="http://schemas.openxmlformats.org/drawingml/2006/main" noGrp="1"/>
          </p:cNvSpPr>
          <p:nvPr/>
        </p:nvSpPr>
        <p:spPr>
          <a:xfrm xmlns:a="http://schemas.openxmlformats.org/drawingml/2006/main">
            <a:off x="495300" y="1895475"/>
            <a:ext cx="600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081426"/>
                </a:solidFill>
                <a:latin typeface="Microsoft YaHei"/>
                <a:ea typeface="Microsoft YaHei"/>
                <a:cs typeface="Microsoft YaHei"/>
              </a:defRPr>
            </a:defPPr>
            <a:lvl1pPr algn="l">
              <a:buNone/>
              <a:defRPr sz="1950" b="1">
                <a:solidFill>
                  <a:srgbClr val="081426"/>
                </a:solidFill>
                <a:latin typeface="Microsoft YaHei"/>
                <a:ea typeface="Microsoft YaHei"/>
                <a:cs typeface="Microsoft YaHei"/>
              </a:defRPr>
            </a:lvl1pPr>
            <a:lvl2pPr algn="l">
              <a:buNone/>
              <a:defRPr sz="1950" b="1">
                <a:solidFill>
                  <a:srgbClr val="081426"/>
                </a:solidFill>
                <a:latin typeface="Microsoft YaHei"/>
                <a:ea typeface="Microsoft YaHei"/>
                <a:cs typeface="Microsoft YaHei"/>
              </a:defRPr>
            </a:lvl2pPr>
            <a:lvl3pPr algn="l">
              <a:buNone/>
              <a:defRPr sz="1950" b="1">
                <a:solidFill>
                  <a:srgbClr val="081426"/>
                </a:solidFill>
                <a:latin typeface="Microsoft YaHei"/>
                <a:ea typeface="Microsoft YaHei"/>
                <a:cs typeface="Microsoft YaHei"/>
              </a:defRPr>
            </a:lvl3pPr>
            <a:lvl4pPr algn="l">
              <a:buNone/>
              <a:defRPr sz="1950" b="1">
                <a:solidFill>
                  <a:srgbClr val="081426"/>
                </a:solidFill>
                <a:latin typeface="Microsoft YaHei"/>
                <a:ea typeface="Microsoft YaHei"/>
                <a:cs typeface="Microsoft YaHei"/>
              </a:defRPr>
            </a:lvl4pPr>
            <a:lvl5pPr algn="l">
              <a:buNone/>
              <a:defRPr sz="1950" b="1">
                <a:solidFill>
                  <a:srgbClr val="081426"/>
                </a:solidFill>
                <a:latin typeface="Microsoft YaHei"/>
                <a:ea typeface="Microsoft YaHei"/>
                <a:cs typeface="Microsoft YaHei"/>
              </a:defRPr>
            </a:lvl5pPr>
            <a:lvl6pPr algn="l">
              <a:buNone/>
              <a:defRPr sz="1950" b="1">
                <a:solidFill>
                  <a:srgbClr val="081426"/>
                </a:solidFill>
                <a:latin typeface="Microsoft YaHei"/>
                <a:ea typeface="Microsoft YaHei"/>
                <a:cs typeface="Microsoft YaHei"/>
              </a:defRPr>
            </a:lvl6pPr>
            <a:lvl7pPr algn="l">
              <a:buNone/>
              <a:defRPr sz="1950" b="1">
                <a:solidFill>
                  <a:srgbClr val="081426"/>
                </a:solidFill>
                <a:latin typeface="Microsoft YaHei"/>
                <a:ea typeface="Microsoft YaHei"/>
                <a:cs typeface="Microsoft YaHei"/>
              </a:defRPr>
            </a:lvl7pPr>
            <a:lvl8pPr algn="l">
              <a:buNone/>
              <a:defRPr sz="1950" b="1">
                <a:solidFill>
                  <a:srgbClr val="081426"/>
                </a:solidFill>
                <a:latin typeface="Microsoft YaHei"/>
                <a:ea typeface="Microsoft YaHei"/>
                <a:cs typeface="Microsoft YaHei"/>
              </a:defRPr>
            </a:lvl8pPr>
            <a:lvl9pPr algn="l">
              <a:buNone/>
              <a:defRPr sz="1950" b="1">
                <a:solidFill>
                  <a:srgbClr val="081426"/>
                </a:solidFill>
                <a:latin typeface="Microsoft YaHei"/>
                <a:ea typeface="Microsoft YaHei"/>
                <a:cs typeface="Microsoft YaHei"/>
              </a:defRPr>
            </a:lvl9pPr>
          </a:lstStyle>
          <a:p xmlns:a="http://schemas.openxmlformats.org/drawingml/2006/main">
            <a:pPr algn="l">
              <a:lnSpc>
                <a:spcPct val="112000"/>
              </a:lnSpc>
              <a:buNone/>
              <a:defRPr sz="1950" b="1">
                <a:solidFill>
                  <a:srgbClr val="081426"/>
                </a:solidFill>
                <a:latin typeface="Microsoft YaHei"/>
                <a:ea typeface="Microsoft YaHei"/>
                <a:cs typeface="Microsoft YaHei"/>
              </a:defRPr>
            </a:pPr>
            <a:r>
              <a:rPr sz="1950" b="1">
                <a:solidFill>
                  <a:srgbClr val="081426"/>
                </a:solidFill>
                <a:latin typeface="Microsoft YaHei"/>
                <a:ea typeface="Microsoft YaHei"/>
                <a:cs typeface="Microsoft YaHei"/>
              </a:rPr>
              <a:t>现有设计需要面对的变化</a:t>
            </a:r>
          </a:p>
        </p:txBody>
      </p:sp>
      <p:sp>
        <p:nvSpPr>
          <p:cNvPr id="9" name="text-9">
            <a:extLst xmlns:a="http://schemas.openxmlformats.org/drawingml/2006/main">
              <a:ext uri="{FF2B5EF4-FFF2-40B4-BE49-F238E27FC236}">
                <a16:creationId xmlns:a16="http://schemas.microsoft.com/office/drawing/2014/main" id="{CEE97877-307F-4895-8C89-B41838717F46}"/>
              </a:ext>
            </a:extLst>
          </p:cNvPr>
          <p:cNvSpPr>
            <a:spLocks xmlns:a="http://schemas.openxmlformats.org/drawingml/2006/main" noGrp="1"/>
          </p:cNvSpPr>
          <p:nvPr/>
        </p:nvSpPr>
        <p:spPr>
          <a:xfrm xmlns:a="http://schemas.openxmlformats.org/drawingml/2006/main">
            <a:off x="495300" y="2457450"/>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246AB8"/>
                </a:solidFill>
                <a:latin typeface="Microsoft YaHei"/>
                <a:ea typeface="Microsoft YaHei"/>
                <a:cs typeface="Microsoft YaHei"/>
              </a:defRPr>
            </a:defPPr>
            <a:lvl1pPr algn="l">
              <a:buNone/>
              <a:defRPr sz="2175" b="1">
                <a:solidFill>
                  <a:srgbClr val="246AB8"/>
                </a:solidFill>
                <a:latin typeface="Microsoft YaHei"/>
                <a:ea typeface="Microsoft YaHei"/>
                <a:cs typeface="Microsoft YaHei"/>
              </a:defRPr>
            </a:lvl1pPr>
            <a:lvl2pPr algn="l">
              <a:buNone/>
              <a:defRPr sz="2175" b="1">
                <a:solidFill>
                  <a:srgbClr val="246AB8"/>
                </a:solidFill>
                <a:latin typeface="Microsoft YaHei"/>
                <a:ea typeface="Microsoft YaHei"/>
                <a:cs typeface="Microsoft YaHei"/>
              </a:defRPr>
            </a:lvl2pPr>
            <a:lvl3pPr algn="l">
              <a:buNone/>
              <a:defRPr sz="2175" b="1">
                <a:solidFill>
                  <a:srgbClr val="246AB8"/>
                </a:solidFill>
                <a:latin typeface="Microsoft YaHei"/>
                <a:ea typeface="Microsoft YaHei"/>
                <a:cs typeface="Microsoft YaHei"/>
              </a:defRPr>
            </a:lvl3pPr>
            <a:lvl4pPr algn="l">
              <a:buNone/>
              <a:defRPr sz="2175" b="1">
                <a:solidFill>
                  <a:srgbClr val="246AB8"/>
                </a:solidFill>
                <a:latin typeface="Microsoft YaHei"/>
                <a:ea typeface="Microsoft YaHei"/>
                <a:cs typeface="Microsoft YaHei"/>
              </a:defRPr>
            </a:lvl4pPr>
            <a:lvl5pPr algn="l">
              <a:buNone/>
              <a:defRPr sz="2175" b="1">
                <a:solidFill>
                  <a:srgbClr val="246AB8"/>
                </a:solidFill>
                <a:latin typeface="Microsoft YaHei"/>
                <a:ea typeface="Microsoft YaHei"/>
                <a:cs typeface="Microsoft YaHei"/>
              </a:defRPr>
            </a:lvl5pPr>
            <a:lvl6pPr algn="l">
              <a:buNone/>
              <a:defRPr sz="2175" b="1">
                <a:solidFill>
                  <a:srgbClr val="246AB8"/>
                </a:solidFill>
                <a:latin typeface="Microsoft YaHei"/>
                <a:ea typeface="Microsoft YaHei"/>
                <a:cs typeface="Microsoft YaHei"/>
              </a:defRPr>
            </a:lvl6pPr>
            <a:lvl7pPr algn="l">
              <a:buNone/>
              <a:defRPr sz="2175" b="1">
                <a:solidFill>
                  <a:srgbClr val="246AB8"/>
                </a:solidFill>
                <a:latin typeface="Microsoft YaHei"/>
                <a:ea typeface="Microsoft YaHei"/>
                <a:cs typeface="Microsoft YaHei"/>
              </a:defRPr>
            </a:lvl7pPr>
            <a:lvl8pPr algn="l">
              <a:buNone/>
              <a:defRPr sz="2175" b="1">
                <a:solidFill>
                  <a:srgbClr val="246AB8"/>
                </a:solidFill>
                <a:latin typeface="Microsoft YaHei"/>
                <a:ea typeface="Microsoft YaHei"/>
                <a:cs typeface="Microsoft YaHei"/>
              </a:defRPr>
            </a:lvl8pPr>
            <a:lvl9pPr algn="l">
              <a:buNone/>
              <a:defRPr sz="2175" b="1">
                <a:solidFill>
                  <a:srgbClr val="246AB8"/>
                </a:solidFill>
                <a:latin typeface="Microsoft YaHei"/>
                <a:ea typeface="Microsoft YaHei"/>
                <a:cs typeface="Microsoft YaHei"/>
              </a:defRPr>
            </a:lvl9pPr>
          </a:lstStyle>
          <a:p xmlns:a="http://schemas.openxmlformats.org/drawingml/2006/main">
            <a:pPr algn="l">
              <a:lnSpc>
                <a:spcPct val="112000"/>
              </a:lnSpc>
              <a:buNone/>
              <a:defRPr sz="2175" b="1">
                <a:solidFill>
                  <a:srgbClr val="246AB8"/>
                </a:solidFill>
                <a:latin typeface="Microsoft YaHei"/>
                <a:ea typeface="Microsoft YaHei"/>
                <a:cs typeface="Microsoft YaHei"/>
              </a:defRPr>
            </a:pPr>
            <a:r>
              <a:rPr sz="2175" b="1">
                <a:solidFill>
                  <a:srgbClr val="246AB8"/>
                </a:solidFill>
                <a:latin typeface="Microsoft YaHei"/>
                <a:ea typeface="Microsoft YaHei"/>
                <a:cs typeface="Microsoft YaHei"/>
              </a:rPr>
              <a:t>01</a:t>
            </a:r>
          </a:p>
        </p:txBody>
      </p:sp>
      <p:sp>
        <p:nvSpPr>
          <p:cNvPr id="10" name="text-10">
            <a:extLst xmlns:a="http://schemas.openxmlformats.org/drawingml/2006/main">
              <a:ext uri="{FF2B5EF4-FFF2-40B4-BE49-F238E27FC236}">
                <a16:creationId xmlns:a16="http://schemas.microsoft.com/office/drawing/2014/main" id="{7D113A31-9CCD-494C-9DEC-6B8A7D74DC89}"/>
              </a:ext>
            </a:extLst>
          </p:cNvPr>
          <p:cNvSpPr>
            <a:spLocks xmlns:a="http://schemas.openxmlformats.org/drawingml/2006/main" noGrp="1"/>
          </p:cNvSpPr>
          <p:nvPr/>
        </p:nvSpPr>
        <p:spPr>
          <a:xfrm xmlns:a="http://schemas.openxmlformats.org/drawingml/2006/main">
            <a:off x="1257300" y="2428875"/>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1">
                <a:solidFill>
                  <a:srgbClr val="081426"/>
                </a:solidFill>
                <a:latin typeface="Microsoft YaHei"/>
                <a:ea typeface="Microsoft YaHei"/>
                <a:cs typeface="Microsoft YaHei"/>
              </a:defRPr>
            </a:defPPr>
            <a:lvl1pPr algn="l">
              <a:buNone/>
              <a:defRPr sz="2025" b="1">
                <a:solidFill>
                  <a:srgbClr val="081426"/>
                </a:solidFill>
                <a:latin typeface="Microsoft YaHei"/>
                <a:ea typeface="Microsoft YaHei"/>
                <a:cs typeface="Microsoft YaHei"/>
              </a:defRPr>
            </a:lvl1pPr>
            <a:lvl2pPr algn="l">
              <a:buNone/>
              <a:defRPr sz="2025" b="1">
                <a:solidFill>
                  <a:srgbClr val="081426"/>
                </a:solidFill>
                <a:latin typeface="Microsoft YaHei"/>
                <a:ea typeface="Microsoft YaHei"/>
                <a:cs typeface="Microsoft YaHei"/>
              </a:defRPr>
            </a:lvl2pPr>
            <a:lvl3pPr algn="l">
              <a:buNone/>
              <a:defRPr sz="2025" b="1">
                <a:solidFill>
                  <a:srgbClr val="081426"/>
                </a:solidFill>
                <a:latin typeface="Microsoft YaHei"/>
                <a:ea typeface="Microsoft YaHei"/>
                <a:cs typeface="Microsoft YaHei"/>
              </a:defRPr>
            </a:lvl3pPr>
            <a:lvl4pPr algn="l">
              <a:buNone/>
              <a:defRPr sz="2025" b="1">
                <a:solidFill>
                  <a:srgbClr val="081426"/>
                </a:solidFill>
                <a:latin typeface="Microsoft YaHei"/>
                <a:ea typeface="Microsoft YaHei"/>
                <a:cs typeface="Microsoft YaHei"/>
              </a:defRPr>
            </a:lvl4pPr>
            <a:lvl5pPr algn="l">
              <a:buNone/>
              <a:defRPr sz="2025" b="1">
                <a:solidFill>
                  <a:srgbClr val="081426"/>
                </a:solidFill>
                <a:latin typeface="Microsoft YaHei"/>
                <a:ea typeface="Microsoft YaHei"/>
                <a:cs typeface="Microsoft YaHei"/>
              </a:defRPr>
            </a:lvl5pPr>
            <a:lvl6pPr algn="l">
              <a:buNone/>
              <a:defRPr sz="2025" b="1">
                <a:solidFill>
                  <a:srgbClr val="081426"/>
                </a:solidFill>
                <a:latin typeface="Microsoft YaHei"/>
                <a:ea typeface="Microsoft YaHei"/>
                <a:cs typeface="Microsoft YaHei"/>
              </a:defRPr>
            </a:lvl6pPr>
            <a:lvl7pPr algn="l">
              <a:buNone/>
              <a:defRPr sz="2025" b="1">
                <a:solidFill>
                  <a:srgbClr val="081426"/>
                </a:solidFill>
                <a:latin typeface="Microsoft YaHei"/>
                <a:ea typeface="Microsoft YaHei"/>
                <a:cs typeface="Microsoft YaHei"/>
              </a:defRPr>
            </a:lvl7pPr>
            <a:lvl8pPr algn="l">
              <a:buNone/>
              <a:defRPr sz="2025" b="1">
                <a:solidFill>
                  <a:srgbClr val="081426"/>
                </a:solidFill>
                <a:latin typeface="Microsoft YaHei"/>
                <a:ea typeface="Microsoft YaHei"/>
                <a:cs typeface="Microsoft YaHei"/>
              </a:defRPr>
            </a:lvl8pPr>
            <a:lvl9pPr algn="l">
              <a:buNone/>
              <a:defRPr sz="2025" b="1">
                <a:solidFill>
                  <a:srgbClr val="081426"/>
                </a:solidFill>
                <a:latin typeface="Microsoft YaHei"/>
                <a:ea typeface="Microsoft YaHei"/>
                <a:cs typeface="Microsoft YaHei"/>
              </a:defRPr>
            </a:lvl9pPr>
          </a:lstStyle>
          <a:p xmlns:a="http://schemas.openxmlformats.org/drawingml/2006/main">
            <a:pPr algn="l">
              <a:lnSpc>
                <a:spcPct val="112000"/>
              </a:lnSpc>
              <a:buNone/>
              <a:defRPr sz="2025" b="1">
                <a:solidFill>
                  <a:srgbClr val="081426"/>
                </a:solidFill>
                <a:latin typeface="Microsoft YaHei"/>
                <a:ea typeface="Microsoft YaHei"/>
                <a:cs typeface="Microsoft YaHei"/>
              </a:defRPr>
            </a:pPr>
            <a:r>
              <a:rPr sz="2025" b="1">
                <a:solidFill>
                  <a:srgbClr val="081426"/>
                </a:solidFill>
                <a:latin typeface="Microsoft YaHei"/>
                <a:ea typeface="Microsoft YaHei"/>
                <a:cs typeface="Microsoft YaHei"/>
              </a:rPr>
              <a:t>增加订阅或运行端口</a:t>
            </a:r>
          </a:p>
        </p:txBody>
      </p:sp>
      <p:sp>
        <p:nvSpPr>
          <p:cNvPr id="11" name="text-11">
            <a:extLst xmlns:a="http://schemas.openxmlformats.org/drawingml/2006/main">
              <a:ext uri="{FF2B5EF4-FFF2-40B4-BE49-F238E27FC236}">
                <a16:creationId xmlns:a16="http://schemas.microsoft.com/office/drawing/2014/main" id="{F55F8BDB-2A2C-4940-8D64-CA860A9FE9DD}"/>
              </a:ext>
            </a:extLst>
          </p:cNvPr>
          <p:cNvSpPr>
            <a:spLocks xmlns:a="http://schemas.openxmlformats.org/drawingml/2006/main" noGrp="1"/>
          </p:cNvSpPr>
          <p:nvPr/>
        </p:nvSpPr>
        <p:spPr>
          <a:xfrm xmlns:a="http://schemas.openxmlformats.org/drawingml/2006/main">
            <a:off x="1257300" y="2905125"/>
            <a:ext cx="51911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7263A"/>
                </a:solidFill>
                <a:latin typeface="Microsoft YaHei"/>
                <a:ea typeface="Microsoft YaHei"/>
                <a:cs typeface="Microsoft YaHei"/>
              </a:defRPr>
            </a:defPPr>
            <a:lvl1pPr algn="l">
              <a:buNone/>
              <a:defRPr sz="1800" b="0">
                <a:solidFill>
                  <a:srgbClr val="17263A"/>
                </a:solidFill>
                <a:latin typeface="Microsoft YaHei"/>
                <a:ea typeface="Microsoft YaHei"/>
                <a:cs typeface="Microsoft YaHei"/>
              </a:defRPr>
            </a:lvl1pPr>
            <a:lvl2pPr algn="l">
              <a:buNone/>
              <a:defRPr sz="1800" b="0">
                <a:solidFill>
                  <a:srgbClr val="17263A"/>
                </a:solidFill>
                <a:latin typeface="Microsoft YaHei"/>
                <a:ea typeface="Microsoft YaHei"/>
                <a:cs typeface="Microsoft YaHei"/>
              </a:defRPr>
            </a:lvl2pPr>
            <a:lvl3pPr algn="l">
              <a:buNone/>
              <a:defRPr sz="1800" b="0">
                <a:solidFill>
                  <a:srgbClr val="17263A"/>
                </a:solidFill>
                <a:latin typeface="Microsoft YaHei"/>
                <a:ea typeface="Microsoft YaHei"/>
                <a:cs typeface="Microsoft YaHei"/>
              </a:defRPr>
            </a:lvl3pPr>
            <a:lvl4pPr algn="l">
              <a:buNone/>
              <a:defRPr sz="1800" b="0">
                <a:solidFill>
                  <a:srgbClr val="17263A"/>
                </a:solidFill>
                <a:latin typeface="Microsoft YaHei"/>
                <a:ea typeface="Microsoft YaHei"/>
                <a:cs typeface="Microsoft YaHei"/>
              </a:defRPr>
            </a:lvl4pPr>
            <a:lvl5pPr algn="l">
              <a:buNone/>
              <a:defRPr sz="1800" b="0">
                <a:solidFill>
                  <a:srgbClr val="17263A"/>
                </a:solidFill>
                <a:latin typeface="Microsoft YaHei"/>
                <a:ea typeface="Microsoft YaHei"/>
                <a:cs typeface="Microsoft YaHei"/>
              </a:defRPr>
            </a:lvl5pPr>
            <a:lvl6pPr algn="l">
              <a:buNone/>
              <a:defRPr sz="1800" b="0">
                <a:solidFill>
                  <a:srgbClr val="17263A"/>
                </a:solidFill>
                <a:latin typeface="Microsoft YaHei"/>
                <a:ea typeface="Microsoft YaHei"/>
                <a:cs typeface="Microsoft YaHei"/>
              </a:defRPr>
            </a:lvl6pPr>
            <a:lvl7pPr algn="l">
              <a:buNone/>
              <a:defRPr sz="1800" b="0">
                <a:solidFill>
                  <a:srgbClr val="17263A"/>
                </a:solidFill>
                <a:latin typeface="Microsoft YaHei"/>
                <a:ea typeface="Microsoft YaHei"/>
                <a:cs typeface="Microsoft YaHei"/>
              </a:defRPr>
            </a:lvl7pPr>
            <a:lvl8pPr algn="l">
              <a:buNone/>
              <a:defRPr sz="1800" b="0">
                <a:solidFill>
                  <a:srgbClr val="17263A"/>
                </a:solidFill>
                <a:latin typeface="Microsoft YaHei"/>
                <a:ea typeface="Microsoft YaHei"/>
                <a:cs typeface="Microsoft YaHei"/>
              </a:defRPr>
            </a:lvl8pPr>
            <a:lvl9pPr algn="l">
              <a:buNone/>
              <a:defRPr sz="1800" b="0">
                <a:solidFill>
                  <a:srgbClr val="17263A"/>
                </a:solidFill>
                <a:latin typeface="Microsoft YaHei"/>
                <a:ea typeface="Microsoft YaHei"/>
                <a:cs typeface="Microsoft YaHei"/>
              </a:defRPr>
            </a:lvl9pPr>
          </a:lstStyle>
          <a:p xmlns:a="http://schemas.openxmlformats.org/drawingml/2006/main">
            <a:pPr algn="l">
              <a:lnSpc>
                <a:spcPct val="112000"/>
              </a:lnSpc>
              <a:buNone/>
              <a:defRPr sz="1800" b="0">
                <a:solidFill>
                  <a:srgbClr val="17263A"/>
                </a:solidFill>
                <a:latin typeface="Microsoft YaHei"/>
                <a:ea typeface="Microsoft YaHei"/>
                <a:cs typeface="Microsoft YaHei"/>
              </a:defRPr>
            </a:pPr>
            <a:r>
              <a:rPr sz="1800" b="0">
                <a:solidFill>
                  <a:srgbClr val="17263A"/>
                </a:solidFill>
                <a:latin typeface="Microsoft YaHei"/>
                <a:ea typeface="Microsoft YaHei"/>
                <a:cs typeface="Microsoft YaHei"/>
              </a:rPr>
              <a:t>身份、连接、默认角色与资源需要协调</a:t>
            </a:r>
          </a:p>
          <a:p xmlns:a="http://schemas.openxmlformats.org/drawingml/2006/main">
            <a:pPr algn="l">
              <a:lnSpc>
                <a:spcPct val="112000"/>
              </a:lnSpc>
              <a:buNone/>
              <a:defRPr sz="1800" b="0">
                <a:solidFill>
                  <a:srgbClr val="17263A"/>
                </a:solidFill>
                <a:latin typeface="Microsoft YaHei"/>
                <a:ea typeface="Microsoft YaHei"/>
                <a:cs typeface="Microsoft YaHei"/>
              </a:defRPr>
            </a:pPr>
            <a:r>
              <a:rPr sz="1800" b="0">
                <a:solidFill>
                  <a:srgbClr val="17263A"/>
                </a:solidFill>
                <a:latin typeface="Microsoft YaHei"/>
                <a:ea typeface="Microsoft YaHei"/>
                <a:cs typeface="Microsoft YaHei"/>
              </a:rPr>
              <a:t>同一规则容易在多个入口重复解释</a:t>
            </a:r>
          </a:p>
        </p:txBody>
      </p:sp>
      <p:sp>
        <p:nvSpPr>
          <p:cNvPr id="12" name="rect-12">
            <a:extLst xmlns:a="http://schemas.openxmlformats.org/drawingml/2006/main">
              <a:ext uri="{FF2B5EF4-FFF2-40B4-BE49-F238E27FC236}">
                <a16:creationId xmlns:a16="http://schemas.microsoft.com/office/drawing/2014/main" id="{56B177CB-09B6-4C6B-9682-91574791D003}"/>
              </a:ext>
            </a:extLst>
          </p:cNvPr>
          <p:cNvSpPr>
            <a:spLocks xmlns:a="http://schemas.openxmlformats.org/drawingml/2006/main" noGrp="1"/>
          </p:cNvSpPr>
          <p:nvPr/>
        </p:nvSpPr>
        <p:spPr>
          <a:xfrm xmlns:a="http://schemas.openxmlformats.org/drawingml/2006/main">
            <a:off x="495300" y="3800475"/>
            <a:ext cx="581025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3" name="text-13">
            <a:extLst xmlns:a="http://schemas.openxmlformats.org/drawingml/2006/main">
              <a:ext uri="{FF2B5EF4-FFF2-40B4-BE49-F238E27FC236}">
                <a16:creationId xmlns:a16="http://schemas.microsoft.com/office/drawing/2014/main" id="{6FEDC1EC-C3B3-4FD4-B56A-CDEF0BB2ACFC}"/>
              </a:ext>
            </a:extLst>
          </p:cNvPr>
          <p:cNvSpPr>
            <a:spLocks xmlns:a="http://schemas.openxmlformats.org/drawingml/2006/main" noGrp="1"/>
          </p:cNvSpPr>
          <p:nvPr/>
        </p:nvSpPr>
        <p:spPr>
          <a:xfrm xmlns:a="http://schemas.openxmlformats.org/drawingml/2006/main">
            <a:off x="495300" y="41052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208C9F"/>
                </a:solidFill>
                <a:latin typeface="Microsoft YaHei"/>
                <a:ea typeface="Microsoft YaHei"/>
                <a:cs typeface="Microsoft YaHei"/>
              </a:defRPr>
            </a:defPPr>
            <a:lvl1pPr algn="l">
              <a:buNone/>
              <a:defRPr sz="2175" b="1">
                <a:solidFill>
                  <a:srgbClr val="208C9F"/>
                </a:solidFill>
                <a:latin typeface="Microsoft YaHei"/>
                <a:ea typeface="Microsoft YaHei"/>
                <a:cs typeface="Microsoft YaHei"/>
              </a:defRPr>
            </a:lvl1pPr>
            <a:lvl2pPr algn="l">
              <a:buNone/>
              <a:defRPr sz="2175" b="1">
                <a:solidFill>
                  <a:srgbClr val="208C9F"/>
                </a:solidFill>
                <a:latin typeface="Microsoft YaHei"/>
                <a:ea typeface="Microsoft YaHei"/>
                <a:cs typeface="Microsoft YaHei"/>
              </a:defRPr>
            </a:lvl2pPr>
            <a:lvl3pPr algn="l">
              <a:buNone/>
              <a:defRPr sz="2175" b="1">
                <a:solidFill>
                  <a:srgbClr val="208C9F"/>
                </a:solidFill>
                <a:latin typeface="Microsoft YaHei"/>
                <a:ea typeface="Microsoft YaHei"/>
                <a:cs typeface="Microsoft YaHei"/>
              </a:defRPr>
            </a:lvl3pPr>
            <a:lvl4pPr algn="l">
              <a:buNone/>
              <a:defRPr sz="2175" b="1">
                <a:solidFill>
                  <a:srgbClr val="208C9F"/>
                </a:solidFill>
                <a:latin typeface="Microsoft YaHei"/>
                <a:ea typeface="Microsoft YaHei"/>
                <a:cs typeface="Microsoft YaHei"/>
              </a:defRPr>
            </a:lvl4pPr>
            <a:lvl5pPr algn="l">
              <a:buNone/>
              <a:defRPr sz="2175" b="1">
                <a:solidFill>
                  <a:srgbClr val="208C9F"/>
                </a:solidFill>
                <a:latin typeface="Microsoft YaHei"/>
                <a:ea typeface="Microsoft YaHei"/>
                <a:cs typeface="Microsoft YaHei"/>
              </a:defRPr>
            </a:lvl5pPr>
            <a:lvl6pPr algn="l">
              <a:buNone/>
              <a:defRPr sz="2175" b="1">
                <a:solidFill>
                  <a:srgbClr val="208C9F"/>
                </a:solidFill>
                <a:latin typeface="Microsoft YaHei"/>
                <a:ea typeface="Microsoft YaHei"/>
                <a:cs typeface="Microsoft YaHei"/>
              </a:defRPr>
            </a:lvl6pPr>
            <a:lvl7pPr algn="l">
              <a:buNone/>
              <a:defRPr sz="2175" b="1">
                <a:solidFill>
                  <a:srgbClr val="208C9F"/>
                </a:solidFill>
                <a:latin typeface="Microsoft YaHei"/>
                <a:ea typeface="Microsoft YaHei"/>
                <a:cs typeface="Microsoft YaHei"/>
              </a:defRPr>
            </a:lvl7pPr>
            <a:lvl8pPr algn="l">
              <a:buNone/>
              <a:defRPr sz="2175" b="1">
                <a:solidFill>
                  <a:srgbClr val="208C9F"/>
                </a:solidFill>
                <a:latin typeface="Microsoft YaHei"/>
                <a:ea typeface="Microsoft YaHei"/>
                <a:cs typeface="Microsoft YaHei"/>
              </a:defRPr>
            </a:lvl8pPr>
            <a:lvl9pPr algn="l">
              <a:buNone/>
              <a:defRPr sz="2175" b="1">
                <a:solidFill>
                  <a:srgbClr val="208C9F"/>
                </a:solidFill>
                <a:latin typeface="Microsoft YaHei"/>
                <a:ea typeface="Microsoft YaHei"/>
                <a:cs typeface="Microsoft YaHei"/>
              </a:defRPr>
            </a:lvl9pPr>
          </a:lstStyle>
          <a:p xmlns:a="http://schemas.openxmlformats.org/drawingml/2006/main">
            <a:pPr algn="l">
              <a:lnSpc>
                <a:spcPct val="112000"/>
              </a:lnSpc>
              <a:buNone/>
              <a:defRPr sz="2175" b="1">
                <a:solidFill>
                  <a:srgbClr val="208C9F"/>
                </a:solidFill>
                <a:latin typeface="Microsoft YaHei"/>
                <a:ea typeface="Microsoft YaHei"/>
                <a:cs typeface="Microsoft YaHei"/>
              </a:defRPr>
            </a:pPr>
            <a:r>
              <a:rPr sz="2175" b="1">
                <a:solidFill>
                  <a:srgbClr val="208C9F"/>
                </a:solidFill>
                <a:latin typeface="Microsoft YaHei"/>
                <a:ea typeface="Microsoft YaHei"/>
                <a:cs typeface="Microsoft YaHei"/>
              </a:rPr>
              <a:t>02</a:t>
            </a:r>
          </a:p>
        </p:txBody>
      </p:sp>
      <p:sp>
        <p:nvSpPr>
          <p:cNvPr id="14" name="text-14">
            <a:extLst xmlns:a="http://schemas.openxmlformats.org/drawingml/2006/main">
              <a:ext uri="{FF2B5EF4-FFF2-40B4-BE49-F238E27FC236}">
                <a16:creationId xmlns:a16="http://schemas.microsoft.com/office/drawing/2014/main" id="{55CE77EF-000B-4CFB-93E7-546005902E5A}"/>
              </a:ext>
            </a:extLst>
          </p:cNvPr>
          <p:cNvSpPr>
            <a:spLocks xmlns:a="http://schemas.openxmlformats.org/drawingml/2006/main" noGrp="1"/>
          </p:cNvSpPr>
          <p:nvPr/>
        </p:nvSpPr>
        <p:spPr>
          <a:xfrm xmlns:a="http://schemas.openxmlformats.org/drawingml/2006/main">
            <a:off x="1257300" y="4076700"/>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1">
                <a:solidFill>
                  <a:srgbClr val="081426"/>
                </a:solidFill>
                <a:latin typeface="Microsoft YaHei"/>
                <a:ea typeface="Microsoft YaHei"/>
                <a:cs typeface="Microsoft YaHei"/>
              </a:defRPr>
            </a:defPPr>
            <a:lvl1pPr algn="l">
              <a:buNone/>
              <a:defRPr sz="2025" b="1">
                <a:solidFill>
                  <a:srgbClr val="081426"/>
                </a:solidFill>
                <a:latin typeface="Microsoft YaHei"/>
                <a:ea typeface="Microsoft YaHei"/>
                <a:cs typeface="Microsoft YaHei"/>
              </a:defRPr>
            </a:lvl1pPr>
            <a:lvl2pPr algn="l">
              <a:buNone/>
              <a:defRPr sz="2025" b="1">
                <a:solidFill>
                  <a:srgbClr val="081426"/>
                </a:solidFill>
                <a:latin typeface="Microsoft YaHei"/>
                <a:ea typeface="Microsoft YaHei"/>
                <a:cs typeface="Microsoft YaHei"/>
              </a:defRPr>
            </a:lvl2pPr>
            <a:lvl3pPr algn="l">
              <a:buNone/>
              <a:defRPr sz="2025" b="1">
                <a:solidFill>
                  <a:srgbClr val="081426"/>
                </a:solidFill>
                <a:latin typeface="Microsoft YaHei"/>
                <a:ea typeface="Microsoft YaHei"/>
                <a:cs typeface="Microsoft YaHei"/>
              </a:defRPr>
            </a:lvl3pPr>
            <a:lvl4pPr algn="l">
              <a:buNone/>
              <a:defRPr sz="2025" b="1">
                <a:solidFill>
                  <a:srgbClr val="081426"/>
                </a:solidFill>
                <a:latin typeface="Microsoft YaHei"/>
                <a:ea typeface="Microsoft YaHei"/>
                <a:cs typeface="Microsoft YaHei"/>
              </a:defRPr>
            </a:lvl4pPr>
            <a:lvl5pPr algn="l">
              <a:buNone/>
              <a:defRPr sz="2025" b="1">
                <a:solidFill>
                  <a:srgbClr val="081426"/>
                </a:solidFill>
                <a:latin typeface="Microsoft YaHei"/>
                <a:ea typeface="Microsoft YaHei"/>
                <a:cs typeface="Microsoft YaHei"/>
              </a:defRPr>
            </a:lvl5pPr>
            <a:lvl6pPr algn="l">
              <a:buNone/>
              <a:defRPr sz="2025" b="1">
                <a:solidFill>
                  <a:srgbClr val="081426"/>
                </a:solidFill>
                <a:latin typeface="Microsoft YaHei"/>
                <a:ea typeface="Microsoft YaHei"/>
                <a:cs typeface="Microsoft YaHei"/>
              </a:defRPr>
            </a:lvl6pPr>
            <a:lvl7pPr algn="l">
              <a:buNone/>
              <a:defRPr sz="2025" b="1">
                <a:solidFill>
                  <a:srgbClr val="081426"/>
                </a:solidFill>
                <a:latin typeface="Microsoft YaHei"/>
                <a:ea typeface="Microsoft YaHei"/>
                <a:cs typeface="Microsoft YaHei"/>
              </a:defRPr>
            </a:lvl7pPr>
            <a:lvl8pPr algn="l">
              <a:buNone/>
              <a:defRPr sz="2025" b="1">
                <a:solidFill>
                  <a:srgbClr val="081426"/>
                </a:solidFill>
                <a:latin typeface="Microsoft YaHei"/>
                <a:ea typeface="Microsoft YaHei"/>
                <a:cs typeface="Microsoft YaHei"/>
              </a:defRPr>
            </a:lvl8pPr>
            <a:lvl9pPr algn="l">
              <a:buNone/>
              <a:defRPr sz="2025" b="1">
                <a:solidFill>
                  <a:srgbClr val="081426"/>
                </a:solidFill>
                <a:latin typeface="Microsoft YaHei"/>
                <a:ea typeface="Microsoft YaHei"/>
                <a:cs typeface="Microsoft YaHei"/>
              </a:defRPr>
            </a:lvl9pPr>
          </a:lstStyle>
          <a:p xmlns:a="http://schemas.openxmlformats.org/drawingml/2006/main">
            <a:pPr algn="l">
              <a:lnSpc>
                <a:spcPct val="112000"/>
              </a:lnSpc>
              <a:buNone/>
              <a:defRPr sz="2025" b="1">
                <a:solidFill>
                  <a:srgbClr val="081426"/>
                </a:solidFill>
                <a:latin typeface="Microsoft YaHei"/>
                <a:ea typeface="Microsoft YaHei"/>
                <a:cs typeface="Microsoft YaHei"/>
              </a:defRPr>
            </a:pPr>
            <a:r>
              <a:rPr sz="2025" b="1">
                <a:solidFill>
                  <a:srgbClr val="081426"/>
                </a:solidFill>
                <a:latin typeface="Microsoft YaHei"/>
                <a:ea typeface="Microsoft YaHei"/>
                <a:cs typeface="Microsoft YaHei"/>
              </a:rPr>
              <a:t>换卡、刷新与设备重启</a:t>
            </a:r>
          </a:p>
        </p:txBody>
      </p:sp>
      <p:sp>
        <p:nvSpPr>
          <p:cNvPr id="15" name="text-15">
            <a:extLst xmlns:a="http://schemas.openxmlformats.org/drawingml/2006/main">
              <a:ext uri="{FF2B5EF4-FFF2-40B4-BE49-F238E27FC236}">
                <a16:creationId xmlns:a16="http://schemas.microsoft.com/office/drawing/2014/main" id="{FB8F9A98-672C-4939-8768-F4FF6D02969C}"/>
              </a:ext>
            </a:extLst>
          </p:cNvPr>
          <p:cNvSpPr>
            <a:spLocks xmlns:a="http://schemas.openxmlformats.org/drawingml/2006/main" noGrp="1"/>
          </p:cNvSpPr>
          <p:nvPr/>
        </p:nvSpPr>
        <p:spPr>
          <a:xfrm xmlns:a="http://schemas.openxmlformats.org/drawingml/2006/main">
            <a:off x="1257300" y="4552950"/>
            <a:ext cx="51911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7263A"/>
                </a:solidFill>
                <a:latin typeface="Microsoft YaHei"/>
                <a:ea typeface="Microsoft YaHei"/>
                <a:cs typeface="Microsoft YaHei"/>
              </a:defRPr>
            </a:defPPr>
            <a:lvl1pPr algn="l">
              <a:buNone/>
              <a:defRPr sz="1800" b="0">
                <a:solidFill>
                  <a:srgbClr val="17263A"/>
                </a:solidFill>
                <a:latin typeface="Microsoft YaHei"/>
                <a:ea typeface="Microsoft YaHei"/>
                <a:cs typeface="Microsoft YaHei"/>
              </a:defRPr>
            </a:lvl1pPr>
            <a:lvl2pPr algn="l">
              <a:buNone/>
              <a:defRPr sz="1800" b="0">
                <a:solidFill>
                  <a:srgbClr val="17263A"/>
                </a:solidFill>
                <a:latin typeface="Microsoft YaHei"/>
                <a:ea typeface="Microsoft YaHei"/>
                <a:cs typeface="Microsoft YaHei"/>
              </a:defRPr>
            </a:lvl2pPr>
            <a:lvl3pPr algn="l">
              <a:buNone/>
              <a:defRPr sz="1800" b="0">
                <a:solidFill>
                  <a:srgbClr val="17263A"/>
                </a:solidFill>
                <a:latin typeface="Microsoft YaHei"/>
                <a:ea typeface="Microsoft YaHei"/>
                <a:cs typeface="Microsoft YaHei"/>
              </a:defRPr>
            </a:lvl3pPr>
            <a:lvl4pPr algn="l">
              <a:buNone/>
              <a:defRPr sz="1800" b="0">
                <a:solidFill>
                  <a:srgbClr val="17263A"/>
                </a:solidFill>
                <a:latin typeface="Microsoft YaHei"/>
                <a:ea typeface="Microsoft YaHei"/>
                <a:cs typeface="Microsoft YaHei"/>
              </a:defRPr>
            </a:lvl4pPr>
            <a:lvl5pPr algn="l">
              <a:buNone/>
              <a:defRPr sz="1800" b="0">
                <a:solidFill>
                  <a:srgbClr val="17263A"/>
                </a:solidFill>
                <a:latin typeface="Microsoft YaHei"/>
                <a:ea typeface="Microsoft YaHei"/>
                <a:cs typeface="Microsoft YaHei"/>
              </a:defRPr>
            </a:lvl5pPr>
            <a:lvl6pPr algn="l">
              <a:buNone/>
              <a:defRPr sz="1800" b="0">
                <a:solidFill>
                  <a:srgbClr val="17263A"/>
                </a:solidFill>
                <a:latin typeface="Microsoft YaHei"/>
                <a:ea typeface="Microsoft YaHei"/>
                <a:cs typeface="Microsoft YaHei"/>
              </a:defRPr>
            </a:lvl6pPr>
            <a:lvl7pPr algn="l">
              <a:buNone/>
              <a:defRPr sz="1800" b="0">
                <a:solidFill>
                  <a:srgbClr val="17263A"/>
                </a:solidFill>
                <a:latin typeface="Microsoft YaHei"/>
                <a:ea typeface="Microsoft YaHei"/>
                <a:cs typeface="Microsoft YaHei"/>
              </a:defRPr>
            </a:lvl7pPr>
            <a:lvl8pPr algn="l">
              <a:buNone/>
              <a:defRPr sz="1800" b="0">
                <a:solidFill>
                  <a:srgbClr val="17263A"/>
                </a:solidFill>
                <a:latin typeface="Microsoft YaHei"/>
                <a:ea typeface="Microsoft YaHei"/>
                <a:cs typeface="Microsoft YaHei"/>
              </a:defRPr>
            </a:lvl8pPr>
            <a:lvl9pPr algn="l">
              <a:buNone/>
              <a:defRPr sz="1800" b="0">
                <a:solidFill>
                  <a:srgbClr val="17263A"/>
                </a:solidFill>
                <a:latin typeface="Microsoft YaHei"/>
                <a:ea typeface="Microsoft YaHei"/>
                <a:cs typeface="Microsoft YaHei"/>
              </a:defRPr>
            </a:lvl9pPr>
          </a:lstStyle>
          <a:p xmlns:a="http://schemas.openxmlformats.org/drawingml/2006/main">
            <a:pPr algn="l">
              <a:lnSpc>
                <a:spcPct val="112000"/>
              </a:lnSpc>
              <a:buNone/>
              <a:defRPr sz="1800" b="0">
                <a:solidFill>
                  <a:srgbClr val="17263A"/>
                </a:solidFill>
                <a:latin typeface="Microsoft YaHei"/>
                <a:ea typeface="Microsoft YaHei"/>
                <a:cs typeface="Microsoft YaHei"/>
              </a:defRPr>
            </a:pPr>
            <a:r>
              <a:rPr sz="1800" b="0">
                <a:solidFill>
                  <a:srgbClr val="17263A"/>
                </a:solidFill>
                <a:latin typeface="Microsoft YaHei"/>
                <a:ea typeface="Microsoft YaHei"/>
                <a:cs typeface="Microsoft YaHei"/>
              </a:rPr>
              <a:t>同一位置的对象和加载轮次会改变</a:t>
            </a:r>
          </a:p>
          <a:p xmlns:a="http://schemas.openxmlformats.org/drawingml/2006/main">
            <a:pPr algn="l">
              <a:lnSpc>
                <a:spcPct val="112000"/>
              </a:lnSpc>
              <a:buNone/>
              <a:defRPr sz="1800" b="0">
                <a:solidFill>
                  <a:srgbClr val="17263A"/>
                </a:solidFill>
                <a:latin typeface="Microsoft YaHei"/>
                <a:ea typeface="Microsoft YaHei"/>
                <a:cs typeface="Microsoft YaHei"/>
              </a:defRPr>
            </a:pPr>
            <a:r>
              <a:rPr sz="1800" b="0">
                <a:solidFill>
                  <a:srgbClr val="17263A"/>
                </a:solidFill>
                <a:latin typeface="Microsoft YaHei"/>
                <a:ea typeface="Microsoft YaHei"/>
                <a:cs typeface="Microsoft YaHei"/>
              </a:rPr>
              <a:t>旧响应需要明确的失效与准入规则</a:t>
            </a:r>
          </a:p>
        </p:txBody>
      </p:sp>
      <p:sp>
        <p:nvSpPr>
          <p:cNvPr id="16" name="rect-16">
            <a:extLst xmlns:a="http://schemas.openxmlformats.org/drawingml/2006/main">
              <a:ext uri="{FF2B5EF4-FFF2-40B4-BE49-F238E27FC236}">
                <a16:creationId xmlns:a16="http://schemas.microsoft.com/office/drawing/2014/main" id="{E926BDBC-0332-4A81-9573-306562967C1C}"/>
              </a:ext>
            </a:extLst>
          </p:cNvPr>
          <p:cNvSpPr>
            <a:spLocks xmlns:a="http://schemas.openxmlformats.org/drawingml/2006/main" noGrp="1"/>
          </p:cNvSpPr>
          <p:nvPr/>
        </p:nvSpPr>
        <p:spPr>
          <a:xfrm xmlns:a="http://schemas.openxmlformats.org/drawingml/2006/main">
            <a:off x="6858000" y="1914525"/>
            <a:ext cx="11430" cy="345757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7" name="text-17">
            <a:extLst xmlns:a="http://schemas.openxmlformats.org/drawingml/2006/main">
              <a:ext uri="{FF2B5EF4-FFF2-40B4-BE49-F238E27FC236}">
                <a16:creationId xmlns:a16="http://schemas.microsoft.com/office/drawing/2014/main" id="{D2C0F21D-20A7-4341-B0D2-01B0534B2A10}"/>
              </a:ext>
            </a:extLst>
          </p:cNvPr>
          <p:cNvSpPr>
            <a:spLocks xmlns:a="http://schemas.openxmlformats.org/drawingml/2006/main" noGrp="1"/>
          </p:cNvSpPr>
          <p:nvPr/>
        </p:nvSpPr>
        <p:spPr>
          <a:xfrm xmlns:a="http://schemas.openxmlformats.org/drawingml/2006/main">
            <a:off x="7353300" y="1895475"/>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081426"/>
                </a:solidFill>
                <a:latin typeface="Microsoft YaHei"/>
                <a:ea typeface="Microsoft YaHei"/>
                <a:cs typeface="Microsoft YaHei"/>
              </a:defRPr>
            </a:defPPr>
            <a:lvl1pPr algn="l">
              <a:buNone/>
              <a:defRPr sz="1950" b="1">
                <a:solidFill>
                  <a:srgbClr val="081426"/>
                </a:solidFill>
                <a:latin typeface="Microsoft YaHei"/>
                <a:ea typeface="Microsoft YaHei"/>
                <a:cs typeface="Microsoft YaHei"/>
              </a:defRPr>
            </a:lvl1pPr>
            <a:lvl2pPr algn="l">
              <a:buNone/>
              <a:defRPr sz="1950" b="1">
                <a:solidFill>
                  <a:srgbClr val="081426"/>
                </a:solidFill>
                <a:latin typeface="Microsoft YaHei"/>
                <a:ea typeface="Microsoft YaHei"/>
                <a:cs typeface="Microsoft YaHei"/>
              </a:defRPr>
            </a:lvl2pPr>
            <a:lvl3pPr algn="l">
              <a:buNone/>
              <a:defRPr sz="1950" b="1">
                <a:solidFill>
                  <a:srgbClr val="081426"/>
                </a:solidFill>
                <a:latin typeface="Microsoft YaHei"/>
                <a:ea typeface="Microsoft YaHei"/>
                <a:cs typeface="Microsoft YaHei"/>
              </a:defRPr>
            </a:lvl3pPr>
            <a:lvl4pPr algn="l">
              <a:buNone/>
              <a:defRPr sz="1950" b="1">
                <a:solidFill>
                  <a:srgbClr val="081426"/>
                </a:solidFill>
                <a:latin typeface="Microsoft YaHei"/>
                <a:ea typeface="Microsoft YaHei"/>
                <a:cs typeface="Microsoft YaHei"/>
              </a:defRPr>
            </a:lvl4pPr>
            <a:lvl5pPr algn="l">
              <a:buNone/>
              <a:defRPr sz="1950" b="1">
                <a:solidFill>
                  <a:srgbClr val="081426"/>
                </a:solidFill>
                <a:latin typeface="Microsoft YaHei"/>
                <a:ea typeface="Microsoft YaHei"/>
                <a:cs typeface="Microsoft YaHei"/>
              </a:defRPr>
            </a:lvl5pPr>
            <a:lvl6pPr algn="l">
              <a:buNone/>
              <a:defRPr sz="1950" b="1">
                <a:solidFill>
                  <a:srgbClr val="081426"/>
                </a:solidFill>
                <a:latin typeface="Microsoft YaHei"/>
                <a:ea typeface="Microsoft YaHei"/>
                <a:cs typeface="Microsoft YaHei"/>
              </a:defRPr>
            </a:lvl6pPr>
            <a:lvl7pPr algn="l">
              <a:buNone/>
              <a:defRPr sz="1950" b="1">
                <a:solidFill>
                  <a:srgbClr val="081426"/>
                </a:solidFill>
                <a:latin typeface="Microsoft YaHei"/>
                <a:ea typeface="Microsoft YaHei"/>
                <a:cs typeface="Microsoft YaHei"/>
              </a:defRPr>
            </a:lvl7pPr>
            <a:lvl8pPr algn="l">
              <a:buNone/>
              <a:defRPr sz="1950" b="1">
                <a:solidFill>
                  <a:srgbClr val="081426"/>
                </a:solidFill>
                <a:latin typeface="Microsoft YaHei"/>
                <a:ea typeface="Microsoft YaHei"/>
                <a:cs typeface="Microsoft YaHei"/>
              </a:defRPr>
            </a:lvl8pPr>
            <a:lvl9pPr algn="l">
              <a:buNone/>
              <a:defRPr sz="1950" b="1">
                <a:solidFill>
                  <a:srgbClr val="081426"/>
                </a:solidFill>
                <a:latin typeface="Microsoft YaHei"/>
                <a:ea typeface="Microsoft YaHei"/>
                <a:cs typeface="Microsoft YaHei"/>
              </a:defRPr>
            </a:lvl9pPr>
          </a:lstStyle>
          <a:p xmlns:a="http://schemas.openxmlformats.org/drawingml/2006/main">
            <a:pPr algn="l">
              <a:lnSpc>
                <a:spcPct val="112000"/>
              </a:lnSpc>
              <a:buNone/>
              <a:defRPr sz="1950" b="1">
                <a:solidFill>
                  <a:srgbClr val="081426"/>
                </a:solidFill>
                <a:latin typeface="Microsoft YaHei"/>
                <a:ea typeface="Microsoft YaHei"/>
                <a:cs typeface="Microsoft YaHei"/>
              </a:defRPr>
            </a:pPr>
            <a:r>
              <a:rPr sz="1950" b="1">
                <a:solidFill>
                  <a:srgbClr val="081426"/>
                </a:solidFill>
                <a:latin typeface="Microsoft YaHei"/>
                <a:ea typeface="Microsoft YaHei"/>
                <a:cs typeface="Microsoft YaHei"/>
              </a:rPr>
              <a:t>目标行为</a:t>
            </a:r>
          </a:p>
        </p:txBody>
      </p:sp>
      <p:sp>
        <p:nvSpPr>
          <p:cNvPr id="18" name="text-18">
            <a:extLst xmlns:a="http://schemas.openxmlformats.org/drawingml/2006/main">
              <a:ext uri="{FF2B5EF4-FFF2-40B4-BE49-F238E27FC236}">
                <a16:creationId xmlns:a16="http://schemas.microsoft.com/office/drawing/2014/main" id="{7FE6A5C3-7581-4223-A86E-4ABB4076B3B7}"/>
              </a:ext>
            </a:extLst>
          </p:cNvPr>
          <p:cNvSpPr>
            <a:spLocks xmlns:a="http://schemas.openxmlformats.org/drawingml/2006/main" noGrp="1"/>
          </p:cNvSpPr>
          <p:nvPr/>
        </p:nvSpPr>
        <p:spPr>
          <a:xfrm xmlns:a="http://schemas.openxmlformats.org/drawingml/2006/main">
            <a:off x="7353300" y="2476500"/>
            <a:ext cx="423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246AB8"/>
                </a:solidFill>
                <a:latin typeface="Microsoft YaHei"/>
                <a:ea typeface="Microsoft YaHei"/>
                <a:cs typeface="Microsoft YaHei"/>
              </a:defRPr>
            </a:defPPr>
            <a:lvl1pPr algn="l">
              <a:buNone/>
              <a:defRPr sz="1875" b="1">
                <a:solidFill>
                  <a:srgbClr val="246AB8"/>
                </a:solidFill>
                <a:latin typeface="Microsoft YaHei"/>
                <a:ea typeface="Microsoft YaHei"/>
                <a:cs typeface="Microsoft YaHei"/>
              </a:defRPr>
            </a:lvl1pPr>
            <a:lvl2pPr algn="l">
              <a:buNone/>
              <a:defRPr sz="1875" b="1">
                <a:solidFill>
                  <a:srgbClr val="246AB8"/>
                </a:solidFill>
                <a:latin typeface="Microsoft YaHei"/>
                <a:ea typeface="Microsoft YaHei"/>
                <a:cs typeface="Microsoft YaHei"/>
              </a:defRPr>
            </a:lvl2pPr>
            <a:lvl3pPr algn="l">
              <a:buNone/>
              <a:defRPr sz="1875" b="1">
                <a:solidFill>
                  <a:srgbClr val="246AB8"/>
                </a:solidFill>
                <a:latin typeface="Microsoft YaHei"/>
                <a:ea typeface="Microsoft YaHei"/>
                <a:cs typeface="Microsoft YaHei"/>
              </a:defRPr>
            </a:lvl3pPr>
            <a:lvl4pPr algn="l">
              <a:buNone/>
              <a:defRPr sz="1875" b="1">
                <a:solidFill>
                  <a:srgbClr val="246AB8"/>
                </a:solidFill>
                <a:latin typeface="Microsoft YaHei"/>
                <a:ea typeface="Microsoft YaHei"/>
                <a:cs typeface="Microsoft YaHei"/>
              </a:defRPr>
            </a:lvl4pPr>
            <a:lvl5pPr algn="l">
              <a:buNone/>
              <a:defRPr sz="1875" b="1">
                <a:solidFill>
                  <a:srgbClr val="246AB8"/>
                </a:solidFill>
                <a:latin typeface="Microsoft YaHei"/>
                <a:ea typeface="Microsoft YaHei"/>
                <a:cs typeface="Microsoft YaHei"/>
              </a:defRPr>
            </a:lvl5pPr>
            <a:lvl6pPr algn="l">
              <a:buNone/>
              <a:defRPr sz="1875" b="1">
                <a:solidFill>
                  <a:srgbClr val="246AB8"/>
                </a:solidFill>
                <a:latin typeface="Microsoft YaHei"/>
                <a:ea typeface="Microsoft YaHei"/>
                <a:cs typeface="Microsoft YaHei"/>
              </a:defRPr>
            </a:lvl6pPr>
            <a:lvl7pPr algn="l">
              <a:buNone/>
              <a:defRPr sz="1875" b="1">
                <a:solidFill>
                  <a:srgbClr val="246AB8"/>
                </a:solidFill>
                <a:latin typeface="Microsoft YaHei"/>
                <a:ea typeface="Microsoft YaHei"/>
                <a:cs typeface="Microsoft YaHei"/>
              </a:defRPr>
            </a:lvl7pPr>
            <a:lvl8pPr algn="l">
              <a:buNone/>
              <a:defRPr sz="1875" b="1">
                <a:solidFill>
                  <a:srgbClr val="246AB8"/>
                </a:solidFill>
                <a:latin typeface="Microsoft YaHei"/>
                <a:ea typeface="Microsoft YaHei"/>
                <a:cs typeface="Microsoft YaHei"/>
              </a:defRPr>
            </a:lvl8pPr>
            <a:lvl9pPr algn="l">
              <a:buNone/>
              <a:defRPr sz="1875" b="1">
                <a:solidFill>
                  <a:srgbClr val="246AB8"/>
                </a:solidFill>
                <a:latin typeface="Microsoft YaHei"/>
                <a:ea typeface="Microsoft YaHei"/>
                <a:cs typeface="Microsoft YaHei"/>
              </a:defRPr>
            </a:lvl9pPr>
          </a:lstStyle>
          <a:p xmlns:a="http://schemas.openxmlformats.org/drawingml/2006/main">
            <a:pPr algn="l">
              <a:lnSpc>
                <a:spcPct val="112000"/>
              </a:lnSpc>
              <a:buNone/>
              <a:defRPr sz="1875" b="1">
                <a:solidFill>
                  <a:srgbClr val="246AB8"/>
                </a:solidFill>
                <a:latin typeface="Microsoft YaHei"/>
                <a:ea typeface="Microsoft YaHei"/>
                <a:cs typeface="Microsoft YaHei"/>
              </a:defRPr>
            </a:pPr>
            <a:r>
              <a:rPr sz="1875" b="1">
                <a:solidFill>
                  <a:srgbClr val="246AB8"/>
                </a:solidFill>
                <a:latin typeface="Microsoft YaHei"/>
                <a:ea typeface="Microsoft YaHei"/>
                <a:cs typeface="Microsoft YaHei"/>
              </a:rPr>
              <a:t>扩展组合复用既有规则</a:t>
            </a:r>
          </a:p>
        </p:txBody>
      </p:sp>
      <p:sp>
        <p:nvSpPr>
          <p:cNvPr id="19" name="text-19">
            <a:extLst xmlns:a="http://schemas.openxmlformats.org/drawingml/2006/main">
              <a:ext uri="{FF2B5EF4-FFF2-40B4-BE49-F238E27FC236}">
                <a16:creationId xmlns:a16="http://schemas.microsoft.com/office/drawing/2014/main" id="{9986E1E8-9B5E-43D6-A2CC-5D55318943D6}"/>
              </a:ext>
            </a:extLst>
          </p:cNvPr>
          <p:cNvSpPr>
            <a:spLocks xmlns:a="http://schemas.openxmlformats.org/drawingml/2006/main" noGrp="1"/>
          </p:cNvSpPr>
          <p:nvPr/>
        </p:nvSpPr>
        <p:spPr>
          <a:xfrm xmlns:a="http://schemas.openxmlformats.org/drawingml/2006/main">
            <a:off x="7353300" y="2905125"/>
            <a:ext cx="4191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17263A"/>
                </a:solidFill>
                <a:latin typeface="Microsoft YaHei"/>
                <a:ea typeface="Microsoft YaHei"/>
                <a:cs typeface="Microsoft YaHei"/>
              </a:defRPr>
            </a:defPPr>
            <a:lvl1pPr algn="l">
              <a:buNone/>
              <a:defRPr sz="1650" b="0">
                <a:solidFill>
                  <a:srgbClr val="17263A"/>
                </a:solidFill>
                <a:latin typeface="Microsoft YaHei"/>
                <a:ea typeface="Microsoft YaHei"/>
                <a:cs typeface="Microsoft YaHei"/>
              </a:defRPr>
            </a:lvl1pPr>
            <a:lvl2pPr algn="l">
              <a:buNone/>
              <a:defRPr sz="1650" b="0">
                <a:solidFill>
                  <a:srgbClr val="17263A"/>
                </a:solidFill>
                <a:latin typeface="Microsoft YaHei"/>
                <a:ea typeface="Microsoft YaHei"/>
                <a:cs typeface="Microsoft YaHei"/>
              </a:defRPr>
            </a:lvl2pPr>
            <a:lvl3pPr algn="l">
              <a:buNone/>
              <a:defRPr sz="1650" b="0">
                <a:solidFill>
                  <a:srgbClr val="17263A"/>
                </a:solidFill>
                <a:latin typeface="Microsoft YaHei"/>
                <a:ea typeface="Microsoft YaHei"/>
                <a:cs typeface="Microsoft YaHei"/>
              </a:defRPr>
            </a:lvl3pPr>
            <a:lvl4pPr algn="l">
              <a:buNone/>
              <a:defRPr sz="1650" b="0">
                <a:solidFill>
                  <a:srgbClr val="17263A"/>
                </a:solidFill>
                <a:latin typeface="Microsoft YaHei"/>
                <a:ea typeface="Microsoft YaHei"/>
                <a:cs typeface="Microsoft YaHei"/>
              </a:defRPr>
            </a:lvl4pPr>
            <a:lvl5pPr algn="l">
              <a:buNone/>
              <a:defRPr sz="1650" b="0">
                <a:solidFill>
                  <a:srgbClr val="17263A"/>
                </a:solidFill>
                <a:latin typeface="Microsoft YaHei"/>
                <a:ea typeface="Microsoft YaHei"/>
                <a:cs typeface="Microsoft YaHei"/>
              </a:defRPr>
            </a:lvl5pPr>
            <a:lvl6pPr algn="l">
              <a:buNone/>
              <a:defRPr sz="1650" b="0">
                <a:solidFill>
                  <a:srgbClr val="17263A"/>
                </a:solidFill>
                <a:latin typeface="Microsoft YaHei"/>
                <a:ea typeface="Microsoft YaHei"/>
                <a:cs typeface="Microsoft YaHei"/>
              </a:defRPr>
            </a:lvl6pPr>
            <a:lvl7pPr algn="l">
              <a:buNone/>
              <a:defRPr sz="1650" b="0">
                <a:solidFill>
                  <a:srgbClr val="17263A"/>
                </a:solidFill>
                <a:latin typeface="Microsoft YaHei"/>
                <a:ea typeface="Microsoft YaHei"/>
                <a:cs typeface="Microsoft YaHei"/>
              </a:defRPr>
            </a:lvl7pPr>
            <a:lvl8pPr algn="l">
              <a:buNone/>
              <a:defRPr sz="1650" b="0">
                <a:solidFill>
                  <a:srgbClr val="17263A"/>
                </a:solidFill>
                <a:latin typeface="Microsoft YaHei"/>
                <a:ea typeface="Microsoft YaHei"/>
                <a:cs typeface="Microsoft YaHei"/>
              </a:defRPr>
            </a:lvl8pPr>
            <a:lvl9pPr algn="l">
              <a:buNone/>
              <a:defRPr sz="1650" b="0">
                <a:solidFill>
                  <a:srgbClr val="17263A"/>
                </a:solidFill>
                <a:latin typeface="Microsoft YaHei"/>
                <a:ea typeface="Microsoft YaHei"/>
                <a:cs typeface="Microsoft YaHei"/>
              </a:defRPr>
            </a:lvl9pPr>
          </a:lstStyle>
          <a:p xmlns:a="http://schemas.openxmlformats.org/drawingml/2006/main">
            <a:pPr algn="l">
              <a:lnSpc>
                <a:spcPct val="112000"/>
              </a:lnSpc>
              <a:buNone/>
              <a:defRPr sz="1650" b="0">
                <a:solidFill>
                  <a:srgbClr val="17263A"/>
                </a:solidFill>
                <a:latin typeface="Microsoft YaHei"/>
                <a:ea typeface="Microsoft YaHei"/>
                <a:cs typeface="Microsoft YaHei"/>
              </a:defRPr>
            </a:pPr>
            <a:r>
              <a:rPr sz="1650" b="0">
                <a:solidFill>
                  <a:srgbClr val="17263A"/>
                </a:solidFill>
                <a:latin typeface="Microsoft YaHei"/>
                <a:ea typeface="Microsoft YaHei"/>
                <a:cs typeface="Microsoft YaHei"/>
              </a:rPr>
              <a:t>修改主要留在所属职责与设备适配内</a:t>
            </a:r>
          </a:p>
        </p:txBody>
      </p:sp>
      <p:sp>
        <p:nvSpPr>
          <p:cNvPr id="20" name="text-20">
            <a:extLst xmlns:a="http://schemas.openxmlformats.org/drawingml/2006/main">
              <a:ext uri="{FF2B5EF4-FFF2-40B4-BE49-F238E27FC236}">
                <a16:creationId xmlns:a16="http://schemas.microsoft.com/office/drawing/2014/main" id="{4A0715C3-EF4C-4645-8040-60D2CD792160}"/>
              </a:ext>
            </a:extLst>
          </p:cNvPr>
          <p:cNvSpPr>
            <a:spLocks xmlns:a="http://schemas.openxmlformats.org/drawingml/2006/main" noGrp="1"/>
          </p:cNvSpPr>
          <p:nvPr/>
        </p:nvSpPr>
        <p:spPr>
          <a:xfrm xmlns:a="http://schemas.openxmlformats.org/drawingml/2006/main">
            <a:off x="7353300" y="3705225"/>
            <a:ext cx="423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208C9F"/>
                </a:solidFill>
                <a:latin typeface="Microsoft YaHei"/>
                <a:ea typeface="Microsoft YaHei"/>
                <a:cs typeface="Microsoft YaHei"/>
              </a:defRPr>
            </a:defPPr>
            <a:lvl1pPr algn="l">
              <a:buNone/>
              <a:defRPr sz="1875" b="1">
                <a:solidFill>
                  <a:srgbClr val="208C9F"/>
                </a:solidFill>
                <a:latin typeface="Microsoft YaHei"/>
                <a:ea typeface="Microsoft YaHei"/>
                <a:cs typeface="Microsoft YaHei"/>
              </a:defRPr>
            </a:lvl1pPr>
            <a:lvl2pPr algn="l">
              <a:buNone/>
              <a:defRPr sz="1875" b="1">
                <a:solidFill>
                  <a:srgbClr val="208C9F"/>
                </a:solidFill>
                <a:latin typeface="Microsoft YaHei"/>
                <a:ea typeface="Microsoft YaHei"/>
                <a:cs typeface="Microsoft YaHei"/>
              </a:defRPr>
            </a:lvl2pPr>
            <a:lvl3pPr algn="l">
              <a:buNone/>
              <a:defRPr sz="1875" b="1">
                <a:solidFill>
                  <a:srgbClr val="208C9F"/>
                </a:solidFill>
                <a:latin typeface="Microsoft YaHei"/>
                <a:ea typeface="Microsoft YaHei"/>
                <a:cs typeface="Microsoft YaHei"/>
              </a:defRPr>
            </a:lvl3pPr>
            <a:lvl4pPr algn="l">
              <a:buNone/>
              <a:defRPr sz="1875" b="1">
                <a:solidFill>
                  <a:srgbClr val="208C9F"/>
                </a:solidFill>
                <a:latin typeface="Microsoft YaHei"/>
                <a:ea typeface="Microsoft YaHei"/>
                <a:cs typeface="Microsoft YaHei"/>
              </a:defRPr>
            </a:lvl4pPr>
            <a:lvl5pPr algn="l">
              <a:buNone/>
              <a:defRPr sz="1875" b="1">
                <a:solidFill>
                  <a:srgbClr val="208C9F"/>
                </a:solidFill>
                <a:latin typeface="Microsoft YaHei"/>
                <a:ea typeface="Microsoft YaHei"/>
                <a:cs typeface="Microsoft YaHei"/>
              </a:defRPr>
            </a:lvl5pPr>
            <a:lvl6pPr algn="l">
              <a:buNone/>
              <a:defRPr sz="1875" b="1">
                <a:solidFill>
                  <a:srgbClr val="208C9F"/>
                </a:solidFill>
                <a:latin typeface="Microsoft YaHei"/>
                <a:ea typeface="Microsoft YaHei"/>
                <a:cs typeface="Microsoft YaHei"/>
              </a:defRPr>
            </a:lvl6pPr>
            <a:lvl7pPr algn="l">
              <a:buNone/>
              <a:defRPr sz="1875" b="1">
                <a:solidFill>
                  <a:srgbClr val="208C9F"/>
                </a:solidFill>
                <a:latin typeface="Microsoft YaHei"/>
                <a:ea typeface="Microsoft YaHei"/>
                <a:cs typeface="Microsoft YaHei"/>
              </a:defRPr>
            </a:lvl7pPr>
            <a:lvl8pPr algn="l">
              <a:buNone/>
              <a:defRPr sz="1875" b="1">
                <a:solidFill>
                  <a:srgbClr val="208C9F"/>
                </a:solidFill>
                <a:latin typeface="Microsoft YaHei"/>
                <a:ea typeface="Microsoft YaHei"/>
                <a:cs typeface="Microsoft YaHei"/>
              </a:defRPr>
            </a:lvl8pPr>
            <a:lvl9pPr algn="l">
              <a:buNone/>
              <a:defRPr sz="1875" b="1">
                <a:solidFill>
                  <a:srgbClr val="208C9F"/>
                </a:solidFill>
                <a:latin typeface="Microsoft YaHei"/>
                <a:ea typeface="Microsoft YaHei"/>
                <a:cs typeface="Microsoft YaHei"/>
              </a:defRPr>
            </a:lvl9pPr>
          </a:lstStyle>
          <a:p xmlns:a="http://schemas.openxmlformats.org/drawingml/2006/main">
            <a:pPr algn="l">
              <a:lnSpc>
                <a:spcPct val="112000"/>
              </a:lnSpc>
              <a:buNone/>
              <a:defRPr sz="1875" b="1">
                <a:solidFill>
                  <a:srgbClr val="208C9F"/>
                </a:solidFill>
                <a:latin typeface="Microsoft YaHei"/>
                <a:ea typeface="Microsoft YaHei"/>
                <a:cs typeface="Microsoft YaHei"/>
              </a:defRPr>
            </a:pPr>
            <a:r>
              <a:rPr sz="1875" b="1">
                <a:solidFill>
                  <a:srgbClr val="208C9F"/>
                </a:solidFill>
                <a:latin typeface="Microsoft YaHei"/>
                <a:ea typeface="Microsoft YaHei"/>
                <a:cs typeface="Microsoft YaHei"/>
              </a:rPr>
              <a:t>状态变化能够解释和验证</a:t>
            </a:r>
          </a:p>
        </p:txBody>
      </p:sp>
      <p:sp>
        <p:nvSpPr>
          <p:cNvPr id="21" name="text-21">
            <a:extLst xmlns:a="http://schemas.openxmlformats.org/drawingml/2006/main">
              <a:ext uri="{FF2B5EF4-FFF2-40B4-BE49-F238E27FC236}">
                <a16:creationId xmlns:a16="http://schemas.microsoft.com/office/drawing/2014/main" id="{E007D45C-F168-4E97-B63C-C04EB6107C41}"/>
              </a:ext>
            </a:extLst>
          </p:cNvPr>
          <p:cNvSpPr>
            <a:spLocks xmlns:a="http://schemas.openxmlformats.org/drawingml/2006/main" noGrp="1"/>
          </p:cNvSpPr>
          <p:nvPr/>
        </p:nvSpPr>
        <p:spPr>
          <a:xfrm xmlns:a="http://schemas.openxmlformats.org/drawingml/2006/main">
            <a:off x="7353300" y="4133850"/>
            <a:ext cx="4191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17263A"/>
                </a:solidFill>
                <a:latin typeface="Microsoft YaHei"/>
                <a:ea typeface="Microsoft YaHei"/>
                <a:cs typeface="Microsoft YaHei"/>
              </a:defRPr>
            </a:defPPr>
            <a:lvl1pPr algn="l">
              <a:buNone/>
              <a:defRPr sz="1650" b="0">
                <a:solidFill>
                  <a:srgbClr val="17263A"/>
                </a:solidFill>
                <a:latin typeface="Microsoft YaHei"/>
                <a:ea typeface="Microsoft YaHei"/>
                <a:cs typeface="Microsoft YaHei"/>
              </a:defRPr>
            </a:lvl1pPr>
            <a:lvl2pPr algn="l">
              <a:buNone/>
              <a:defRPr sz="1650" b="0">
                <a:solidFill>
                  <a:srgbClr val="17263A"/>
                </a:solidFill>
                <a:latin typeface="Microsoft YaHei"/>
                <a:ea typeface="Microsoft YaHei"/>
                <a:cs typeface="Microsoft YaHei"/>
              </a:defRPr>
            </a:lvl2pPr>
            <a:lvl3pPr algn="l">
              <a:buNone/>
              <a:defRPr sz="1650" b="0">
                <a:solidFill>
                  <a:srgbClr val="17263A"/>
                </a:solidFill>
                <a:latin typeface="Microsoft YaHei"/>
                <a:ea typeface="Microsoft YaHei"/>
                <a:cs typeface="Microsoft YaHei"/>
              </a:defRPr>
            </a:lvl3pPr>
            <a:lvl4pPr algn="l">
              <a:buNone/>
              <a:defRPr sz="1650" b="0">
                <a:solidFill>
                  <a:srgbClr val="17263A"/>
                </a:solidFill>
                <a:latin typeface="Microsoft YaHei"/>
                <a:ea typeface="Microsoft YaHei"/>
                <a:cs typeface="Microsoft YaHei"/>
              </a:defRPr>
            </a:lvl4pPr>
            <a:lvl5pPr algn="l">
              <a:buNone/>
              <a:defRPr sz="1650" b="0">
                <a:solidFill>
                  <a:srgbClr val="17263A"/>
                </a:solidFill>
                <a:latin typeface="Microsoft YaHei"/>
                <a:ea typeface="Microsoft YaHei"/>
                <a:cs typeface="Microsoft YaHei"/>
              </a:defRPr>
            </a:lvl5pPr>
            <a:lvl6pPr algn="l">
              <a:buNone/>
              <a:defRPr sz="1650" b="0">
                <a:solidFill>
                  <a:srgbClr val="17263A"/>
                </a:solidFill>
                <a:latin typeface="Microsoft YaHei"/>
                <a:ea typeface="Microsoft YaHei"/>
                <a:cs typeface="Microsoft YaHei"/>
              </a:defRPr>
            </a:lvl6pPr>
            <a:lvl7pPr algn="l">
              <a:buNone/>
              <a:defRPr sz="1650" b="0">
                <a:solidFill>
                  <a:srgbClr val="17263A"/>
                </a:solidFill>
                <a:latin typeface="Microsoft YaHei"/>
                <a:ea typeface="Microsoft YaHei"/>
                <a:cs typeface="Microsoft YaHei"/>
              </a:defRPr>
            </a:lvl7pPr>
            <a:lvl8pPr algn="l">
              <a:buNone/>
              <a:defRPr sz="1650" b="0">
                <a:solidFill>
                  <a:srgbClr val="17263A"/>
                </a:solidFill>
                <a:latin typeface="Microsoft YaHei"/>
                <a:ea typeface="Microsoft YaHei"/>
                <a:cs typeface="Microsoft YaHei"/>
              </a:defRPr>
            </a:lvl8pPr>
            <a:lvl9pPr algn="l">
              <a:buNone/>
              <a:defRPr sz="1650" b="0">
                <a:solidFill>
                  <a:srgbClr val="17263A"/>
                </a:solidFill>
                <a:latin typeface="Microsoft YaHei"/>
                <a:ea typeface="Microsoft YaHei"/>
                <a:cs typeface="Microsoft YaHei"/>
              </a:defRPr>
            </a:lvl9pPr>
          </a:lstStyle>
          <a:p xmlns:a="http://schemas.openxmlformats.org/drawingml/2006/main">
            <a:pPr algn="l">
              <a:lnSpc>
                <a:spcPct val="112000"/>
              </a:lnSpc>
              <a:buNone/>
              <a:defRPr sz="1650" b="0">
                <a:solidFill>
                  <a:srgbClr val="17263A"/>
                </a:solidFill>
                <a:latin typeface="Microsoft YaHei"/>
                <a:ea typeface="Microsoft YaHei"/>
                <a:cs typeface="Microsoft YaHei"/>
              </a:defRPr>
            </a:pPr>
            <a:r>
              <a:rPr sz="1650" b="0">
                <a:solidFill>
                  <a:srgbClr val="17263A"/>
                </a:solidFill>
                <a:latin typeface="Microsoft YaHei"/>
                <a:ea typeface="Microsoft YaHei"/>
                <a:cs typeface="Microsoft YaHei"/>
              </a:rPr>
              <a:t>旧结果不串写，未知设备效果可核实</a:t>
            </a:r>
          </a:p>
        </p:txBody>
      </p:sp>
      <p:sp>
        <p:nvSpPr>
          <p:cNvPr id="22" name="text-22">
            <a:extLst xmlns:a="http://schemas.openxmlformats.org/drawingml/2006/main">
              <a:ext uri="{FF2B5EF4-FFF2-40B4-BE49-F238E27FC236}">
                <a16:creationId xmlns:a16="http://schemas.microsoft.com/office/drawing/2014/main" id="{31C40B0E-6290-467C-B8E3-897AF42F905D}"/>
              </a:ext>
            </a:extLst>
          </p:cNvPr>
          <p:cNvSpPr>
            <a:spLocks xmlns:a="http://schemas.openxmlformats.org/drawingml/2006/main" noGrp="1"/>
          </p:cNvSpPr>
          <p:nvPr/>
        </p:nvSpPr>
        <p:spPr>
          <a:xfrm xmlns:a="http://schemas.openxmlformats.org/drawingml/2006/main">
            <a:off x="7353300" y="49530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56657A"/>
                </a:solidFill>
                <a:latin typeface="Microsoft YaHei"/>
                <a:ea typeface="Microsoft YaHei"/>
                <a:cs typeface="Microsoft YaHei"/>
              </a:defRPr>
            </a:defPPr>
            <a:lvl1pPr algn="l">
              <a:buNone/>
              <a:defRPr sz="1650" b="1">
                <a:solidFill>
                  <a:srgbClr val="56657A"/>
                </a:solidFill>
                <a:latin typeface="Microsoft YaHei"/>
                <a:ea typeface="Microsoft YaHei"/>
                <a:cs typeface="Microsoft YaHei"/>
              </a:defRPr>
            </a:lvl1pPr>
            <a:lvl2pPr algn="l">
              <a:buNone/>
              <a:defRPr sz="1650" b="1">
                <a:solidFill>
                  <a:srgbClr val="56657A"/>
                </a:solidFill>
                <a:latin typeface="Microsoft YaHei"/>
                <a:ea typeface="Microsoft YaHei"/>
                <a:cs typeface="Microsoft YaHei"/>
              </a:defRPr>
            </a:lvl2pPr>
            <a:lvl3pPr algn="l">
              <a:buNone/>
              <a:defRPr sz="1650" b="1">
                <a:solidFill>
                  <a:srgbClr val="56657A"/>
                </a:solidFill>
                <a:latin typeface="Microsoft YaHei"/>
                <a:ea typeface="Microsoft YaHei"/>
                <a:cs typeface="Microsoft YaHei"/>
              </a:defRPr>
            </a:lvl3pPr>
            <a:lvl4pPr algn="l">
              <a:buNone/>
              <a:defRPr sz="1650" b="1">
                <a:solidFill>
                  <a:srgbClr val="56657A"/>
                </a:solidFill>
                <a:latin typeface="Microsoft YaHei"/>
                <a:ea typeface="Microsoft YaHei"/>
                <a:cs typeface="Microsoft YaHei"/>
              </a:defRPr>
            </a:lvl4pPr>
            <a:lvl5pPr algn="l">
              <a:buNone/>
              <a:defRPr sz="1650" b="1">
                <a:solidFill>
                  <a:srgbClr val="56657A"/>
                </a:solidFill>
                <a:latin typeface="Microsoft YaHei"/>
                <a:ea typeface="Microsoft YaHei"/>
                <a:cs typeface="Microsoft YaHei"/>
              </a:defRPr>
            </a:lvl5pPr>
            <a:lvl6pPr algn="l">
              <a:buNone/>
              <a:defRPr sz="1650" b="1">
                <a:solidFill>
                  <a:srgbClr val="56657A"/>
                </a:solidFill>
                <a:latin typeface="Microsoft YaHei"/>
                <a:ea typeface="Microsoft YaHei"/>
                <a:cs typeface="Microsoft YaHei"/>
              </a:defRPr>
            </a:lvl6pPr>
            <a:lvl7pPr algn="l">
              <a:buNone/>
              <a:defRPr sz="1650" b="1">
                <a:solidFill>
                  <a:srgbClr val="56657A"/>
                </a:solidFill>
                <a:latin typeface="Microsoft YaHei"/>
                <a:ea typeface="Microsoft YaHei"/>
                <a:cs typeface="Microsoft YaHei"/>
              </a:defRPr>
            </a:lvl7pPr>
            <a:lvl8pPr algn="l">
              <a:buNone/>
              <a:defRPr sz="1650" b="1">
                <a:solidFill>
                  <a:srgbClr val="56657A"/>
                </a:solidFill>
                <a:latin typeface="Microsoft YaHei"/>
                <a:ea typeface="Microsoft YaHei"/>
                <a:cs typeface="Microsoft YaHei"/>
              </a:defRPr>
            </a:lvl8pPr>
            <a:lvl9pPr algn="l">
              <a:buNone/>
              <a:defRPr sz="1650" b="1">
                <a:solidFill>
                  <a:srgbClr val="56657A"/>
                </a:solidFill>
                <a:latin typeface="Microsoft YaHei"/>
                <a:ea typeface="Microsoft YaHei"/>
                <a:cs typeface="Microsoft YaHei"/>
              </a:defRPr>
            </a:lvl9pPr>
          </a:lstStyle>
          <a:p xmlns:a="http://schemas.openxmlformats.org/drawingml/2006/main">
            <a:pPr algn="l">
              <a:lnSpc>
                <a:spcPct val="112000"/>
              </a:lnSpc>
              <a:buNone/>
              <a:defRPr sz="1650" b="1">
                <a:solidFill>
                  <a:srgbClr val="56657A"/>
                </a:solidFill>
                <a:latin typeface="Microsoft YaHei"/>
                <a:ea typeface="Microsoft YaHei"/>
                <a:cs typeface="Microsoft YaHei"/>
              </a:defRPr>
            </a:pPr>
            <a:r>
              <a:rPr sz="1650" b="1">
                <a:solidFill>
                  <a:srgbClr val="56657A"/>
                </a:solidFill>
                <a:latin typeface="Microsoft YaHei"/>
                <a:ea typeface="Microsoft YaHei"/>
                <a:cs typeface="Microsoft YaHei"/>
              </a:rPr>
              <a:t>共同约束</a:t>
            </a:r>
          </a:p>
        </p:txBody>
      </p:sp>
      <p:sp>
        <p:nvSpPr>
          <p:cNvPr id="23" name="text-23">
            <a:extLst xmlns:a="http://schemas.openxmlformats.org/drawingml/2006/main">
              <a:ext uri="{FF2B5EF4-FFF2-40B4-BE49-F238E27FC236}">
                <a16:creationId xmlns:a16="http://schemas.microsoft.com/office/drawing/2014/main" id="{B9C2B8A2-1C24-423D-BD7F-6407CA64EFD2}"/>
              </a:ext>
            </a:extLst>
          </p:cNvPr>
          <p:cNvSpPr>
            <a:spLocks xmlns:a="http://schemas.openxmlformats.org/drawingml/2006/main" noGrp="1"/>
          </p:cNvSpPr>
          <p:nvPr/>
        </p:nvSpPr>
        <p:spPr>
          <a:xfrm xmlns:a="http://schemas.openxmlformats.org/drawingml/2006/main">
            <a:off x="7353300" y="52959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17263A"/>
                </a:solidFill>
                <a:latin typeface="Microsoft YaHei"/>
                <a:ea typeface="Microsoft YaHei"/>
                <a:cs typeface="Microsoft YaHei"/>
              </a:defRPr>
            </a:defPPr>
            <a:lvl1pPr algn="l">
              <a:buNone/>
              <a:defRPr sz="1650" b="0">
                <a:solidFill>
                  <a:srgbClr val="17263A"/>
                </a:solidFill>
                <a:latin typeface="Microsoft YaHei"/>
                <a:ea typeface="Microsoft YaHei"/>
                <a:cs typeface="Microsoft YaHei"/>
              </a:defRPr>
            </a:lvl1pPr>
            <a:lvl2pPr algn="l">
              <a:buNone/>
              <a:defRPr sz="1650" b="0">
                <a:solidFill>
                  <a:srgbClr val="17263A"/>
                </a:solidFill>
                <a:latin typeface="Microsoft YaHei"/>
                <a:ea typeface="Microsoft YaHei"/>
                <a:cs typeface="Microsoft YaHei"/>
              </a:defRPr>
            </a:lvl2pPr>
            <a:lvl3pPr algn="l">
              <a:buNone/>
              <a:defRPr sz="1650" b="0">
                <a:solidFill>
                  <a:srgbClr val="17263A"/>
                </a:solidFill>
                <a:latin typeface="Microsoft YaHei"/>
                <a:ea typeface="Microsoft YaHei"/>
                <a:cs typeface="Microsoft YaHei"/>
              </a:defRPr>
            </a:lvl3pPr>
            <a:lvl4pPr algn="l">
              <a:buNone/>
              <a:defRPr sz="1650" b="0">
                <a:solidFill>
                  <a:srgbClr val="17263A"/>
                </a:solidFill>
                <a:latin typeface="Microsoft YaHei"/>
                <a:ea typeface="Microsoft YaHei"/>
                <a:cs typeface="Microsoft YaHei"/>
              </a:defRPr>
            </a:lvl4pPr>
            <a:lvl5pPr algn="l">
              <a:buNone/>
              <a:defRPr sz="1650" b="0">
                <a:solidFill>
                  <a:srgbClr val="17263A"/>
                </a:solidFill>
                <a:latin typeface="Microsoft YaHei"/>
                <a:ea typeface="Microsoft YaHei"/>
                <a:cs typeface="Microsoft YaHei"/>
              </a:defRPr>
            </a:lvl5pPr>
            <a:lvl6pPr algn="l">
              <a:buNone/>
              <a:defRPr sz="1650" b="0">
                <a:solidFill>
                  <a:srgbClr val="17263A"/>
                </a:solidFill>
                <a:latin typeface="Microsoft YaHei"/>
                <a:ea typeface="Microsoft YaHei"/>
                <a:cs typeface="Microsoft YaHei"/>
              </a:defRPr>
            </a:lvl6pPr>
            <a:lvl7pPr algn="l">
              <a:buNone/>
              <a:defRPr sz="1650" b="0">
                <a:solidFill>
                  <a:srgbClr val="17263A"/>
                </a:solidFill>
                <a:latin typeface="Microsoft YaHei"/>
                <a:ea typeface="Microsoft YaHei"/>
                <a:cs typeface="Microsoft YaHei"/>
              </a:defRPr>
            </a:lvl7pPr>
            <a:lvl8pPr algn="l">
              <a:buNone/>
              <a:defRPr sz="1650" b="0">
                <a:solidFill>
                  <a:srgbClr val="17263A"/>
                </a:solidFill>
                <a:latin typeface="Microsoft YaHei"/>
                <a:ea typeface="Microsoft YaHei"/>
                <a:cs typeface="Microsoft YaHei"/>
              </a:defRPr>
            </a:lvl8pPr>
            <a:lvl9pPr algn="l">
              <a:buNone/>
              <a:defRPr sz="1650" b="0">
                <a:solidFill>
                  <a:srgbClr val="17263A"/>
                </a:solidFill>
                <a:latin typeface="Microsoft YaHei"/>
                <a:ea typeface="Microsoft YaHei"/>
                <a:cs typeface="Microsoft YaHei"/>
              </a:defRPr>
            </a:lvl9pPr>
          </a:lstStyle>
          <a:p xmlns:a="http://schemas.openxmlformats.org/drawingml/2006/main">
            <a:pPr algn="l">
              <a:lnSpc>
                <a:spcPct val="112000"/>
              </a:lnSpc>
              <a:buNone/>
              <a:defRPr sz="1650" b="0">
                <a:solidFill>
                  <a:srgbClr val="17263A"/>
                </a:solidFill>
                <a:latin typeface="Microsoft YaHei"/>
                <a:ea typeface="Microsoft YaHei"/>
                <a:cs typeface="Microsoft YaHei"/>
              </a:defRPr>
            </a:pPr>
            <a:r>
              <a:rPr sz="1650" b="0">
                <a:solidFill>
                  <a:srgbClr val="17263A"/>
                </a:solidFill>
                <a:latin typeface="Microsoft YaHei"/>
                <a:ea typeface="Microsoft YaHei"/>
                <a:cs typeface="Microsoft YaHei"/>
              </a:rPr>
              <a:t>既有能力和外部接口承诺继续保持</a:t>
            </a:r>
          </a:p>
        </p:txBody>
      </p:sp>
      <p:sp>
        <p:nvSpPr>
          <p:cNvPr id="24" name="rect-24">
            <a:extLst xmlns:a="http://schemas.openxmlformats.org/drawingml/2006/main">
              <a:ext uri="{FF2B5EF4-FFF2-40B4-BE49-F238E27FC236}">
                <a16:creationId xmlns:a16="http://schemas.microsoft.com/office/drawing/2014/main" id="{FF932FB6-E37E-4383-9A91-E9DBAE931C85}"/>
              </a:ext>
            </a:extLst>
          </p:cNvPr>
          <p:cNvSpPr>
            <a:spLocks xmlns:a="http://schemas.openxmlformats.org/drawingml/2006/main" noGrp="1"/>
          </p:cNvSpPr>
          <p:nvPr/>
        </p:nvSpPr>
        <p:spPr>
          <a:xfrm xmlns:a="http://schemas.openxmlformats.org/drawingml/2006/main">
            <a:off x="495300" y="5934075"/>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text-25">
            <a:extLst xmlns:a="http://schemas.openxmlformats.org/drawingml/2006/main">
              <a:ext uri="{FF2B5EF4-FFF2-40B4-BE49-F238E27FC236}">
                <a16:creationId xmlns:a16="http://schemas.microsoft.com/office/drawing/2014/main" id="{B88B7944-1CCF-46F9-8208-85F5C024B054}"/>
              </a:ext>
            </a:extLst>
          </p:cNvPr>
          <p:cNvSpPr>
            <a:spLocks xmlns:a="http://schemas.openxmlformats.org/drawingml/2006/main" noGrp="1"/>
          </p:cNvSpPr>
          <p:nvPr/>
        </p:nvSpPr>
        <p:spPr>
          <a:xfrm xmlns:a="http://schemas.openxmlformats.org/drawingml/2006/main">
            <a:off x="495300" y="6076950"/>
            <a:ext cx="11201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buNone/>
              <a:defRPr sz="1575" b="1">
                <a:solidFill>
                  <a:srgbClr val="246AB8"/>
                </a:solidFill>
                <a:latin typeface="Microsoft YaHei"/>
                <a:ea typeface="Microsoft YaHei"/>
                <a:cs typeface="Microsoft YaHei"/>
              </a:defRPr>
            </a:lvl1pPr>
            <a:lvl2pPr algn="l">
              <a:buNone/>
              <a:defRPr sz="1575" b="1">
                <a:solidFill>
                  <a:srgbClr val="246AB8"/>
                </a:solidFill>
                <a:latin typeface="Microsoft YaHei"/>
                <a:ea typeface="Microsoft YaHei"/>
                <a:cs typeface="Microsoft YaHei"/>
              </a:defRPr>
            </a:lvl2pPr>
            <a:lvl3pPr algn="l">
              <a:buNone/>
              <a:defRPr sz="1575" b="1">
                <a:solidFill>
                  <a:srgbClr val="246AB8"/>
                </a:solidFill>
                <a:latin typeface="Microsoft YaHei"/>
                <a:ea typeface="Microsoft YaHei"/>
                <a:cs typeface="Microsoft YaHei"/>
              </a:defRPr>
            </a:lvl3pPr>
            <a:lvl4pPr algn="l">
              <a:buNone/>
              <a:defRPr sz="1575" b="1">
                <a:solidFill>
                  <a:srgbClr val="246AB8"/>
                </a:solidFill>
                <a:latin typeface="Microsoft YaHei"/>
                <a:ea typeface="Microsoft YaHei"/>
                <a:cs typeface="Microsoft YaHei"/>
              </a:defRPr>
            </a:lvl4pPr>
            <a:lvl5pPr algn="l">
              <a:buNone/>
              <a:defRPr sz="1575" b="1">
                <a:solidFill>
                  <a:srgbClr val="246AB8"/>
                </a:solidFill>
                <a:latin typeface="Microsoft YaHei"/>
                <a:ea typeface="Microsoft YaHei"/>
                <a:cs typeface="Microsoft YaHei"/>
              </a:defRPr>
            </a:lvl5pPr>
            <a:lvl6pPr algn="l">
              <a:buNone/>
              <a:defRPr sz="1575" b="1">
                <a:solidFill>
                  <a:srgbClr val="246AB8"/>
                </a:solidFill>
                <a:latin typeface="Microsoft YaHei"/>
                <a:ea typeface="Microsoft YaHei"/>
                <a:cs typeface="Microsoft YaHei"/>
              </a:defRPr>
            </a:lvl6pPr>
            <a:lvl7pPr algn="l">
              <a:buNone/>
              <a:defRPr sz="1575" b="1">
                <a:solidFill>
                  <a:srgbClr val="246AB8"/>
                </a:solidFill>
                <a:latin typeface="Microsoft YaHei"/>
                <a:ea typeface="Microsoft YaHei"/>
                <a:cs typeface="Microsoft YaHei"/>
              </a:defRPr>
            </a:lvl7pPr>
            <a:lvl8pPr algn="l">
              <a:buNone/>
              <a:defRPr sz="1575" b="1">
                <a:solidFill>
                  <a:srgbClr val="246AB8"/>
                </a:solidFill>
                <a:latin typeface="Microsoft YaHei"/>
                <a:ea typeface="Microsoft YaHei"/>
                <a:cs typeface="Microsoft YaHei"/>
              </a:defRPr>
            </a:lvl8pPr>
            <a:lvl9pPr algn="l">
              <a:buNone/>
              <a:defRPr sz="1575" b="1">
                <a:solidFill>
                  <a:srgbClr val="246AB8"/>
                </a:solidFill>
                <a:latin typeface="Microsoft YaHei"/>
                <a:ea typeface="Microsoft YaHei"/>
                <a:cs typeface="Microsoft YaHei"/>
              </a:defRPr>
            </a:lvl9pPr>
          </a:lstStyle>
          <a:p xmlns:a="http://schemas.openxmlformats.org/drawingml/2006/main">
            <a:pPr algn="l">
              <a:lnSpc>
                <a:spcPct val="11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范围：Core 内 SIM / eSIM 运行管理，沿用原进程、SA 和外围协作契约</a:t>
            </a:r>
          </a:p>
        </p:txBody>
      </p:sp>
    </p:spTree>
    <p:extLst>
      <p:ext uri="{BB962C8B-B14F-4D97-AF65-F5344CB8AC3E}">
        <p14:creationId xmlns:p14="http://schemas.microsoft.com/office/powerpoint/2010/main" val="875537108"/>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29FFD91C-E957-42D4-9AA3-94AEEDE3DE56}"/>
              </a:ext>
            </a:extLst>
          </p:cNvPr>
          <p:cNvCxnSpPr>
            <a:stCxn xmlns:a="http://schemas.openxmlformats.org/drawingml/2006/main" id="11" idx="3"/>
            <a:endCxn xmlns:a="http://schemas.openxmlformats.org/drawingml/2006/main" id="14" idx="1"/>
          </p:cNvCxnSpPr>
          <p:nvPr/>
        </p:nvCxnSpPr>
        <p:spPr>
          <a:xfrm xmlns:a="http://schemas.openxmlformats.org/drawingml/2006/main">
            <a:off x="7772400" y="2995613"/>
            <a:ext cx="571500" cy="0"/>
          </a:xfrm>
          <a:prstGeom xmlns:a="http://schemas.openxmlformats.org/drawingml/2006/main" prst="straightConnector1">
            <a:avLst/>
          </a:prstGeom>
          <a:ln xmlns:a="http://schemas.openxmlformats.org/drawingml/2006/main" w="16193">
            <a:solidFill>
              <a:srgbClr val="C34449"/>
            </a:solidFill>
            <a:prstDash val="solid"/>
            <a:headEnd type="none" w="sm" len="sm"/>
            <a:tailEnd type="arrow" w="sm" len="sm"/>
          </a:ln>
        </p:spPr>
      </p:cxnSp>
      <p:cxnSp>
        <p:nvCxnSpPr>
          <p:cNvPr id="17" name="">
            <a:extLst xmlns:a="http://schemas.openxmlformats.org/drawingml/2006/main">
              <a:ext uri="{FF2B5EF4-FFF2-40B4-BE49-F238E27FC236}">
                <a16:creationId xmlns:a16="http://schemas.microsoft.com/office/drawing/2014/main" id="{196E0DAE-DCF9-4F86-AA94-361D747022D5}"/>
              </a:ext>
            </a:extLst>
          </p:cNvPr>
          <p:cNvCxnSpPr>
            <a:stCxn xmlns:a="http://schemas.openxmlformats.org/drawingml/2006/main" id="8" idx="3"/>
            <a:endCxn xmlns:a="http://schemas.openxmlformats.org/drawingml/2006/main" id="11" idx="1"/>
          </p:cNvCxnSpPr>
          <p:nvPr/>
        </p:nvCxnSpPr>
        <p:spPr>
          <a:xfrm xmlns:a="http://schemas.openxmlformats.org/drawingml/2006/main">
            <a:off x="3848100" y="2995613"/>
            <a:ext cx="571500" cy="0"/>
          </a:xfrm>
          <a:prstGeom xmlns:a="http://schemas.openxmlformats.org/drawingml/2006/main" prst="straightConnector1">
            <a:avLst/>
          </a:prstGeom>
          <a:ln xmlns:a="http://schemas.openxmlformats.org/drawingml/2006/main" w="16193">
            <a:solidFill>
              <a:srgbClr val="246AB8"/>
            </a:solidFill>
            <a:prstDash val="solid"/>
            <a:headEnd type="none" w="sm" len="sm"/>
            <a:tailEnd type="arrow" w="sm" len="sm"/>
          </a:ln>
        </p:spPr>
      </p:cxnSp>
      <p:sp>
        <p:nvSpPr>
          <p:cNvPr id="28" name="rect-26">
            <a:extLst xmlns:a="http://schemas.openxmlformats.org/drawingml/2006/main">
              <a:ext uri="{FF2B5EF4-FFF2-40B4-BE49-F238E27FC236}">
                <a16:creationId xmlns:a16="http://schemas.microsoft.com/office/drawing/2014/main" id="{984CDF0A-89D2-4C96-A99A-E4ED51DA9FE2}"/>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text-27">
            <a:extLst xmlns:a="http://schemas.openxmlformats.org/drawingml/2006/main">
              <a:ext uri="{FF2B5EF4-FFF2-40B4-BE49-F238E27FC236}">
                <a16:creationId xmlns:a16="http://schemas.microsoft.com/office/drawing/2014/main" id="{2C01276A-4E62-40F8-B426-A3378E026415}"/>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text-28">
            <a:extLst xmlns:a="http://schemas.openxmlformats.org/drawingml/2006/main">
              <a:ext uri="{FF2B5EF4-FFF2-40B4-BE49-F238E27FC236}">
                <a16:creationId xmlns:a16="http://schemas.microsoft.com/office/drawing/2014/main" id="{6E162C7E-0AB0-4E27-A094-294652B13711}"/>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同槽换卡：A 的旧响应晚于 B 到达</a:t>
            </a:r>
          </a:p>
        </p:txBody>
      </p:sp>
      <p:sp>
        <p:nvSpPr>
          <p:cNvPr id="4" name="text-29">
            <a:extLst xmlns:a="http://schemas.openxmlformats.org/drawingml/2006/main">
              <a:ext uri="{FF2B5EF4-FFF2-40B4-BE49-F238E27FC236}">
                <a16:creationId xmlns:a16="http://schemas.microsoft.com/office/drawing/2014/main" id="{B1674D61-008E-4E12-BC55-C35E232E2C1E}"/>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讨论场景：位置复用后，仍在途的文件读取响应应该怎样处理</a:t>
            </a:r>
          </a:p>
        </p:txBody>
      </p:sp>
      <p:sp>
        <p:nvSpPr>
          <p:cNvPr id="5" name="rect-30">
            <a:extLst xmlns:a="http://schemas.openxmlformats.org/drawingml/2006/main">
              <a:ext uri="{FF2B5EF4-FFF2-40B4-BE49-F238E27FC236}">
                <a16:creationId xmlns:a16="http://schemas.microsoft.com/office/drawing/2014/main" id="{74DD4196-BB54-4BCB-B395-A85DBA172862}"/>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text-31">
            <a:extLst xmlns:a="http://schemas.openxmlformats.org/drawingml/2006/main">
              <a:ext uri="{FF2B5EF4-FFF2-40B4-BE49-F238E27FC236}">
                <a16:creationId xmlns:a16="http://schemas.microsoft.com/office/drawing/2014/main" id="{20BA320C-53A1-492F-9E0A-9BB4D3C38C76}"/>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7" name="text-32">
            <a:extLst xmlns:a="http://schemas.openxmlformats.org/drawingml/2006/main">
              <a:ext uri="{FF2B5EF4-FFF2-40B4-BE49-F238E27FC236}">
                <a16:creationId xmlns:a16="http://schemas.microsoft.com/office/drawing/2014/main" id="{58531856-0709-45B1-85B5-8C35A8A94A6D}"/>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02 / 19</a:t>
            </a:r>
          </a:p>
        </p:txBody>
      </p:sp>
      <p:sp>
        <p:nvSpPr>
          <p:cNvPr id="8" name="case-a-33">
            <a:extLst xmlns:a="http://schemas.openxmlformats.org/drawingml/2006/main">
              <a:ext uri="{FF2B5EF4-FFF2-40B4-BE49-F238E27FC236}">
                <a16:creationId xmlns:a16="http://schemas.microsoft.com/office/drawing/2014/main" id="{2B254A9A-8007-4F30-98D6-FED9CB79A59A}"/>
              </a:ext>
            </a:extLst>
          </p:cNvPr>
          <p:cNvSpPr>
            <a:spLocks xmlns:a="http://schemas.openxmlformats.org/drawingml/2006/main" noGrp="1"/>
          </p:cNvSpPr>
          <p:nvPr/>
        </p:nvSpPr>
        <p:spPr>
          <a:xfrm xmlns:a="http://schemas.openxmlformats.org/drawingml/2006/main">
            <a:off x="495300" y="2162175"/>
            <a:ext cx="3352800" cy="1666875"/>
          </a:xfrm>
          <a:prstGeom xmlns:a="http://schemas.openxmlformats.org/drawingml/2006/main" prst="rect">
            <a:avLst/>
          </a:prstGeom>
          <a:solidFill xmlns:a="http://schemas.openxmlformats.org/drawingml/2006/main">
            <a:srgbClr val="FFFFFF"/>
          </a:solidFill>
          <a:ln xmlns:a="http://schemas.openxmlformats.org/drawingml/2006/main" w="12383">
            <a:solidFill>
              <a:srgbClr val="246AB8"/>
            </a:solidFill>
            <a:prstDash val="solid"/>
          </a:ln>
        </p:spPr>
      </p:sp>
      <p:sp>
        <p:nvSpPr>
          <p:cNvPr id="9" name="text-34">
            <a:extLst xmlns:a="http://schemas.openxmlformats.org/drawingml/2006/main">
              <a:ext uri="{FF2B5EF4-FFF2-40B4-BE49-F238E27FC236}">
                <a16:creationId xmlns:a16="http://schemas.microsoft.com/office/drawing/2014/main" id="{C71D3577-FF84-4340-A619-F185E2B4ADD6}"/>
              </a:ext>
            </a:extLst>
          </p:cNvPr>
          <p:cNvSpPr>
            <a:spLocks xmlns:a="http://schemas.openxmlformats.org/drawingml/2006/main" noGrp="1"/>
          </p:cNvSpPr>
          <p:nvPr/>
        </p:nvSpPr>
        <p:spPr>
          <a:xfrm xmlns:a="http://schemas.openxmlformats.org/drawingml/2006/main">
            <a:off x="647700" y="2276475"/>
            <a:ext cx="3048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246AB8"/>
                </a:solidFill>
                <a:latin typeface="Microsoft YaHei"/>
                <a:ea typeface="Microsoft YaHei"/>
                <a:cs typeface="Microsoft YaHei"/>
              </a:defRPr>
            </a:defPPr>
            <a:lvl1pPr algn="l">
              <a:buNone/>
              <a:defRPr sz="1800" b="1">
                <a:solidFill>
                  <a:srgbClr val="246AB8"/>
                </a:solidFill>
                <a:latin typeface="Microsoft YaHei"/>
                <a:ea typeface="Microsoft YaHei"/>
                <a:cs typeface="Microsoft YaHei"/>
              </a:defRPr>
            </a:lvl1pPr>
            <a:lvl2pPr algn="l">
              <a:buNone/>
              <a:defRPr sz="1800" b="1">
                <a:solidFill>
                  <a:srgbClr val="246AB8"/>
                </a:solidFill>
                <a:latin typeface="Microsoft YaHei"/>
                <a:ea typeface="Microsoft YaHei"/>
                <a:cs typeface="Microsoft YaHei"/>
              </a:defRPr>
            </a:lvl2pPr>
            <a:lvl3pPr algn="l">
              <a:buNone/>
              <a:defRPr sz="1800" b="1">
                <a:solidFill>
                  <a:srgbClr val="246AB8"/>
                </a:solidFill>
                <a:latin typeface="Microsoft YaHei"/>
                <a:ea typeface="Microsoft YaHei"/>
                <a:cs typeface="Microsoft YaHei"/>
              </a:defRPr>
            </a:lvl3pPr>
            <a:lvl4pPr algn="l">
              <a:buNone/>
              <a:defRPr sz="1800" b="1">
                <a:solidFill>
                  <a:srgbClr val="246AB8"/>
                </a:solidFill>
                <a:latin typeface="Microsoft YaHei"/>
                <a:ea typeface="Microsoft YaHei"/>
                <a:cs typeface="Microsoft YaHei"/>
              </a:defRPr>
            </a:lvl4pPr>
            <a:lvl5pPr algn="l">
              <a:buNone/>
              <a:defRPr sz="1800" b="1">
                <a:solidFill>
                  <a:srgbClr val="246AB8"/>
                </a:solidFill>
                <a:latin typeface="Microsoft YaHei"/>
                <a:ea typeface="Microsoft YaHei"/>
                <a:cs typeface="Microsoft YaHei"/>
              </a:defRPr>
            </a:lvl5pPr>
            <a:lvl6pPr algn="l">
              <a:buNone/>
              <a:defRPr sz="1800" b="1">
                <a:solidFill>
                  <a:srgbClr val="246AB8"/>
                </a:solidFill>
                <a:latin typeface="Microsoft YaHei"/>
                <a:ea typeface="Microsoft YaHei"/>
                <a:cs typeface="Microsoft YaHei"/>
              </a:defRPr>
            </a:lvl6pPr>
            <a:lvl7pPr algn="l">
              <a:buNone/>
              <a:defRPr sz="1800" b="1">
                <a:solidFill>
                  <a:srgbClr val="246AB8"/>
                </a:solidFill>
                <a:latin typeface="Microsoft YaHei"/>
                <a:ea typeface="Microsoft YaHei"/>
                <a:cs typeface="Microsoft YaHei"/>
              </a:defRPr>
            </a:lvl7pPr>
            <a:lvl8pPr algn="l">
              <a:buNone/>
              <a:defRPr sz="1800" b="1">
                <a:solidFill>
                  <a:srgbClr val="246AB8"/>
                </a:solidFill>
                <a:latin typeface="Microsoft YaHei"/>
                <a:ea typeface="Microsoft YaHei"/>
                <a:cs typeface="Microsoft YaHei"/>
              </a:defRPr>
            </a:lvl8pPr>
            <a:lvl9pPr algn="l">
              <a:buNone/>
              <a:defRPr sz="1800" b="1">
                <a:solidFill>
                  <a:srgbClr val="246AB8"/>
                </a:solidFill>
                <a:latin typeface="Microsoft YaHei"/>
                <a:ea typeface="Microsoft YaHei"/>
                <a:cs typeface="Microsoft YaHei"/>
              </a:defRPr>
            </a:lvl9pPr>
          </a:lstStyle>
          <a:p xmlns:a="http://schemas.openxmlformats.org/drawingml/2006/main">
            <a:pPr algn="l">
              <a:lnSpc>
                <a:spcPct val="112000"/>
              </a:lnSpc>
              <a:buNone/>
              <a:defRPr sz="1800" b="1">
                <a:solidFill>
                  <a:srgbClr val="246AB8"/>
                </a:solidFill>
                <a:latin typeface="Microsoft YaHei"/>
                <a:ea typeface="Microsoft YaHei"/>
                <a:cs typeface="Microsoft YaHei"/>
              </a:defRPr>
            </a:pPr>
            <a:r>
              <a:rPr sz="1800" b="1">
                <a:solidFill>
                  <a:srgbClr val="246AB8"/>
                </a:solidFill>
                <a:latin typeface="Microsoft YaHei"/>
                <a:ea typeface="Microsoft YaHei"/>
                <a:cs typeface="Microsoft YaHei"/>
              </a:rPr>
              <a:t>T0  卡 A 开始加载</a:t>
            </a:r>
          </a:p>
        </p:txBody>
      </p:sp>
      <p:sp>
        <p:nvSpPr>
          <p:cNvPr id="10" name="text-35">
            <a:extLst xmlns:a="http://schemas.openxmlformats.org/drawingml/2006/main">
              <a:ext uri="{FF2B5EF4-FFF2-40B4-BE49-F238E27FC236}">
                <a16:creationId xmlns:a16="http://schemas.microsoft.com/office/drawing/2014/main" id="{DC0EDA85-C2AF-4D1B-B5F9-F557C8FD3D69}"/>
              </a:ext>
            </a:extLst>
          </p:cNvPr>
          <p:cNvSpPr>
            <a:spLocks xmlns:a="http://schemas.openxmlformats.org/drawingml/2006/main" noGrp="1"/>
          </p:cNvSpPr>
          <p:nvPr/>
        </p:nvSpPr>
        <p:spPr>
          <a:xfrm xmlns:a="http://schemas.openxmlformats.org/drawingml/2006/main">
            <a:off x="647700" y="2609850"/>
            <a:ext cx="3048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17263A"/>
                </a:solidFill>
                <a:latin typeface="Microsoft YaHei"/>
                <a:ea typeface="Microsoft YaHei"/>
                <a:cs typeface="Microsoft YaHei"/>
              </a:defRPr>
            </a:defPPr>
            <a:lvl1pPr algn="l">
              <a:buNone/>
              <a:defRPr sz="1725" b="0">
                <a:solidFill>
                  <a:srgbClr val="17263A"/>
                </a:solidFill>
                <a:latin typeface="Microsoft YaHei"/>
                <a:ea typeface="Microsoft YaHei"/>
                <a:cs typeface="Microsoft YaHei"/>
              </a:defRPr>
            </a:lvl1pPr>
            <a:lvl2pPr algn="l">
              <a:buNone/>
              <a:defRPr sz="1725" b="0">
                <a:solidFill>
                  <a:srgbClr val="17263A"/>
                </a:solidFill>
                <a:latin typeface="Microsoft YaHei"/>
                <a:ea typeface="Microsoft YaHei"/>
                <a:cs typeface="Microsoft YaHei"/>
              </a:defRPr>
            </a:lvl2pPr>
            <a:lvl3pPr algn="l">
              <a:buNone/>
              <a:defRPr sz="1725" b="0">
                <a:solidFill>
                  <a:srgbClr val="17263A"/>
                </a:solidFill>
                <a:latin typeface="Microsoft YaHei"/>
                <a:ea typeface="Microsoft YaHei"/>
                <a:cs typeface="Microsoft YaHei"/>
              </a:defRPr>
            </a:lvl3pPr>
            <a:lvl4pPr algn="l">
              <a:buNone/>
              <a:defRPr sz="1725" b="0">
                <a:solidFill>
                  <a:srgbClr val="17263A"/>
                </a:solidFill>
                <a:latin typeface="Microsoft YaHei"/>
                <a:ea typeface="Microsoft YaHei"/>
                <a:cs typeface="Microsoft YaHei"/>
              </a:defRPr>
            </a:lvl4pPr>
            <a:lvl5pPr algn="l">
              <a:buNone/>
              <a:defRPr sz="1725" b="0">
                <a:solidFill>
                  <a:srgbClr val="17263A"/>
                </a:solidFill>
                <a:latin typeface="Microsoft YaHei"/>
                <a:ea typeface="Microsoft YaHei"/>
                <a:cs typeface="Microsoft YaHei"/>
              </a:defRPr>
            </a:lvl5pPr>
            <a:lvl6pPr algn="l">
              <a:buNone/>
              <a:defRPr sz="1725" b="0">
                <a:solidFill>
                  <a:srgbClr val="17263A"/>
                </a:solidFill>
                <a:latin typeface="Microsoft YaHei"/>
                <a:ea typeface="Microsoft YaHei"/>
                <a:cs typeface="Microsoft YaHei"/>
              </a:defRPr>
            </a:lvl6pPr>
            <a:lvl7pPr algn="l">
              <a:buNone/>
              <a:defRPr sz="1725" b="0">
                <a:solidFill>
                  <a:srgbClr val="17263A"/>
                </a:solidFill>
                <a:latin typeface="Microsoft YaHei"/>
                <a:ea typeface="Microsoft YaHei"/>
                <a:cs typeface="Microsoft YaHei"/>
              </a:defRPr>
            </a:lvl7pPr>
            <a:lvl8pPr algn="l">
              <a:buNone/>
              <a:defRPr sz="1725" b="0">
                <a:solidFill>
                  <a:srgbClr val="17263A"/>
                </a:solidFill>
                <a:latin typeface="Microsoft YaHei"/>
                <a:ea typeface="Microsoft YaHei"/>
                <a:cs typeface="Microsoft YaHei"/>
              </a:defRPr>
            </a:lvl8pPr>
            <a:lvl9pPr algn="l">
              <a:buNone/>
              <a:defRPr sz="1725" b="0">
                <a:solidFill>
                  <a:srgbClr val="17263A"/>
                </a:solidFill>
                <a:latin typeface="Microsoft YaHei"/>
                <a:ea typeface="Microsoft YaHei"/>
                <a:cs typeface="Microsoft YaHei"/>
              </a:defRPr>
            </a:lvl9pPr>
          </a:lstStyle>
          <a:p xmlns:a="http://schemas.openxmlformats.org/drawingml/2006/main">
            <a:pPr algn="l">
              <a:lnSpc>
                <a:spcPct val="112000"/>
              </a:lnSpc>
              <a:buNone/>
              <a:defRPr sz="1725" b="0">
                <a:solidFill>
                  <a:srgbClr val="17263A"/>
                </a:solidFill>
                <a:latin typeface="Microsoft YaHei"/>
                <a:ea typeface="Microsoft YaHei"/>
                <a:cs typeface="Microsoft YaHei"/>
              </a:defRPr>
            </a:pPr>
            <a:r>
              <a:rPr sz="1725" b="0">
                <a:solidFill>
                  <a:srgbClr val="17263A"/>
                </a:solidFill>
                <a:latin typeface="Microsoft YaHei"/>
                <a:ea typeface="Microsoft YaHei"/>
                <a:cs typeface="Microsoft YaHei"/>
              </a:rPr>
              <a:t>位置：slot 0</a:t>
            </a:r>
          </a:p>
          <a:p xmlns:a="http://schemas.openxmlformats.org/drawingml/2006/main">
            <a:pPr algn="l">
              <a:lnSpc>
                <a:spcPct val="112000"/>
              </a:lnSpc>
              <a:buNone/>
              <a:defRPr sz="1725" b="0">
                <a:solidFill>
                  <a:srgbClr val="17263A"/>
                </a:solidFill>
                <a:latin typeface="Microsoft YaHei"/>
                <a:ea typeface="Microsoft YaHei"/>
                <a:cs typeface="Microsoft YaHei"/>
              </a:defRPr>
            </a:pPr>
            <a:r>
              <a:rPr sz="1725" b="0">
                <a:solidFill>
                  <a:srgbClr val="17263A"/>
                </a:solidFill>
                <a:latin typeface="Microsoft YaHei"/>
                <a:ea typeface="Microsoft YaHei"/>
                <a:cs typeface="Microsoft YaHei"/>
              </a:rPr>
              <a:t>会话 A，加载第 7 轮</a:t>
            </a:r>
          </a:p>
          <a:p xmlns:a="http://schemas.openxmlformats.org/drawingml/2006/main">
            <a:pPr algn="l">
              <a:lnSpc>
                <a:spcPct val="112000"/>
              </a:lnSpc>
              <a:buNone/>
              <a:defRPr sz="1725" b="0">
                <a:solidFill>
                  <a:srgbClr val="17263A"/>
                </a:solidFill>
                <a:latin typeface="Microsoft YaHei"/>
                <a:ea typeface="Microsoft YaHei"/>
                <a:cs typeface="Microsoft YaHei"/>
              </a:defRPr>
            </a:pPr>
            <a:r>
              <a:rPr sz="1725" b="0">
                <a:solidFill>
                  <a:srgbClr val="17263A"/>
                </a:solidFill>
                <a:latin typeface="Microsoft YaHei"/>
                <a:ea typeface="Microsoft YaHei"/>
                <a:cs typeface="Microsoft YaHei"/>
              </a:rPr>
              <a:t>发出文件请求 a1</a:t>
            </a:r>
          </a:p>
        </p:txBody>
      </p:sp>
      <p:sp>
        <p:nvSpPr>
          <p:cNvPr id="11" name="case-b-36">
            <a:extLst xmlns:a="http://schemas.openxmlformats.org/drawingml/2006/main">
              <a:ext uri="{FF2B5EF4-FFF2-40B4-BE49-F238E27FC236}">
                <a16:creationId xmlns:a16="http://schemas.microsoft.com/office/drawing/2014/main" id="{B60385BA-528D-4DEE-9AEE-1BADD4942A9A}"/>
              </a:ext>
            </a:extLst>
          </p:cNvPr>
          <p:cNvSpPr>
            <a:spLocks xmlns:a="http://schemas.openxmlformats.org/drawingml/2006/main" noGrp="1"/>
          </p:cNvSpPr>
          <p:nvPr/>
        </p:nvSpPr>
        <p:spPr>
          <a:xfrm xmlns:a="http://schemas.openxmlformats.org/drawingml/2006/main">
            <a:off x="4419600" y="2162175"/>
            <a:ext cx="3352800" cy="1666875"/>
          </a:xfrm>
          <a:prstGeom xmlns:a="http://schemas.openxmlformats.org/drawingml/2006/main" prst="rect">
            <a:avLst/>
          </a:prstGeom>
          <a:solidFill xmlns:a="http://schemas.openxmlformats.org/drawingml/2006/main">
            <a:srgbClr val="FFFFFF"/>
          </a:solidFill>
          <a:ln xmlns:a="http://schemas.openxmlformats.org/drawingml/2006/main" w="12383">
            <a:solidFill>
              <a:srgbClr val="208C9F"/>
            </a:solidFill>
            <a:prstDash val="solid"/>
          </a:ln>
        </p:spPr>
      </p:sp>
      <p:sp>
        <p:nvSpPr>
          <p:cNvPr id="12" name="text-37">
            <a:extLst xmlns:a="http://schemas.openxmlformats.org/drawingml/2006/main">
              <a:ext uri="{FF2B5EF4-FFF2-40B4-BE49-F238E27FC236}">
                <a16:creationId xmlns:a16="http://schemas.microsoft.com/office/drawing/2014/main" id="{7176A80B-1DCE-4452-8E05-0F17D61F3B86}"/>
              </a:ext>
            </a:extLst>
          </p:cNvPr>
          <p:cNvSpPr>
            <a:spLocks xmlns:a="http://schemas.openxmlformats.org/drawingml/2006/main" noGrp="1"/>
          </p:cNvSpPr>
          <p:nvPr/>
        </p:nvSpPr>
        <p:spPr>
          <a:xfrm xmlns:a="http://schemas.openxmlformats.org/drawingml/2006/main">
            <a:off x="4572000" y="2276475"/>
            <a:ext cx="3048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208C9F"/>
                </a:solidFill>
                <a:latin typeface="Microsoft YaHei"/>
                <a:ea typeface="Microsoft YaHei"/>
                <a:cs typeface="Microsoft YaHei"/>
              </a:defRPr>
            </a:defPPr>
            <a:lvl1pPr algn="l">
              <a:buNone/>
              <a:defRPr sz="1800" b="1">
                <a:solidFill>
                  <a:srgbClr val="208C9F"/>
                </a:solidFill>
                <a:latin typeface="Microsoft YaHei"/>
                <a:ea typeface="Microsoft YaHei"/>
                <a:cs typeface="Microsoft YaHei"/>
              </a:defRPr>
            </a:lvl1pPr>
            <a:lvl2pPr algn="l">
              <a:buNone/>
              <a:defRPr sz="1800" b="1">
                <a:solidFill>
                  <a:srgbClr val="208C9F"/>
                </a:solidFill>
                <a:latin typeface="Microsoft YaHei"/>
                <a:ea typeface="Microsoft YaHei"/>
                <a:cs typeface="Microsoft YaHei"/>
              </a:defRPr>
            </a:lvl2pPr>
            <a:lvl3pPr algn="l">
              <a:buNone/>
              <a:defRPr sz="1800" b="1">
                <a:solidFill>
                  <a:srgbClr val="208C9F"/>
                </a:solidFill>
                <a:latin typeface="Microsoft YaHei"/>
                <a:ea typeface="Microsoft YaHei"/>
                <a:cs typeface="Microsoft YaHei"/>
              </a:defRPr>
            </a:lvl3pPr>
            <a:lvl4pPr algn="l">
              <a:buNone/>
              <a:defRPr sz="1800" b="1">
                <a:solidFill>
                  <a:srgbClr val="208C9F"/>
                </a:solidFill>
                <a:latin typeface="Microsoft YaHei"/>
                <a:ea typeface="Microsoft YaHei"/>
                <a:cs typeface="Microsoft YaHei"/>
              </a:defRPr>
            </a:lvl4pPr>
            <a:lvl5pPr algn="l">
              <a:buNone/>
              <a:defRPr sz="1800" b="1">
                <a:solidFill>
                  <a:srgbClr val="208C9F"/>
                </a:solidFill>
                <a:latin typeface="Microsoft YaHei"/>
                <a:ea typeface="Microsoft YaHei"/>
                <a:cs typeface="Microsoft YaHei"/>
              </a:defRPr>
            </a:lvl5pPr>
            <a:lvl6pPr algn="l">
              <a:buNone/>
              <a:defRPr sz="1800" b="1">
                <a:solidFill>
                  <a:srgbClr val="208C9F"/>
                </a:solidFill>
                <a:latin typeface="Microsoft YaHei"/>
                <a:ea typeface="Microsoft YaHei"/>
                <a:cs typeface="Microsoft YaHei"/>
              </a:defRPr>
            </a:lvl6pPr>
            <a:lvl7pPr algn="l">
              <a:buNone/>
              <a:defRPr sz="1800" b="1">
                <a:solidFill>
                  <a:srgbClr val="208C9F"/>
                </a:solidFill>
                <a:latin typeface="Microsoft YaHei"/>
                <a:ea typeface="Microsoft YaHei"/>
                <a:cs typeface="Microsoft YaHei"/>
              </a:defRPr>
            </a:lvl7pPr>
            <a:lvl8pPr algn="l">
              <a:buNone/>
              <a:defRPr sz="1800" b="1">
                <a:solidFill>
                  <a:srgbClr val="208C9F"/>
                </a:solidFill>
                <a:latin typeface="Microsoft YaHei"/>
                <a:ea typeface="Microsoft YaHei"/>
                <a:cs typeface="Microsoft YaHei"/>
              </a:defRPr>
            </a:lvl8pPr>
            <a:lvl9pPr algn="l">
              <a:buNone/>
              <a:defRPr sz="1800" b="1">
                <a:solidFill>
                  <a:srgbClr val="208C9F"/>
                </a:solidFill>
                <a:latin typeface="Microsoft YaHei"/>
                <a:ea typeface="Microsoft YaHei"/>
                <a:cs typeface="Microsoft YaHei"/>
              </a:defRPr>
            </a:lvl9pPr>
          </a:lstStyle>
          <a:p xmlns:a="http://schemas.openxmlformats.org/drawingml/2006/main">
            <a:pPr algn="l">
              <a:lnSpc>
                <a:spcPct val="112000"/>
              </a:lnSpc>
              <a:buNone/>
              <a:defRPr sz="1800" b="1">
                <a:solidFill>
                  <a:srgbClr val="208C9F"/>
                </a:solidFill>
                <a:latin typeface="Microsoft YaHei"/>
                <a:ea typeface="Microsoft YaHei"/>
                <a:cs typeface="Microsoft YaHei"/>
              </a:defRPr>
            </a:pPr>
            <a:r>
              <a:rPr sz="1800" b="1">
                <a:solidFill>
                  <a:srgbClr val="208C9F"/>
                </a:solidFill>
                <a:latin typeface="Microsoft YaHei"/>
                <a:ea typeface="Microsoft YaHei"/>
                <a:cs typeface="Microsoft YaHei"/>
              </a:rPr>
              <a:t>T1  同槽换成卡 B</a:t>
            </a:r>
          </a:p>
        </p:txBody>
      </p:sp>
      <p:sp>
        <p:nvSpPr>
          <p:cNvPr id="13" name="text-38">
            <a:extLst xmlns:a="http://schemas.openxmlformats.org/drawingml/2006/main">
              <a:ext uri="{FF2B5EF4-FFF2-40B4-BE49-F238E27FC236}">
                <a16:creationId xmlns:a16="http://schemas.microsoft.com/office/drawing/2014/main" id="{1CBE7078-C33C-4DCA-A656-EAE95488C458}"/>
              </a:ext>
            </a:extLst>
          </p:cNvPr>
          <p:cNvSpPr>
            <a:spLocks xmlns:a="http://schemas.openxmlformats.org/drawingml/2006/main" noGrp="1"/>
          </p:cNvSpPr>
          <p:nvPr/>
        </p:nvSpPr>
        <p:spPr>
          <a:xfrm xmlns:a="http://schemas.openxmlformats.org/drawingml/2006/main">
            <a:off x="4572000" y="2609850"/>
            <a:ext cx="3048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17263A"/>
                </a:solidFill>
                <a:latin typeface="Microsoft YaHei"/>
                <a:ea typeface="Microsoft YaHei"/>
                <a:cs typeface="Microsoft YaHei"/>
              </a:defRPr>
            </a:defPPr>
            <a:lvl1pPr algn="l">
              <a:buNone/>
              <a:defRPr sz="1725" b="0">
                <a:solidFill>
                  <a:srgbClr val="17263A"/>
                </a:solidFill>
                <a:latin typeface="Microsoft YaHei"/>
                <a:ea typeface="Microsoft YaHei"/>
                <a:cs typeface="Microsoft YaHei"/>
              </a:defRPr>
            </a:lvl1pPr>
            <a:lvl2pPr algn="l">
              <a:buNone/>
              <a:defRPr sz="1725" b="0">
                <a:solidFill>
                  <a:srgbClr val="17263A"/>
                </a:solidFill>
                <a:latin typeface="Microsoft YaHei"/>
                <a:ea typeface="Microsoft YaHei"/>
                <a:cs typeface="Microsoft YaHei"/>
              </a:defRPr>
            </a:lvl2pPr>
            <a:lvl3pPr algn="l">
              <a:buNone/>
              <a:defRPr sz="1725" b="0">
                <a:solidFill>
                  <a:srgbClr val="17263A"/>
                </a:solidFill>
                <a:latin typeface="Microsoft YaHei"/>
                <a:ea typeface="Microsoft YaHei"/>
                <a:cs typeface="Microsoft YaHei"/>
              </a:defRPr>
            </a:lvl3pPr>
            <a:lvl4pPr algn="l">
              <a:buNone/>
              <a:defRPr sz="1725" b="0">
                <a:solidFill>
                  <a:srgbClr val="17263A"/>
                </a:solidFill>
                <a:latin typeface="Microsoft YaHei"/>
                <a:ea typeface="Microsoft YaHei"/>
                <a:cs typeface="Microsoft YaHei"/>
              </a:defRPr>
            </a:lvl4pPr>
            <a:lvl5pPr algn="l">
              <a:buNone/>
              <a:defRPr sz="1725" b="0">
                <a:solidFill>
                  <a:srgbClr val="17263A"/>
                </a:solidFill>
                <a:latin typeface="Microsoft YaHei"/>
                <a:ea typeface="Microsoft YaHei"/>
                <a:cs typeface="Microsoft YaHei"/>
              </a:defRPr>
            </a:lvl5pPr>
            <a:lvl6pPr algn="l">
              <a:buNone/>
              <a:defRPr sz="1725" b="0">
                <a:solidFill>
                  <a:srgbClr val="17263A"/>
                </a:solidFill>
                <a:latin typeface="Microsoft YaHei"/>
                <a:ea typeface="Microsoft YaHei"/>
                <a:cs typeface="Microsoft YaHei"/>
              </a:defRPr>
            </a:lvl6pPr>
            <a:lvl7pPr algn="l">
              <a:buNone/>
              <a:defRPr sz="1725" b="0">
                <a:solidFill>
                  <a:srgbClr val="17263A"/>
                </a:solidFill>
                <a:latin typeface="Microsoft YaHei"/>
                <a:ea typeface="Microsoft YaHei"/>
                <a:cs typeface="Microsoft YaHei"/>
              </a:defRPr>
            </a:lvl7pPr>
            <a:lvl8pPr algn="l">
              <a:buNone/>
              <a:defRPr sz="1725" b="0">
                <a:solidFill>
                  <a:srgbClr val="17263A"/>
                </a:solidFill>
                <a:latin typeface="Microsoft YaHei"/>
                <a:ea typeface="Microsoft YaHei"/>
                <a:cs typeface="Microsoft YaHei"/>
              </a:defRPr>
            </a:lvl8pPr>
            <a:lvl9pPr algn="l">
              <a:buNone/>
              <a:defRPr sz="1725" b="0">
                <a:solidFill>
                  <a:srgbClr val="17263A"/>
                </a:solidFill>
                <a:latin typeface="Microsoft YaHei"/>
                <a:ea typeface="Microsoft YaHei"/>
                <a:cs typeface="Microsoft YaHei"/>
              </a:defRPr>
            </a:lvl9pPr>
          </a:lstStyle>
          <a:p xmlns:a="http://schemas.openxmlformats.org/drawingml/2006/main">
            <a:pPr algn="l">
              <a:lnSpc>
                <a:spcPct val="112000"/>
              </a:lnSpc>
              <a:buNone/>
              <a:defRPr sz="1725" b="0">
                <a:solidFill>
                  <a:srgbClr val="17263A"/>
                </a:solidFill>
                <a:latin typeface="Microsoft YaHei"/>
                <a:ea typeface="Microsoft YaHei"/>
                <a:cs typeface="Microsoft YaHei"/>
              </a:defRPr>
            </a:pPr>
            <a:r>
              <a:rPr sz="1725" b="0">
                <a:solidFill>
                  <a:srgbClr val="17263A"/>
                </a:solidFill>
                <a:latin typeface="Microsoft YaHei"/>
                <a:ea typeface="Microsoft YaHei"/>
                <a:cs typeface="Microsoft YaHei"/>
              </a:rPr>
              <a:t>位置仍为 slot 0</a:t>
            </a:r>
          </a:p>
          <a:p xmlns:a="http://schemas.openxmlformats.org/drawingml/2006/main">
            <a:pPr algn="l">
              <a:lnSpc>
                <a:spcPct val="112000"/>
              </a:lnSpc>
              <a:buNone/>
              <a:defRPr sz="1725" b="0">
                <a:solidFill>
                  <a:srgbClr val="17263A"/>
                </a:solidFill>
                <a:latin typeface="Microsoft YaHei"/>
                <a:ea typeface="Microsoft YaHei"/>
                <a:cs typeface="Microsoft YaHei"/>
              </a:defRPr>
            </a:pPr>
            <a:r>
              <a:rPr sz="1725" b="0">
                <a:solidFill>
                  <a:srgbClr val="17263A"/>
                </a:solidFill>
                <a:latin typeface="Microsoft YaHei"/>
                <a:ea typeface="Microsoft YaHei"/>
                <a:cs typeface="Microsoft YaHei"/>
              </a:rPr>
              <a:t>会话 B，开始自己的加载</a:t>
            </a:r>
          </a:p>
          <a:p xmlns:a="http://schemas.openxmlformats.org/drawingml/2006/main">
            <a:pPr algn="l">
              <a:lnSpc>
                <a:spcPct val="112000"/>
              </a:lnSpc>
              <a:buNone/>
              <a:defRPr sz="1725" b="0">
                <a:solidFill>
                  <a:srgbClr val="17263A"/>
                </a:solidFill>
                <a:latin typeface="Microsoft YaHei"/>
                <a:ea typeface="Microsoft YaHei"/>
                <a:cs typeface="Microsoft YaHei"/>
              </a:defRPr>
            </a:pPr>
            <a:r>
              <a:rPr sz="1725" b="0">
                <a:solidFill>
                  <a:srgbClr val="17263A"/>
                </a:solidFill>
                <a:latin typeface="Microsoft YaHei"/>
                <a:ea typeface="Microsoft YaHei"/>
                <a:cs typeface="Microsoft YaHei"/>
              </a:rPr>
              <a:t>A 的请求仍可能在途</a:t>
            </a:r>
          </a:p>
        </p:txBody>
      </p:sp>
      <p:sp>
        <p:nvSpPr>
          <p:cNvPr id="14" name="case-late-39">
            <a:extLst xmlns:a="http://schemas.openxmlformats.org/drawingml/2006/main">
              <a:ext uri="{FF2B5EF4-FFF2-40B4-BE49-F238E27FC236}">
                <a16:creationId xmlns:a16="http://schemas.microsoft.com/office/drawing/2014/main" id="{05067D16-2630-46FD-9625-D6BBABDF188F}"/>
              </a:ext>
            </a:extLst>
          </p:cNvPr>
          <p:cNvSpPr>
            <a:spLocks xmlns:a="http://schemas.openxmlformats.org/drawingml/2006/main" noGrp="1"/>
          </p:cNvSpPr>
          <p:nvPr/>
        </p:nvSpPr>
        <p:spPr>
          <a:xfrm xmlns:a="http://schemas.openxmlformats.org/drawingml/2006/main">
            <a:off x="8343900" y="2162175"/>
            <a:ext cx="3352800" cy="1666875"/>
          </a:xfrm>
          <a:prstGeom xmlns:a="http://schemas.openxmlformats.org/drawingml/2006/main" prst="rect">
            <a:avLst/>
          </a:prstGeom>
          <a:solidFill xmlns:a="http://schemas.openxmlformats.org/drawingml/2006/main">
            <a:srgbClr val="FFFFFF"/>
          </a:solidFill>
          <a:ln xmlns:a="http://schemas.openxmlformats.org/drawingml/2006/main" w="12383">
            <a:solidFill>
              <a:srgbClr val="C34449"/>
            </a:solidFill>
            <a:prstDash val="solid"/>
          </a:ln>
        </p:spPr>
      </p:sp>
      <p:sp>
        <p:nvSpPr>
          <p:cNvPr id="15" name="text-40">
            <a:extLst xmlns:a="http://schemas.openxmlformats.org/drawingml/2006/main">
              <a:ext uri="{FF2B5EF4-FFF2-40B4-BE49-F238E27FC236}">
                <a16:creationId xmlns:a16="http://schemas.microsoft.com/office/drawing/2014/main" id="{5683A9A3-0ED9-4FE3-9B99-CE62DA8405E9}"/>
              </a:ext>
            </a:extLst>
          </p:cNvPr>
          <p:cNvSpPr>
            <a:spLocks xmlns:a="http://schemas.openxmlformats.org/drawingml/2006/main" noGrp="1"/>
          </p:cNvSpPr>
          <p:nvPr/>
        </p:nvSpPr>
        <p:spPr>
          <a:xfrm xmlns:a="http://schemas.openxmlformats.org/drawingml/2006/main">
            <a:off x="8496300" y="2276475"/>
            <a:ext cx="3048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C34449"/>
                </a:solidFill>
                <a:latin typeface="Microsoft YaHei"/>
                <a:ea typeface="Microsoft YaHei"/>
                <a:cs typeface="Microsoft YaHei"/>
              </a:defRPr>
            </a:defPPr>
            <a:lvl1pPr algn="l">
              <a:buNone/>
              <a:defRPr sz="1800" b="1">
                <a:solidFill>
                  <a:srgbClr val="C34449"/>
                </a:solidFill>
                <a:latin typeface="Microsoft YaHei"/>
                <a:ea typeface="Microsoft YaHei"/>
                <a:cs typeface="Microsoft YaHei"/>
              </a:defRPr>
            </a:lvl1pPr>
            <a:lvl2pPr algn="l">
              <a:buNone/>
              <a:defRPr sz="1800" b="1">
                <a:solidFill>
                  <a:srgbClr val="C34449"/>
                </a:solidFill>
                <a:latin typeface="Microsoft YaHei"/>
                <a:ea typeface="Microsoft YaHei"/>
                <a:cs typeface="Microsoft YaHei"/>
              </a:defRPr>
            </a:lvl2pPr>
            <a:lvl3pPr algn="l">
              <a:buNone/>
              <a:defRPr sz="1800" b="1">
                <a:solidFill>
                  <a:srgbClr val="C34449"/>
                </a:solidFill>
                <a:latin typeface="Microsoft YaHei"/>
                <a:ea typeface="Microsoft YaHei"/>
                <a:cs typeface="Microsoft YaHei"/>
              </a:defRPr>
            </a:lvl3pPr>
            <a:lvl4pPr algn="l">
              <a:buNone/>
              <a:defRPr sz="1800" b="1">
                <a:solidFill>
                  <a:srgbClr val="C34449"/>
                </a:solidFill>
                <a:latin typeface="Microsoft YaHei"/>
                <a:ea typeface="Microsoft YaHei"/>
                <a:cs typeface="Microsoft YaHei"/>
              </a:defRPr>
            </a:lvl4pPr>
            <a:lvl5pPr algn="l">
              <a:buNone/>
              <a:defRPr sz="1800" b="1">
                <a:solidFill>
                  <a:srgbClr val="C34449"/>
                </a:solidFill>
                <a:latin typeface="Microsoft YaHei"/>
                <a:ea typeface="Microsoft YaHei"/>
                <a:cs typeface="Microsoft YaHei"/>
              </a:defRPr>
            </a:lvl5pPr>
            <a:lvl6pPr algn="l">
              <a:buNone/>
              <a:defRPr sz="1800" b="1">
                <a:solidFill>
                  <a:srgbClr val="C34449"/>
                </a:solidFill>
                <a:latin typeface="Microsoft YaHei"/>
                <a:ea typeface="Microsoft YaHei"/>
                <a:cs typeface="Microsoft YaHei"/>
              </a:defRPr>
            </a:lvl6pPr>
            <a:lvl7pPr algn="l">
              <a:buNone/>
              <a:defRPr sz="1800" b="1">
                <a:solidFill>
                  <a:srgbClr val="C34449"/>
                </a:solidFill>
                <a:latin typeface="Microsoft YaHei"/>
                <a:ea typeface="Microsoft YaHei"/>
                <a:cs typeface="Microsoft YaHei"/>
              </a:defRPr>
            </a:lvl7pPr>
            <a:lvl8pPr algn="l">
              <a:buNone/>
              <a:defRPr sz="1800" b="1">
                <a:solidFill>
                  <a:srgbClr val="C34449"/>
                </a:solidFill>
                <a:latin typeface="Microsoft YaHei"/>
                <a:ea typeface="Microsoft YaHei"/>
                <a:cs typeface="Microsoft YaHei"/>
              </a:defRPr>
            </a:lvl8pPr>
            <a:lvl9pPr algn="l">
              <a:buNone/>
              <a:defRPr sz="1800" b="1">
                <a:solidFill>
                  <a:srgbClr val="C34449"/>
                </a:solidFill>
                <a:latin typeface="Microsoft YaHei"/>
                <a:ea typeface="Microsoft YaHei"/>
                <a:cs typeface="Microsoft YaHei"/>
              </a:defRPr>
            </a:lvl9pPr>
          </a:lstStyle>
          <a:p xmlns:a="http://schemas.openxmlformats.org/drawingml/2006/main">
            <a:pPr algn="l">
              <a:lnSpc>
                <a:spcPct val="112000"/>
              </a:lnSpc>
              <a:buNone/>
              <a:defRPr sz="1800" b="1">
                <a:solidFill>
                  <a:srgbClr val="C34449"/>
                </a:solidFill>
                <a:latin typeface="Microsoft YaHei"/>
                <a:ea typeface="Microsoft YaHei"/>
                <a:cs typeface="Microsoft YaHei"/>
              </a:defRPr>
            </a:pPr>
            <a:r>
              <a:rPr sz="1800" b="1">
                <a:solidFill>
                  <a:srgbClr val="C34449"/>
                </a:solidFill>
                <a:latin typeface="Microsoft YaHei"/>
                <a:ea typeface="Microsoft YaHei"/>
                <a:cs typeface="Microsoft YaHei"/>
              </a:rPr>
              <a:t>T2  A 的 a1 迟到</a:t>
            </a:r>
          </a:p>
        </p:txBody>
      </p:sp>
      <p:sp>
        <p:nvSpPr>
          <p:cNvPr id="16" name="text-41">
            <a:extLst xmlns:a="http://schemas.openxmlformats.org/drawingml/2006/main">
              <a:ext uri="{FF2B5EF4-FFF2-40B4-BE49-F238E27FC236}">
                <a16:creationId xmlns:a16="http://schemas.microsoft.com/office/drawing/2014/main" id="{13A989BC-86AD-4AAC-BBFC-6E961A9A3212}"/>
              </a:ext>
            </a:extLst>
          </p:cNvPr>
          <p:cNvSpPr>
            <a:spLocks xmlns:a="http://schemas.openxmlformats.org/drawingml/2006/main" noGrp="1"/>
          </p:cNvSpPr>
          <p:nvPr/>
        </p:nvSpPr>
        <p:spPr>
          <a:xfrm xmlns:a="http://schemas.openxmlformats.org/drawingml/2006/main">
            <a:off x="8496300" y="2609850"/>
            <a:ext cx="3048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17263A"/>
                </a:solidFill>
                <a:latin typeface="Microsoft YaHei"/>
                <a:ea typeface="Microsoft YaHei"/>
                <a:cs typeface="Microsoft YaHei"/>
              </a:defRPr>
            </a:defPPr>
            <a:lvl1pPr algn="l">
              <a:buNone/>
              <a:defRPr sz="1725" b="0">
                <a:solidFill>
                  <a:srgbClr val="17263A"/>
                </a:solidFill>
                <a:latin typeface="Microsoft YaHei"/>
                <a:ea typeface="Microsoft YaHei"/>
                <a:cs typeface="Microsoft YaHei"/>
              </a:defRPr>
            </a:lvl1pPr>
            <a:lvl2pPr algn="l">
              <a:buNone/>
              <a:defRPr sz="1725" b="0">
                <a:solidFill>
                  <a:srgbClr val="17263A"/>
                </a:solidFill>
                <a:latin typeface="Microsoft YaHei"/>
                <a:ea typeface="Microsoft YaHei"/>
                <a:cs typeface="Microsoft YaHei"/>
              </a:defRPr>
            </a:lvl2pPr>
            <a:lvl3pPr algn="l">
              <a:buNone/>
              <a:defRPr sz="1725" b="0">
                <a:solidFill>
                  <a:srgbClr val="17263A"/>
                </a:solidFill>
                <a:latin typeface="Microsoft YaHei"/>
                <a:ea typeface="Microsoft YaHei"/>
                <a:cs typeface="Microsoft YaHei"/>
              </a:defRPr>
            </a:lvl3pPr>
            <a:lvl4pPr algn="l">
              <a:buNone/>
              <a:defRPr sz="1725" b="0">
                <a:solidFill>
                  <a:srgbClr val="17263A"/>
                </a:solidFill>
                <a:latin typeface="Microsoft YaHei"/>
                <a:ea typeface="Microsoft YaHei"/>
                <a:cs typeface="Microsoft YaHei"/>
              </a:defRPr>
            </a:lvl4pPr>
            <a:lvl5pPr algn="l">
              <a:buNone/>
              <a:defRPr sz="1725" b="0">
                <a:solidFill>
                  <a:srgbClr val="17263A"/>
                </a:solidFill>
                <a:latin typeface="Microsoft YaHei"/>
                <a:ea typeface="Microsoft YaHei"/>
                <a:cs typeface="Microsoft YaHei"/>
              </a:defRPr>
            </a:lvl5pPr>
            <a:lvl6pPr algn="l">
              <a:buNone/>
              <a:defRPr sz="1725" b="0">
                <a:solidFill>
                  <a:srgbClr val="17263A"/>
                </a:solidFill>
                <a:latin typeface="Microsoft YaHei"/>
                <a:ea typeface="Microsoft YaHei"/>
                <a:cs typeface="Microsoft YaHei"/>
              </a:defRPr>
            </a:lvl6pPr>
            <a:lvl7pPr algn="l">
              <a:buNone/>
              <a:defRPr sz="1725" b="0">
                <a:solidFill>
                  <a:srgbClr val="17263A"/>
                </a:solidFill>
                <a:latin typeface="Microsoft YaHei"/>
                <a:ea typeface="Microsoft YaHei"/>
                <a:cs typeface="Microsoft YaHei"/>
              </a:defRPr>
            </a:lvl7pPr>
            <a:lvl8pPr algn="l">
              <a:buNone/>
              <a:defRPr sz="1725" b="0">
                <a:solidFill>
                  <a:srgbClr val="17263A"/>
                </a:solidFill>
                <a:latin typeface="Microsoft YaHei"/>
                <a:ea typeface="Microsoft YaHei"/>
                <a:cs typeface="Microsoft YaHei"/>
              </a:defRPr>
            </a:lvl8pPr>
            <a:lvl9pPr algn="l">
              <a:buNone/>
              <a:defRPr sz="1725" b="0">
                <a:solidFill>
                  <a:srgbClr val="17263A"/>
                </a:solidFill>
                <a:latin typeface="Microsoft YaHei"/>
                <a:ea typeface="Microsoft YaHei"/>
                <a:cs typeface="Microsoft YaHei"/>
              </a:defRPr>
            </a:lvl9pPr>
          </a:lstStyle>
          <a:p xmlns:a="http://schemas.openxmlformats.org/drawingml/2006/main">
            <a:pPr algn="l">
              <a:lnSpc>
                <a:spcPct val="112000"/>
              </a:lnSpc>
              <a:buNone/>
              <a:defRPr sz="1725" b="0">
                <a:solidFill>
                  <a:srgbClr val="17263A"/>
                </a:solidFill>
                <a:latin typeface="Microsoft YaHei"/>
                <a:ea typeface="Microsoft YaHei"/>
                <a:cs typeface="Microsoft YaHei"/>
              </a:defRPr>
            </a:pPr>
            <a:r>
              <a:rPr sz="1725" b="0">
                <a:solidFill>
                  <a:srgbClr val="17263A"/>
                </a:solidFill>
                <a:latin typeface="Microsoft YaHei"/>
                <a:ea typeface="Microsoft YaHei"/>
                <a:cs typeface="Microsoft YaHei"/>
              </a:rPr>
              <a:t>响应能关联到原请求</a:t>
            </a:r>
          </a:p>
          <a:p xmlns:a="http://schemas.openxmlformats.org/drawingml/2006/main">
            <a:pPr algn="l">
              <a:lnSpc>
                <a:spcPct val="112000"/>
              </a:lnSpc>
              <a:buNone/>
              <a:defRPr sz="1725" b="0">
                <a:solidFill>
                  <a:srgbClr val="17263A"/>
                </a:solidFill>
                <a:latin typeface="Microsoft YaHei"/>
                <a:ea typeface="Microsoft YaHei"/>
                <a:cs typeface="Microsoft YaHei"/>
              </a:defRPr>
            </a:pPr>
            <a:r>
              <a:rPr sz="1725" b="0">
                <a:solidFill>
                  <a:srgbClr val="17263A"/>
                </a:solidFill>
                <a:latin typeface="Microsoft YaHei"/>
                <a:ea typeface="Microsoft YaHei"/>
                <a:cs typeface="Microsoft YaHei"/>
              </a:rPr>
              <a:t>但当前运行对象已是 B</a:t>
            </a:r>
          </a:p>
          <a:p xmlns:a="http://schemas.openxmlformats.org/drawingml/2006/main">
            <a:pPr algn="l">
              <a:lnSpc>
                <a:spcPct val="112000"/>
              </a:lnSpc>
              <a:buNone/>
              <a:defRPr sz="1725" b="0">
                <a:solidFill>
                  <a:srgbClr val="17263A"/>
                </a:solidFill>
                <a:latin typeface="Microsoft YaHei"/>
                <a:ea typeface="Microsoft YaHei"/>
                <a:cs typeface="Microsoft YaHei"/>
              </a:defRPr>
            </a:pPr>
            <a:r>
              <a:rPr sz="1725" b="0">
                <a:solidFill>
                  <a:srgbClr val="17263A"/>
                </a:solidFill>
                <a:latin typeface="Microsoft YaHei"/>
                <a:ea typeface="Microsoft YaHei"/>
                <a:cs typeface="Microsoft YaHei"/>
              </a:rPr>
              <a:t>是否允许写当前数据？</a:t>
            </a:r>
          </a:p>
        </p:txBody>
      </p:sp>
      <p:sp>
        <p:nvSpPr>
          <p:cNvPr id="19" name="text-42">
            <a:extLst xmlns:a="http://schemas.openxmlformats.org/drawingml/2006/main">
              <a:ext uri="{FF2B5EF4-FFF2-40B4-BE49-F238E27FC236}">
                <a16:creationId xmlns:a16="http://schemas.microsoft.com/office/drawing/2014/main" id="{85D500A8-46D4-46CD-8B0C-CB14AAFBB879}"/>
              </a:ext>
            </a:extLst>
          </p:cNvPr>
          <p:cNvSpPr>
            <a:spLocks xmlns:a="http://schemas.openxmlformats.org/drawingml/2006/main" noGrp="1"/>
          </p:cNvSpPr>
          <p:nvPr/>
        </p:nvSpPr>
        <p:spPr>
          <a:xfrm xmlns:a="http://schemas.openxmlformats.org/drawingml/2006/main">
            <a:off x="495300" y="4257675"/>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250" b="1">
                <a:solidFill>
                  <a:srgbClr val="081426"/>
                </a:solidFill>
                <a:latin typeface="Microsoft YaHei"/>
                <a:ea typeface="Microsoft YaHei"/>
                <a:cs typeface="Microsoft YaHei"/>
              </a:defRPr>
            </a:defPPr>
            <a:lvl1pPr algn="l">
              <a:buNone/>
              <a:defRPr sz="2250" b="1">
                <a:solidFill>
                  <a:srgbClr val="081426"/>
                </a:solidFill>
                <a:latin typeface="Microsoft YaHei"/>
                <a:ea typeface="Microsoft YaHei"/>
                <a:cs typeface="Microsoft YaHei"/>
              </a:defRPr>
            </a:lvl1pPr>
            <a:lvl2pPr algn="l">
              <a:buNone/>
              <a:defRPr sz="2250" b="1">
                <a:solidFill>
                  <a:srgbClr val="081426"/>
                </a:solidFill>
                <a:latin typeface="Microsoft YaHei"/>
                <a:ea typeface="Microsoft YaHei"/>
                <a:cs typeface="Microsoft YaHei"/>
              </a:defRPr>
            </a:lvl2pPr>
            <a:lvl3pPr algn="l">
              <a:buNone/>
              <a:defRPr sz="2250" b="1">
                <a:solidFill>
                  <a:srgbClr val="081426"/>
                </a:solidFill>
                <a:latin typeface="Microsoft YaHei"/>
                <a:ea typeface="Microsoft YaHei"/>
                <a:cs typeface="Microsoft YaHei"/>
              </a:defRPr>
            </a:lvl3pPr>
            <a:lvl4pPr algn="l">
              <a:buNone/>
              <a:defRPr sz="2250" b="1">
                <a:solidFill>
                  <a:srgbClr val="081426"/>
                </a:solidFill>
                <a:latin typeface="Microsoft YaHei"/>
                <a:ea typeface="Microsoft YaHei"/>
                <a:cs typeface="Microsoft YaHei"/>
              </a:defRPr>
            </a:lvl4pPr>
            <a:lvl5pPr algn="l">
              <a:buNone/>
              <a:defRPr sz="2250" b="1">
                <a:solidFill>
                  <a:srgbClr val="081426"/>
                </a:solidFill>
                <a:latin typeface="Microsoft YaHei"/>
                <a:ea typeface="Microsoft YaHei"/>
                <a:cs typeface="Microsoft YaHei"/>
              </a:defRPr>
            </a:lvl5pPr>
            <a:lvl6pPr algn="l">
              <a:buNone/>
              <a:defRPr sz="2250" b="1">
                <a:solidFill>
                  <a:srgbClr val="081426"/>
                </a:solidFill>
                <a:latin typeface="Microsoft YaHei"/>
                <a:ea typeface="Microsoft YaHei"/>
                <a:cs typeface="Microsoft YaHei"/>
              </a:defRPr>
            </a:lvl6pPr>
            <a:lvl7pPr algn="l">
              <a:buNone/>
              <a:defRPr sz="2250" b="1">
                <a:solidFill>
                  <a:srgbClr val="081426"/>
                </a:solidFill>
                <a:latin typeface="Microsoft YaHei"/>
                <a:ea typeface="Microsoft YaHei"/>
                <a:cs typeface="Microsoft YaHei"/>
              </a:defRPr>
            </a:lvl7pPr>
            <a:lvl8pPr algn="l">
              <a:buNone/>
              <a:defRPr sz="2250" b="1">
                <a:solidFill>
                  <a:srgbClr val="081426"/>
                </a:solidFill>
                <a:latin typeface="Microsoft YaHei"/>
                <a:ea typeface="Microsoft YaHei"/>
                <a:cs typeface="Microsoft YaHei"/>
              </a:defRPr>
            </a:lvl8pPr>
            <a:lvl9pPr algn="l">
              <a:buNone/>
              <a:defRPr sz="2250" b="1">
                <a:solidFill>
                  <a:srgbClr val="081426"/>
                </a:solidFill>
                <a:latin typeface="Microsoft YaHei"/>
                <a:ea typeface="Microsoft YaHei"/>
                <a:cs typeface="Microsoft YaHei"/>
              </a:defRPr>
            </a:lvl9pPr>
          </a:lstStyle>
          <a:p xmlns:a="http://schemas.openxmlformats.org/drawingml/2006/main">
            <a:pPr algn="l">
              <a:lnSpc>
                <a:spcPct val="112000"/>
              </a:lnSpc>
              <a:buNone/>
              <a:defRPr sz="2250" b="1">
                <a:solidFill>
                  <a:srgbClr val="081426"/>
                </a:solidFill>
                <a:latin typeface="Microsoft YaHei"/>
                <a:ea typeface="Microsoft YaHei"/>
                <a:cs typeface="Microsoft YaHei"/>
              </a:defRPr>
            </a:pPr>
            <a:r>
              <a:rPr sz="2250" b="1">
                <a:solidFill>
                  <a:srgbClr val="081426"/>
                </a:solidFill>
                <a:latin typeface="Microsoft YaHei"/>
                <a:ea typeface="Microsoft YaHei"/>
                <a:cs typeface="Microsoft YaHei"/>
              </a:rPr>
              <a:t>位置没有变化，当前运行会话已经变化</a:t>
            </a:r>
          </a:p>
        </p:txBody>
      </p:sp>
      <p:sp>
        <p:nvSpPr>
          <p:cNvPr id="20" name="text-43">
            <a:extLst xmlns:a="http://schemas.openxmlformats.org/drawingml/2006/main">
              <a:ext uri="{FF2B5EF4-FFF2-40B4-BE49-F238E27FC236}">
                <a16:creationId xmlns:a16="http://schemas.microsoft.com/office/drawing/2014/main" id="{DF5EF9A1-CEDE-4298-B2C7-F214EEBB5F32}"/>
              </a:ext>
            </a:extLst>
          </p:cNvPr>
          <p:cNvSpPr>
            <a:spLocks xmlns:a="http://schemas.openxmlformats.org/drawingml/2006/main" noGrp="1"/>
          </p:cNvSpPr>
          <p:nvPr/>
        </p:nvSpPr>
        <p:spPr>
          <a:xfrm xmlns:a="http://schemas.openxmlformats.org/drawingml/2006/main">
            <a:off x="495300" y="4876800"/>
            <a:ext cx="3581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buNone/>
              <a:defRPr sz="1575" b="1">
                <a:solidFill>
                  <a:srgbClr val="246AB8"/>
                </a:solidFill>
                <a:latin typeface="Microsoft YaHei"/>
                <a:ea typeface="Microsoft YaHei"/>
                <a:cs typeface="Microsoft YaHei"/>
              </a:defRPr>
            </a:lvl1pPr>
            <a:lvl2pPr algn="l">
              <a:buNone/>
              <a:defRPr sz="1575" b="1">
                <a:solidFill>
                  <a:srgbClr val="246AB8"/>
                </a:solidFill>
                <a:latin typeface="Microsoft YaHei"/>
                <a:ea typeface="Microsoft YaHei"/>
                <a:cs typeface="Microsoft YaHei"/>
              </a:defRPr>
            </a:lvl2pPr>
            <a:lvl3pPr algn="l">
              <a:buNone/>
              <a:defRPr sz="1575" b="1">
                <a:solidFill>
                  <a:srgbClr val="246AB8"/>
                </a:solidFill>
                <a:latin typeface="Microsoft YaHei"/>
                <a:ea typeface="Microsoft YaHei"/>
                <a:cs typeface="Microsoft YaHei"/>
              </a:defRPr>
            </a:lvl3pPr>
            <a:lvl4pPr algn="l">
              <a:buNone/>
              <a:defRPr sz="1575" b="1">
                <a:solidFill>
                  <a:srgbClr val="246AB8"/>
                </a:solidFill>
                <a:latin typeface="Microsoft YaHei"/>
                <a:ea typeface="Microsoft YaHei"/>
                <a:cs typeface="Microsoft YaHei"/>
              </a:defRPr>
            </a:lvl4pPr>
            <a:lvl5pPr algn="l">
              <a:buNone/>
              <a:defRPr sz="1575" b="1">
                <a:solidFill>
                  <a:srgbClr val="246AB8"/>
                </a:solidFill>
                <a:latin typeface="Microsoft YaHei"/>
                <a:ea typeface="Microsoft YaHei"/>
                <a:cs typeface="Microsoft YaHei"/>
              </a:defRPr>
            </a:lvl5pPr>
            <a:lvl6pPr algn="l">
              <a:buNone/>
              <a:defRPr sz="1575" b="1">
                <a:solidFill>
                  <a:srgbClr val="246AB8"/>
                </a:solidFill>
                <a:latin typeface="Microsoft YaHei"/>
                <a:ea typeface="Microsoft YaHei"/>
                <a:cs typeface="Microsoft YaHei"/>
              </a:defRPr>
            </a:lvl6pPr>
            <a:lvl7pPr algn="l">
              <a:buNone/>
              <a:defRPr sz="1575" b="1">
                <a:solidFill>
                  <a:srgbClr val="246AB8"/>
                </a:solidFill>
                <a:latin typeface="Microsoft YaHei"/>
                <a:ea typeface="Microsoft YaHei"/>
                <a:cs typeface="Microsoft YaHei"/>
              </a:defRPr>
            </a:lvl7pPr>
            <a:lvl8pPr algn="l">
              <a:buNone/>
              <a:defRPr sz="1575" b="1">
                <a:solidFill>
                  <a:srgbClr val="246AB8"/>
                </a:solidFill>
                <a:latin typeface="Microsoft YaHei"/>
                <a:ea typeface="Microsoft YaHei"/>
                <a:cs typeface="Microsoft YaHei"/>
              </a:defRPr>
            </a:lvl8pPr>
            <a:lvl9pPr algn="l">
              <a:buNone/>
              <a:defRPr sz="1575" b="1">
                <a:solidFill>
                  <a:srgbClr val="246AB8"/>
                </a:solidFill>
                <a:latin typeface="Microsoft YaHei"/>
                <a:ea typeface="Microsoft YaHei"/>
                <a:cs typeface="Microsoft YaHei"/>
              </a:defRPr>
            </a:lvl9pPr>
          </a:lstStyle>
          <a:p xmlns:a="http://schemas.openxmlformats.org/drawingml/2006/main">
            <a:pPr algn="l">
              <a:lnSpc>
                <a:spcPct val="11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缓存</a:t>
            </a:r>
          </a:p>
        </p:txBody>
      </p:sp>
      <p:sp>
        <p:nvSpPr>
          <p:cNvPr id="21" name="text-44">
            <a:extLst xmlns:a="http://schemas.openxmlformats.org/drawingml/2006/main">
              <a:ext uri="{FF2B5EF4-FFF2-40B4-BE49-F238E27FC236}">
                <a16:creationId xmlns:a16="http://schemas.microsoft.com/office/drawing/2014/main" id="{4BA1EDFC-D004-4D99-A96A-A9A3738D37DB}"/>
              </a:ext>
            </a:extLst>
          </p:cNvPr>
          <p:cNvSpPr>
            <a:spLocks xmlns:a="http://schemas.openxmlformats.org/drawingml/2006/main" noGrp="1"/>
          </p:cNvSpPr>
          <p:nvPr/>
        </p:nvSpPr>
        <p:spPr>
          <a:xfrm xmlns:a="http://schemas.openxmlformats.org/drawingml/2006/main">
            <a:off x="495300" y="5238750"/>
            <a:ext cx="358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17263A"/>
                </a:solidFill>
                <a:latin typeface="Microsoft YaHei"/>
                <a:ea typeface="Microsoft YaHei"/>
                <a:cs typeface="Microsoft YaHei"/>
              </a:defRPr>
            </a:defPPr>
            <a:lvl1pPr algn="l">
              <a:buNone/>
              <a:defRPr sz="1650" b="0">
                <a:solidFill>
                  <a:srgbClr val="17263A"/>
                </a:solidFill>
                <a:latin typeface="Microsoft YaHei"/>
                <a:ea typeface="Microsoft YaHei"/>
                <a:cs typeface="Microsoft YaHei"/>
              </a:defRPr>
            </a:lvl1pPr>
            <a:lvl2pPr algn="l">
              <a:buNone/>
              <a:defRPr sz="1650" b="0">
                <a:solidFill>
                  <a:srgbClr val="17263A"/>
                </a:solidFill>
                <a:latin typeface="Microsoft YaHei"/>
                <a:ea typeface="Microsoft YaHei"/>
                <a:cs typeface="Microsoft YaHei"/>
              </a:defRPr>
            </a:lvl2pPr>
            <a:lvl3pPr algn="l">
              <a:buNone/>
              <a:defRPr sz="1650" b="0">
                <a:solidFill>
                  <a:srgbClr val="17263A"/>
                </a:solidFill>
                <a:latin typeface="Microsoft YaHei"/>
                <a:ea typeface="Microsoft YaHei"/>
                <a:cs typeface="Microsoft YaHei"/>
              </a:defRPr>
            </a:lvl3pPr>
            <a:lvl4pPr algn="l">
              <a:buNone/>
              <a:defRPr sz="1650" b="0">
                <a:solidFill>
                  <a:srgbClr val="17263A"/>
                </a:solidFill>
                <a:latin typeface="Microsoft YaHei"/>
                <a:ea typeface="Microsoft YaHei"/>
                <a:cs typeface="Microsoft YaHei"/>
              </a:defRPr>
            </a:lvl4pPr>
            <a:lvl5pPr algn="l">
              <a:buNone/>
              <a:defRPr sz="1650" b="0">
                <a:solidFill>
                  <a:srgbClr val="17263A"/>
                </a:solidFill>
                <a:latin typeface="Microsoft YaHei"/>
                <a:ea typeface="Microsoft YaHei"/>
                <a:cs typeface="Microsoft YaHei"/>
              </a:defRPr>
            </a:lvl5pPr>
            <a:lvl6pPr algn="l">
              <a:buNone/>
              <a:defRPr sz="1650" b="0">
                <a:solidFill>
                  <a:srgbClr val="17263A"/>
                </a:solidFill>
                <a:latin typeface="Microsoft YaHei"/>
                <a:ea typeface="Microsoft YaHei"/>
                <a:cs typeface="Microsoft YaHei"/>
              </a:defRPr>
            </a:lvl6pPr>
            <a:lvl7pPr algn="l">
              <a:buNone/>
              <a:defRPr sz="1650" b="0">
                <a:solidFill>
                  <a:srgbClr val="17263A"/>
                </a:solidFill>
                <a:latin typeface="Microsoft YaHei"/>
                <a:ea typeface="Microsoft YaHei"/>
                <a:cs typeface="Microsoft YaHei"/>
              </a:defRPr>
            </a:lvl7pPr>
            <a:lvl8pPr algn="l">
              <a:buNone/>
              <a:defRPr sz="1650" b="0">
                <a:solidFill>
                  <a:srgbClr val="17263A"/>
                </a:solidFill>
                <a:latin typeface="Microsoft YaHei"/>
                <a:ea typeface="Microsoft YaHei"/>
                <a:cs typeface="Microsoft YaHei"/>
              </a:defRPr>
            </a:lvl8pPr>
            <a:lvl9pPr algn="l">
              <a:buNone/>
              <a:defRPr sz="1650" b="0">
                <a:solidFill>
                  <a:srgbClr val="17263A"/>
                </a:solidFill>
                <a:latin typeface="Microsoft YaHei"/>
                <a:ea typeface="Microsoft YaHei"/>
                <a:cs typeface="Microsoft YaHei"/>
              </a:defRPr>
            </a:lvl9pPr>
          </a:lstStyle>
          <a:p xmlns:a="http://schemas.openxmlformats.org/drawingml/2006/main">
            <a:pPr algn="l">
              <a:lnSpc>
                <a:spcPct val="112000"/>
              </a:lnSpc>
              <a:buNone/>
              <a:defRPr sz="1650" b="0">
                <a:solidFill>
                  <a:srgbClr val="17263A"/>
                </a:solidFill>
                <a:latin typeface="Microsoft YaHei"/>
                <a:ea typeface="Microsoft YaHei"/>
                <a:cs typeface="Microsoft YaHei"/>
              </a:defRPr>
            </a:pPr>
            <a:r>
              <a:rPr sz="1650" b="0">
                <a:solidFill>
                  <a:srgbClr val="17263A"/>
                </a:solidFill>
                <a:latin typeface="Microsoft YaHei"/>
                <a:ea typeface="Microsoft YaHei"/>
                <a:cs typeface="Microsoft YaHei"/>
              </a:rPr>
              <a:t>A 的数据不写入 B 的缓存</a:t>
            </a:r>
          </a:p>
        </p:txBody>
      </p:sp>
      <p:sp>
        <p:nvSpPr>
          <p:cNvPr id="22" name="text-45">
            <a:extLst xmlns:a="http://schemas.openxmlformats.org/drawingml/2006/main">
              <a:ext uri="{FF2B5EF4-FFF2-40B4-BE49-F238E27FC236}">
                <a16:creationId xmlns:a16="http://schemas.microsoft.com/office/drawing/2014/main" id="{795EF5C3-C945-426A-89E0-CF6EEA29E0E7}"/>
              </a:ext>
            </a:extLst>
          </p:cNvPr>
          <p:cNvSpPr>
            <a:spLocks xmlns:a="http://schemas.openxmlformats.org/drawingml/2006/main" noGrp="1"/>
          </p:cNvSpPr>
          <p:nvPr/>
        </p:nvSpPr>
        <p:spPr>
          <a:xfrm xmlns:a="http://schemas.openxmlformats.org/drawingml/2006/main">
            <a:off x="4324350" y="4876800"/>
            <a:ext cx="3581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buNone/>
              <a:defRPr sz="1575" b="1">
                <a:solidFill>
                  <a:srgbClr val="246AB8"/>
                </a:solidFill>
                <a:latin typeface="Microsoft YaHei"/>
                <a:ea typeface="Microsoft YaHei"/>
                <a:cs typeface="Microsoft YaHei"/>
              </a:defRPr>
            </a:lvl1pPr>
            <a:lvl2pPr algn="l">
              <a:buNone/>
              <a:defRPr sz="1575" b="1">
                <a:solidFill>
                  <a:srgbClr val="246AB8"/>
                </a:solidFill>
                <a:latin typeface="Microsoft YaHei"/>
                <a:ea typeface="Microsoft YaHei"/>
                <a:cs typeface="Microsoft YaHei"/>
              </a:defRPr>
            </a:lvl2pPr>
            <a:lvl3pPr algn="l">
              <a:buNone/>
              <a:defRPr sz="1575" b="1">
                <a:solidFill>
                  <a:srgbClr val="246AB8"/>
                </a:solidFill>
                <a:latin typeface="Microsoft YaHei"/>
                <a:ea typeface="Microsoft YaHei"/>
                <a:cs typeface="Microsoft YaHei"/>
              </a:defRPr>
            </a:lvl3pPr>
            <a:lvl4pPr algn="l">
              <a:buNone/>
              <a:defRPr sz="1575" b="1">
                <a:solidFill>
                  <a:srgbClr val="246AB8"/>
                </a:solidFill>
                <a:latin typeface="Microsoft YaHei"/>
                <a:ea typeface="Microsoft YaHei"/>
                <a:cs typeface="Microsoft YaHei"/>
              </a:defRPr>
            </a:lvl4pPr>
            <a:lvl5pPr algn="l">
              <a:buNone/>
              <a:defRPr sz="1575" b="1">
                <a:solidFill>
                  <a:srgbClr val="246AB8"/>
                </a:solidFill>
                <a:latin typeface="Microsoft YaHei"/>
                <a:ea typeface="Microsoft YaHei"/>
                <a:cs typeface="Microsoft YaHei"/>
              </a:defRPr>
            </a:lvl5pPr>
            <a:lvl6pPr algn="l">
              <a:buNone/>
              <a:defRPr sz="1575" b="1">
                <a:solidFill>
                  <a:srgbClr val="246AB8"/>
                </a:solidFill>
                <a:latin typeface="Microsoft YaHei"/>
                <a:ea typeface="Microsoft YaHei"/>
                <a:cs typeface="Microsoft YaHei"/>
              </a:defRPr>
            </a:lvl6pPr>
            <a:lvl7pPr algn="l">
              <a:buNone/>
              <a:defRPr sz="1575" b="1">
                <a:solidFill>
                  <a:srgbClr val="246AB8"/>
                </a:solidFill>
                <a:latin typeface="Microsoft YaHei"/>
                <a:ea typeface="Microsoft YaHei"/>
                <a:cs typeface="Microsoft YaHei"/>
              </a:defRPr>
            </a:lvl7pPr>
            <a:lvl8pPr algn="l">
              <a:buNone/>
              <a:defRPr sz="1575" b="1">
                <a:solidFill>
                  <a:srgbClr val="246AB8"/>
                </a:solidFill>
                <a:latin typeface="Microsoft YaHei"/>
                <a:ea typeface="Microsoft YaHei"/>
                <a:cs typeface="Microsoft YaHei"/>
              </a:defRPr>
            </a:lvl8pPr>
            <a:lvl9pPr algn="l">
              <a:buNone/>
              <a:defRPr sz="1575" b="1">
                <a:solidFill>
                  <a:srgbClr val="246AB8"/>
                </a:solidFill>
                <a:latin typeface="Microsoft YaHei"/>
                <a:ea typeface="Microsoft YaHei"/>
                <a:cs typeface="Microsoft YaHei"/>
              </a:defRPr>
            </a:lvl9pPr>
          </a:lstStyle>
          <a:p xmlns:a="http://schemas.openxmlformats.org/drawingml/2006/main">
            <a:pPr algn="l">
              <a:lnSpc>
                <a:spcPct val="11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完成</a:t>
            </a:r>
          </a:p>
        </p:txBody>
      </p:sp>
      <p:sp>
        <p:nvSpPr>
          <p:cNvPr id="23" name="text-46">
            <a:extLst xmlns:a="http://schemas.openxmlformats.org/drawingml/2006/main">
              <a:ext uri="{FF2B5EF4-FFF2-40B4-BE49-F238E27FC236}">
                <a16:creationId xmlns:a16="http://schemas.microsoft.com/office/drawing/2014/main" id="{0BBB558E-9A84-44F7-B9F7-E829E9026071}"/>
              </a:ext>
            </a:extLst>
          </p:cNvPr>
          <p:cNvSpPr>
            <a:spLocks xmlns:a="http://schemas.openxmlformats.org/drawingml/2006/main" noGrp="1"/>
          </p:cNvSpPr>
          <p:nvPr/>
        </p:nvSpPr>
        <p:spPr>
          <a:xfrm xmlns:a="http://schemas.openxmlformats.org/drawingml/2006/main">
            <a:off x="4324350" y="5238750"/>
            <a:ext cx="358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17263A"/>
                </a:solidFill>
                <a:latin typeface="Microsoft YaHei"/>
                <a:ea typeface="Microsoft YaHei"/>
                <a:cs typeface="Microsoft YaHei"/>
              </a:defRPr>
            </a:defPPr>
            <a:lvl1pPr algn="l">
              <a:buNone/>
              <a:defRPr sz="1650" b="0">
                <a:solidFill>
                  <a:srgbClr val="17263A"/>
                </a:solidFill>
                <a:latin typeface="Microsoft YaHei"/>
                <a:ea typeface="Microsoft YaHei"/>
                <a:cs typeface="Microsoft YaHei"/>
              </a:defRPr>
            </a:lvl1pPr>
            <a:lvl2pPr algn="l">
              <a:buNone/>
              <a:defRPr sz="1650" b="0">
                <a:solidFill>
                  <a:srgbClr val="17263A"/>
                </a:solidFill>
                <a:latin typeface="Microsoft YaHei"/>
                <a:ea typeface="Microsoft YaHei"/>
                <a:cs typeface="Microsoft YaHei"/>
              </a:defRPr>
            </a:lvl2pPr>
            <a:lvl3pPr algn="l">
              <a:buNone/>
              <a:defRPr sz="1650" b="0">
                <a:solidFill>
                  <a:srgbClr val="17263A"/>
                </a:solidFill>
                <a:latin typeface="Microsoft YaHei"/>
                <a:ea typeface="Microsoft YaHei"/>
                <a:cs typeface="Microsoft YaHei"/>
              </a:defRPr>
            </a:lvl3pPr>
            <a:lvl4pPr algn="l">
              <a:buNone/>
              <a:defRPr sz="1650" b="0">
                <a:solidFill>
                  <a:srgbClr val="17263A"/>
                </a:solidFill>
                <a:latin typeface="Microsoft YaHei"/>
                <a:ea typeface="Microsoft YaHei"/>
                <a:cs typeface="Microsoft YaHei"/>
              </a:defRPr>
            </a:lvl4pPr>
            <a:lvl5pPr algn="l">
              <a:buNone/>
              <a:defRPr sz="1650" b="0">
                <a:solidFill>
                  <a:srgbClr val="17263A"/>
                </a:solidFill>
                <a:latin typeface="Microsoft YaHei"/>
                <a:ea typeface="Microsoft YaHei"/>
                <a:cs typeface="Microsoft YaHei"/>
              </a:defRPr>
            </a:lvl5pPr>
            <a:lvl6pPr algn="l">
              <a:buNone/>
              <a:defRPr sz="1650" b="0">
                <a:solidFill>
                  <a:srgbClr val="17263A"/>
                </a:solidFill>
                <a:latin typeface="Microsoft YaHei"/>
                <a:ea typeface="Microsoft YaHei"/>
                <a:cs typeface="Microsoft YaHei"/>
              </a:defRPr>
            </a:lvl6pPr>
            <a:lvl7pPr algn="l">
              <a:buNone/>
              <a:defRPr sz="1650" b="0">
                <a:solidFill>
                  <a:srgbClr val="17263A"/>
                </a:solidFill>
                <a:latin typeface="Microsoft YaHei"/>
                <a:ea typeface="Microsoft YaHei"/>
                <a:cs typeface="Microsoft YaHei"/>
              </a:defRPr>
            </a:lvl7pPr>
            <a:lvl8pPr algn="l">
              <a:buNone/>
              <a:defRPr sz="1650" b="0">
                <a:solidFill>
                  <a:srgbClr val="17263A"/>
                </a:solidFill>
                <a:latin typeface="Microsoft YaHei"/>
                <a:ea typeface="Microsoft YaHei"/>
                <a:cs typeface="Microsoft YaHei"/>
              </a:defRPr>
            </a:lvl8pPr>
            <a:lvl9pPr algn="l">
              <a:buNone/>
              <a:defRPr sz="1650" b="0">
                <a:solidFill>
                  <a:srgbClr val="17263A"/>
                </a:solidFill>
                <a:latin typeface="Microsoft YaHei"/>
                <a:ea typeface="Microsoft YaHei"/>
                <a:cs typeface="Microsoft YaHei"/>
              </a:defRPr>
            </a:lvl9pPr>
          </a:lstStyle>
          <a:p xmlns:a="http://schemas.openxmlformats.org/drawingml/2006/main">
            <a:pPr algn="l">
              <a:lnSpc>
                <a:spcPct val="112000"/>
              </a:lnSpc>
              <a:buNone/>
              <a:defRPr sz="1650" b="0">
                <a:solidFill>
                  <a:srgbClr val="17263A"/>
                </a:solidFill>
                <a:latin typeface="Microsoft YaHei"/>
                <a:ea typeface="Microsoft YaHei"/>
                <a:cs typeface="Microsoft YaHei"/>
              </a:defRPr>
            </a:pPr>
            <a:r>
              <a:rPr sz="1650" b="0">
                <a:solidFill>
                  <a:srgbClr val="17263A"/>
                </a:solidFill>
                <a:latin typeface="Microsoft YaHei"/>
                <a:ea typeface="Microsoft YaHei"/>
                <a:cs typeface="Microsoft YaHei"/>
              </a:rPr>
              <a:t>A 的响应不完成 B 的加载</a:t>
            </a:r>
          </a:p>
        </p:txBody>
      </p:sp>
      <p:sp>
        <p:nvSpPr>
          <p:cNvPr id="24" name="text-47">
            <a:extLst xmlns:a="http://schemas.openxmlformats.org/drawingml/2006/main">
              <a:ext uri="{FF2B5EF4-FFF2-40B4-BE49-F238E27FC236}">
                <a16:creationId xmlns:a16="http://schemas.microsoft.com/office/drawing/2014/main" id="{D7AC58A0-1123-44C2-8120-C7588DD333AA}"/>
              </a:ext>
            </a:extLst>
          </p:cNvPr>
          <p:cNvSpPr>
            <a:spLocks xmlns:a="http://schemas.openxmlformats.org/drawingml/2006/main" noGrp="1"/>
          </p:cNvSpPr>
          <p:nvPr/>
        </p:nvSpPr>
        <p:spPr>
          <a:xfrm xmlns:a="http://schemas.openxmlformats.org/drawingml/2006/main">
            <a:off x="8153400" y="4876800"/>
            <a:ext cx="3581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buNone/>
              <a:defRPr sz="1575" b="1">
                <a:solidFill>
                  <a:srgbClr val="246AB8"/>
                </a:solidFill>
                <a:latin typeface="Microsoft YaHei"/>
                <a:ea typeface="Microsoft YaHei"/>
                <a:cs typeface="Microsoft YaHei"/>
              </a:defRPr>
            </a:lvl1pPr>
            <a:lvl2pPr algn="l">
              <a:buNone/>
              <a:defRPr sz="1575" b="1">
                <a:solidFill>
                  <a:srgbClr val="246AB8"/>
                </a:solidFill>
                <a:latin typeface="Microsoft YaHei"/>
                <a:ea typeface="Microsoft YaHei"/>
                <a:cs typeface="Microsoft YaHei"/>
              </a:defRPr>
            </a:lvl2pPr>
            <a:lvl3pPr algn="l">
              <a:buNone/>
              <a:defRPr sz="1575" b="1">
                <a:solidFill>
                  <a:srgbClr val="246AB8"/>
                </a:solidFill>
                <a:latin typeface="Microsoft YaHei"/>
                <a:ea typeface="Microsoft YaHei"/>
                <a:cs typeface="Microsoft YaHei"/>
              </a:defRPr>
            </a:lvl3pPr>
            <a:lvl4pPr algn="l">
              <a:buNone/>
              <a:defRPr sz="1575" b="1">
                <a:solidFill>
                  <a:srgbClr val="246AB8"/>
                </a:solidFill>
                <a:latin typeface="Microsoft YaHei"/>
                <a:ea typeface="Microsoft YaHei"/>
                <a:cs typeface="Microsoft YaHei"/>
              </a:defRPr>
            </a:lvl4pPr>
            <a:lvl5pPr algn="l">
              <a:buNone/>
              <a:defRPr sz="1575" b="1">
                <a:solidFill>
                  <a:srgbClr val="246AB8"/>
                </a:solidFill>
                <a:latin typeface="Microsoft YaHei"/>
                <a:ea typeface="Microsoft YaHei"/>
                <a:cs typeface="Microsoft YaHei"/>
              </a:defRPr>
            </a:lvl5pPr>
            <a:lvl6pPr algn="l">
              <a:buNone/>
              <a:defRPr sz="1575" b="1">
                <a:solidFill>
                  <a:srgbClr val="246AB8"/>
                </a:solidFill>
                <a:latin typeface="Microsoft YaHei"/>
                <a:ea typeface="Microsoft YaHei"/>
                <a:cs typeface="Microsoft YaHei"/>
              </a:defRPr>
            </a:lvl6pPr>
            <a:lvl7pPr algn="l">
              <a:buNone/>
              <a:defRPr sz="1575" b="1">
                <a:solidFill>
                  <a:srgbClr val="246AB8"/>
                </a:solidFill>
                <a:latin typeface="Microsoft YaHei"/>
                <a:ea typeface="Microsoft YaHei"/>
                <a:cs typeface="Microsoft YaHei"/>
              </a:defRPr>
            </a:lvl7pPr>
            <a:lvl8pPr algn="l">
              <a:buNone/>
              <a:defRPr sz="1575" b="1">
                <a:solidFill>
                  <a:srgbClr val="246AB8"/>
                </a:solidFill>
                <a:latin typeface="Microsoft YaHei"/>
                <a:ea typeface="Microsoft YaHei"/>
                <a:cs typeface="Microsoft YaHei"/>
              </a:defRPr>
            </a:lvl8pPr>
            <a:lvl9pPr algn="l">
              <a:buNone/>
              <a:defRPr sz="1575" b="1">
                <a:solidFill>
                  <a:srgbClr val="246AB8"/>
                </a:solidFill>
                <a:latin typeface="Microsoft YaHei"/>
                <a:ea typeface="Microsoft YaHei"/>
                <a:cs typeface="Microsoft YaHei"/>
              </a:defRPr>
            </a:lvl9pPr>
          </a:lstStyle>
          <a:p xmlns:a="http://schemas.openxmlformats.org/drawingml/2006/main">
            <a:pPr algn="l">
              <a:lnSpc>
                <a:spcPct val="11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通知</a:t>
            </a:r>
          </a:p>
        </p:txBody>
      </p:sp>
      <p:sp>
        <p:nvSpPr>
          <p:cNvPr id="25" name="text-48">
            <a:extLst xmlns:a="http://schemas.openxmlformats.org/drawingml/2006/main">
              <a:ext uri="{FF2B5EF4-FFF2-40B4-BE49-F238E27FC236}">
                <a16:creationId xmlns:a16="http://schemas.microsoft.com/office/drawing/2014/main" id="{DAA6153F-3C08-4C34-A26D-DD8EB14FBDB3}"/>
              </a:ext>
            </a:extLst>
          </p:cNvPr>
          <p:cNvSpPr>
            <a:spLocks xmlns:a="http://schemas.openxmlformats.org/drawingml/2006/main" noGrp="1"/>
          </p:cNvSpPr>
          <p:nvPr/>
        </p:nvSpPr>
        <p:spPr>
          <a:xfrm xmlns:a="http://schemas.openxmlformats.org/drawingml/2006/main">
            <a:off x="8153400" y="5238750"/>
            <a:ext cx="358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17263A"/>
                </a:solidFill>
                <a:latin typeface="Microsoft YaHei"/>
                <a:ea typeface="Microsoft YaHei"/>
                <a:cs typeface="Microsoft YaHei"/>
              </a:defRPr>
            </a:defPPr>
            <a:lvl1pPr algn="l">
              <a:buNone/>
              <a:defRPr sz="1650" b="0">
                <a:solidFill>
                  <a:srgbClr val="17263A"/>
                </a:solidFill>
                <a:latin typeface="Microsoft YaHei"/>
                <a:ea typeface="Microsoft YaHei"/>
                <a:cs typeface="Microsoft YaHei"/>
              </a:defRPr>
            </a:lvl1pPr>
            <a:lvl2pPr algn="l">
              <a:buNone/>
              <a:defRPr sz="1650" b="0">
                <a:solidFill>
                  <a:srgbClr val="17263A"/>
                </a:solidFill>
                <a:latin typeface="Microsoft YaHei"/>
                <a:ea typeface="Microsoft YaHei"/>
                <a:cs typeface="Microsoft YaHei"/>
              </a:defRPr>
            </a:lvl2pPr>
            <a:lvl3pPr algn="l">
              <a:buNone/>
              <a:defRPr sz="1650" b="0">
                <a:solidFill>
                  <a:srgbClr val="17263A"/>
                </a:solidFill>
                <a:latin typeface="Microsoft YaHei"/>
                <a:ea typeface="Microsoft YaHei"/>
                <a:cs typeface="Microsoft YaHei"/>
              </a:defRPr>
            </a:lvl3pPr>
            <a:lvl4pPr algn="l">
              <a:buNone/>
              <a:defRPr sz="1650" b="0">
                <a:solidFill>
                  <a:srgbClr val="17263A"/>
                </a:solidFill>
                <a:latin typeface="Microsoft YaHei"/>
                <a:ea typeface="Microsoft YaHei"/>
                <a:cs typeface="Microsoft YaHei"/>
              </a:defRPr>
            </a:lvl4pPr>
            <a:lvl5pPr algn="l">
              <a:buNone/>
              <a:defRPr sz="1650" b="0">
                <a:solidFill>
                  <a:srgbClr val="17263A"/>
                </a:solidFill>
                <a:latin typeface="Microsoft YaHei"/>
                <a:ea typeface="Microsoft YaHei"/>
                <a:cs typeface="Microsoft YaHei"/>
              </a:defRPr>
            </a:lvl5pPr>
            <a:lvl6pPr algn="l">
              <a:buNone/>
              <a:defRPr sz="1650" b="0">
                <a:solidFill>
                  <a:srgbClr val="17263A"/>
                </a:solidFill>
                <a:latin typeface="Microsoft YaHei"/>
                <a:ea typeface="Microsoft YaHei"/>
                <a:cs typeface="Microsoft YaHei"/>
              </a:defRPr>
            </a:lvl6pPr>
            <a:lvl7pPr algn="l">
              <a:buNone/>
              <a:defRPr sz="1650" b="0">
                <a:solidFill>
                  <a:srgbClr val="17263A"/>
                </a:solidFill>
                <a:latin typeface="Microsoft YaHei"/>
                <a:ea typeface="Microsoft YaHei"/>
                <a:cs typeface="Microsoft YaHei"/>
              </a:defRPr>
            </a:lvl7pPr>
            <a:lvl8pPr algn="l">
              <a:buNone/>
              <a:defRPr sz="1650" b="0">
                <a:solidFill>
                  <a:srgbClr val="17263A"/>
                </a:solidFill>
                <a:latin typeface="Microsoft YaHei"/>
                <a:ea typeface="Microsoft YaHei"/>
                <a:cs typeface="Microsoft YaHei"/>
              </a:defRPr>
            </a:lvl8pPr>
            <a:lvl9pPr algn="l">
              <a:buNone/>
              <a:defRPr sz="1650" b="0">
                <a:solidFill>
                  <a:srgbClr val="17263A"/>
                </a:solidFill>
                <a:latin typeface="Microsoft YaHei"/>
                <a:ea typeface="Microsoft YaHei"/>
                <a:cs typeface="Microsoft YaHei"/>
              </a:defRPr>
            </a:lvl9pPr>
          </a:lstStyle>
          <a:p xmlns:a="http://schemas.openxmlformats.org/drawingml/2006/main">
            <a:pPr algn="l">
              <a:lnSpc>
                <a:spcPct val="112000"/>
              </a:lnSpc>
              <a:buNone/>
              <a:defRPr sz="1650" b="0">
                <a:solidFill>
                  <a:srgbClr val="17263A"/>
                </a:solidFill>
                <a:latin typeface="Microsoft YaHei"/>
                <a:ea typeface="Microsoft YaHei"/>
                <a:cs typeface="Microsoft YaHei"/>
              </a:defRPr>
            </a:pPr>
            <a:r>
              <a:rPr sz="1650" b="0">
                <a:solidFill>
                  <a:srgbClr val="17263A"/>
                </a:solidFill>
                <a:latin typeface="Microsoft YaHei"/>
                <a:ea typeface="Microsoft YaHei"/>
                <a:cs typeface="Microsoft YaHei"/>
              </a:rPr>
              <a:t>B 的状态依据 B 的有效数据判定</a:t>
            </a:r>
          </a:p>
        </p:txBody>
      </p:sp>
      <p:sp>
        <p:nvSpPr>
          <p:cNvPr id="26" name="rect-49">
            <a:extLst xmlns:a="http://schemas.openxmlformats.org/drawingml/2006/main">
              <a:ext uri="{FF2B5EF4-FFF2-40B4-BE49-F238E27FC236}">
                <a16:creationId xmlns:a16="http://schemas.microsoft.com/office/drawing/2014/main" id="{08423D77-4480-4D94-8011-9B6B9F16E422}"/>
              </a:ext>
            </a:extLst>
          </p:cNvPr>
          <p:cNvSpPr>
            <a:spLocks xmlns:a="http://schemas.openxmlformats.org/drawingml/2006/main" noGrp="1"/>
          </p:cNvSpPr>
          <p:nvPr/>
        </p:nvSpPr>
        <p:spPr>
          <a:xfrm xmlns:a="http://schemas.openxmlformats.org/drawingml/2006/main">
            <a:off x="495300" y="5934075"/>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7" name="text-50">
            <a:extLst xmlns:a="http://schemas.openxmlformats.org/drawingml/2006/main">
              <a:ext uri="{FF2B5EF4-FFF2-40B4-BE49-F238E27FC236}">
                <a16:creationId xmlns:a16="http://schemas.microsoft.com/office/drawing/2014/main" id="{6A33F0D2-17B1-44E8-8107-8C407CC97AE4}"/>
              </a:ext>
            </a:extLst>
          </p:cNvPr>
          <p:cNvSpPr>
            <a:spLocks xmlns:a="http://schemas.openxmlformats.org/drawingml/2006/main" noGrp="1"/>
          </p:cNvSpPr>
          <p:nvPr/>
        </p:nvSpPr>
        <p:spPr>
          <a:xfrm xmlns:a="http://schemas.openxmlformats.org/drawingml/2006/main">
            <a:off x="495300" y="6076950"/>
            <a:ext cx="11201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buNone/>
              <a:defRPr sz="1575" b="1">
                <a:solidFill>
                  <a:srgbClr val="246AB8"/>
                </a:solidFill>
                <a:latin typeface="Microsoft YaHei"/>
                <a:ea typeface="Microsoft YaHei"/>
                <a:cs typeface="Microsoft YaHei"/>
              </a:defRPr>
            </a:lvl1pPr>
            <a:lvl2pPr algn="l">
              <a:buNone/>
              <a:defRPr sz="1575" b="1">
                <a:solidFill>
                  <a:srgbClr val="246AB8"/>
                </a:solidFill>
                <a:latin typeface="Microsoft YaHei"/>
                <a:ea typeface="Microsoft YaHei"/>
                <a:cs typeface="Microsoft YaHei"/>
              </a:defRPr>
            </a:lvl2pPr>
            <a:lvl3pPr algn="l">
              <a:buNone/>
              <a:defRPr sz="1575" b="1">
                <a:solidFill>
                  <a:srgbClr val="246AB8"/>
                </a:solidFill>
                <a:latin typeface="Microsoft YaHei"/>
                <a:ea typeface="Microsoft YaHei"/>
                <a:cs typeface="Microsoft YaHei"/>
              </a:defRPr>
            </a:lvl3pPr>
            <a:lvl4pPr algn="l">
              <a:buNone/>
              <a:defRPr sz="1575" b="1">
                <a:solidFill>
                  <a:srgbClr val="246AB8"/>
                </a:solidFill>
                <a:latin typeface="Microsoft YaHei"/>
                <a:ea typeface="Microsoft YaHei"/>
                <a:cs typeface="Microsoft YaHei"/>
              </a:defRPr>
            </a:lvl4pPr>
            <a:lvl5pPr algn="l">
              <a:buNone/>
              <a:defRPr sz="1575" b="1">
                <a:solidFill>
                  <a:srgbClr val="246AB8"/>
                </a:solidFill>
                <a:latin typeface="Microsoft YaHei"/>
                <a:ea typeface="Microsoft YaHei"/>
                <a:cs typeface="Microsoft YaHei"/>
              </a:defRPr>
            </a:lvl5pPr>
            <a:lvl6pPr algn="l">
              <a:buNone/>
              <a:defRPr sz="1575" b="1">
                <a:solidFill>
                  <a:srgbClr val="246AB8"/>
                </a:solidFill>
                <a:latin typeface="Microsoft YaHei"/>
                <a:ea typeface="Microsoft YaHei"/>
                <a:cs typeface="Microsoft YaHei"/>
              </a:defRPr>
            </a:lvl6pPr>
            <a:lvl7pPr algn="l">
              <a:buNone/>
              <a:defRPr sz="1575" b="1">
                <a:solidFill>
                  <a:srgbClr val="246AB8"/>
                </a:solidFill>
                <a:latin typeface="Microsoft YaHei"/>
                <a:ea typeface="Microsoft YaHei"/>
                <a:cs typeface="Microsoft YaHei"/>
              </a:defRPr>
            </a:lvl7pPr>
            <a:lvl8pPr algn="l">
              <a:buNone/>
              <a:defRPr sz="1575" b="1">
                <a:solidFill>
                  <a:srgbClr val="246AB8"/>
                </a:solidFill>
                <a:latin typeface="Microsoft YaHei"/>
                <a:ea typeface="Microsoft YaHei"/>
                <a:cs typeface="Microsoft YaHei"/>
              </a:defRPr>
            </a:lvl8pPr>
            <a:lvl9pPr algn="l">
              <a:buNone/>
              <a:defRPr sz="1575" b="1">
                <a:solidFill>
                  <a:srgbClr val="246AB8"/>
                </a:solidFill>
                <a:latin typeface="Microsoft YaHei"/>
                <a:ea typeface="Microsoft YaHei"/>
                <a:cs typeface="Microsoft YaHei"/>
              </a:defRPr>
            </a:lvl9pPr>
          </a:lstStyle>
          <a:p xmlns:a="http://schemas.openxmlformats.org/drawingml/2006/main">
            <a:pPr algn="l">
              <a:lnSpc>
                <a:spcPct val="11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共同确认：当前哪些入口承担关联、失效和写入前检查？</a:t>
            </a:r>
          </a:p>
        </p:txBody>
      </p:sp>
    </p:spTree>
    <p:extLst>
      <p:ext uri="{BB962C8B-B14F-4D97-AF65-F5344CB8AC3E}">
        <p14:creationId xmlns:p14="http://schemas.microsoft.com/office/powerpoint/2010/main" val="1752988094"/>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rect-51">
            <a:extLst xmlns:a="http://schemas.openxmlformats.org/drawingml/2006/main">
              <a:ext uri="{FF2B5EF4-FFF2-40B4-BE49-F238E27FC236}">
                <a16:creationId xmlns:a16="http://schemas.microsoft.com/office/drawing/2014/main" id="{948D47D2-E19B-4FFB-9876-6D49F15C0F01}"/>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text-52">
            <a:extLst xmlns:a="http://schemas.openxmlformats.org/drawingml/2006/main">
              <a:ext uri="{FF2B5EF4-FFF2-40B4-BE49-F238E27FC236}">
                <a16:creationId xmlns:a16="http://schemas.microsoft.com/office/drawing/2014/main" id="{5DB9B4B5-8316-4DF1-82E0-E606B91FA419}"/>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text-53">
            <a:extLst xmlns:a="http://schemas.openxmlformats.org/drawingml/2006/main">
              <a:ext uri="{FF2B5EF4-FFF2-40B4-BE49-F238E27FC236}">
                <a16:creationId xmlns:a16="http://schemas.microsoft.com/office/drawing/2014/main" id="{DA0B08B9-C71F-41A4-8D7D-A3FDA8CCDDEE}"/>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当前结构：关联线索分散在多个处理入口</a:t>
            </a:r>
          </a:p>
        </p:txBody>
      </p:sp>
      <p:sp>
        <p:nvSpPr>
          <p:cNvPr id="4" name="text-54">
            <a:extLst xmlns:a="http://schemas.openxmlformats.org/drawingml/2006/main">
              <a:ext uri="{FF2B5EF4-FFF2-40B4-BE49-F238E27FC236}">
                <a16:creationId xmlns:a16="http://schemas.microsoft.com/office/drawing/2014/main" id="{66BF6398-4664-4A3A-AD9A-C2FB9CDAE6CD}"/>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以下按职责归纳现状，已有保护保留，具体缺口需在目标代码中核对</a:t>
            </a:r>
          </a:p>
        </p:txBody>
      </p:sp>
      <p:sp>
        <p:nvSpPr>
          <p:cNvPr id="5" name="rect-55">
            <a:extLst xmlns:a="http://schemas.openxmlformats.org/drawingml/2006/main">
              <a:ext uri="{FF2B5EF4-FFF2-40B4-BE49-F238E27FC236}">
                <a16:creationId xmlns:a16="http://schemas.microsoft.com/office/drawing/2014/main" id="{64AEA607-6F9A-42AA-B16D-D0C669A2CE60}"/>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text-56">
            <a:extLst xmlns:a="http://schemas.openxmlformats.org/drawingml/2006/main">
              <a:ext uri="{FF2B5EF4-FFF2-40B4-BE49-F238E27FC236}">
                <a16:creationId xmlns:a16="http://schemas.microsoft.com/office/drawing/2014/main" id="{03DEEA93-B1E3-488D-BA61-741124BC8A5A}"/>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7" name="text-57">
            <a:extLst xmlns:a="http://schemas.openxmlformats.org/drawingml/2006/main">
              <a:ext uri="{FF2B5EF4-FFF2-40B4-BE49-F238E27FC236}">
                <a16:creationId xmlns:a16="http://schemas.microsoft.com/office/drawing/2014/main" id="{4FBA3CA2-8147-4636-AF58-A02E934EC08E}"/>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03 / 19</a:t>
            </a:r>
          </a:p>
        </p:txBody>
      </p:sp>
      <p:graphicFrame>
        <p:nvGraphicFramePr>
          <p:cNvPr id="8" name="">
            <a:extLst xmlns:a="http://schemas.openxmlformats.org/drawingml/2006/main">
              <a:ext uri="{FF2B5EF4-FFF2-40B4-BE49-F238E27FC236}">
                <a16:creationId xmlns:a16="http://schemas.microsoft.com/office/drawing/2014/main" id="{2DAA767B-7D76-49A6-AE00-8A95595A815E}"/>
              </a:ext>
            </a:extLst>
          </p:cNvPr>
          <p:cNvGraphicFramePr/>
          <p:nvPr/>
        </p:nvGraphicFramePr>
        <p:xfrm>
          <a:off xmlns:a="http://schemas.openxmlformats.org/drawingml/2006/main" x="495300" y="2000250"/>
          <a:ext xmlns:a="http://schemas.openxmlformats.org/drawingml/2006/main" cx="11201400" cy="3629025"/>
        </p:xfrm>
        <a:graphic xmlns:a="http://schemas.openxmlformats.org/drawingml/2006/main">
          <a:graphicData uri="http://schemas.openxmlformats.org/drawingml/2006/table">
            <a:tbl>
              <a:tblPr firstRow="1" bandRow="0"/>
              <a:tblGrid>
                <a:gridCol w="3143250"/>
                <a:gridCol w="4476750"/>
                <a:gridCol w="3581400"/>
              </a:tblGrid>
              <a:tr h="457200">
                <a:tc>
                  <a:txBody>
                    <a:bodyPr/>
                    <a:lstStyle/>
                    <a:p>
                      <a:r>
                        <a:rPr sz="1500" b="1">
                          <a:solidFill>
                            <a:srgbClr val="FFFFFF"/>
                          </a:solidFill>
                          <a:latin typeface="Microsoft YaHei"/>
                          <a:ea typeface="Microsoft YaHei"/>
                          <a:cs typeface="Microsoft YaHei"/>
                        </a:rPr>
                        <a:t>现有结构与线索</a:t>
                      </a:r>
                    </a:p>
                  </a:txBody>
                  <a:tcPr marL="142875" marR="114300" marT="95250" marB="76200" anchor="ctr">
                    <a:lnL w="6191">
                      <a:solidFill>
                        <a:srgbClr val="CDD8E6"/>
                      </a:solidFill>
                      <a:prstDash val="solid"/>
                    </a:lnL>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需要开发核对的问题</a:t>
                      </a:r>
                    </a:p>
                  </a:txBody>
                  <a:tcPr marL="142875" marR="114300" marT="95250" marB="76200"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形成的设计要求</a:t>
                      </a:r>
                    </a:p>
                  </a:txBody>
                  <a:tcPr marL="142875" marR="114300" marT="95250" marB="76200"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r>
              <a:tr h="1057275">
                <a:tc>
                  <a:txBody>
                    <a:bodyPr/>
                    <a:lstStyle/>
                    <a:p>
                      <a:r>
                        <a:rPr sz="1575" b="1">
                          <a:solidFill>
                            <a:srgbClr val="246AB8"/>
                          </a:solidFill>
                          <a:latin typeface="Microsoft YaHei"/>
                          <a:ea typeface="Microsoft YaHei"/>
                          <a:cs typeface="Microsoft YaHei"/>
                        </a:rPr>
                        <a:t>slot 级对象与缓存</a:t>
                      </a:r>
                    </a:p>
                    <a:p>
                      <a:r>
                        <a:rPr sz="1575" b="1">
                          <a:solidFill>
                            <a:srgbClr val="246AB8"/>
                          </a:solidFill>
                          <a:latin typeface="Microsoft YaHei"/>
                          <a:ea typeface="Microsoft YaHei"/>
                          <a:cs typeface="Microsoft YaHei"/>
                        </a:rPr>
                        <a:t>Manager vectors、账户索引</a:t>
                      </a:r>
                    </a:p>
                  </a:txBody>
                  <a:tcPr marL="142875" marR="114300" marT="95250" marB="7620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位置复用后，谁确认业务对象已替换？</a:t>
                      </a:r>
                    </a:p>
                    <a:p>
                      <a:r>
                        <a:rPr sz="1575" b="0">
                          <a:solidFill>
                            <a:srgbClr val="17263A"/>
                          </a:solidFill>
                          <a:latin typeface="Microsoft YaHei"/>
                          <a:ea typeface="Microsoft YaHei"/>
                          <a:cs typeface="Microsoft YaHei"/>
                        </a:rPr>
                        <a:t>多个对象的创建和清理是否一致？</a:t>
                      </a:r>
                    </a:p>
                  </a:txBody>
                  <a:tcPr marL="142875" marR="114300" marT="95250" marB="76200" anchor="ctr">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身份与位置分别表达</a:t>
                      </a:r>
                    </a:p>
                    <a:p>
                      <a:r>
                        <a:rPr sz="1575" b="0">
                          <a:solidFill>
                            <a:srgbClr val="17263A"/>
                          </a:solidFill>
                          <a:latin typeface="Microsoft YaHei"/>
                          <a:ea typeface="Microsoft YaHei"/>
                          <a:cs typeface="Microsoft YaHei"/>
                        </a:rPr>
                        <a:t>会话失效有统一维护责任</a:t>
                      </a:r>
                    </a:p>
                  </a:txBody>
                  <a:tcPr marL="142875" marR="114300" marT="95250" marB="76200" anchor="ctr">
                    <a:lnR w="6191">
                      <a:solidFill>
                        <a:srgbClr val="CDD8E6"/>
                      </a:solidFill>
                      <a:prstDash val="solid"/>
                    </a:lnR>
                    <a:lnB w="6191">
                      <a:solidFill>
                        <a:srgbClr val="CDD8E6"/>
                      </a:solidFill>
                      <a:prstDash val="solid"/>
                    </a:lnB>
                    <a:solidFill>
                      <a:srgbClr val="FFFFFF"/>
                    </a:solidFill>
                  </a:tcPr>
                </a:tc>
              </a:tr>
              <a:tr h="1057275">
                <a:tc>
                  <a:txBody>
                    <a:bodyPr/>
                    <a:lstStyle/>
                    <a:p>
                      <a:r>
                        <a:rPr sz="1575" b="1">
                          <a:solidFill>
                            <a:srgbClr val="246AB8"/>
                          </a:solidFill>
                          <a:latin typeface="Microsoft YaHei"/>
                          <a:ea typeface="Microsoft YaHei"/>
                          <a:cs typeface="Microsoft YaHei"/>
                        </a:rPr>
                        <a:t>回调与文件加载</a:t>
                      </a:r>
                    </a:p>
                    <a:p>
                      <a:r>
                        <a:rPr sz="1575" b="1">
                          <a:solidFill>
                            <a:srgbClr val="246AB8"/>
                          </a:solidFill>
                          <a:latin typeface="Microsoft YaHei"/>
                          <a:ea typeface="Microsoft YaHei"/>
                          <a:cs typeface="Microsoft YaHei"/>
                        </a:rPr>
                        <a:t>serial、计数和缓存</a:t>
                      </a:r>
                    </a:p>
                  </a:txBody>
                  <a:tcPr marL="142875" marR="114300" marT="95250" marB="76200"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请求匹配后，还会检查会话和轮次吗？</a:t>
                      </a:r>
                    </a:p>
                    <a:p>
                      <a:r>
                        <a:rPr sz="1575" b="0">
                          <a:solidFill>
                            <a:srgbClr val="17263A"/>
                          </a:solidFill>
                          <a:latin typeface="Microsoft YaHei"/>
                          <a:ea typeface="Microsoft YaHei"/>
                          <a:cs typeface="Microsoft YaHei"/>
                        </a:rPr>
                        <a:t>检查是否发生在写缓存之前？</a:t>
                      </a:r>
                    </a:p>
                  </a:txBody>
                  <a:tcPr marL="142875" marR="114300" marT="95250" marB="76200" anchor="ctr">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发起时记录关联</a:t>
                      </a:r>
                    </a:p>
                    <a:p>
                      <a:r>
                        <a:rPr sz="1575" b="0">
                          <a:solidFill>
                            <a:srgbClr val="17263A"/>
                          </a:solidFill>
                          <a:latin typeface="Microsoft YaHei"/>
                          <a:ea typeface="Microsoft YaHei"/>
                          <a:cs typeface="Microsoft YaHei"/>
                        </a:rPr>
                        <a:t>写入前统一准入和去重</a:t>
                      </a:r>
                    </a:p>
                  </a:txBody>
                  <a:tcPr marL="142875" marR="114300" marT="95250" marB="76200" anchor="ctr">
                    <a:lnR w="6191">
                      <a:solidFill>
                        <a:srgbClr val="CDD8E6"/>
                      </a:solidFill>
                      <a:prstDash val="solid"/>
                    </a:lnR>
                    <a:lnB w="6191">
                      <a:solidFill>
                        <a:srgbClr val="CDD8E6"/>
                      </a:solidFill>
                      <a:prstDash val="solid"/>
                    </a:lnB>
                    <a:solidFill>
                      <a:srgbClr val="EAF0F7"/>
                    </a:solidFill>
                  </a:tcPr>
                </a:tc>
              </a:tr>
              <a:tr h="1057275">
                <a:tc>
                  <a:txBody>
                    <a:bodyPr/>
                    <a:lstStyle/>
                    <a:p>
                      <a:r>
                        <a:rPr sz="1575" b="1">
                          <a:solidFill>
                            <a:srgbClr val="246AB8"/>
                          </a:solidFill>
                          <a:latin typeface="Microsoft YaHei"/>
                          <a:ea typeface="Microsoft YaHei"/>
                          <a:cs typeface="Microsoft YaHei"/>
                        </a:rPr>
                        <a:t>状态、账户与通知</a:t>
                      </a:r>
                    </a:p>
                    <a:p>
                      <a:r>
                        <a:rPr sz="1575" b="1">
                          <a:solidFill>
                            <a:srgbClr val="246AB8"/>
                          </a:solidFill>
                          <a:latin typeface="Microsoft YaHei"/>
                          <a:ea typeface="Microsoft YaHei"/>
                          <a:cs typeface="Microsoft YaHei"/>
                        </a:rPr>
                        <a:t>多入口消费 READY / LOADED</a:t>
                      </a:r>
                    </a:p>
                  </a:txBody>
                  <a:tcPr marL="142875" marR="114300" marT="95250" marB="7620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谁定义文件完成、账户资格和业务可用？</a:t>
                      </a:r>
                    </a:p>
                    <a:p>
                      <a:r>
                        <a:rPr sz="1575" b="0">
                          <a:solidFill>
                            <a:srgbClr val="17263A"/>
                          </a:solidFill>
                          <a:latin typeface="Microsoft YaHei"/>
                          <a:ea typeface="Microsoft YaHei"/>
                          <a:cs typeface="Microsoft YaHei"/>
                        </a:rPr>
                        <a:t>同一条件是否需要多处解释？</a:t>
                      </a:r>
                    </a:p>
                  </a:txBody>
                  <a:tcPr marL="142875" marR="114300" marT="95250" marB="76200" anchor="ctr">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各事实有明确维护者</a:t>
                      </a:r>
                    </a:p>
                    <a:p>
                      <a:r>
                        <a:rPr sz="1575" b="0">
                          <a:solidFill>
                            <a:srgbClr val="17263A"/>
                          </a:solidFill>
                          <a:latin typeface="Microsoft YaHei"/>
                          <a:ea typeface="Microsoft YaHei"/>
                          <a:cs typeface="Microsoft YaHei"/>
                        </a:rPr>
                        <a:t>对外状态按契约派生</a:t>
                      </a:r>
                    </a:p>
                  </a:txBody>
                  <a:tcPr marL="142875" marR="114300" marT="95250" marB="76200" anchor="ctr">
                    <a:lnR w="6191">
                      <a:solidFill>
                        <a:srgbClr val="CDD8E6"/>
                      </a:solidFill>
                      <a:prstDash val="solid"/>
                    </a:lnR>
                    <a:lnB w="6191">
                      <a:solidFill>
                        <a:srgbClr val="CDD8E6"/>
                      </a:solidFill>
                      <a:prstDash val="solid"/>
                    </a:lnB>
                    <a:solidFill>
                      <a:srgbClr val="FFFFFF"/>
                    </a:solidFill>
                  </a:tcPr>
                </a:tc>
              </a:tr>
            </a:tbl>
          </a:graphicData>
        </a:graphic>
      </p:graphicFrame>
      <p:sp>
        <p:nvSpPr>
          <p:cNvPr id="9" name="text-58">
            <a:extLst xmlns:a="http://schemas.openxmlformats.org/drawingml/2006/main">
              <a:ext uri="{FF2B5EF4-FFF2-40B4-BE49-F238E27FC236}">
                <a16:creationId xmlns:a16="http://schemas.microsoft.com/office/drawing/2014/main" id="{406F20E6-790B-4520-9B33-B48F3AE9F5D6}"/>
              </a:ext>
            </a:extLst>
          </p:cNvPr>
          <p:cNvSpPr>
            <a:spLocks xmlns:a="http://schemas.openxmlformats.org/drawingml/2006/main" noGrp="1"/>
          </p:cNvSpPr>
          <p:nvPr/>
        </p:nvSpPr>
        <p:spPr>
          <a:xfrm xmlns:a="http://schemas.openxmlformats.org/drawingml/2006/main">
            <a:off x="495300" y="58864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a:solidFill>
                  <a:srgbClr val="246AB8"/>
                </a:solidFill>
                <a:latin typeface="Microsoft YaHei"/>
                <a:ea typeface="Microsoft YaHei"/>
                <a:cs typeface="Microsoft YaHei"/>
              </a:defRPr>
            </a:defPPr>
            <a:lvl1pPr algn="l">
              <a:buNone/>
              <a:defRPr sz="1725" b="1">
                <a:solidFill>
                  <a:srgbClr val="246AB8"/>
                </a:solidFill>
                <a:latin typeface="Microsoft YaHei"/>
                <a:ea typeface="Microsoft YaHei"/>
                <a:cs typeface="Microsoft YaHei"/>
              </a:defRPr>
            </a:lvl1pPr>
            <a:lvl2pPr algn="l">
              <a:buNone/>
              <a:defRPr sz="1725" b="1">
                <a:solidFill>
                  <a:srgbClr val="246AB8"/>
                </a:solidFill>
                <a:latin typeface="Microsoft YaHei"/>
                <a:ea typeface="Microsoft YaHei"/>
                <a:cs typeface="Microsoft YaHei"/>
              </a:defRPr>
            </a:lvl2pPr>
            <a:lvl3pPr algn="l">
              <a:buNone/>
              <a:defRPr sz="1725" b="1">
                <a:solidFill>
                  <a:srgbClr val="246AB8"/>
                </a:solidFill>
                <a:latin typeface="Microsoft YaHei"/>
                <a:ea typeface="Microsoft YaHei"/>
                <a:cs typeface="Microsoft YaHei"/>
              </a:defRPr>
            </a:lvl3pPr>
            <a:lvl4pPr algn="l">
              <a:buNone/>
              <a:defRPr sz="1725" b="1">
                <a:solidFill>
                  <a:srgbClr val="246AB8"/>
                </a:solidFill>
                <a:latin typeface="Microsoft YaHei"/>
                <a:ea typeface="Microsoft YaHei"/>
                <a:cs typeface="Microsoft YaHei"/>
              </a:defRPr>
            </a:lvl4pPr>
            <a:lvl5pPr algn="l">
              <a:buNone/>
              <a:defRPr sz="1725" b="1">
                <a:solidFill>
                  <a:srgbClr val="246AB8"/>
                </a:solidFill>
                <a:latin typeface="Microsoft YaHei"/>
                <a:ea typeface="Microsoft YaHei"/>
                <a:cs typeface="Microsoft YaHei"/>
              </a:defRPr>
            </a:lvl5pPr>
            <a:lvl6pPr algn="l">
              <a:buNone/>
              <a:defRPr sz="1725" b="1">
                <a:solidFill>
                  <a:srgbClr val="246AB8"/>
                </a:solidFill>
                <a:latin typeface="Microsoft YaHei"/>
                <a:ea typeface="Microsoft YaHei"/>
                <a:cs typeface="Microsoft YaHei"/>
              </a:defRPr>
            </a:lvl6pPr>
            <a:lvl7pPr algn="l">
              <a:buNone/>
              <a:defRPr sz="1725" b="1">
                <a:solidFill>
                  <a:srgbClr val="246AB8"/>
                </a:solidFill>
                <a:latin typeface="Microsoft YaHei"/>
                <a:ea typeface="Microsoft YaHei"/>
                <a:cs typeface="Microsoft YaHei"/>
              </a:defRPr>
            </a:lvl7pPr>
            <a:lvl8pPr algn="l">
              <a:buNone/>
              <a:defRPr sz="1725" b="1">
                <a:solidFill>
                  <a:srgbClr val="246AB8"/>
                </a:solidFill>
                <a:latin typeface="Microsoft YaHei"/>
                <a:ea typeface="Microsoft YaHei"/>
                <a:cs typeface="Microsoft YaHei"/>
              </a:defRPr>
            </a:lvl8pPr>
            <a:lvl9pPr algn="l">
              <a:buNone/>
              <a:defRPr sz="1725" b="1">
                <a:solidFill>
                  <a:srgbClr val="246AB8"/>
                </a:solidFill>
                <a:latin typeface="Microsoft YaHei"/>
                <a:ea typeface="Microsoft YaHei"/>
                <a:cs typeface="Microsoft YaHei"/>
              </a:defRPr>
            </a:lvl9pPr>
          </a:lstStyle>
          <a:p xmlns:a="http://schemas.openxmlformats.org/drawingml/2006/main">
            <a:pPr algn="l">
              <a:lnSpc>
                <a:spcPct val="112000"/>
              </a:lnSpc>
              <a:buNone/>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扩展时</a:t>
            </a:r>
          </a:p>
        </p:txBody>
      </p:sp>
      <p:sp>
        <p:nvSpPr>
          <p:cNvPr id="10" name="text-59">
            <a:extLst xmlns:a="http://schemas.openxmlformats.org/drawingml/2006/main">
              <a:ext uri="{FF2B5EF4-FFF2-40B4-BE49-F238E27FC236}">
                <a16:creationId xmlns:a16="http://schemas.microsoft.com/office/drawing/2014/main" id="{B07ACA0E-D270-4D71-819C-674C0BDB2EB1}"/>
              </a:ext>
            </a:extLst>
          </p:cNvPr>
          <p:cNvSpPr>
            <a:spLocks xmlns:a="http://schemas.openxmlformats.org/drawingml/2006/main" noGrp="1"/>
          </p:cNvSpPr>
          <p:nvPr/>
        </p:nvSpPr>
        <p:spPr>
          <a:xfrm xmlns:a="http://schemas.openxmlformats.org/drawingml/2006/main">
            <a:off x="1647825" y="5886450"/>
            <a:ext cx="10048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17263A"/>
                </a:solidFill>
                <a:latin typeface="Microsoft YaHei"/>
                <a:ea typeface="Microsoft YaHei"/>
                <a:cs typeface="Microsoft YaHei"/>
              </a:defRPr>
            </a:defPPr>
            <a:lvl1pPr algn="l">
              <a:buNone/>
              <a:defRPr sz="1650" b="0">
                <a:solidFill>
                  <a:srgbClr val="17263A"/>
                </a:solidFill>
                <a:latin typeface="Microsoft YaHei"/>
                <a:ea typeface="Microsoft YaHei"/>
                <a:cs typeface="Microsoft YaHei"/>
              </a:defRPr>
            </a:lvl1pPr>
            <a:lvl2pPr algn="l">
              <a:buNone/>
              <a:defRPr sz="1650" b="0">
                <a:solidFill>
                  <a:srgbClr val="17263A"/>
                </a:solidFill>
                <a:latin typeface="Microsoft YaHei"/>
                <a:ea typeface="Microsoft YaHei"/>
                <a:cs typeface="Microsoft YaHei"/>
              </a:defRPr>
            </a:lvl2pPr>
            <a:lvl3pPr algn="l">
              <a:buNone/>
              <a:defRPr sz="1650" b="0">
                <a:solidFill>
                  <a:srgbClr val="17263A"/>
                </a:solidFill>
                <a:latin typeface="Microsoft YaHei"/>
                <a:ea typeface="Microsoft YaHei"/>
                <a:cs typeface="Microsoft YaHei"/>
              </a:defRPr>
            </a:lvl3pPr>
            <a:lvl4pPr algn="l">
              <a:buNone/>
              <a:defRPr sz="1650" b="0">
                <a:solidFill>
                  <a:srgbClr val="17263A"/>
                </a:solidFill>
                <a:latin typeface="Microsoft YaHei"/>
                <a:ea typeface="Microsoft YaHei"/>
                <a:cs typeface="Microsoft YaHei"/>
              </a:defRPr>
            </a:lvl4pPr>
            <a:lvl5pPr algn="l">
              <a:buNone/>
              <a:defRPr sz="1650" b="0">
                <a:solidFill>
                  <a:srgbClr val="17263A"/>
                </a:solidFill>
                <a:latin typeface="Microsoft YaHei"/>
                <a:ea typeface="Microsoft YaHei"/>
                <a:cs typeface="Microsoft YaHei"/>
              </a:defRPr>
            </a:lvl5pPr>
            <a:lvl6pPr algn="l">
              <a:buNone/>
              <a:defRPr sz="1650" b="0">
                <a:solidFill>
                  <a:srgbClr val="17263A"/>
                </a:solidFill>
                <a:latin typeface="Microsoft YaHei"/>
                <a:ea typeface="Microsoft YaHei"/>
                <a:cs typeface="Microsoft YaHei"/>
              </a:defRPr>
            </a:lvl6pPr>
            <a:lvl7pPr algn="l">
              <a:buNone/>
              <a:defRPr sz="1650" b="0">
                <a:solidFill>
                  <a:srgbClr val="17263A"/>
                </a:solidFill>
                <a:latin typeface="Microsoft YaHei"/>
                <a:ea typeface="Microsoft YaHei"/>
                <a:cs typeface="Microsoft YaHei"/>
              </a:defRPr>
            </a:lvl7pPr>
            <a:lvl8pPr algn="l">
              <a:buNone/>
              <a:defRPr sz="1650" b="0">
                <a:solidFill>
                  <a:srgbClr val="17263A"/>
                </a:solidFill>
                <a:latin typeface="Microsoft YaHei"/>
                <a:ea typeface="Microsoft YaHei"/>
                <a:cs typeface="Microsoft YaHei"/>
              </a:defRPr>
            </a:lvl8pPr>
            <a:lvl9pPr algn="l">
              <a:buNone/>
              <a:defRPr sz="1650" b="0">
                <a:solidFill>
                  <a:srgbClr val="17263A"/>
                </a:solidFill>
                <a:latin typeface="Microsoft YaHei"/>
                <a:ea typeface="Microsoft YaHei"/>
                <a:cs typeface="Microsoft YaHei"/>
              </a:defRPr>
            </a:lvl9pPr>
          </a:lstStyle>
          <a:p xmlns:a="http://schemas.openxmlformats.org/drawingml/2006/main">
            <a:pPr algn="l">
              <a:lnSpc>
                <a:spcPct val="112000"/>
              </a:lnSpc>
              <a:buNone/>
              <a:defRPr sz="1650" b="0">
                <a:solidFill>
                  <a:srgbClr val="17263A"/>
                </a:solidFill>
                <a:latin typeface="Microsoft YaHei"/>
                <a:ea typeface="Microsoft YaHei"/>
                <a:cs typeface="Microsoft YaHei"/>
              </a:defRPr>
            </a:pPr>
            <a:r>
              <a:rPr sz="1650" b="0">
                <a:solidFill>
                  <a:srgbClr val="17263A"/>
                </a:solidFill>
                <a:latin typeface="Microsoft YaHei"/>
                <a:ea typeface="Microsoft YaHei"/>
                <a:cs typeface="Microsoft YaHei"/>
              </a:rPr>
              <a:t>新增 Port 需要明确映射与资格规则的修改归属</a:t>
            </a:r>
          </a:p>
        </p:txBody>
      </p:sp>
    </p:spTree>
    <p:extLst>
      <p:ext uri="{BB962C8B-B14F-4D97-AF65-F5344CB8AC3E}">
        <p14:creationId xmlns:p14="http://schemas.microsoft.com/office/powerpoint/2010/main" val="1334399015"/>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C7ED73C6-AEF7-4A31-ABE9-EE8DC081E0D0}"/>
              </a:ext>
            </a:extLst>
          </p:cNvPr>
          <p:cNvCxnSpPr>
            <a:stCxn xmlns:a="http://schemas.openxmlformats.org/drawingml/2006/main" id="13" idx="2"/>
            <a:endCxn xmlns:a="http://schemas.openxmlformats.org/drawingml/2006/main" id="16" idx="0"/>
          </p:cNvCxnSpPr>
          <p:nvPr/>
        </p:nvCxnSpPr>
        <p:spPr>
          <a:xfrm xmlns:a="http://schemas.openxmlformats.org/drawingml/2006/main">
            <a:off x="4638675" y="4476750"/>
            <a:ext cx="0" cy="276225"/>
          </a:xfrm>
          <a:prstGeom xmlns:a="http://schemas.openxmlformats.org/drawingml/2006/main" prst="straightConnector1">
            <a:avLst/>
          </a:prstGeom>
          <a:ln xmlns:a="http://schemas.openxmlformats.org/drawingml/2006/main" w="16193">
            <a:solidFill>
              <a:srgbClr val="246AB8"/>
            </a:solidFill>
            <a:prstDash val="solid"/>
            <a:headEnd type="none" w="med" len="med"/>
            <a:tailEnd type="arrow" w="sm" len="sm"/>
          </a:ln>
        </p:spPr>
      </p:cxnSp>
      <p:cxnSp>
        <p:nvCxnSpPr>
          <p:cNvPr id="20" name="">
            <a:extLst xmlns:a="http://schemas.openxmlformats.org/drawingml/2006/main">
              <a:ext uri="{FF2B5EF4-FFF2-40B4-BE49-F238E27FC236}">
                <a16:creationId xmlns:a16="http://schemas.microsoft.com/office/drawing/2014/main" id="{E98B3493-F051-4F6E-8B61-41F769EF9B2B}"/>
              </a:ext>
            </a:extLst>
          </p:cNvPr>
          <p:cNvCxnSpPr>
            <a:stCxn xmlns:a="http://schemas.openxmlformats.org/drawingml/2006/main" id="10" idx="2"/>
            <a:endCxn xmlns:a="http://schemas.openxmlformats.org/drawingml/2006/main" id="13" idx="0"/>
          </p:cNvCxnSpPr>
          <p:nvPr/>
        </p:nvCxnSpPr>
        <p:spPr>
          <a:xfrm xmlns:a="http://schemas.openxmlformats.org/drawingml/2006/main">
            <a:off x="4638675" y="3305175"/>
            <a:ext cx="0" cy="276225"/>
          </a:xfrm>
          <a:prstGeom xmlns:a="http://schemas.openxmlformats.org/drawingml/2006/main" prst="straightConnector1">
            <a:avLst/>
          </a:prstGeom>
          <a:ln xmlns:a="http://schemas.openxmlformats.org/drawingml/2006/main" w="16193">
            <a:solidFill>
              <a:srgbClr val="246AB8"/>
            </a:solidFill>
            <a:prstDash val="solid"/>
            <a:headEnd type="none" w="med" len="med"/>
            <a:tailEnd type="arrow" w="sm" len="sm"/>
          </a:ln>
        </p:spPr>
      </p:cxnSp>
      <p:cxnSp>
        <p:nvCxnSpPr>
          <p:cNvPr id="19" name="">
            <a:extLst xmlns:a="http://schemas.openxmlformats.org/drawingml/2006/main">
              <a:ext uri="{FF2B5EF4-FFF2-40B4-BE49-F238E27FC236}">
                <a16:creationId xmlns:a16="http://schemas.microsoft.com/office/drawing/2014/main" id="{606A19A5-3DBC-48D8-8E83-2D8A8DF132CF}"/>
              </a:ext>
            </a:extLst>
          </p:cNvPr>
          <p:cNvCxnSpPr>
            <a:stCxn xmlns:a="http://schemas.openxmlformats.org/drawingml/2006/main" id="7" idx="2"/>
            <a:endCxn xmlns:a="http://schemas.openxmlformats.org/drawingml/2006/main" id="10" idx="0"/>
          </p:cNvCxnSpPr>
          <p:nvPr/>
        </p:nvCxnSpPr>
        <p:spPr>
          <a:xfrm xmlns:a="http://schemas.openxmlformats.org/drawingml/2006/main">
            <a:off x="4638675" y="2409825"/>
            <a:ext cx="0" cy="276225"/>
          </a:xfrm>
          <a:prstGeom xmlns:a="http://schemas.openxmlformats.org/drawingml/2006/main" prst="straightConnector1">
            <a:avLst/>
          </a:prstGeom>
          <a:ln xmlns:a="http://schemas.openxmlformats.org/drawingml/2006/main" w="16193">
            <a:solidFill>
              <a:srgbClr val="246AB8"/>
            </a:solidFill>
            <a:prstDash val="solid"/>
            <a:headEnd type="none" w="med" len="med"/>
            <a:tailEnd type="arrow" w="sm" len="sm"/>
          </a:ln>
        </p:spPr>
      </p:cxnSp>
      <p:sp>
        <p:nvSpPr>
          <p:cNvPr id="28" name="shape-1">
            <a:extLst xmlns:a="http://schemas.openxmlformats.org/drawingml/2006/main">
              <a:ext uri="{FF2B5EF4-FFF2-40B4-BE49-F238E27FC236}">
                <a16:creationId xmlns:a16="http://schemas.microsoft.com/office/drawing/2014/main" id="{05645D84-BB35-47CB-828D-5151794CC6AB}"/>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shape-2">
            <a:extLst xmlns:a="http://schemas.openxmlformats.org/drawingml/2006/main">
              <a:ext uri="{FF2B5EF4-FFF2-40B4-BE49-F238E27FC236}">
                <a16:creationId xmlns:a16="http://schemas.microsoft.com/office/drawing/2014/main" id="{294B5E35-3C44-4D10-9941-7CCD19EDACF2}"/>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shape-3">
            <a:extLst xmlns:a="http://schemas.openxmlformats.org/drawingml/2006/main">
              <a:ext uri="{FF2B5EF4-FFF2-40B4-BE49-F238E27FC236}">
                <a16:creationId xmlns:a16="http://schemas.microsoft.com/office/drawing/2014/main" id="{76EF2C3F-A80F-4C23-95E4-72D7A24F656E}"/>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重构前：以 Slot 组织的服务与控制器协作</a:t>
            </a:r>
          </a:p>
        </p:txBody>
      </p:sp>
      <p:sp>
        <p:nvSpPr>
          <p:cNvPr id="4" name="shape-4">
            <a:extLst xmlns:a="http://schemas.openxmlformats.org/drawingml/2006/main">
              <a:ext uri="{FF2B5EF4-FFF2-40B4-BE49-F238E27FC236}">
                <a16:creationId xmlns:a16="http://schemas.microsoft.com/office/drawing/2014/main" id="{BE3234E7-4A19-4CEF-B23E-F27615F40E55}"/>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现状按源码职责归类，横向分组尚未形成严格的应用层与领域层</a:t>
            </a:r>
          </a:p>
        </p:txBody>
      </p:sp>
      <p:sp>
        <p:nvSpPr>
          <p:cNvPr id="5" name="shape-5">
            <a:extLst xmlns:a="http://schemas.openxmlformats.org/drawingml/2006/main">
              <a:ext uri="{FF2B5EF4-FFF2-40B4-BE49-F238E27FC236}">
                <a16:creationId xmlns:a16="http://schemas.microsoft.com/office/drawing/2014/main" id="{12E5372E-A61C-42C6-AB59-8DE7AEF4944D}"/>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shape-6">
            <a:extLst xmlns:a="http://schemas.openxmlformats.org/drawingml/2006/main">
              <a:ext uri="{FF2B5EF4-FFF2-40B4-BE49-F238E27FC236}">
                <a16:creationId xmlns:a16="http://schemas.microsoft.com/office/drawing/2014/main" id="{B5834D70-67DA-43F9-B38D-E9219D44792A}"/>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7" name="shape-7">
            <a:extLst xmlns:a="http://schemas.openxmlformats.org/drawingml/2006/main">
              <a:ext uri="{FF2B5EF4-FFF2-40B4-BE49-F238E27FC236}">
                <a16:creationId xmlns:a16="http://schemas.microsoft.com/office/drawing/2014/main" id="{A0ACC6BF-56B9-4B8F-AA34-B626DA05FF10}"/>
              </a:ext>
            </a:extLst>
          </p:cNvPr>
          <p:cNvSpPr>
            <a:spLocks xmlns:a="http://schemas.openxmlformats.org/drawingml/2006/main" noGrp="1"/>
          </p:cNvSpPr>
          <p:nvPr/>
        </p:nvSpPr>
        <p:spPr>
          <a:xfrm xmlns:a="http://schemas.openxmlformats.org/drawingml/2006/main">
            <a:off x="495300" y="1790700"/>
            <a:ext cx="8286750" cy="619125"/>
          </a:xfrm>
          <a:prstGeom xmlns:a="http://schemas.openxmlformats.org/drawingml/2006/main" prst="rect">
            <a:avLst/>
          </a:prstGeom>
          <a:solidFill xmlns:a="http://schemas.openxmlformats.org/drawingml/2006/main">
            <a:srgbClr val="FFFFFF"/>
          </a:solidFill>
          <a:ln xmlns:a="http://schemas.openxmlformats.org/drawingml/2006/main" w="11430">
            <a:solidFill>
              <a:srgbClr val="246AB8"/>
            </a:solidFill>
            <a:prstDash val="solid"/>
          </a:ln>
        </p:spPr>
      </p:sp>
      <p:sp>
        <p:nvSpPr>
          <p:cNvPr id="8" name="shape-8">
            <a:extLst xmlns:a="http://schemas.openxmlformats.org/drawingml/2006/main">
              <a:ext uri="{FF2B5EF4-FFF2-40B4-BE49-F238E27FC236}">
                <a16:creationId xmlns:a16="http://schemas.microsoft.com/office/drawing/2014/main" id="{4A8A1DCA-BAAF-4526-A825-140674806B4D}"/>
              </a:ext>
            </a:extLst>
          </p:cNvPr>
          <p:cNvSpPr>
            <a:spLocks xmlns:a="http://schemas.openxmlformats.org/drawingml/2006/main" noGrp="1"/>
          </p:cNvSpPr>
          <p:nvPr/>
        </p:nvSpPr>
        <p:spPr>
          <a:xfrm xmlns:a="http://schemas.openxmlformats.org/drawingml/2006/main">
            <a:off x="628650" y="1866900"/>
            <a:ext cx="8020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246AB8"/>
                </a:solidFill>
                <a:latin typeface="Microsoft YaHei"/>
                <a:ea typeface="Microsoft YaHei"/>
                <a:cs typeface="Microsoft YaHei"/>
              </a:defRPr>
            </a:defPPr>
            <a:lvl1pPr algn="l">
              <a:buNone/>
              <a:defRPr sz="1650" b="1">
                <a:solidFill>
                  <a:srgbClr val="246AB8"/>
                </a:solidFill>
                <a:latin typeface="Microsoft YaHei"/>
                <a:ea typeface="Microsoft YaHei"/>
                <a:cs typeface="Microsoft YaHei"/>
              </a:defRPr>
            </a:lvl1pPr>
            <a:lvl2pPr algn="l">
              <a:buNone/>
              <a:defRPr sz="1650" b="1">
                <a:solidFill>
                  <a:srgbClr val="246AB8"/>
                </a:solidFill>
                <a:latin typeface="Microsoft YaHei"/>
                <a:ea typeface="Microsoft YaHei"/>
                <a:cs typeface="Microsoft YaHei"/>
              </a:defRPr>
            </a:lvl2pPr>
            <a:lvl3pPr algn="l">
              <a:buNone/>
              <a:defRPr sz="1650" b="1">
                <a:solidFill>
                  <a:srgbClr val="246AB8"/>
                </a:solidFill>
                <a:latin typeface="Microsoft YaHei"/>
                <a:ea typeface="Microsoft YaHei"/>
                <a:cs typeface="Microsoft YaHei"/>
              </a:defRPr>
            </a:lvl3pPr>
            <a:lvl4pPr algn="l">
              <a:buNone/>
              <a:defRPr sz="1650" b="1">
                <a:solidFill>
                  <a:srgbClr val="246AB8"/>
                </a:solidFill>
                <a:latin typeface="Microsoft YaHei"/>
                <a:ea typeface="Microsoft YaHei"/>
                <a:cs typeface="Microsoft YaHei"/>
              </a:defRPr>
            </a:lvl4pPr>
            <a:lvl5pPr algn="l">
              <a:buNone/>
              <a:defRPr sz="1650" b="1">
                <a:solidFill>
                  <a:srgbClr val="246AB8"/>
                </a:solidFill>
                <a:latin typeface="Microsoft YaHei"/>
                <a:ea typeface="Microsoft YaHei"/>
                <a:cs typeface="Microsoft YaHei"/>
              </a:defRPr>
            </a:lvl5pPr>
            <a:lvl6pPr algn="l">
              <a:buNone/>
              <a:defRPr sz="1650" b="1">
                <a:solidFill>
                  <a:srgbClr val="246AB8"/>
                </a:solidFill>
                <a:latin typeface="Microsoft YaHei"/>
                <a:ea typeface="Microsoft YaHei"/>
                <a:cs typeface="Microsoft YaHei"/>
              </a:defRPr>
            </a:lvl6pPr>
            <a:lvl7pPr algn="l">
              <a:buNone/>
              <a:defRPr sz="1650" b="1">
                <a:solidFill>
                  <a:srgbClr val="246AB8"/>
                </a:solidFill>
                <a:latin typeface="Microsoft YaHei"/>
                <a:ea typeface="Microsoft YaHei"/>
                <a:cs typeface="Microsoft YaHei"/>
              </a:defRPr>
            </a:lvl7pPr>
            <a:lvl8pPr algn="l">
              <a:buNone/>
              <a:defRPr sz="1650" b="1">
                <a:solidFill>
                  <a:srgbClr val="246AB8"/>
                </a:solidFill>
                <a:latin typeface="Microsoft YaHei"/>
                <a:ea typeface="Microsoft YaHei"/>
                <a:cs typeface="Microsoft YaHei"/>
              </a:defRPr>
            </a:lvl8pPr>
            <a:lvl9pPr algn="l">
              <a:buNone/>
              <a:defRPr sz="1650" b="1">
                <a:solidFill>
                  <a:srgbClr val="246AB8"/>
                </a:solidFill>
                <a:latin typeface="Microsoft YaHei"/>
                <a:ea typeface="Microsoft YaHei"/>
                <a:cs typeface="Microsoft YaHei"/>
              </a:defRPr>
            </a:lvl9pPr>
          </a:lstStyle>
          <a:p xmlns:a="http://schemas.openxmlformats.org/drawingml/2006/main">
            <a:pPr algn="l">
              <a:lnSpc>
                <a:spcPct val="112000"/>
              </a:lnSpc>
              <a:buNone/>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接口与入口</a:t>
            </a:r>
          </a:p>
        </p:txBody>
      </p:sp>
      <p:sp>
        <p:nvSpPr>
          <p:cNvPr id="9" name="shape-9">
            <a:extLst xmlns:a="http://schemas.openxmlformats.org/drawingml/2006/main">
              <a:ext uri="{FF2B5EF4-FFF2-40B4-BE49-F238E27FC236}">
                <a16:creationId xmlns:a16="http://schemas.microsoft.com/office/drawing/2014/main" id="{7DDE31D7-40EF-4D0D-B591-B5D00DEB35BC}"/>
              </a:ext>
            </a:extLst>
          </p:cNvPr>
          <p:cNvSpPr>
            <a:spLocks xmlns:a="http://schemas.openxmlformats.org/drawingml/2006/main" noGrp="1"/>
          </p:cNvSpPr>
          <p:nvPr/>
        </p:nvSpPr>
        <p:spPr>
          <a:xfrm xmlns:a="http://schemas.openxmlformats.org/drawingml/2006/main">
            <a:off x="628650" y="2124075"/>
            <a:ext cx="8020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1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Framework / Client / Stub / CoreServiceSim，及 CMI 共宿主直接入口</a:t>
            </a:r>
          </a:p>
        </p:txBody>
      </p:sp>
      <p:sp>
        <p:nvSpPr>
          <p:cNvPr id="10" name="shape-10">
            <a:extLst xmlns:a="http://schemas.openxmlformats.org/drawingml/2006/main">
              <a:ext uri="{FF2B5EF4-FFF2-40B4-BE49-F238E27FC236}">
                <a16:creationId xmlns:a16="http://schemas.microsoft.com/office/drawing/2014/main" id="{259B0157-3597-4972-B4BA-6CDE3102A335}"/>
              </a:ext>
            </a:extLst>
          </p:cNvPr>
          <p:cNvSpPr>
            <a:spLocks xmlns:a="http://schemas.openxmlformats.org/drawingml/2006/main" noGrp="1"/>
          </p:cNvSpPr>
          <p:nvPr/>
        </p:nvSpPr>
        <p:spPr>
          <a:xfrm xmlns:a="http://schemas.openxmlformats.org/drawingml/2006/main">
            <a:off x="495300" y="2686050"/>
            <a:ext cx="8286750" cy="619125"/>
          </a:xfrm>
          <a:prstGeom xmlns:a="http://schemas.openxmlformats.org/drawingml/2006/main" prst="rect">
            <a:avLst/>
          </a:prstGeom>
          <a:solidFill xmlns:a="http://schemas.openxmlformats.org/drawingml/2006/main">
            <a:srgbClr val="FFFFFF"/>
          </a:solidFill>
          <a:ln xmlns:a="http://schemas.openxmlformats.org/drawingml/2006/main" w="11430">
            <a:solidFill>
              <a:srgbClr val="246AB8"/>
            </a:solidFill>
            <a:prstDash val="solid"/>
          </a:ln>
        </p:spPr>
      </p:sp>
      <p:sp>
        <p:nvSpPr>
          <p:cNvPr id="11" name="shape-11">
            <a:extLst xmlns:a="http://schemas.openxmlformats.org/drawingml/2006/main">
              <a:ext uri="{FF2B5EF4-FFF2-40B4-BE49-F238E27FC236}">
                <a16:creationId xmlns:a16="http://schemas.microsoft.com/office/drawing/2014/main" id="{237A29BA-47C7-4529-A80D-C6FCF06750E3}"/>
              </a:ext>
            </a:extLst>
          </p:cNvPr>
          <p:cNvSpPr>
            <a:spLocks xmlns:a="http://schemas.openxmlformats.org/drawingml/2006/main" noGrp="1"/>
          </p:cNvSpPr>
          <p:nvPr/>
        </p:nvSpPr>
        <p:spPr>
          <a:xfrm xmlns:a="http://schemas.openxmlformats.org/drawingml/2006/main">
            <a:off x="628650" y="2762250"/>
            <a:ext cx="8020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246AB8"/>
                </a:solidFill>
                <a:latin typeface="Microsoft YaHei"/>
                <a:ea typeface="Microsoft YaHei"/>
                <a:cs typeface="Microsoft YaHei"/>
              </a:defRPr>
            </a:defPPr>
            <a:lvl1pPr algn="l">
              <a:buNone/>
              <a:defRPr sz="1650" b="1">
                <a:solidFill>
                  <a:srgbClr val="246AB8"/>
                </a:solidFill>
                <a:latin typeface="Microsoft YaHei"/>
                <a:ea typeface="Microsoft YaHei"/>
                <a:cs typeface="Microsoft YaHei"/>
              </a:defRPr>
            </a:lvl1pPr>
            <a:lvl2pPr algn="l">
              <a:buNone/>
              <a:defRPr sz="1650" b="1">
                <a:solidFill>
                  <a:srgbClr val="246AB8"/>
                </a:solidFill>
                <a:latin typeface="Microsoft YaHei"/>
                <a:ea typeface="Microsoft YaHei"/>
                <a:cs typeface="Microsoft YaHei"/>
              </a:defRPr>
            </a:lvl2pPr>
            <a:lvl3pPr algn="l">
              <a:buNone/>
              <a:defRPr sz="1650" b="1">
                <a:solidFill>
                  <a:srgbClr val="246AB8"/>
                </a:solidFill>
                <a:latin typeface="Microsoft YaHei"/>
                <a:ea typeface="Microsoft YaHei"/>
                <a:cs typeface="Microsoft YaHei"/>
              </a:defRPr>
            </a:lvl3pPr>
            <a:lvl4pPr algn="l">
              <a:buNone/>
              <a:defRPr sz="1650" b="1">
                <a:solidFill>
                  <a:srgbClr val="246AB8"/>
                </a:solidFill>
                <a:latin typeface="Microsoft YaHei"/>
                <a:ea typeface="Microsoft YaHei"/>
                <a:cs typeface="Microsoft YaHei"/>
              </a:defRPr>
            </a:lvl4pPr>
            <a:lvl5pPr algn="l">
              <a:buNone/>
              <a:defRPr sz="1650" b="1">
                <a:solidFill>
                  <a:srgbClr val="246AB8"/>
                </a:solidFill>
                <a:latin typeface="Microsoft YaHei"/>
                <a:ea typeface="Microsoft YaHei"/>
                <a:cs typeface="Microsoft YaHei"/>
              </a:defRPr>
            </a:lvl5pPr>
            <a:lvl6pPr algn="l">
              <a:buNone/>
              <a:defRPr sz="1650" b="1">
                <a:solidFill>
                  <a:srgbClr val="246AB8"/>
                </a:solidFill>
                <a:latin typeface="Microsoft YaHei"/>
                <a:ea typeface="Microsoft YaHei"/>
                <a:cs typeface="Microsoft YaHei"/>
              </a:defRPr>
            </a:lvl6pPr>
            <a:lvl7pPr algn="l">
              <a:buNone/>
              <a:defRPr sz="1650" b="1">
                <a:solidFill>
                  <a:srgbClr val="246AB8"/>
                </a:solidFill>
                <a:latin typeface="Microsoft YaHei"/>
                <a:ea typeface="Microsoft YaHei"/>
                <a:cs typeface="Microsoft YaHei"/>
              </a:defRPr>
            </a:lvl7pPr>
            <a:lvl8pPr algn="l">
              <a:buNone/>
              <a:defRPr sz="1650" b="1">
                <a:solidFill>
                  <a:srgbClr val="246AB8"/>
                </a:solidFill>
                <a:latin typeface="Microsoft YaHei"/>
                <a:ea typeface="Microsoft YaHei"/>
                <a:cs typeface="Microsoft YaHei"/>
              </a:defRPr>
            </a:lvl8pPr>
            <a:lvl9pPr algn="l">
              <a:buNone/>
              <a:defRPr sz="1650" b="1">
                <a:solidFill>
                  <a:srgbClr val="246AB8"/>
                </a:solidFill>
                <a:latin typeface="Microsoft YaHei"/>
                <a:ea typeface="Microsoft YaHei"/>
                <a:cs typeface="Microsoft YaHei"/>
              </a:defRPr>
            </a:lvl9pPr>
          </a:lstStyle>
          <a:p xmlns:a="http://schemas.openxmlformats.org/drawingml/2006/main">
            <a:pPr algn="l">
              <a:lnSpc>
                <a:spcPct val="112000"/>
              </a:lnSpc>
              <a:buNone/>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门面与按槽装配</a:t>
            </a:r>
          </a:p>
        </p:txBody>
      </p:sp>
      <p:sp>
        <p:nvSpPr>
          <p:cNvPr id="12" name="shape-12">
            <a:extLst xmlns:a="http://schemas.openxmlformats.org/drawingml/2006/main">
              <a:ext uri="{FF2B5EF4-FFF2-40B4-BE49-F238E27FC236}">
                <a16:creationId xmlns:a16="http://schemas.microsoft.com/office/drawing/2014/main" id="{F23DF29A-C684-4D53-B665-B3E1978A1BF9}"/>
              </a:ext>
            </a:extLst>
          </p:cNvPr>
          <p:cNvSpPr>
            <a:spLocks xmlns:a="http://schemas.openxmlformats.org/drawingml/2006/main" noGrp="1"/>
          </p:cNvSpPr>
          <p:nvPr/>
        </p:nvSpPr>
        <p:spPr>
          <a:xfrm xmlns:a="http://schemas.openxmlformats.org/drawingml/2006/main">
            <a:off x="628650" y="3019425"/>
            <a:ext cx="8020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1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SimManager / EsimManager（条件装配），定位 State / File / EsimFile 等对象</a:t>
            </a:r>
          </a:p>
        </p:txBody>
      </p:sp>
      <p:sp>
        <p:nvSpPr>
          <p:cNvPr id="13" name="shape-13">
            <a:extLst xmlns:a="http://schemas.openxmlformats.org/drawingml/2006/main">
              <a:ext uri="{FF2B5EF4-FFF2-40B4-BE49-F238E27FC236}">
                <a16:creationId xmlns:a16="http://schemas.microsoft.com/office/drawing/2014/main" id="{E8D9EF64-0980-44F3-A7E4-C94F3011D1CC}"/>
              </a:ext>
            </a:extLst>
          </p:cNvPr>
          <p:cNvSpPr>
            <a:spLocks xmlns:a="http://schemas.openxmlformats.org/drawingml/2006/main" noGrp="1"/>
          </p:cNvSpPr>
          <p:nvPr/>
        </p:nvSpPr>
        <p:spPr>
          <a:xfrm xmlns:a="http://schemas.openxmlformats.org/drawingml/2006/main">
            <a:off x="495300" y="3581400"/>
            <a:ext cx="8286750" cy="895350"/>
          </a:xfrm>
          <a:prstGeom xmlns:a="http://schemas.openxmlformats.org/drawingml/2006/main" prst="rect">
            <a:avLst/>
          </a:prstGeom>
          <a:solidFill xmlns:a="http://schemas.openxmlformats.org/drawingml/2006/main">
            <a:srgbClr val="FFFFFF"/>
          </a:solidFill>
          <a:ln xmlns:a="http://schemas.openxmlformats.org/drawingml/2006/main" w="11430">
            <a:solidFill>
              <a:srgbClr val="246AB8"/>
            </a:solidFill>
            <a:prstDash val="solid"/>
          </a:ln>
        </p:spPr>
      </p:sp>
      <p:sp>
        <p:nvSpPr>
          <p:cNvPr id="14" name="shape-14">
            <a:extLst xmlns:a="http://schemas.openxmlformats.org/drawingml/2006/main">
              <a:ext uri="{FF2B5EF4-FFF2-40B4-BE49-F238E27FC236}">
                <a16:creationId xmlns:a16="http://schemas.microsoft.com/office/drawing/2014/main" id="{BC01A37F-3446-450D-8C29-1C288D213212}"/>
              </a:ext>
            </a:extLst>
          </p:cNvPr>
          <p:cNvSpPr>
            <a:spLocks xmlns:a="http://schemas.openxmlformats.org/drawingml/2006/main" noGrp="1"/>
          </p:cNvSpPr>
          <p:nvPr/>
        </p:nvSpPr>
        <p:spPr>
          <a:xfrm xmlns:a="http://schemas.openxmlformats.org/drawingml/2006/main">
            <a:off x="628650" y="3657600"/>
            <a:ext cx="8020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246AB8"/>
                </a:solidFill>
                <a:latin typeface="Microsoft YaHei"/>
                <a:ea typeface="Microsoft YaHei"/>
                <a:cs typeface="Microsoft YaHei"/>
              </a:defRPr>
            </a:defPPr>
            <a:lvl1pPr algn="l">
              <a:buNone/>
              <a:defRPr sz="1650" b="1">
                <a:solidFill>
                  <a:srgbClr val="246AB8"/>
                </a:solidFill>
                <a:latin typeface="Microsoft YaHei"/>
                <a:ea typeface="Microsoft YaHei"/>
                <a:cs typeface="Microsoft YaHei"/>
              </a:defRPr>
            </a:lvl1pPr>
            <a:lvl2pPr algn="l">
              <a:buNone/>
              <a:defRPr sz="1650" b="1">
                <a:solidFill>
                  <a:srgbClr val="246AB8"/>
                </a:solidFill>
                <a:latin typeface="Microsoft YaHei"/>
                <a:ea typeface="Microsoft YaHei"/>
                <a:cs typeface="Microsoft YaHei"/>
              </a:defRPr>
            </a:lvl2pPr>
            <a:lvl3pPr algn="l">
              <a:buNone/>
              <a:defRPr sz="1650" b="1">
                <a:solidFill>
                  <a:srgbClr val="246AB8"/>
                </a:solidFill>
                <a:latin typeface="Microsoft YaHei"/>
                <a:ea typeface="Microsoft YaHei"/>
                <a:cs typeface="Microsoft YaHei"/>
              </a:defRPr>
            </a:lvl3pPr>
            <a:lvl4pPr algn="l">
              <a:buNone/>
              <a:defRPr sz="1650" b="1">
                <a:solidFill>
                  <a:srgbClr val="246AB8"/>
                </a:solidFill>
                <a:latin typeface="Microsoft YaHei"/>
                <a:ea typeface="Microsoft YaHei"/>
                <a:cs typeface="Microsoft YaHei"/>
              </a:defRPr>
            </a:lvl4pPr>
            <a:lvl5pPr algn="l">
              <a:buNone/>
              <a:defRPr sz="1650" b="1">
                <a:solidFill>
                  <a:srgbClr val="246AB8"/>
                </a:solidFill>
                <a:latin typeface="Microsoft YaHei"/>
                <a:ea typeface="Microsoft YaHei"/>
                <a:cs typeface="Microsoft YaHei"/>
              </a:defRPr>
            </a:lvl5pPr>
            <a:lvl6pPr algn="l">
              <a:buNone/>
              <a:defRPr sz="1650" b="1">
                <a:solidFill>
                  <a:srgbClr val="246AB8"/>
                </a:solidFill>
                <a:latin typeface="Microsoft YaHei"/>
                <a:ea typeface="Microsoft YaHei"/>
                <a:cs typeface="Microsoft YaHei"/>
              </a:defRPr>
            </a:lvl6pPr>
            <a:lvl7pPr algn="l">
              <a:buNone/>
              <a:defRPr sz="1650" b="1">
                <a:solidFill>
                  <a:srgbClr val="246AB8"/>
                </a:solidFill>
                <a:latin typeface="Microsoft YaHei"/>
                <a:ea typeface="Microsoft YaHei"/>
                <a:cs typeface="Microsoft YaHei"/>
              </a:defRPr>
            </a:lvl7pPr>
            <a:lvl8pPr algn="l">
              <a:buNone/>
              <a:defRPr sz="1650" b="1">
                <a:solidFill>
                  <a:srgbClr val="246AB8"/>
                </a:solidFill>
                <a:latin typeface="Microsoft YaHei"/>
                <a:ea typeface="Microsoft YaHei"/>
                <a:cs typeface="Microsoft YaHei"/>
              </a:defRPr>
            </a:lvl8pPr>
            <a:lvl9pPr algn="l">
              <a:buNone/>
              <a:defRPr sz="1650" b="1">
                <a:solidFill>
                  <a:srgbClr val="246AB8"/>
                </a:solidFill>
                <a:latin typeface="Microsoft YaHei"/>
                <a:ea typeface="Microsoft YaHei"/>
                <a:cs typeface="Microsoft YaHei"/>
              </a:defRPr>
            </a:lvl9pPr>
          </a:lstStyle>
          <a:p xmlns:a="http://schemas.openxmlformats.org/drawingml/2006/main">
            <a:pPr algn="l">
              <a:lnSpc>
                <a:spcPct val="112000"/>
              </a:lnSpc>
              <a:buNone/>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控制器、监控器与卡运行</a:t>
            </a:r>
          </a:p>
        </p:txBody>
      </p:sp>
      <p:sp>
        <p:nvSpPr>
          <p:cNvPr id="15" name="shape-15">
            <a:extLst xmlns:a="http://schemas.openxmlformats.org/drawingml/2006/main">
              <a:ext uri="{FF2B5EF4-FFF2-40B4-BE49-F238E27FC236}">
                <a16:creationId xmlns:a16="http://schemas.microsoft.com/office/drawing/2014/main" id="{08E178C2-8E80-456E-8599-0005284E5038}"/>
              </a:ext>
            </a:extLst>
          </p:cNvPr>
          <p:cNvSpPr>
            <a:spLocks xmlns:a="http://schemas.openxmlformats.org/drawingml/2006/main" noGrp="1"/>
          </p:cNvSpPr>
          <p:nvPr/>
        </p:nvSpPr>
        <p:spPr>
          <a:xfrm xmlns:a="http://schemas.openxmlformats.org/drawingml/2006/main">
            <a:off x="628650" y="3914775"/>
            <a:ext cx="802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1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Controller / Monitor：账户、角色、激活、重载与通知</a:t>
            </a:r>
          </a:p>
          <a:p xmlns:a="http://schemas.openxmlformats.org/drawingml/2006/main">
            <a:pPr algn="l">
              <a:lnSpc>
                <a:spcPct val="11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RadioProtocol / State / File：切换、安全、EF / Records、APDU</a:t>
            </a:r>
          </a:p>
        </p:txBody>
      </p:sp>
      <p:sp>
        <p:nvSpPr>
          <p:cNvPr id="16" name="shape-16">
            <a:extLst xmlns:a="http://schemas.openxmlformats.org/drawingml/2006/main">
              <a:ext uri="{FF2B5EF4-FFF2-40B4-BE49-F238E27FC236}">
                <a16:creationId xmlns:a16="http://schemas.microsoft.com/office/drawing/2014/main" id="{337E0153-AF5F-4862-AF9B-43C56CB5DA24}"/>
              </a:ext>
            </a:extLst>
          </p:cNvPr>
          <p:cNvSpPr>
            <a:spLocks xmlns:a="http://schemas.openxmlformats.org/drawingml/2006/main" noGrp="1"/>
          </p:cNvSpPr>
          <p:nvPr/>
        </p:nvSpPr>
        <p:spPr>
          <a:xfrm xmlns:a="http://schemas.openxmlformats.org/drawingml/2006/main">
            <a:off x="495300" y="4752975"/>
            <a:ext cx="8286750" cy="619125"/>
          </a:xfrm>
          <a:prstGeom xmlns:a="http://schemas.openxmlformats.org/drawingml/2006/main" prst="rect">
            <a:avLst/>
          </a:prstGeom>
          <a:solidFill xmlns:a="http://schemas.openxmlformats.org/drawingml/2006/main">
            <a:srgbClr val="FFFFFF"/>
          </a:solidFill>
          <a:ln xmlns:a="http://schemas.openxmlformats.org/drawingml/2006/main" w="11430">
            <a:solidFill>
              <a:srgbClr val="246AB8"/>
            </a:solidFill>
            <a:prstDash val="solid"/>
          </a:ln>
        </p:spPr>
      </p:sp>
      <p:sp>
        <p:nvSpPr>
          <p:cNvPr id="17" name="shape-17">
            <a:extLst xmlns:a="http://schemas.openxmlformats.org/drawingml/2006/main">
              <a:ext uri="{FF2B5EF4-FFF2-40B4-BE49-F238E27FC236}">
                <a16:creationId xmlns:a16="http://schemas.microsoft.com/office/drawing/2014/main" id="{B2FBBB42-44AB-4389-B6CD-CB4A4F938270}"/>
              </a:ext>
            </a:extLst>
          </p:cNvPr>
          <p:cNvSpPr>
            <a:spLocks xmlns:a="http://schemas.openxmlformats.org/drawingml/2006/main" noGrp="1"/>
          </p:cNvSpPr>
          <p:nvPr/>
        </p:nvSpPr>
        <p:spPr>
          <a:xfrm xmlns:a="http://schemas.openxmlformats.org/drawingml/2006/main">
            <a:off x="628650" y="4829175"/>
            <a:ext cx="8020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246AB8"/>
                </a:solidFill>
                <a:latin typeface="Microsoft YaHei"/>
                <a:ea typeface="Microsoft YaHei"/>
                <a:cs typeface="Microsoft YaHei"/>
              </a:defRPr>
            </a:defPPr>
            <a:lvl1pPr algn="l">
              <a:buNone/>
              <a:defRPr sz="1650" b="1">
                <a:solidFill>
                  <a:srgbClr val="246AB8"/>
                </a:solidFill>
                <a:latin typeface="Microsoft YaHei"/>
                <a:ea typeface="Microsoft YaHei"/>
                <a:cs typeface="Microsoft YaHei"/>
              </a:defRPr>
            </a:lvl1pPr>
            <a:lvl2pPr algn="l">
              <a:buNone/>
              <a:defRPr sz="1650" b="1">
                <a:solidFill>
                  <a:srgbClr val="246AB8"/>
                </a:solidFill>
                <a:latin typeface="Microsoft YaHei"/>
                <a:ea typeface="Microsoft YaHei"/>
                <a:cs typeface="Microsoft YaHei"/>
              </a:defRPr>
            </a:lvl2pPr>
            <a:lvl3pPr algn="l">
              <a:buNone/>
              <a:defRPr sz="1650" b="1">
                <a:solidFill>
                  <a:srgbClr val="246AB8"/>
                </a:solidFill>
                <a:latin typeface="Microsoft YaHei"/>
                <a:ea typeface="Microsoft YaHei"/>
                <a:cs typeface="Microsoft YaHei"/>
              </a:defRPr>
            </a:lvl3pPr>
            <a:lvl4pPr algn="l">
              <a:buNone/>
              <a:defRPr sz="1650" b="1">
                <a:solidFill>
                  <a:srgbClr val="246AB8"/>
                </a:solidFill>
                <a:latin typeface="Microsoft YaHei"/>
                <a:ea typeface="Microsoft YaHei"/>
                <a:cs typeface="Microsoft YaHei"/>
              </a:defRPr>
            </a:lvl4pPr>
            <a:lvl5pPr algn="l">
              <a:buNone/>
              <a:defRPr sz="1650" b="1">
                <a:solidFill>
                  <a:srgbClr val="246AB8"/>
                </a:solidFill>
                <a:latin typeface="Microsoft YaHei"/>
                <a:ea typeface="Microsoft YaHei"/>
                <a:cs typeface="Microsoft YaHei"/>
              </a:defRPr>
            </a:lvl5pPr>
            <a:lvl6pPr algn="l">
              <a:buNone/>
              <a:defRPr sz="1650" b="1">
                <a:solidFill>
                  <a:srgbClr val="246AB8"/>
                </a:solidFill>
                <a:latin typeface="Microsoft YaHei"/>
                <a:ea typeface="Microsoft YaHei"/>
                <a:cs typeface="Microsoft YaHei"/>
              </a:defRPr>
            </a:lvl6pPr>
            <a:lvl7pPr algn="l">
              <a:buNone/>
              <a:defRPr sz="1650" b="1">
                <a:solidFill>
                  <a:srgbClr val="246AB8"/>
                </a:solidFill>
                <a:latin typeface="Microsoft YaHei"/>
                <a:ea typeface="Microsoft YaHei"/>
                <a:cs typeface="Microsoft YaHei"/>
              </a:defRPr>
            </a:lvl7pPr>
            <a:lvl8pPr algn="l">
              <a:buNone/>
              <a:defRPr sz="1650" b="1">
                <a:solidFill>
                  <a:srgbClr val="246AB8"/>
                </a:solidFill>
                <a:latin typeface="Microsoft YaHei"/>
                <a:ea typeface="Microsoft YaHei"/>
                <a:cs typeface="Microsoft YaHei"/>
              </a:defRPr>
            </a:lvl8pPr>
            <a:lvl9pPr algn="l">
              <a:buNone/>
              <a:defRPr sz="1650" b="1">
                <a:solidFill>
                  <a:srgbClr val="246AB8"/>
                </a:solidFill>
                <a:latin typeface="Microsoft YaHei"/>
                <a:ea typeface="Microsoft YaHei"/>
                <a:cs typeface="Microsoft YaHei"/>
              </a:defRPr>
            </a:lvl9pPr>
          </a:lstStyle>
          <a:p xmlns:a="http://schemas.openxmlformats.org/drawingml/2006/main">
            <a:pPr algn="l">
              <a:lnSpc>
                <a:spcPct val="112000"/>
              </a:lnSpc>
              <a:buNone/>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平台、存储与扩展协作</a:t>
            </a:r>
          </a:p>
        </p:txBody>
      </p:sp>
      <p:sp>
        <p:nvSpPr>
          <p:cNvPr id="18" name="shape-18">
            <a:extLst xmlns:a="http://schemas.openxmlformats.org/drawingml/2006/main">
              <a:ext uri="{FF2B5EF4-FFF2-40B4-BE49-F238E27FC236}">
                <a16:creationId xmlns:a16="http://schemas.microsoft.com/office/drawing/2014/main" id="{D8EBA368-343A-4451-929F-B3DA3D64061B}"/>
              </a:ext>
            </a:extLst>
          </p:cNvPr>
          <p:cNvSpPr>
            <a:spLocks xmlns:a="http://schemas.openxmlformats.org/drawingml/2006/main" noGrp="1"/>
          </p:cNvSpPr>
          <p:nvPr/>
        </p:nvSpPr>
        <p:spPr>
          <a:xfrm xmlns:a="http://schemas.openxmlformats.org/drawingml/2006/main">
            <a:off x="628650" y="5086350"/>
            <a:ext cx="8020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1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RIL / Hook / DataShare / 参数 / Registry / CES / 账户回调</a:t>
            </a:r>
          </a:p>
        </p:txBody>
      </p:sp>
      <p:sp>
        <p:nvSpPr>
          <p:cNvPr id="22" name="shape-19">
            <a:extLst xmlns:a="http://schemas.openxmlformats.org/drawingml/2006/main">
              <a:ext uri="{FF2B5EF4-FFF2-40B4-BE49-F238E27FC236}">
                <a16:creationId xmlns:a16="http://schemas.microsoft.com/office/drawing/2014/main" id="{8419B017-0A4F-4B44-89F8-9E7B4E26B1AF}"/>
              </a:ext>
            </a:extLst>
          </p:cNvPr>
          <p:cNvSpPr>
            <a:spLocks xmlns:a="http://schemas.openxmlformats.org/drawingml/2006/main" noGrp="1"/>
          </p:cNvSpPr>
          <p:nvPr/>
        </p:nvSpPr>
        <p:spPr>
          <a:xfrm xmlns:a="http://schemas.openxmlformats.org/drawingml/2006/main">
            <a:off x="9105900" y="18764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208C9F"/>
                </a:solidFill>
                <a:latin typeface="Microsoft YaHei"/>
                <a:ea typeface="Microsoft YaHei"/>
                <a:cs typeface="Microsoft YaHei"/>
              </a:defRPr>
            </a:defPPr>
            <a:lvl1pPr algn="l">
              <a:buNone/>
              <a:defRPr sz="1875" b="1">
                <a:solidFill>
                  <a:srgbClr val="208C9F"/>
                </a:solidFill>
                <a:latin typeface="Microsoft YaHei"/>
                <a:ea typeface="Microsoft YaHei"/>
                <a:cs typeface="Microsoft YaHei"/>
              </a:defRPr>
            </a:lvl1pPr>
            <a:lvl2pPr algn="l">
              <a:buNone/>
              <a:defRPr sz="1875" b="1">
                <a:solidFill>
                  <a:srgbClr val="208C9F"/>
                </a:solidFill>
                <a:latin typeface="Microsoft YaHei"/>
                <a:ea typeface="Microsoft YaHei"/>
                <a:cs typeface="Microsoft YaHei"/>
              </a:defRPr>
            </a:lvl2pPr>
            <a:lvl3pPr algn="l">
              <a:buNone/>
              <a:defRPr sz="1875" b="1">
                <a:solidFill>
                  <a:srgbClr val="208C9F"/>
                </a:solidFill>
                <a:latin typeface="Microsoft YaHei"/>
                <a:ea typeface="Microsoft YaHei"/>
                <a:cs typeface="Microsoft YaHei"/>
              </a:defRPr>
            </a:lvl3pPr>
            <a:lvl4pPr algn="l">
              <a:buNone/>
              <a:defRPr sz="1875" b="1">
                <a:solidFill>
                  <a:srgbClr val="208C9F"/>
                </a:solidFill>
                <a:latin typeface="Microsoft YaHei"/>
                <a:ea typeface="Microsoft YaHei"/>
                <a:cs typeface="Microsoft YaHei"/>
              </a:defRPr>
            </a:lvl4pPr>
            <a:lvl5pPr algn="l">
              <a:buNone/>
              <a:defRPr sz="1875" b="1">
                <a:solidFill>
                  <a:srgbClr val="208C9F"/>
                </a:solidFill>
                <a:latin typeface="Microsoft YaHei"/>
                <a:ea typeface="Microsoft YaHei"/>
                <a:cs typeface="Microsoft YaHei"/>
              </a:defRPr>
            </a:lvl5pPr>
            <a:lvl6pPr algn="l">
              <a:buNone/>
              <a:defRPr sz="1875" b="1">
                <a:solidFill>
                  <a:srgbClr val="208C9F"/>
                </a:solidFill>
                <a:latin typeface="Microsoft YaHei"/>
                <a:ea typeface="Microsoft YaHei"/>
                <a:cs typeface="Microsoft YaHei"/>
              </a:defRPr>
            </a:lvl6pPr>
            <a:lvl7pPr algn="l">
              <a:buNone/>
              <a:defRPr sz="1875" b="1">
                <a:solidFill>
                  <a:srgbClr val="208C9F"/>
                </a:solidFill>
                <a:latin typeface="Microsoft YaHei"/>
                <a:ea typeface="Microsoft YaHei"/>
                <a:cs typeface="Microsoft YaHei"/>
              </a:defRPr>
            </a:lvl7pPr>
            <a:lvl8pPr algn="l">
              <a:buNone/>
              <a:defRPr sz="1875" b="1">
                <a:solidFill>
                  <a:srgbClr val="208C9F"/>
                </a:solidFill>
                <a:latin typeface="Microsoft YaHei"/>
                <a:ea typeface="Microsoft YaHei"/>
                <a:cs typeface="Microsoft YaHei"/>
              </a:defRPr>
            </a:lvl8pPr>
            <a:lvl9pPr algn="l">
              <a:buNone/>
              <a:defRPr sz="1875" b="1">
                <a:solidFill>
                  <a:srgbClr val="208C9F"/>
                </a:solidFill>
                <a:latin typeface="Microsoft YaHei"/>
                <a:ea typeface="Microsoft YaHei"/>
                <a:cs typeface="Microsoft YaHei"/>
              </a:defRPr>
            </a:lvl9pPr>
          </a:lstStyle>
          <a:p xmlns:a="http://schemas.openxmlformats.org/drawingml/2006/main">
            <a:pPr algn="l">
              <a:lnSpc>
                <a:spcPct val="112000"/>
              </a:lnSpc>
              <a:buNone/>
              <a:defRPr sz="1875" b="1">
                <a:solidFill>
                  <a:srgbClr val="208C9F"/>
                </a:solidFill>
                <a:latin typeface="Microsoft YaHei"/>
                <a:ea typeface="Microsoft YaHei"/>
                <a:cs typeface="Microsoft YaHei"/>
              </a:defRPr>
            </a:pPr>
            <a:r>
              <a:rPr sz="1875" b="1">
                <a:solidFill>
                  <a:srgbClr val="208C9F"/>
                </a:solidFill>
                <a:latin typeface="Microsoft YaHei"/>
                <a:ea typeface="Microsoft YaHei"/>
                <a:cs typeface="Microsoft YaHei"/>
              </a:rPr>
              <a:t>66250 高层任务</a:t>
            </a:r>
          </a:p>
        </p:txBody>
      </p:sp>
      <p:sp>
        <p:nvSpPr>
          <p:cNvPr id="23" name="shape-20">
            <a:extLst xmlns:a="http://schemas.openxmlformats.org/drawingml/2006/main">
              <a:ext uri="{FF2B5EF4-FFF2-40B4-BE49-F238E27FC236}">
                <a16:creationId xmlns:a16="http://schemas.microsoft.com/office/drawing/2014/main" id="{5FAC4AE8-BD44-480C-B01D-655840A265FA}"/>
              </a:ext>
            </a:extLst>
          </p:cNvPr>
          <p:cNvSpPr>
            <a:spLocks xmlns:a="http://schemas.openxmlformats.org/drawingml/2006/main" noGrp="1"/>
          </p:cNvSpPr>
          <p:nvPr/>
        </p:nvSpPr>
        <p:spPr>
          <a:xfrm xmlns:a="http://schemas.openxmlformats.org/drawingml/2006/main">
            <a:off x="9105900" y="2390775"/>
            <a:ext cx="25717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17263A"/>
                </a:solidFill>
                <a:latin typeface="Microsoft YaHei"/>
                <a:ea typeface="Microsoft YaHei"/>
                <a:cs typeface="Microsoft YaHei"/>
              </a:defRPr>
            </a:defPPr>
            <a:lvl1pPr algn="l">
              <a:buNone/>
              <a:defRPr sz="1650" b="0">
                <a:solidFill>
                  <a:srgbClr val="17263A"/>
                </a:solidFill>
                <a:latin typeface="Microsoft YaHei"/>
                <a:ea typeface="Microsoft YaHei"/>
                <a:cs typeface="Microsoft YaHei"/>
              </a:defRPr>
            </a:lvl1pPr>
            <a:lvl2pPr algn="l">
              <a:buNone/>
              <a:defRPr sz="1650" b="0">
                <a:solidFill>
                  <a:srgbClr val="17263A"/>
                </a:solidFill>
                <a:latin typeface="Microsoft YaHei"/>
                <a:ea typeface="Microsoft YaHei"/>
                <a:cs typeface="Microsoft YaHei"/>
              </a:defRPr>
            </a:lvl2pPr>
            <a:lvl3pPr algn="l">
              <a:buNone/>
              <a:defRPr sz="1650" b="0">
                <a:solidFill>
                  <a:srgbClr val="17263A"/>
                </a:solidFill>
                <a:latin typeface="Microsoft YaHei"/>
                <a:ea typeface="Microsoft YaHei"/>
                <a:cs typeface="Microsoft YaHei"/>
              </a:defRPr>
            </a:lvl3pPr>
            <a:lvl4pPr algn="l">
              <a:buNone/>
              <a:defRPr sz="1650" b="0">
                <a:solidFill>
                  <a:srgbClr val="17263A"/>
                </a:solidFill>
                <a:latin typeface="Microsoft YaHei"/>
                <a:ea typeface="Microsoft YaHei"/>
                <a:cs typeface="Microsoft YaHei"/>
              </a:defRPr>
            </a:lvl4pPr>
            <a:lvl5pPr algn="l">
              <a:buNone/>
              <a:defRPr sz="1650" b="0">
                <a:solidFill>
                  <a:srgbClr val="17263A"/>
                </a:solidFill>
                <a:latin typeface="Microsoft YaHei"/>
                <a:ea typeface="Microsoft YaHei"/>
                <a:cs typeface="Microsoft YaHei"/>
              </a:defRPr>
            </a:lvl5pPr>
            <a:lvl6pPr algn="l">
              <a:buNone/>
              <a:defRPr sz="1650" b="0">
                <a:solidFill>
                  <a:srgbClr val="17263A"/>
                </a:solidFill>
                <a:latin typeface="Microsoft YaHei"/>
                <a:ea typeface="Microsoft YaHei"/>
                <a:cs typeface="Microsoft YaHei"/>
              </a:defRPr>
            </a:lvl6pPr>
            <a:lvl7pPr algn="l">
              <a:buNone/>
              <a:defRPr sz="1650" b="0">
                <a:solidFill>
                  <a:srgbClr val="17263A"/>
                </a:solidFill>
                <a:latin typeface="Microsoft YaHei"/>
                <a:ea typeface="Microsoft YaHei"/>
                <a:cs typeface="Microsoft YaHei"/>
              </a:defRPr>
            </a:lvl7pPr>
            <a:lvl8pPr algn="l">
              <a:buNone/>
              <a:defRPr sz="1650" b="0">
                <a:solidFill>
                  <a:srgbClr val="17263A"/>
                </a:solidFill>
                <a:latin typeface="Microsoft YaHei"/>
                <a:ea typeface="Microsoft YaHei"/>
                <a:cs typeface="Microsoft YaHei"/>
              </a:defRPr>
            </a:lvl8pPr>
            <a:lvl9pPr algn="l">
              <a:buNone/>
              <a:defRPr sz="1650" b="0">
                <a:solidFill>
                  <a:srgbClr val="17263A"/>
                </a:solidFill>
                <a:latin typeface="Microsoft YaHei"/>
                <a:ea typeface="Microsoft YaHei"/>
                <a:cs typeface="Microsoft YaHei"/>
              </a:defRPr>
            </a:lvl9pPr>
          </a:lstStyle>
          <a:p xmlns:a="http://schemas.openxmlformats.org/drawingml/2006/main">
            <a:pPr algn="l">
              <a:lnSpc>
                <a:spcPct val="112000"/>
              </a:lnSpc>
              <a:buNone/>
              <a:defRPr sz="1650" b="0">
                <a:solidFill>
                  <a:srgbClr val="17263A"/>
                </a:solidFill>
                <a:latin typeface="Microsoft YaHei"/>
                <a:ea typeface="Microsoft YaHei"/>
                <a:cs typeface="Microsoft YaHei"/>
              </a:defRPr>
            </a:pPr>
            <a:r>
              <a:rPr sz="1650" b="0">
                <a:solidFill>
                  <a:srgbClr val="17263A"/>
                </a:solidFill>
                <a:latin typeface="Microsoft YaHei"/>
                <a:ea typeface="Microsoft YaHei"/>
                <a:cs typeface="Microsoft YaHei"/>
              </a:rPr>
              <a:t>独立的既有入口</a:t>
            </a:r>
          </a:p>
          <a:p xmlns:a="http://schemas.openxmlformats.org/drawingml/2006/main">
            <a:pPr algn="l">
              <a:lnSpc>
                <a:spcPct val="112000"/>
              </a:lnSpc>
              <a:buNone/>
              <a:defRPr sz="1650" b="0">
                <a:solidFill>
                  <a:srgbClr val="17263A"/>
                </a:solidFill>
                <a:latin typeface="Microsoft YaHei"/>
                <a:ea typeface="Microsoft YaHei"/>
                <a:cs typeface="Microsoft YaHei"/>
              </a:defRPr>
            </a:pPr>
            <a:r>
              <a:rPr sz="1650" b="0">
                <a:solidFill>
                  <a:srgbClr val="17263A"/>
                </a:solidFill>
                <a:latin typeface="Microsoft YaHei"/>
                <a:ea typeface="Microsoft YaHei"/>
                <a:cs typeface="Microsoft YaHei"/>
              </a:rPr>
              <a:t>EsimServiceClient</a:t>
            </a:r>
          </a:p>
          <a:p xmlns:a="http://schemas.openxmlformats.org/drawingml/2006/main">
            <a:pPr algn="l">
              <a:lnSpc>
                <a:spcPct val="112000"/>
              </a:lnSpc>
              <a:buNone/>
              <a:defRPr sz="1650" b="0">
                <a:solidFill>
                  <a:srgbClr val="17263A"/>
                </a:solidFill>
                <a:latin typeface="Microsoft YaHei"/>
                <a:ea typeface="Microsoft YaHei"/>
                <a:cs typeface="Microsoft YaHei"/>
              </a:defRPr>
            </a:pPr>
            <a:r>
              <a:rPr sz="1650" b="0">
                <a:solidFill>
                  <a:srgbClr val="17263A"/>
                </a:solidFill>
                <a:latin typeface="Microsoft YaHei"/>
                <a:ea typeface="Microsoft YaHei"/>
                <a:cs typeface="Microsoft YaHei"/>
              </a:rPr>
              <a:t>下载 / OSU</a:t>
            </a:r>
          </a:p>
          <a:p xmlns:a="http://schemas.openxmlformats.org/drawingml/2006/main">
            <a:r>
              <a:t/>
            </a:r>
          </a:p>
          <a:p xmlns:a="http://schemas.openxmlformats.org/drawingml/2006/main">
            <a:pPr algn="l">
              <a:lnSpc>
                <a:spcPct val="112000"/>
              </a:lnSpc>
              <a:buNone/>
              <a:defRPr sz="1650" b="0">
                <a:solidFill>
                  <a:srgbClr val="17263A"/>
                </a:solidFill>
                <a:latin typeface="Microsoft YaHei"/>
                <a:ea typeface="Microsoft YaHei"/>
                <a:cs typeface="Microsoft YaHei"/>
              </a:defRPr>
            </a:pPr>
            <a:r>
              <a:rPr sz="1650" b="0">
                <a:solidFill>
                  <a:srgbClr val="17263A"/>
                </a:solidFill>
                <a:latin typeface="Microsoft YaHei"/>
                <a:ea typeface="Microsoft YaHei"/>
                <a:cs typeface="Microsoft YaHei"/>
              </a:rPr>
              <a:t>保留原服务边界</a:t>
            </a:r>
          </a:p>
          <a:p xmlns:a="http://schemas.openxmlformats.org/drawingml/2006/main">
            <a:pPr algn="l">
              <a:lnSpc>
                <a:spcPct val="112000"/>
              </a:lnSpc>
              <a:buNone/>
              <a:defRPr sz="1650" b="0">
                <a:solidFill>
                  <a:srgbClr val="17263A"/>
                </a:solidFill>
                <a:latin typeface="Microsoft YaHei"/>
                <a:ea typeface="Microsoft YaHei"/>
                <a:cs typeface="Microsoft YaHei"/>
              </a:defRPr>
            </a:pPr>
            <a:r>
              <a:rPr sz="1650" b="0">
                <a:solidFill>
                  <a:srgbClr val="17263A"/>
                </a:solidFill>
                <a:latin typeface="Microsoft YaHei"/>
                <a:ea typeface="Microsoft YaHei"/>
                <a:cs typeface="Microsoft YaHei"/>
              </a:rPr>
              <a:t>完整实现仍需外仓验证</a:t>
            </a:r>
          </a:p>
        </p:txBody>
      </p:sp>
      <p:sp>
        <p:nvSpPr>
          <p:cNvPr id="24" name="shape-21">
            <a:extLst xmlns:a="http://schemas.openxmlformats.org/drawingml/2006/main">
              <a:ext uri="{FF2B5EF4-FFF2-40B4-BE49-F238E27FC236}">
                <a16:creationId xmlns:a16="http://schemas.microsoft.com/office/drawing/2014/main" id="{9F9C03D1-8937-4E35-8E98-0E457E2D7F1D}"/>
              </a:ext>
            </a:extLst>
          </p:cNvPr>
          <p:cNvSpPr>
            <a:spLocks xmlns:a="http://schemas.openxmlformats.org/drawingml/2006/main" noGrp="1"/>
          </p:cNvSpPr>
          <p:nvPr/>
        </p:nvSpPr>
        <p:spPr>
          <a:xfrm xmlns:a="http://schemas.openxmlformats.org/drawingml/2006/main">
            <a:off x="628650" y="5600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56657A"/>
                </a:solidFill>
                <a:latin typeface="Microsoft YaHei"/>
                <a:ea typeface="Microsoft YaHei"/>
                <a:cs typeface="Microsoft YaHei"/>
              </a:defRPr>
            </a:defPPr>
            <a:lvl1pPr algn="l">
              <a:buNone/>
              <a:defRPr sz="1575" b="0">
                <a:solidFill>
                  <a:srgbClr val="56657A"/>
                </a:solidFill>
                <a:latin typeface="Microsoft YaHei"/>
                <a:ea typeface="Microsoft YaHei"/>
                <a:cs typeface="Microsoft YaHei"/>
              </a:defRPr>
            </a:lvl1pPr>
            <a:lvl2pPr algn="l">
              <a:buNone/>
              <a:defRPr sz="1575" b="0">
                <a:solidFill>
                  <a:srgbClr val="56657A"/>
                </a:solidFill>
                <a:latin typeface="Microsoft YaHei"/>
                <a:ea typeface="Microsoft YaHei"/>
                <a:cs typeface="Microsoft YaHei"/>
              </a:defRPr>
            </a:lvl2pPr>
            <a:lvl3pPr algn="l">
              <a:buNone/>
              <a:defRPr sz="1575" b="0">
                <a:solidFill>
                  <a:srgbClr val="56657A"/>
                </a:solidFill>
                <a:latin typeface="Microsoft YaHei"/>
                <a:ea typeface="Microsoft YaHei"/>
                <a:cs typeface="Microsoft YaHei"/>
              </a:defRPr>
            </a:lvl3pPr>
            <a:lvl4pPr algn="l">
              <a:buNone/>
              <a:defRPr sz="1575" b="0">
                <a:solidFill>
                  <a:srgbClr val="56657A"/>
                </a:solidFill>
                <a:latin typeface="Microsoft YaHei"/>
                <a:ea typeface="Microsoft YaHei"/>
                <a:cs typeface="Microsoft YaHei"/>
              </a:defRPr>
            </a:lvl4pPr>
            <a:lvl5pPr algn="l">
              <a:buNone/>
              <a:defRPr sz="1575" b="0">
                <a:solidFill>
                  <a:srgbClr val="56657A"/>
                </a:solidFill>
                <a:latin typeface="Microsoft YaHei"/>
                <a:ea typeface="Microsoft YaHei"/>
                <a:cs typeface="Microsoft YaHei"/>
              </a:defRPr>
            </a:lvl5pPr>
            <a:lvl6pPr algn="l">
              <a:buNone/>
              <a:defRPr sz="1575" b="0">
                <a:solidFill>
                  <a:srgbClr val="56657A"/>
                </a:solidFill>
                <a:latin typeface="Microsoft YaHei"/>
                <a:ea typeface="Microsoft YaHei"/>
                <a:cs typeface="Microsoft YaHei"/>
              </a:defRPr>
            </a:lvl6pPr>
            <a:lvl7pPr algn="l">
              <a:buNone/>
              <a:defRPr sz="1575" b="0">
                <a:solidFill>
                  <a:srgbClr val="56657A"/>
                </a:solidFill>
                <a:latin typeface="Microsoft YaHei"/>
                <a:ea typeface="Microsoft YaHei"/>
                <a:cs typeface="Microsoft YaHei"/>
              </a:defRPr>
            </a:lvl7pPr>
            <a:lvl8pPr algn="l">
              <a:buNone/>
              <a:defRPr sz="1575" b="0">
                <a:solidFill>
                  <a:srgbClr val="56657A"/>
                </a:solidFill>
                <a:latin typeface="Microsoft YaHei"/>
                <a:ea typeface="Microsoft YaHei"/>
                <a:cs typeface="Microsoft YaHei"/>
              </a:defRPr>
            </a:lvl8pPr>
            <a:lvl9pPr algn="l">
              <a:buNone/>
              <a:defRPr sz="1575" b="0">
                <a:solidFill>
                  <a:srgbClr val="56657A"/>
                </a:solidFill>
                <a:latin typeface="Microsoft YaHei"/>
                <a:ea typeface="Microsoft YaHei"/>
                <a:cs typeface="Microsoft YaHei"/>
              </a:defRPr>
            </a:lvl9pPr>
          </a:lstStyle>
          <a:p xmlns:a="http://schemas.openxmlformats.org/drawingml/2006/main">
            <a:pPr algn="l">
              <a:lnSpc>
                <a:spcPct val="112000"/>
              </a:lnSpc>
              <a:buNone/>
              <a:defRPr sz="1575" b="0">
                <a:solidFill>
                  <a:srgbClr val="56657A"/>
                </a:solidFill>
                <a:latin typeface="Microsoft YaHei"/>
                <a:ea typeface="Microsoft YaHei"/>
                <a:cs typeface="Microsoft YaHei"/>
              </a:defRPr>
            </a:pPr>
            <a:r>
              <a:rPr sz="1575" b="0">
                <a:solidFill>
                  <a:srgbClr val="56657A"/>
                </a:solidFill>
                <a:latin typeface="Microsoft YaHei"/>
                <a:ea typeface="Microsoft YaHei"/>
                <a:cs typeface="Microsoft YaHei"/>
              </a:rPr>
              <a:t>各组件按原路径访问设备、存储与系统服务，图中只画主要运行协作</a:t>
            </a:r>
          </a:p>
        </p:txBody>
      </p:sp>
      <p:sp>
        <p:nvSpPr>
          <p:cNvPr id="25" name="shape-22">
            <a:extLst xmlns:a="http://schemas.openxmlformats.org/drawingml/2006/main">
              <a:ext uri="{FF2B5EF4-FFF2-40B4-BE49-F238E27FC236}">
                <a16:creationId xmlns:a16="http://schemas.microsoft.com/office/drawing/2014/main" id="{88B1961A-A241-45A7-9B7D-E93A9530B467}"/>
              </a:ext>
            </a:extLst>
          </p:cNvPr>
          <p:cNvSpPr>
            <a:spLocks xmlns:a="http://schemas.openxmlformats.org/drawingml/2006/main" noGrp="1"/>
          </p:cNvSpPr>
          <p:nvPr/>
        </p:nvSpPr>
        <p:spPr>
          <a:xfrm xmlns:a="http://schemas.openxmlformats.org/drawingml/2006/main">
            <a:off x="495300" y="6029325"/>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6" name="shape-23">
            <a:extLst xmlns:a="http://schemas.openxmlformats.org/drawingml/2006/main">
              <a:ext uri="{FF2B5EF4-FFF2-40B4-BE49-F238E27FC236}">
                <a16:creationId xmlns:a16="http://schemas.microsoft.com/office/drawing/2014/main" id="{B23820E4-8DE5-4144-8231-2673F2756A7E}"/>
              </a:ext>
            </a:extLst>
          </p:cNvPr>
          <p:cNvSpPr>
            <a:spLocks xmlns:a="http://schemas.openxmlformats.org/drawingml/2006/main" noGrp="1"/>
          </p:cNvSpPr>
          <p:nvPr/>
        </p:nvSpPr>
        <p:spPr>
          <a:xfrm xmlns:a="http://schemas.openxmlformats.org/drawingml/2006/main">
            <a:off x="495300" y="6172200"/>
            <a:ext cx="1120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246AB8"/>
                </a:solidFill>
                <a:latin typeface="Microsoft YaHei"/>
                <a:ea typeface="Microsoft YaHei"/>
                <a:cs typeface="Microsoft YaHei"/>
              </a:defRPr>
            </a:defPPr>
            <a:lvl1pPr algn="l">
              <a:buNone/>
              <a:defRPr sz="1500" b="1">
                <a:solidFill>
                  <a:srgbClr val="246AB8"/>
                </a:solidFill>
                <a:latin typeface="Microsoft YaHei"/>
                <a:ea typeface="Microsoft YaHei"/>
                <a:cs typeface="Microsoft YaHei"/>
              </a:defRPr>
            </a:lvl1pPr>
            <a:lvl2pPr algn="l">
              <a:buNone/>
              <a:defRPr sz="1500" b="1">
                <a:solidFill>
                  <a:srgbClr val="246AB8"/>
                </a:solidFill>
                <a:latin typeface="Microsoft YaHei"/>
                <a:ea typeface="Microsoft YaHei"/>
                <a:cs typeface="Microsoft YaHei"/>
              </a:defRPr>
            </a:lvl2pPr>
            <a:lvl3pPr algn="l">
              <a:buNone/>
              <a:defRPr sz="1500" b="1">
                <a:solidFill>
                  <a:srgbClr val="246AB8"/>
                </a:solidFill>
                <a:latin typeface="Microsoft YaHei"/>
                <a:ea typeface="Microsoft YaHei"/>
                <a:cs typeface="Microsoft YaHei"/>
              </a:defRPr>
            </a:lvl3pPr>
            <a:lvl4pPr algn="l">
              <a:buNone/>
              <a:defRPr sz="1500" b="1">
                <a:solidFill>
                  <a:srgbClr val="246AB8"/>
                </a:solidFill>
                <a:latin typeface="Microsoft YaHei"/>
                <a:ea typeface="Microsoft YaHei"/>
                <a:cs typeface="Microsoft YaHei"/>
              </a:defRPr>
            </a:lvl4pPr>
            <a:lvl5pPr algn="l">
              <a:buNone/>
              <a:defRPr sz="1500" b="1">
                <a:solidFill>
                  <a:srgbClr val="246AB8"/>
                </a:solidFill>
                <a:latin typeface="Microsoft YaHei"/>
                <a:ea typeface="Microsoft YaHei"/>
                <a:cs typeface="Microsoft YaHei"/>
              </a:defRPr>
            </a:lvl5pPr>
            <a:lvl6pPr algn="l">
              <a:buNone/>
              <a:defRPr sz="1500" b="1">
                <a:solidFill>
                  <a:srgbClr val="246AB8"/>
                </a:solidFill>
                <a:latin typeface="Microsoft YaHei"/>
                <a:ea typeface="Microsoft YaHei"/>
                <a:cs typeface="Microsoft YaHei"/>
              </a:defRPr>
            </a:lvl6pPr>
            <a:lvl7pPr algn="l">
              <a:buNone/>
              <a:defRPr sz="1500" b="1">
                <a:solidFill>
                  <a:srgbClr val="246AB8"/>
                </a:solidFill>
                <a:latin typeface="Microsoft YaHei"/>
                <a:ea typeface="Microsoft YaHei"/>
                <a:cs typeface="Microsoft YaHei"/>
              </a:defRPr>
            </a:lvl7pPr>
            <a:lvl8pPr algn="l">
              <a:buNone/>
              <a:defRPr sz="1500" b="1">
                <a:solidFill>
                  <a:srgbClr val="246AB8"/>
                </a:solidFill>
                <a:latin typeface="Microsoft YaHei"/>
                <a:ea typeface="Microsoft YaHei"/>
                <a:cs typeface="Microsoft YaHei"/>
              </a:defRPr>
            </a:lvl8pPr>
            <a:lvl9pPr algn="l">
              <a:buNone/>
              <a:defRPr sz="1500" b="1">
                <a:solidFill>
                  <a:srgbClr val="246AB8"/>
                </a:solidFill>
                <a:latin typeface="Microsoft YaHei"/>
                <a:ea typeface="Microsoft YaHei"/>
                <a:cs typeface="Microsoft YaHei"/>
              </a:defRPr>
            </a:lvl9pPr>
          </a:lstStyle>
          <a:p xmlns:a="http://schemas.openxmlformats.org/drawingml/2006/main">
            <a:pPr algn="l">
              <a:lnSpc>
                <a:spcPct val="112000"/>
              </a:lnSpc>
              <a:buNone/>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Controller 的规则、流程和写入交织，File 与 Monitor 也参与状态变化。</a:t>
            </a:r>
          </a:p>
        </p:txBody>
      </p:sp>
      <p:sp>
        <p:nvSpPr>
          <p:cNvPr id="27" name="shape-55">
            <a:extLst xmlns:a="http://schemas.openxmlformats.org/drawingml/2006/main">
              <a:ext uri="{FF2B5EF4-FFF2-40B4-BE49-F238E27FC236}">
                <a16:creationId xmlns:a16="http://schemas.microsoft.com/office/drawing/2014/main" id="{771F1890-F68B-4B20-B3AE-F554AFADAD3B}"/>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04 / 19</a:t>
            </a:r>
          </a:p>
        </p:txBody>
      </p:sp>
    </p:spTree>
    <p:extLst>
      <p:ext uri="{BB962C8B-B14F-4D97-AF65-F5344CB8AC3E}">
        <p14:creationId xmlns:p14="http://schemas.microsoft.com/office/powerpoint/2010/main" val="1514750993"/>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rect-60">
            <a:extLst xmlns:a="http://schemas.openxmlformats.org/drawingml/2006/main">
              <a:ext uri="{FF2B5EF4-FFF2-40B4-BE49-F238E27FC236}">
                <a16:creationId xmlns:a16="http://schemas.microsoft.com/office/drawing/2014/main" id="{B02AA8AC-DE67-405F-8917-7A460464F744}"/>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text-61">
            <a:extLst xmlns:a="http://schemas.openxmlformats.org/drawingml/2006/main">
              <a:ext uri="{FF2B5EF4-FFF2-40B4-BE49-F238E27FC236}">
                <a16:creationId xmlns:a16="http://schemas.microsoft.com/office/drawing/2014/main" id="{B15ACD9F-E181-45F9-84FF-89B7D85D5849}"/>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text-62">
            <a:extLst xmlns:a="http://schemas.openxmlformats.org/drawingml/2006/main">
              <a:ext uri="{FF2B5EF4-FFF2-40B4-BE49-F238E27FC236}">
                <a16:creationId xmlns:a16="http://schemas.microsoft.com/office/drawing/2014/main" id="{39F5EBDE-D6F6-4A13-9184-D0A45B6BFF20}"/>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五条设计规则及其代码落点</a:t>
            </a:r>
          </a:p>
        </p:txBody>
      </p:sp>
      <p:sp>
        <p:nvSpPr>
          <p:cNvPr id="4" name="text-63">
            <a:extLst xmlns:a="http://schemas.openxmlformats.org/drawingml/2006/main">
              <a:ext uri="{FF2B5EF4-FFF2-40B4-BE49-F238E27FC236}">
                <a16:creationId xmlns:a16="http://schemas.microsoft.com/office/drawing/2014/main" id="{CB3E28E7-BE71-4E01-B3BC-DBFA0DA8E60E}"/>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先说明业务含义，再确定模块、类型和接口</a:t>
            </a:r>
          </a:p>
        </p:txBody>
      </p:sp>
      <p:sp>
        <p:nvSpPr>
          <p:cNvPr id="5" name="rect-64">
            <a:extLst xmlns:a="http://schemas.openxmlformats.org/drawingml/2006/main">
              <a:ext uri="{FF2B5EF4-FFF2-40B4-BE49-F238E27FC236}">
                <a16:creationId xmlns:a16="http://schemas.microsoft.com/office/drawing/2014/main" id="{304E91A7-05C3-4631-8899-111D365DBB9D}"/>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text-65">
            <a:extLst xmlns:a="http://schemas.openxmlformats.org/drawingml/2006/main">
              <a:ext uri="{FF2B5EF4-FFF2-40B4-BE49-F238E27FC236}">
                <a16:creationId xmlns:a16="http://schemas.microsoft.com/office/drawing/2014/main" id="{2EC857CF-DDEF-4BEB-A95B-01C2D518E0C9}"/>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7" name="text-66">
            <a:extLst xmlns:a="http://schemas.openxmlformats.org/drawingml/2006/main">
              <a:ext uri="{FF2B5EF4-FFF2-40B4-BE49-F238E27FC236}">
                <a16:creationId xmlns:a16="http://schemas.microsoft.com/office/drawing/2014/main" id="{02B6A116-8AAC-4BC8-B190-26707DC13827}"/>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05 / 19</a:t>
            </a:r>
          </a:p>
        </p:txBody>
      </p:sp>
      <p:graphicFrame>
        <p:nvGraphicFramePr>
          <p:cNvPr id="8" name="">
            <a:extLst xmlns:a="http://schemas.openxmlformats.org/drawingml/2006/main">
              <a:ext uri="{FF2B5EF4-FFF2-40B4-BE49-F238E27FC236}">
                <a16:creationId xmlns:a16="http://schemas.microsoft.com/office/drawing/2014/main" id="{5E7D1FD8-8383-43B1-9083-DF0ECD6C2113}"/>
              </a:ext>
            </a:extLst>
          </p:cNvPr>
          <p:cNvGraphicFramePr/>
          <p:nvPr/>
        </p:nvGraphicFramePr>
        <p:xfrm>
          <a:off xmlns:a="http://schemas.openxmlformats.org/drawingml/2006/main" x="495300" y="1828800"/>
          <a:ext xmlns:a="http://schemas.openxmlformats.org/drawingml/2006/main" cx="11201400" cy="4143375"/>
        </p:xfrm>
        <a:graphic xmlns:a="http://schemas.openxmlformats.org/drawingml/2006/main">
          <a:graphicData uri="http://schemas.openxmlformats.org/drawingml/2006/table">
            <a:tbl>
              <a:tblPr firstRow="1" bandRow="0"/>
              <a:tblGrid>
                <a:gridCol w="2705100"/>
                <a:gridCol w="4114800"/>
                <a:gridCol w="4381500"/>
              </a:tblGrid>
              <a:tr h="428625">
                <a:tc>
                  <a:txBody>
                    <a:bodyPr/>
                    <a:lstStyle/>
                    <a:p>
                      <a:r>
                        <a:rPr sz="1500" b="1">
                          <a:solidFill>
                            <a:srgbClr val="FFFFFF"/>
                          </a:solidFill>
                          <a:latin typeface="Microsoft YaHei"/>
                          <a:ea typeface="Microsoft YaHei"/>
                          <a:cs typeface="Microsoft YaHei"/>
                        </a:rPr>
                        <a:t>设计规则</a:t>
                      </a:r>
                    </a:p>
                  </a:txBody>
                  <a:tcPr marL="142875" marR="114300" marT="95250" marB="76200" anchor="ctr">
                    <a:lnL w="6191">
                      <a:solidFill>
                        <a:srgbClr val="CDD8E6"/>
                      </a:solidFill>
                      <a:prstDash val="solid"/>
                    </a:lnL>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业务含义</a:t>
                      </a:r>
                    </a:p>
                  </a:txBody>
                  <a:tcPr marL="142875" marR="114300" marT="95250" marB="76200"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实现中应看到什么</a:t>
                      </a:r>
                    </a:p>
                  </a:txBody>
                  <a:tcPr marL="142875" marR="114300" marT="95250" marB="76200"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r>
              <a:tr h="742950">
                <a:tc>
                  <a:txBody>
                    <a:bodyPr/>
                    <a:lstStyle/>
                    <a:p>
                      <a:r>
                        <a:rPr sz="1575" b="1">
                          <a:solidFill>
                            <a:srgbClr val="246AB8"/>
                          </a:solidFill>
                          <a:latin typeface="Microsoft YaHei"/>
                          <a:ea typeface="Microsoft YaHei"/>
                          <a:cs typeface="Microsoft YaHei"/>
                        </a:rPr>
                        <a:t>身份与位置分开</a:t>
                      </a:r>
                    </a:p>
                  </a:txBody>
                  <a:tcPr marL="142875" marR="114300" marT="95250" marB="7620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订阅是谁，与当前连在哪里分别判断</a:t>
                      </a:r>
                    </a:p>
                  </a:txBody>
                  <a:tcPr marL="142875" marR="114300" marT="95250" marB="76200" anchor="ctr">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沿用 simId、来源与当前 Binding</a:t>
                      </a:r>
                    </a:p>
                    <a:p>
                      <a:r>
                        <a:rPr sz="1575" b="0">
                          <a:solidFill>
                            <a:srgbClr val="17263A"/>
                          </a:solidFill>
                          <a:latin typeface="Microsoft YaHei"/>
                          <a:ea typeface="Microsoft YaHei"/>
                          <a:cs typeface="Microsoft YaHei"/>
                        </a:rPr>
                        <a:t>身份规则与位置映射分别处理</a:t>
                      </a:r>
                    </a:p>
                  </a:txBody>
                  <a:tcPr marL="142875" marR="114300" marT="95250" marB="76200" anchor="ctr">
                    <a:lnR w="6191">
                      <a:solidFill>
                        <a:srgbClr val="CDD8E6"/>
                      </a:solidFill>
                      <a:prstDash val="solid"/>
                    </a:lnR>
                    <a:lnB w="6191">
                      <a:solidFill>
                        <a:srgbClr val="CDD8E6"/>
                      </a:solidFill>
                      <a:prstDash val="solid"/>
                    </a:lnB>
                    <a:solidFill>
                      <a:srgbClr val="FFFFFF"/>
                    </a:solidFill>
                  </a:tcPr>
                </a:tc>
              </a:tr>
              <a:tr h="742950">
                <a:tc>
                  <a:txBody>
                    <a:bodyPr/>
                    <a:lstStyle/>
                    <a:p>
                      <a:r>
                        <a:rPr sz="1575" b="1">
                          <a:solidFill>
                            <a:srgbClr val="246AB8"/>
                          </a:solidFill>
                          <a:latin typeface="Microsoft YaHei"/>
                          <a:ea typeface="Microsoft YaHei"/>
                          <a:cs typeface="Microsoft YaHei"/>
                        </a:rPr>
                        <a:t>状态与有效期分开</a:t>
                      </a:r>
                    </a:p>
                  </a:txBody>
                  <a:tcPr marL="142875" marR="114300" marT="95250" marB="76200"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卡就绪、文件完成、业务可用各有条件</a:t>
                      </a:r>
                    </a:p>
                  </a:txBody>
                  <a:tcPr marL="142875" marR="114300" marT="95250" marB="76200" anchor="ctr">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请求、会话、加载轮次的关联</a:t>
                      </a:r>
                    </a:p>
                    <a:p>
                      <a:r>
                        <a:rPr sz="1575" b="0">
                          <a:solidFill>
                            <a:srgbClr val="17263A"/>
                          </a:solidFill>
                          <a:latin typeface="Microsoft YaHei"/>
                          <a:ea typeface="Microsoft YaHei"/>
                          <a:cs typeface="Microsoft YaHei"/>
                        </a:rPr>
                        <a:t>旧响应写入前统一校验</a:t>
                      </a:r>
                    </a:p>
                  </a:txBody>
                  <a:tcPr marL="142875" marR="114300" marT="95250" marB="76200" anchor="ctr">
                    <a:lnR w="6191">
                      <a:solidFill>
                        <a:srgbClr val="CDD8E6"/>
                      </a:solidFill>
                      <a:prstDash val="solid"/>
                    </a:lnR>
                    <a:lnB w="6191">
                      <a:solidFill>
                        <a:srgbClr val="CDD8E6"/>
                      </a:solidFill>
                      <a:prstDash val="solid"/>
                    </a:lnB>
                    <a:solidFill>
                      <a:srgbClr val="EAF0F7"/>
                    </a:solidFill>
                  </a:tcPr>
                </a:tc>
              </a:tr>
              <a:tr h="742950">
                <a:tc>
                  <a:txBody>
                    <a:bodyPr/>
                    <a:lstStyle/>
                    <a:p>
                      <a:r>
                        <a:rPr sz="1575" b="1">
                          <a:solidFill>
                            <a:srgbClr val="246AB8"/>
                          </a:solidFill>
                          <a:latin typeface="Microsoft YaHei"/>
                          <a:ea typeface="Microsoft YaHei"/>
                          <a:cs typeface="Microsoft YaHei"/>
                        </a:rPr>
                        <a:t>每项事实有明确维护者</a:t>
                      </a:r>
                    </a:p>
                  </a:txBody>
                  <a:tcPr marL="142875" marR="114300" marT="95250" marB="7620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协作方通过公开契约获取或请求变化</a:t>
                      </a:r>
                    </a:p>
                  </a:txBody>
                  <a:tcPr marL="142875" marR="114300" marT="95250" marB="76200" anchor="ctr">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受控提交入口和只读快照</a:t>
                      </a:r>
                    </a:p>
                    <a:p>
                      <a:r>
                        <a:rPr sz="1575" b="0">
                          <a:solidFill>
                            <a:srgbClr val="17263A"/>
                          </a:solidFill>
                          <a:latin typeface="Microsoft YaHei"/>
                          <a:ea typeface="Microsoft YaHei"/>
                          <a:cs typeface="Microsoft YaHei"/>
                        </a:rPr>
                        <a:t>减少重复规则与旁路写入</a:t>
                      </a:r>
                    </a:p>
                  </a:txBody>
                  <a:tcPr marL="142875" marR="114300" marT="95250" marB="76200" anchor="ctr">
                    <a:lnR w="6191">
                      <a:solidFill>
                        <a:srgbClr val="CDD8E6"/>
                      </a:solidFill>
                      <a:prstDash val="solid"/>
                    </a:lnR>
                    <a:lnB w="6191">
                      <a:solidFill>
                        <a:srgbClr val="CDD8E6"/>
                      </a:solidFill>
                      <a:prstDash val="solid"/>
                    </a:lnB>
                    <a:solidFill>
                      <a:srgbClr val="FFFFFF"/>
                    </a:solidFill>
                  </a:tcPr>
                </a:tc>
              </a:tr>
              <a:tr h="742950">
                <a:tc>
                  <a:txBody>
                    <a:bodyPr/>
                    <a:lstStyle/>
                    <a:p>
                      <a:r>
                        <a:rPr sz="1575" b="1">
                          <a:solidFill>
                            <a:srgbClr val="246AB8"/>
                          </a:solidFill>
                          <a:latin typeface="Microsoft YaHei"/>
                          <a:ea typeface="Microsoft YaHei"/>
                          <a:cs typeface="Microsoft YaHei"/>
                        </a:rPr>
                        <a:t>完整用例承担恢复责任</a:t>
                      </a:r>
                    </a:p>
                  </a:txBody>
                  <a:tcPr marL="142875" marR="114300" marT="95250" marB="76200"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主动切换需要说明成功、未知与恢复</a:t>
                      </a:r>
                    </a:p>
                  </a:txBody>
                  <a:tcPr marL="142875" marR="114300" marT="95250" marB="76200" anchor="ctr">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唯一主编排及明确子步骤</a:t>
                      </a:r>
                    </a:p>
                    <a:p>
                      <a:r>
                        <a:rPr sz="1575" b="0">
                          <a:solidFill>
                            <a:srgbClr val="17263A"/>
                          </a:solidFill>
                          <a:latin typeface="Microsoft YaHei"/>
                          <a:ea typeface="Microsoft YaHei"/>
                          <a:cs typeface="Microsoft YaHei"/>
                        </a:rPr>
                        <a:t>超时后核实真实设备效果</a:t>
                      </a:r>
                    </a:p>
                  </a:txBody>
                  <a:tcPr marL="142875" marR="114300" marT="95250" marB="76200" anchor="ctr">
                    <a:lnR w="6191">
                      <a:solidFill>
                        <a:srgbClr val="CDD8E6"/>
                      </a:solidFill>
                      <a:prstDash val="solid"/>
                    </a:lnR>
                    <a:lnB w="6191">
                      <a:solidFill>
                        <a:srgbClr val="CDD8E6"/>
                      </a:solidFill>
                      <a:prstDash val="solid"/>
                    </a:lnB>
                    <a:solidFill>
                      <a:srgbClr val="EAF0F7"/>
                    </a:solidFill>
                  </a:tcPr>
                </a:tc>
              </a:tr>
              <a:tr h="742950">
                <a:tc>
                  <a:txBody>
                    <a:bodyPr/>
                    <a:lstStyle/>
                    <a:p>
                      <a:r>
                        <a:rPr sz="1575" b="1">
                          <a:solidFill>
                            <a:srgbClr val="246AB8"/>
                          </a:solidFill>
                          <a:latin typeface="Microsoft YaHei"/>
                          <a:ea typeface="Microsoft YaHei"/>
                          <a:cs typeface="Microsoft YaHei"/>
                        </a:rPr>
                        <a:t>旧接口承诺独立保持</a:t>
                      </a:r>
                    </a:p>
                  </a:txBody>
                  <a:tcPr marL="142875" marR="114300" marT="95250" marB="7620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内部细化后，调用方继续按原约定使用</a:t>
                      </a:r>
                    </a:p>
                  </a:txBody>
                  <a:tcPr marL="142875" marR="114300" marT="95250" marB="76200" anchor="ctr">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兼容适配和消费者契约测试</a:t>
                      </a:r>
                    </a:p>
                    <a:p>
                      <a:r>
                        <a:rPr sz="1575" b="0">
                          <a:solidFill>
                            <a:srgbClr val="17263A"/>
                          </a:solidFill>
                          <a:latin typeface="Microsoft YaHei"/>
                          <a:ea typeface="Microsoft YaHei"/>
                          <a:cs typeface="Microsoft YaHei"/>
                        </a:rPr>
                        <a:t>错误、通知与完成语义明确</a:t>
                      </a:r>
                    </a:p>
                  </a:txBody>
                  <a:tcPr marL="142875" marR="114300" marT="95250" marB="76200" anchor="ctr">
                    <a:lnR w="6191">
                      <a:solidFill>
                        <a:srgbClr val="CDD8E6"/>
                      </a:solidFill>
                      <a:prstDash val="solid"/>
                    </a:lnR>
                    <a:lnB w="6191">
                      <a:solidFill>
                        <a:srgbClr val="CDD8E6"/>
                      </a:solidFill>
                      <a:prstDash val="solid"/>
                    </a:lnB>
                    <a:solidFill>
                      <a:srgbClr val="FFFFFF"/>
                    </a:solidFill>
                  </a:tcPr>
                </a:tc>
              </a:tr>
            </a:tbl>
          </a:graphicData>
        </a:graphic>
      </p:graphicFrame>
      <p:sp>
        <p:nvSpPr>
          <p:cNvPr id="9" name="rect-67">
            <a:extLst xmlns:a="http://schemas.openxmlformats.org/drawingml/2006/main">
              <a:ext uri="{FF2B5EF4-FFF2-40B4-BE49-F238E27FC236}">
                <a16:creationId xmlns:a16="http://schemas.microsoft.com/office/drawing/2014/main" id="{99F9CABB-63F5-4F81-9BB9-A351C79C3156}"/>
              </a:ext>
            </a:extLst>
          </p:cNvPr>
          <p:cNvSpPr>
            <a:spLocks xmlns:a="http://schemas.openxmlformats.org/drawingml/2006/main" noGrp="1"/>
          </p:cNvSpPr>
          <p:nvPr/>
        </p:nvSpPr>
        <p:spPr>
          <a:xfrm xmlns:a="http://schemas.openxmlformats.org/drawingml/2006/main">
            <a:off x="495300" y="605790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 name="text-68">
            <a:extLst xmlns:a="http://schemas.openxmlformats.org/drawingml/2006/main">
              <a:ext uri="{FF2B5EF4-FFF2-40B4-BE49-F238E27FC236}">
                <a16:creationId xmlns:a16="http://schemas.microsoft.com/office/drawing/2014/main" id="{F0AA0383-43C3-4C95-A4ED-1DA9A9E4CEDD}"/>
              </a:ext>
            </a:extLst>
          </p:cNvPr>
          <p:cNvSpPr>
            <a:spLocks xmlns:a="http://schemas.openxmlformats.org/drawingml/2006/main" noGrp="1"/>
          </p:cNvSpPr>
          <p:nvPr/>
        </p:nvSpPr>
        <p:spPr>
          <a:xfrm xmlns:a="http://schemas.openxmlformats.org/drawingml/2006/main">
            <a:off x="495300" y="6200775"/>
            <a:ext cx="11201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buNone/>
              <a:defRPr sz="1575" b="1">
                <a:solidFill>
                  <a:srgbClr val="246AB8"/>
                </a:solidFill>
                <a:latin typeface="Microsoft YaHei"/>
                <a:ea typeface="Microsoft YaHei"/>
                <a:cs typeface="Microsoft YaHei"/>
              </a:defRPr>
            </a:lvl1pPr>
            <a:lvl2pPr algn="l">
              <a:buNone/>
              <a:defRPr sz="1575" b="1">
                <a:solidFill>
                  <a:srgbClr val="246AB8"/>
                </a:solidFill>
                <a:latin typeface="Microsoft YaHei"/>
                <a:ea typeface="Microsoft YaHei"/>
                <a:cs typeface="Microsoft YaHei"/>
              </a:defRPr>
            </a:lvl2pPr>
            <a:lvl3pPr algn="l">
              <a:buNone/>
              <a:defRPr sz="1575" b="1">
                <a:solidFill>
                  <a:srgbClr val="246AB8"/>
                </a:solidFill>
                <a:latin typeface="Microsoft YaHei"/>
                <a:ea typeface="Microsoft YaHei"/>
                <a:cs typeface="Microsoft YaHei"/>
              </a:defRPr>
            </a:lvl3pPr>
            <a:lvl4pPr algn="l">
              <a:buNone/>
              <a:defRPr sz="1575" b="1">
                <a:solidFill>
                  <a:srgbClr val="246AB8"/>
                </a:solidFill>
                <a:latin typeface="Microsoft YaHei"/>
                <a:ea typeface="Microsoft YaHei"/>
                <a:cs typeface="Microsoft YaHei"/>
              </a:defRPr>
            </a:lvl4pPr>
            <a:lvl5pPr algn="l">
              <a:buNone/>
              <a:defRPr sz="1575" b="1">
                <a:solidFill>
                  <a:srgbClr val="246AB8"/>
                </a:solidFill>
                <a:latin typeface="Microsoft YaHei"/>
                <a:ea typeface="Microsoft YaHei"/>
                <a:cs typeface="Microsoft YaHei"/>
              </a:defRPr>
            </a:lvl5pPr>
            <a:lvl6pPr algn="l">
              <a:buNone/>
              <a:defRPr sz="1575" b="1">
                <a:solidFill>
                  <a:srgbClr val="246AB8"/>
                </a:solidFill>
                <a:latin typeface="Microsoft YaHei"/>
                <a:ea typeface="Microsoft YaHei"/>
                <a:cs typeface="Microsoft YaHei"/>
              </a:defRPr>
            </a:lvl6pPr>
            <a:lvl7pPr algn="l">
              <a:buNone/>
              <a:defRPr sz="1575" b="1">
                <a:solidFill>
                  <a:srgbClr val="246AB8"/>
                </a:solidFill>
                <a:latin typeface="Microsoft YaHei"/>
                <a:ea typeface="Microsoft YaHei"/>
                <a:cs typeface="Microsoft YaHei"/>
              </a:defRPr>
            </a:lvl7pPr>
            <a:lvl8pPr algn="l">
              <a:buNone/>
              <a:defRPr sz="1575" b="1">
                <a:solidFill>
                  <a:srgbClr val="246AB8"/>
                </a:solidFill>
                <a:latin typeface="Microsoft YaHei"/>
                <a:ea typeface="Microsoft YaHei"/>
                <a:cs typeface="Microsoft YaHei"/>
              </a:defRPr>
            </a:lvl8pPr>
            <a:lvl9pPr algn="l">
              <a:buNone/>
              <a:defRPr sz="1575" b="1">
                <a:solidFill>
                  <a:srgbClr val="246AB8"/>
                </a:solidFill>
                <a:latin typeface="Microsoft YaHei"/>
                <a:ea typeface="Microsoft YaHei"/>
                <a:cs typeface="Microsoft YaHei"/>
              </a:defRPr>
            </a:lvl9pPr>
          </a:lstStyle>
          <a:p xmlns:a="http://schemas.openxmlformats.org/drawingml/2006/main">
            <a:pPr algn="l">
              <a:lnSpc>
                <a:spcPct val="11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每个新增模块都要解释：集中维护哪项知识，减少调用方的哪类判断</a:t>
            </a:r>
          </a:p>
        </p:txBody>
      </p:sp>
    </p:spTree>
    <p:extLst>
      <p:ext uri="{BB962C8B-B14F-4D97-AF65-F5344CB8AC3E}">
        <p14:creationId xmlns:p14="http://schemas.microsoft.com/office/powerpoint/2010/main" val="184810073"/>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shape-23">
            <a:extLst xmlns:a="http://schemas.openxmlformats.org/drawingml/2006/main">
              <a:ext uri="{FF2B5EF4-FFF2-40B4-BE49-F238E27FC236}">
                <a16:creationId xmlns:a16="http://schemas.microsoft.com/office/drawing/2014/main" id="{BC1C41BC-948F-4451-A440-56D12C957B72}"/>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shape-24">
            <a:extLst xmlns:a="http://schemas.openxmlformats.org/drawingml/2006/main">
              <a:ext uri="{FF2B5EF4-FFF2-40B4-BE49-F238E27FC236}">
                <a16:creationId xmlns:a16="http://schemas.microsoft.com/office/drawing/2014/main" id="{9AA592ED-D0E9-45B0-ABEF-0ABD610B3F08}"/>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shape-25">
            <a:extLst xmlns:a="http://schemas.openxmlformats.org/drawingml/2006/main">
              <a:ext uri="{FF2B5EF4-FFF2-40B4-BE49-F238E27FC236}">
                <a16:creationId xmlns:a16="http://schemas.microsoft.com/office/drawing/2014/main" id="{53E9110E-4BB8-49B9-B44E-0CEC85FFF88C}"/>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目标职责：账户、角色、操作与卡运行各有维护者</a:t>
            </a:r>
          </a:p>
        </p:txBody>
      </p:sp>
      <p:sp>
        <p:nvSpPr>
          <p:cNvPr id="4" name="shape-26">
            <a:extLst xmlns:a="http://schemas.openxmlformats.org/drawingml/2006/main">
              <a:ext uri="{FF2B5EF4-FFF2-40B4-BE49-F238E27FC236}">
                <a16:creationId xmlns:a16="http://schemas.microsoft.com/office/drawing/2014/main" id="{D8C6ED0A-D0EF-4750-B530-AA8D11B975C5}"/>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T / A / O 描述业务知识归属，C / R / I / H 描述支撑边界</a:t>
            </a:r>
          </a:p>
        </p:txBody>
      </p:sp>
      <p:sp>
        <p:nvSpPr>
          <p:cNvPr id="5" name="shape-27">
            <a:extLst xmlns:a="http://schemas.openxmlformats.org/drawingml/2006/main">
              <a:ext uri="{FF2B5EF4-FFF2-40B4-BE49-F238E27FC236}">
                <a16:creationId xmlns:a16="http://schemas.microsoft.com/office/drawing/2014/main" id="{C66D9D15-0612-4B11-9B6F-16557177B533}"/>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shape-28">
            <a:extLst xmlns:a="http://schemas.openxmlformats.org/drawingml/2006/main">
              <a:ext uri="{FF2B5EF4-FFF2-40B4-BE49-F238E27FC236}">
                <a16:creationId xmlns:a16="http://schemas.microsoft.com/office/drawing/2014/main" id="{D63AAB1D-8A9A-4F9C-A028-79B651175047}"/>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graphicFrame>
        <p:nvGraphicFramePr>
          <p:cNvPr id="7" name="">
            <a:extLst xmlns:a="http://schemas.openxmlformats.org/drawingml/2006/main">
              <a:ext uri="{FF2B5EF4-FFF2-40B4-BE49-F238E27FC236}">
                <a16:creationId xmlns:a16="http://schemas.microsoft.com/office/drawing/2014/main" id="{48981F6B-8B64-4763-8349-FB6B2AA0D338}"/>
              </a:ext>
            </a:extLst>
          </p:cNvPr>
          <p:cNvGraphicFramePr/>
          <p:nvPr/>
        </p:nvGraphicFramePr>
        <p:xfrm>
          <a:off xmlns:a="http://schemas.openxmlformats.org/drawingml/2006/main" x="495300" y="1819275"/>
          <a:ext xmlns:a="http://schemas.openxmlformats.org/drawingml/2006/main" cx="11201400" cy="4067175"/>
        </p:xfrm>
        <a:graphic xmlns:a="http://schemas.openxmlformats.org/drawingml/2006/main">
          <a:graphicData uri="http://schemas.openxmlformats.org/drawingml/2006/table">
            <a:tbl>
              <a:tblPr firstRow="1" bandRow="0"/>
              <a:tblGrid>
                <a:gridCol w="2247900"/>
                <a:gridCol w="4476750"/>
                <a:gridCol w="4476750"/>
              </a:tblGrid>
              <a:tr h="419100">
                <a:tc>
                  <a:txBody>
                    <a:bodyPr/>
                    <a:lstStyle/>
                    <a:p>
                      <a:r>
                        <a:rPr sz="1500" b="1">
                          <a:solidFill>
                            <a:srgbClr val="FFFFFF"/>
                          </a:solidFill>
                          <a:latin typeface="Microsoft YaHei"/>
                          <a:ea typeface="Microsoft YaHei"/>
                          <a:cs typeface="Microsoft YaHei"/>
                        </a:rPr>
                        <a:t>职责</a:t>
                      </a:r>
                    </a:p>
                  </a:txBody>
                  <a:tcPr marL="133350" marR="95250" marT="76200" marB="57150" anchor="ctr">
                    <a:lnL w="6191">
                      <a:solidFill>
                        <a:srgbClr val="CDD8E6"/>
                      </a:solidFill>
                      <a:prstDash val="solid"/>
                    </a:lnL>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维护什么</a:t>
                      </a:r>
                    </a:p>
                  </a:txBody>
                  <a:tcPr marL="133350" marR="95250" marT="76200" marB="57150"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协作边界</a:t>
                      </a:r>
                    </a:p>
                  </a:txBody>
                  <a:tcPr marL="133350" marR="95250" marT="76200" marB="57150"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r>
              <a:tr h="666750">
                <a:tc>
                  <a:txBody>
                    <a:bodyPr/>
                    <a:lstStyle/>
                    <a:p>
                      <a:r>
                        <a:rPr sz="1575" b="1">
                          <a:solidFill>
                            <a:srgbClr val="246AB8"/>
                          </a:solidFill>
                          <a:latin typeface="Microsoft YaHei"/>
                          <a:ea typeface="Microsoft YaHei"/>
                          <a:cs typeface="Microsoft YaHei"/>
                        </a:rPr>
                        <a:t>T  账户拓扑</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账户、资料、已接受的身份与绑定</a:t>
                      </a:r>
                    </a:p>
                  </a:txBody>
                  <a:tcPr marL="133350" marR="95250" marT="76200" marB="57150" anchor="ctr">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沿用既有 simId，接纳可信卡侧观察</a:t>
                      </a:r>
                    </a:p>
                  </a:txBody>
                  <a:tcPr marL="133350" marR="95250" marT="76200" marB="57150" anchor="ctr">
                    <a:lnR w="6191">
                      <a:solidFill>
                        <a:srgbClr val="CDD8E6"/>
                      </a:solidFill>
                      <a:prstDash val="solid"/>
                    </a:lnR>
                    <a:lnB w="6191">
                      <a:solidFill>
                        <a:srgbClr val="CDD8E6"/>
                      </a:solidFill>
                      <a:prstDash val="solid"/>
                    </a:lnB>
                    <a:solidFill>
                      <a:srgbClr val="FFFFFF"/>
                    </a:solidFill>
                  </a:tcPr>
                </a:tc>
              </a:tr>
              <a:tr h="771525">
                <a:tc>
                  <a:txBody>
                    <a:bodyPr/>
                    <a:lstStyle/>
                    <a:p>
                      <a:r>
                        <a:rPr sz="1575" b="1">
                          <a:solidFill>
                            <a:srgbClr val="246AB8"/>
                          </a:solidFill>
                          <a:latin typeface="Microsoft YaHei"/>
                          <a:ea typeface="Microsoft YaHei"/>
                          <a:cs typeface="Microsoft YaHei"/>
                        </a:rPr>
                        <a:t>A  角色与资源分配</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Voice / SMS / Data / Primary</a:t>
                      </a:r>
                    </a:p>
                    <a:p>
                      <a:r>
                        <a:rPr sz="1575" b="0">
                          <a:solidFill>
                            <a:srgbClr val="17263A"/>
                          </a:solidFill>
                          <a:latin typeface="Microsoft YaHei"/>
                          <a:ea typeface="Microsoft YaHei"/>
                          <a:cs typeface="Microsoft YaHei"/>
                        </a:rPr>
                        <a:t>偏好、有效选择与资源计划</a:t>
                      </a:r>
                    </a:p>
                  </a:txBody>
                  <a:tcPr marL="133350" marR="95250" marT="76200" marB="57150" anchor="ctr">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AssignmentService 组织提交</a:t>
                      </a:r>
                    </a:p>
                    <a:p>
                      <a:r>
                        <a:rPr sz="1575" b="0">
                          <a:solidFill>
                            <a:srgbClr val="17263A"/>
                          </a:solidFill>
                          <a:latin typeface="Microsoft YaHei"/>
                          <a:ea typeface="Microsoft YaHei"/>
                          <a:cs typeface="Microsoft YaHei"/>
                        </a:rPr>
                        <a:t>设备执行结果单独核实</a:t>
                      </a:r>
                    </a:p>
                  </a:txBody>
                  <a:tcPr marL="133350" marR="95250" marT="76200" marB="57150" anchor="ctr">
                    <a:lnR w="6191">
                      <a:solidFill>
                        <a:srgbClr val="CDD8E6"/>
                      </a:solidFill>
                      <a:prstDash val="solid"/>
                    </a:lnR>
                    <a:lnB w="6191">
                      <a:solidFill>
                        <a:srgbClr val="CDD8E6"/>
                      </a:solidFill>
                      <a:prstDash val="solid"/>
                    </a:lnB>
                    <a:solidFill>
                      <a:srgbClr val="EAF0F7"/>
                    </a:solidFill>
                  </a:tcPr>
                </a:tc>
              </a:tr>
              <a:tr h="771525">
                <a:tc>
                  <a:txBody>
                    <a:bodyPr/>
                    <a:lstStyle/>
                    <a:p>
                      <a:r>
                        <a:rPr sz="1575" b="1">
                          <a:solidFill>
                            <a:srgbClr val="246AB8"/>
                          </a:solidFill>
                          <a:latin typeface="Microsoft YaHei"/>
                          <a:ea typeface="Microsoft YaHei"/>
                          <a:cs typeface="Microsoft YaHei"/>
                        </a:rPr>
                        <a:t>O  本地操作</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激活、主卡、号码写卡等步骤</a:t>
                      </a:r>
                    </a:p>
                    <a:p>
                      <a:r>
                        <a:rPr sz="1575" b="0">
                          <a:solidFill>
                            <a:srgbClr val="17263A"/>
                          </a:solidFill>
                          <a:latin typeface="Microsoft YaHei"/>
                          <a:ea typeface="Microsoft YaHei"/>
                          <a:cs typeface="Microsoft YaHei"/>
                        </a:rPr>
                        <a:t>等待、尝试与结果不确定</a:t>
                      </a:r>
                    </a:p>
                  </a:txBody>
                  <a:tcPr marL="133350" marR="95250" marT="76200" marB="57150" anchor="ctr">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Core 管本地步骤</a:t>
                      </a:r>
                    </a:p>
                    <a:p>
                      <a:r>
                        <a:rPr sz="1575" b="0">
                          <a:solidFill>
                            <a:srgbClr val="17263A"/>
                          </a:solidFill>
                          <a:latin typeface="Microsoft YaHei"/>
                          <a:ea typeface="Microsoft YaHei"/>
                          <a:cs typeface="Microsoft YaHei"/>
                        </a:rPr>
                        <a:t>66250 保留下载 / OSU 主流程</a:t>
                      </a:r>
                    </a:p>
                  </a:txBody>
                  <a:tcPr marL="133350" marR="95250" marT="76200" marB="57150" anchor="ctr">
                    <a:lnR w="6191">
                      <a:solidFill>
                        <a:srgbClr val="CDD8E6"/>
                      </a:solidFill>
                      <a:prstDash val="solid"/>
                    </a:lnR>
                    <a:lnB w="6191">
                      <a:solidFill>
                        <a:srgbClr val="CDD8E6"/>
                      </a:solidFill>
                      <a:prstDash val="solid"/>
                    </a:lnB>
                    <a:solidFill>
                      <a:srgbClr val="FFFFFF"/>
                    </a:solidFill>
                  </a:tcPr>
                </a:tc>
              </a:tr>
              <a:tr h="771525">
                <a:tc>
                  <a:txBody>
                    <a:bodyPr/>
                    <a:lstStyle/>
                    <a:p>
                      <a:r>
                        <a:rPr sz="1575" b="1">
                          <a:solidFill>
                            <a:srgbClr val="246AB8"/>
                          </a:solidFill>
                          <a:latin typeface="Microsoft YaHei"/>
                          <a:ea typeface="Microsoft YaHei"/>
                          <a:cs typeface="Microsoft YaHei"/>
                        </a:rPr>
                        <a:t>R  卡运行</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状态、安全、EF / Records、电话簿</a:t>
                      </a:r>
                    </a:p>
                    <a:p>
                      <a:r>
                        <a:rPr sz="1575" b="0">
                          <a:solidFill>
                            <a:srgbClr val="17263A"/>
                          </a:solidFill>
                          <a:latin typeface="Microsoft YaHei"/>
                          <a:ea typeface="Microsoft YaHei"/>
                          <a:cs typeface="Microsoft YaHei"/>
                        </a:rPr>
                        <a:t>STK、卡短信、carrier、eUICC</a:t>
                      </a:r>
                    </a:p>
                  </a:txBody>
                  <a:tcPr marL="133350" marR="95250" marT="76200" marB="57150" anchor="ctr">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保留原生产协议、解析和资源约束</a:t>
                      </a:r>
                    </a:p>
                  </a:txBody>
                  <a:tcPr marL="133350" marR="95250" marT="76200" marB="57150" anchor="ctr">
                    <a:lnR w="6191">
                      <a:solidFill>
                        <a:srgbClr val="CDD8E6"/>
                      </a:solidFill>
                      <a:prstDash val="solid"/>
                    </a:lnR>
                    <a:lnB w="6191">
                      <a:solidFill>
                        <a:srgbClr val="CDD8E6"/>
                      </a:solidFill>
                      <a:prstDash val="solid"/>
                    </a:lnB>
                    <a:solidFill>
                      <a:srgbClr val="EAF0F7"/>
                    </a:solidFill>
                  </a:tcPr>
                </a:tc>
              </a:tr>
              <a:tr h="666750">
                <a:tc>
                  <a:txBody>
                    <a:bodyPr/>
                    <a:lstStyle/>
                    <a:p>
                      <a:r>
                        <a:rPr sz="1575" b="1">
                          <a:solidFill>
                            <a:srgbClr val="246AB8"/>
                          </a:solidFill>
                          <a:latin typeface="Microsoft YaHei"/>
                          <a:ea typeface="Microsoft YaHei"/>
                          <a:cs typeface="Microsoft YaHei"/>
                        </a:rPr>
                        <a:t>C / I / H</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兼容入口与输出 / 技术适配 / 宿主装配</a:t>
                      </a:r>
                    </a:p>
                  </a:txBody>
                  <a:tcPr marL="133350" marR="95250" marT="76200" marB="57150" anchor="ctr">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保持旧契约、真实对象与生命周期</a:t>
                      </a:r>
                    </a:p>
                  </a:txBody>
                  <a:tcPr marL="133350" marR="95250" marT="76200" marB="57150" anchor="ctr">
                    <a:lnR w="6191">
                      <a:solidFill>
                        <a:srgbClr val="CDD8E6"/>
                      </a:solidFill>
                      <a:prstDash val="solid"/>
                    </a:lnR>
                    <a:lnB w="6191">
                      <a:solidFill>
                        <a:srgbClr val="CDD8E6"/>
                      </a:solidFill>
                      <a:prstDash val="solid"/>
                    </a:lnB>
                    <a:solidFill>
                      <a:srgbClr val="FFFFFF"/>
                    </a:solidFill>
                  </a:tcPr>
                </a:tc>
              </a:tr>
            </a:tbl>
          </a:graphicData>
        </a:graphic>
      </p:graphicFrame>
      <p:sp>
        <p:nvSpPr>
          <p:cNvPr id="8" name="shape-29">
            <a:extLst xmlns:a="http://schemas.openxmlformats.org/drawingml/2006/main">
              <a:ext uri="{FF2B5EF4-FFF2-40B4-BE49-F238E27FC236}">
                <a16:creationId xmlns:a16="http://schemas.microsoft.com/office/drawing/2014/main" id="{C595718A-1D62-4480-A1D2-9FBCB5CA193B}"/>
              </a:ext>
            </a:extLst>
          </p:cNvPr>
          <p:cNvSpPr>
            <a:spLocks xmlns:a="http://schemas.openxmlformats.org/drawingml/2006/main" noGrp="1"/>
          </p:cNvSpPr>
          <p:nvPr/>
        </p:nvSpPr>
        <p:spPr>
          <a:xfrm xmlns:a="http://schemas.openxmlformats.org/drawingml/2006/main">
            <a:off x="495300" y="6029325"/>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 name="shape-30">
            <a:extLst xmlns:a="http://schemas.openxmlformats.org/drawingml/2006/main">
              <a:ext uri="{FF2B5EF4-FFF2-40B4-BE49-F238E27FC236}">
                <a16:creationId xmlns:a16="http://schemas.microsoft.com/office/drawing/2014/main" id="{5A64BBE5-27F7-49CF-AA58-99F5C18FC6CD}"/>
              </a:ext>
            </a:extLst>
          </p:cNvPr>
          <p:cNvSpPr>
            <a:spLocks xmlns:a="http://schemas.openxmlformats.org/drawingml/2006/main" noGrp="1"/>
          </p:cNvSpPr>
          <p:nvPr/>
        </p:nvSpPr>
        <p:spPr>
          <a:xfrm xmlns:a="http://schemas.openxmlformats.org/drawingml/2006/main">
            <a:off x="495300" y="6172200"/>
            <a:ext cx="1120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246AB8"/>
                </a:solidFill>
                <a:latin typeface="Microsoft YaHei"/>
                <a:ea typeface="Microsoft YaHei"/>
                <a:cs typeface="Microsoft YaHei"/>
              </a:defRPr>
            </a:defPPr>
            <a:lvl1pPr algn="l">
              <a:buNone/>
              <a:defRPr sz="1500" b="1">
                <a:solidFill>
                  <a:srgbClr val="246AB8"/>
                </a:solidFill>
                <a:latin typeface="Microsoft YaHei"/>
                <a:ea typeface="Microsoft YaHei"/>
                <a:cs typeface="Microsoft YaHei"/>
              </a:defRPr>
            </a:lvl1pPr>
            <a:lvl2pPr algn="l">
              <a:buNone/>
              <a:defRPr sz="1500" b="1">
                <a:solidFill>
                  <a:srgbClr val="246AB8"/>
                </a:solidFill>
                <a:latin typeface="Microsoft YaHei"/>
                <a:ea typeface="Microsoft YaHei"/>
                <a:cs typeface="Microsoft YaHei"/>
              </a:defRPr>
            </a:lvl2pPr>
            <a:lvl3pPr algn="l">
              <a:buNone/>
              <a:defRPr sz="1500" b="1">
                <a:solidFill>
                  <a:srgbClr val="246AB8"/>
                </a:solidFill>
                <a:latin typeface="Microsoft YaHei"/>
                <a:ea typeface="Microsoft YaHei"/>
                <a:cs typeface="Microsoft YaHei"/>
              </a:defRPr>
            </a:lvl3pPr>
            <a:lvl4pPr algn="l">
              <a:buNone/>
              <a:defRPr sz="1500" b="1">
                <a:solidFill>
                  <a:srgbClr val="246AB8"/>
                </a:solidFill>
                <a:latin typeface="Microsoft YaHei"/>
                <a:ea typeface="Microsoft YaHei"/>
                <a:cs typeface="Microsoft YaHei"/>
              </a:defRPr>
            </a:lvl4pPr>
            <a:lvl5pPr algn="l">
              <a:buNone/>
              <a:defRPr sz="1500" b="1">
                <a:solidFill>
                  <a:srgbClr val="246AB8"/>
                </a:solidFill>
                <a:latin typeface="Microsoft YaHei"/>
                <a:ea typeface="Microsoft YaHei"/>
                <a:cs typeface="Microsoft YaHei"/>
              </a:defRPr>
            </a:lvl5pPr>
            <a:lvl6pPr algn="l">
              <a:buNone/>
              <a:defRPr sz="1500" b="1">
                <a:solidFill>
                  <a:srgbClr val="246AB8"/>
                </a:solidFill>
                <a:latin typeface="Microsoft YaHei"/>
                <a:ea typeface="Microsoft YaHei"/>
                <a:cs typeface="Microsoft YaHei"/>
              </a:defRPr>
            </a:lvl6pPr>
            <a:lvl7pPr algn="l">
              <a:buNone/>
              <a:defRPr sz="1500" b="1">
                <a:solidFill>
                  <a:srgbClr val="246AB8"/>
                </a:solidFill>
                <a:latin typeface="Microsoft YaHei"/>
                <a:ea typeface="Microsoft YaHei"/>
                <a:cs typeface="Microsoft YaHei"/>
              </a:defRPr>
            </a:lvl7pPr>
            <a:lvl8pPr algn="l">
              <a:buNone/>
              <a:defRPr sz="1500" b="1">
                <a:solidFill>
                  <a:srgbClr val="246AB8"/>
                </a:solidFill>
                <a:latin typeface="Microsoft YaHei"/>
                <a:ea typeface="Microsoft YaHei"/>
                <a:cs typeface="Microsoft YaHei"/>
              </a:defRPr>
            </a:lvl8pPr>
            <a:lvl9pPr algn="l">
              <a:buNone/>
              <a:defRPr sz="1500" b="1">
                <a:solidFill>
                  <a:srgbClr val="246AB8"/>
                </a:solidFill>
                <a:latin typeface="Microsoft YaHei"/>
                <a:ea typeface="Microsoft YaHei"/>
                <a:cs typeface="Microsoft YaHei"/>
              </a:defRPr>
            </a:lvl9pPr>
          </a:lstStyle>
          <a:p xmlns:a="http://schemas.openxmlformats.org/drawingml/2006/main">
            <a:pPr algn="l">
              <a:lnSpc>
                <a:spcPct val="112000"/>
              </a:lnSpc>
              <a:buNone/>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业务责任、实现层和 SO / SA 是三种视图，不能按字母数量拆服务。</a:t>
            </a:r>
          </a:p>
        </p:txBody>
      </p:sp>
      <p:sp>
        <p:nvSpPr>
          <p:cNvPr id="10" name="shape-98">
            <a:extLst xmlns:a="http://schemas.openxmlformats.org/drawingml/2006/main">
              <a:ext uri="{FF2B5EF4-FFF2-40B4-BE49-F238E27FC236}">
                <a16:creationId xmlns:a16="http://schemas.microsoft.com/office/drawing/2014/main" id="{433EBAD5-BF62-4A60-8C32-C3AB650CB434}"/>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06 / 19</a:t>
            </a:r>
          </a:p>
        </p:txBody>
      </p:sp>
    </p:spTree>
    <p:extLst>
      <p:ext uri="{BB962C8B-B14F-4D97-AF65-F5344CB8AC3E}">
        <p14:creationId xmlns:p14="http://schemas.microsoft.com/office/powerpoint/2010/main" val="1688235914"/>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50" name="accent-1">
            <a:extLst xmlns:a="http://schemas.openxmlformats.org/drawingml/2006/main">
              <a:ext uri="{FF2B5EF4-FFF2-40B4-BE49-F238E27FC236}">
                <a16:creationId xmlns:a16="http://schemas.microsoft.com/office/drawing/2014/main" id="{FB1EE5EA-EC71-40DE-81AA-D50FC0645247}"/>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2">
            <a:extLst xmlns:a="http://schemas.openxmlformats.org/drawingml/2006/main">
              <a:ext uri="{FF2B5EF4-FFF2-40B4-BE49-F238E27FC236}">
                <a16:creationId xmlns:a16="http://schemas.microsoft.com/office/drawing/2014/main" id="{2689218A-96BB-4E11-95A9-45728155A99D}"/>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08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title-3">
            <a:extLst xmlns:a="http://schemas.openxmlformats.org/drawingml/2006/main">
              <a:ext uri="{FF2B5EF4-FFF2-40B4-BE49-F238E27FC236}">
                <a16:creationId xmlns:a16="http://schemas.microsoft.com/office/drawing/2014/main" id="{1775E68A-64E8-4FFB-ADB7-7793495059DE}"/>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08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重构前后：把 Controller 中的职责拆到不同层</a:t>
            </a:r>
          </a:p>
        </p:txBody>
      </p:sp>
      <p:sp>
        <p:nvSpPr>
          <p:cNvPr id="4" name="subtitle-4">
            <a:extLst xmlns:a="http://schemas.openxmlformats.org/drawingml/2006/main">
              <a:ext uri="{FF2B5EF4-FFF2-40B4-BE49-F238E27FC236}">
                <a16:creationId xmlns:a16="http://schemas.microsoft.com/office/drawing/2014/main" id="{9F000AF7-9507-4294-8B63-9E8836C2C903}"/>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56657A"/>
                </a:solidFill>
                <a:latin typeface="Microsoft YaHei"/>
                <a:ea typeface="Microsoft YaHei"/>
                <a:cs typeface="Microsoft YaHei"/>
              </a:defRPr>
            </a:defPPr>
            <a:lvl1pPr algn="l">
              <a:buNone/>
              <a:defRPr sz="1500" b="0">
                <a:solidFill>
                  <a:srgbClr val="56657A"/>
                </a:solidFill>
                <a:latin typeface="Microsoft YaHei"/>
                <a:ea typeface="Microsoft YaHei"/>
                <a:cs typeface="Microsoft YaHei"/>
              </a:defRPr>
            </a:lvl1pPr>
            <a:lvl2pPr algn="l">
              <a:buNone/>
              <a:defRPr sz="1500" b="0">
                <a:solidFill>
                  <a:srgbClr val="56657A"/>
                </a:solidFill>
                <a:latin typeface="Microsoft YaHei"/>
                <a:ea typeface="Microsoft YaHei"/>
                <a:cs typeface="Microsoft YaHei"/>
              </a:defRPr>
            </a:lvl2pPr>
            <a:lvl3pPr algn="l">
              <a:buNone/>
              <a:defRPr sz="1500" b="0">
                <a:solidFill>
                  <a:srgbClr val="56657A"/>
                </a:solidFill>
                <a:latin typeface="Microsoft YaHei"/>
                <a:ea typeface="Microsoft YaHei"/>
                <a:cs typeface="Microsoft YaHei"/>
              </a:defRPr>
            </a:lvl3pPr>
            <a:lvl4pPr algn="l">
              <a:buNone/>
              <a:defRPr sz="1500" b="0">
                <a:solidFill>
                  <a:srgbClr val="56657A"/>
                </a:solidFill>
                <a:latin typeface="Microsoft YaHei"/>
                <a:ea typeface="Microsoft YaHei"/>
                <a:cs typeface="Microsoft YaHei"/>
              </a:defRPr>
            </a:lvl4pPr>
            <a:lvl5pPr algn="l">
              <a:buNone/>
              <a:defRPr sz="1500" b="0">
                <a:solidFill>
                  <a:srgbClr val="56657A"/>
                </a:solidFill>
                <a:latin typeface="Microsoft YaHei"/>
                <a:ea typeface="Microsoft YaHei"/>
                <a:cs typeface="Microsoft YaHei"/>
              </a:defRPr>
            </a:lvl5pPr>
            <a:lvl6pPr algn="l">
              <a:buNone/>
              <a:defRPr sz="1500" b="0">
                <a:solidFill>
                  <a:srgbClr val="56657A"/>
                </a:solidFill>
                <a:latin typeface="Microsoft YaHei"/>
                <a:ea typeface="Microsoft YaHei"/>
                <a:cs typeface="Microsoft YaHei"/>
              </a:defRPr>
            </a:lvl6pPr>
            <a:lvl7pPr algn="l">
              <a:buNone/>
              <a:defRPr sz="1500" b="0">
                <a:solidFill>
                  <a:srgbClr val="56657A"/>
                </a:solidFill>
                <a:latin typeface="Microsoft YaHei"/>
                <a:ea typeface="Microsoft YaHei"/>
                <a:cs typeface="Microsoft YaHei"/>
              </a:defRPr>
            </a:lvl7pPr>
            <a:lvl8pPr algn="l">
              <a:buNone/>
              <a:defRPr sz="1500" b="0">
                <a:solidFill>
                  <a:srgbClr val="56657A"/>
                </a:solidFill>
                <a:latin typeface="Microsoft YaHei"/>
                <a:ea typeface="Microsoft YaHei"/>
                <a:cs typeface="Microsoft YaHei"/>
              </a:defRPr>
            </a:lvl8pPr>
            <a:lvl9pPr algn="l">
              <a:buNone/>
              <a:defRPr sz="1500" b="0">
                <a:solidFill>
                  <a:srgbClr val="56657A"/>
                </a:solidFill>
                <a:latin typeface="Microsoft YaHei"/>
                <a:ea typeface="Microsoft YaHei"/>
                <a:cs typeface="Microsoft YaHei"/>
              </a:defRPr>
            </a:lvl9pPr>
          </a:lstStyle>
          <a:p xmlns:a="http://schemas.openxmlformats.org/drawingml/2006/main">
            <a:pPr algn="l">
              <a:lnSpc>
                <a:spcPct val="108000"/>
              </a:lnSpc>
              <a:buNone/>
              <a:defRPr sz="1500" b="0">
                <a:solidFill>
                  <a:srgbClr val="56657A"/>
                </a:solidFill>
                <a:latin typeface="Microsoft YaHei"/>
                <a:ea typeface="Microsoft YaHei"/>
                <a:cs typeface="Microsoft YaHei"/>
              </a:defRPr>
            </a:pPr>
            <a:r>
              <a:rPr sz="1500" b="0">
                <a:solidFill>
                  <a:srgbClr val="56657A"/>
                </a:solidFill>
                <a:latin typeface="Microsoft YaHei"/>
                <a:ea typeface="Microsoft YaHei"/>
                <a:cs typeface="Microsoft YaHei"/>
              </a:rPr>
              <a:t>同色编号表示职责去向。左侧看旧模块，右侧看目标分层</a:t>
            </a:r>
          </a:p>
        </p:txBody>
      </p:sp>
      <p:sp>
        <p:nvSpPr>
          <p:cNvPr id="5" name="header-rule-5">
            <a:extLst xmlns:a="http://schemas.openxmlformats.org/drawingml/2006/main">
              <a:ext uri="{FF2B5EF4-FFF2-40B4-BE49-F238E27FC236}">
                <a16:creationId xmlns:a16="http://schemas.microsoft.com/office/drawing/2014/main" id="{D9FAD369-9280-4646-8DFB-FBC98AA9C157}"/>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before-heading-6">
            <a:extLst xmlns:a="http://schemas.openxmlformats.org/drawingml/2006/main">
              <a:ext uri="{FF2B5EF4-FFF2-40B4-BE49-F238E27FC236}">
                <a16:creationId xmlns:a16="http://schemas.microsoft.com/office/drawing/2014/main" id="{D3E3C3E1-2AC0-43A9-89BF-9E5A49BE5277}"/>
              </a:ext>
            </a:extLst>
          </p:cNvPr>
          <p:cNvSpPr>
            <a:spLocks xmlns:a="http://schemas.openxmlformats.org/drawingml/2006/main" noGrp="1"/>
          </p:cNvSpPr>
          <p:nvPr/>
        </p:nvSpPr>
        <p:spPr>
          <a:xfrm xmlns:a="http://schemas.openxmlformats.org/drawingml/2006/main">
            <a:off x="495300" y="1724025"/>
            <a:ext cx="4572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1">
                <a:solidFill>
                  <a:srgbClr val="081426"/>
                </a:solidFill>
                <a:latin typeface="Microsoft YaHei"/>
                <a:ea typeface="Microsoft YaHei"/>
                <a:cs typeface="Microsoft YaHei"/>
              </a:defRPr>
            </a:defPPr>
            <a:lvl1pPr algn="l">
              <a:buNone/>
              <a:defRPr sz="2025" b="1">
                <a:solidFill>
                  <a:srgbClr val="081426"/>
                </a:solidFill>
                <a:latin typeface="Microsoft YaHei"/>
                <a:ea typeface="Microsoft YaHei"/>
                <a:cs typeface="Microsoft YaHei"/>
              </a:defRPr>
            </a:lvl1pPr>
            <a:lvl2pPr algn="l">
              <a:buNone/>
              <a:defRPr sz="2025" b="1">
                <a:solidFill>
                  <a:srgbClr val="081426"/>
                </a:solidFill>
                <a:latin typeface="Microsoft YaHei"/>
                <a:ea typeface="Microsoft YaHei"/>
                <a:cs typeface="Microsoft YaHei"/>
              </a:defRPr>
            </a:lvl2pPr>
            <a:lvl3pPr algn="l">
              <a:buNone/>
              <a:defRPr sz="2025" b="1">
                <a:solidFill>
                  <a:srgbClr val="081426"/>
                </a:solidFill>
                <a:latin typeface="Microsoft YaHei"/>
                <a:ea typeface="Microsoft YaHei"/>
                <a:cs typeface="Microsoft YaHei"/>
              </a:defRPr>
            </a:lvl3pPr>
            <a:lvl4pPr algn="l">
              <a:buNone/>
              <a:defRPr sz="2025" b="1">
                <a:solidFill>
                  <a:srgbClr val="081426"/>
                </a:solidFill>
                <a:latin typeface="Microsoft YaHei"/>
                <a:ea typeface="Microsoft YaHei"/>
                <a:cs typeface="Microsoft YaHei"/>
              </a:defRPr>
            </a:lvl4pPr>
            <a:lvl5pPr algn="l">
              <a:buNone/>
              <a:defRPr sz="2025" b="1">
                <a:solidFill>
                  <a:srgbClr val="081426"/>
                </a:solidFill>
                <a:latin typeface="Microsoft YaHei"/>
                <a:ea typeface="Microsoft YaHei"/>
                <a:cs typeface="Microsoft YaHei"/>
              </a:defRPr>
            </a:lvl5pPr>
            <a:lvl6pPr algn="l">
              <a:buNone/>
              <a:defRPr sz="2025" b="1">
                <a:solidFill>
                  <a:srgbClr val="081426"/>
                </a:solidFill>
                <a:latin typeface="Microsoft YaHei"/>
                <a:ea typeface="Microsoft YaHei"/>
                <a:cs typeface="Microsoft YaHei"/>
              </a:defRPr>
            </a:lvl6pPr>
            <a:lvl7pPr algn="l">
              <a:buNone/>
              <a:defRPr sz="2025" b="1">
                <a:solidFill>
                  <a:srgbClr val="081426"/>
                </a:solidFill>
                <a:latin typeface="Microsoft YaHei"/>
                <a:ea typeface="Microsoft YaHei"/>
                <a:cs typeface="Microsoft YaHei"/>
              </a:defRPr>
            </a:lvl7pPr>
            <a:lvl8pPr algn="l">
              <a:buNone/>
              <a:defRPr sz="2025" b="1">
                <a:solidFill>
                  <a:srgbClr val="081426"/>
                </a:solidFill>
                <a:latin typeface="Microsoft YaHei"/>
                <a:ea typeface="Microsoft YaHei"/>
                <a:cs typeface="Microsoft YaHei"/>
              </a:defRPr>
            </a:lvl8pPr>
            <a:lvl9pPr algn="l">
              <a:buNone/>
              <a:defRPr sz="2025" b="1">
                <a:solidFill>
                  <a:srgbClr val="081426"/>
                </a:solidFill>
                <a:latin typeface="Microsoft YaHei"/>
                <a:ea typeface="Microsoft YaHei"/>
                <a:cs typeface="Microsoft YaHei"/>
              </a:defRPr>
            </a:lvl9pPr>
          </a:lstStyle>
          <a:p xmlns:a="http://schemas.openxmlformats.org/drawingml/2006/main">
            <a:pPr algn="l">
              <a:lnSpc>
                <a:spcPct val="108000"/>
              </a:lnSpc>
              <a:buNone/>
              <a:defRPr sz="2025" b="1">
                <a:solidFill>
                  <a:srgbClr val="081426"/>
                </a:solidFill>
                <a:latin typeface="Microsoft YaHei"/>
                <a:ea typeface="Microsoft YaHei"/>
                <a:cs typeface="Microsoft YaHei"/>
              </a:defRPr>
            </a:pPr>
            <a:r>
              <a:rPr sz="2025" b="1">
                <a:solidFill>
                  <a:srgbClr val="081426"/>
                </a:solidFill>
                <a:latin typeface="Microsoft YaHei"/>
                <a:ea typeface="Microsoft YaHei"/>
                <a:cs typeface="Microsoft YaHei"/>
              </a:rPr>
              <a:t>重构前：模块内职责交织</a:t>
            </a:r>
          </a:p>
        </p:txBody>
      </p:sp>
      <p:sp>
        <p:nvSpPr>
          <p:cNvPr id="7" name="after-heading-7">
            <a:extLst xmlns:a="http://schemas.openxmlformats.org/drawingml/2006/main">
              <a:ext uri="{FF2B5EF4-FFF2-40B4-BE49-F238E27FC236}">
                <a16:creationId xmlns:a16="http://schemas.microsoft.com/office/drawing/2014/main" id="{CA8A5514-8C36-4038-B1B1-383624B24234}"/>
              </a:ext>
            </a:extLst>
          </p:cNvPr>
          <p:cNvSpPr>
            <a:spLocks xmlns:a="http://schemas.openxmlformats.org/drawingml/2006/main" noGrp="1"/>
          </p:cNvSpPr>
          <p:nvPr/>
        </p:nvSpPr>
        <p:spPr>
          <a:xfrm xmlns:a="http://schemas.openxmlformats.org/drawingml/2006/main">
            <a:off x="6553200" y="1724025"/>
            <a:ext cx="514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1">
                <a:solidFill>
                  <a:srgbClr val="246AB8"/>
                </a:solidFill>
                <a:latin typeface="Microsoft YaHei"/>
                <a:ea typeface="Microsoft YaHei"/>
                <a:cs typeface="Microsoft YaHei"/>
              </a:defRPr>
            </a:defPPr>
            <a:lvl1pPr algn="l">
              <a:buNone/>
              <a:defRPr sz="2025" b="1">
                <a:solidFill>
                  <a:srgbClr val="246AB8"/>
                </a:solidFill>
                <a:latin typeface="Microsoft YaHei"/>
                <a:ea typeface="Microsoft YaHei"/>
                <a:cs typeface="Microsoft YaHei"/>
              </a:defRPr>
            </a:lvl1pPr>
            <a:lvl2pPr algn="l">
              <a:buNone/>
              <a:defRPr sz="2025" b="1">
                <a:solidFill>
                  <a:srgbClr val="246AB8"/>
                </a:solidFill>
                <a:latin typeface="Microsoft YaHei"/>
                <a:ea typeface="Microsoft YaHei"/>
                <a:cs typeface="Microsoft YaHei"/>
              </a:defRPr>
            </a:lvl2pPr>
            <a:lvl3pPr algn="l">
              <a:buNone/>
              <a:defRPr sz="2025" b="1">
                <a:solidFill>
                  <a:srgbClr val="246AB8"/>
                </a:solidFill>
                <a:latin typeface="Microsoft YaHei"/>
                <a:ea typeface="Microsoft YaHei"/>
                <a:cs typeface="Microsoft YaHei"/>
              </a:defRPr>
            </a:lvl3pPr>
            <a:lvl4pPr algn="l">
              <a:buNone/>
              <a:defRPr sz="2025" b="1">
                <a:solidFill>
                  <a:srgbClr val="246AB8"/>
                </a:solidFill>
                <a:latin typeface="Microsoft YaHei"/>
                <a:ea typeface="Microsoft YaHei"/>
                <a:cs typeface="Microsoft YaHei"/>
              </a:defRPr>
            </a:lvl4pPr>
            <a:lvl5pPr algn="l">
              <a:buNone/>
              <a:defRPr sz="2025" b="1">
                <a:solidFill>
                  <a:srgbClr val="246AB8"/>
                </a:solidFill>
                <a:latin typeface="Microsoft YaHei"/>
                <a:ea typeface="Microsoft YaHei"/>
                <a:cs typeface="Microsoft YaHei"/>
              </a:defRPr>
            </a:lvl5pPr>
            <a:lvl6pPr algn="l">
              <a:buNone/>
              <a:defRPr sz="2025" b="1">
                <a:solidFill>
                  <a:srgbClr val="246AB8"/>
                </a:solidFill>
                <a:latin typeface="Microsoft YaHei"/>
                <a:ea typeface="Microsoft YaHei"/>
                <a:cs typeface="Microsoft YaHei"/>
              </a:defRPr>
            </a:lvl6pPr>
            <a:lvl7pPr algn="l">
              <a:buNone/>
              <a:defRPr sz="2025" b="1">
                <a:solidFill>
                  <a:srgbClr val="246AB8"/>
                </a:solidFill>
                <a:latin typeface="Microsoft YaHei"/>
                <a:ea typeface="Microsoft YaHei"/>
                <a:cs typeface="Microsoft YaHei"/>
              </a:defRPr>
            </a:lvl7pPr>
            <a:lvl8pPr algn="l">
              <a:buNone/>
              <a:defRPr sz="2025" b="1">
                <a:solidFill>
                  <a:srgbClr val="246AB8"/>
                </a:solidFill>
                <a:latin typeface="Microsoft YaHei"/>
                <a:ea typeface="Microsoft YaHei"/>
                <a:cs typeface="Microsoft YaHei"/>
              </a:defRPr>
            </a:lvl8pPr>
            <a:lvl9pPr algn="l">
              <a:buNone/>
              <a:defRPr sz="2025" b="1">
                <a:solidFill>
                  <a:srgbClr val="246AB8"/>
                </a:solidFill>
                <a:latin typeface="Microsoft YaHei"/>
                <a:ea typeface="Microsoft YaHei"/>
                <a:cs typeface="Microsoft YaHei"/>
              </a:defRPr>
            </a:lvl9pPr>
          </a:lstStyle>
          <a:p xmlns:a="http://schemas.openxmlformats.org/drawingml/2006/main">
            <a:pPr algn="l">
              <a:lnSpc>
                <a:spcPct val="108000"/>
              </a:lnSpc>
              <a:buNone/>
              <a:defRPr sz="2025" b="1">
                <a:solidFill>
                  <a:srgbClr val="246AB8"/>
                </a:solidFill>
                <a:latin typeface="Microsoft YaHei"/>
                <a:ea typeface="Microsoft YaHei"/>
                <a:cs typeface="Microsoft YaHei"/>
              </a:defRPr>
            </a:pPr>
            <a:r>
              <a:rPr sz="2025" b="1">
                <a:solidFill>
                  <a:srgbClr val="246AB8"/>
                </a:solidFill>
                <a:latin typeface="Microsoft YaHei"/>
                <a:ea typeface="Microsoft YaHei"/>
                <a:cs typeface="Microsoft YaHei"/>
              </a:rPr>
              <a:t>重构后：按责任分层（目标）</a:t>
            </a:r>
          </a:p>
        </p:txBody>
      </p:sp>
      <p:sp>
        <p:nvSpPr>
          <p:cNvPr id="8" name="before-entry-8">
            <a:extLst xmlns:a="http://schemas.openxmlformats.org/drawingml/2006/main">
              <a:ext uri="{FF2B5EF4-FFF2-40B4-BE49-F238E27FC236}">
                <a16:creationId xmlns:a16="http://schemas.microsoft.com/office/drawing/2014/main" id="{C0A4187C-C36A-47D6-BBA3-0A2D5203D5BE}"/>
              </a:ext>
            </a:extLst>
          </p:cNvPr>
          <p:cNvSpPr>
            <a:spLocks xmlns:a="http://schemas.openxmlformats.org/drawingml/2006/main" noGrp="1"/>
          </p:cNvSpPr>
          <p:nvPr/>
        </p:nvSpPr>
        <p:spPr>
          <a:xfrm xmlns:a="http://schemas.openxmlformats.org/drawingml/2006/main">
            <a:off x="495300" y="2114550"/>
            <a:ext cx="4572000" cy="571500"/>
          </a:xfrm>
          <a:prstGeom xmlns:a="http://schemas.openxmlformats.org/drawingml/2006/main" prst="rect">
            <a:avLst/>
          </a:prstGeom>
          <a:solidFill xmlns:a="http://schemas.openxmlformats.org/drawingml/2006/main">
            <a:srgbClr val="FFFFFF"/>
          </a:solidFill>
          <a:ln xmlns:a="http://schemas.openxmlformats.org/drawingml/2006/main" w="12383">
            <a:solidFill>
              <a:srgbClr val="CDD8E6"/>
            </a:solidFill>
            <a:prstDash val="solid"/>
          </a:ln>
        </p:spPr>
      </p:sp>
      <p:sp>
        <p:nvSpPr>
          <p:cNvPr id="9" name="before-entry-title-9">
            <a:extLst xmlns:a="http://schemas.openxmlformats.org/drawingml/2006/main">
              <a:ext uri="{FF2B5EF4-FFF2-40B4-BE49-F238E27FC236}">
                <a16:creationId xmlns:a16="http://schemas.microsoft.com/office/drawing/2014/main" id="{A8ECDADC-9F20-408B-B78C-BC44C2B24A1A}"/>
              </a:ext>
            </a:extLst>
          </p:cNvPr>
          <p:cNvSpPr>
            <a:spLocks xmlns:a="http://schemas.openxmlformats.org/drawingml/2006/main" noGrp="1"/>
          </p:cNvSpPr>
          <p:nvPr/>
        </p:nvSpPr>
        <p:spPr>
          <a:xfrm xmlns:a="http://schemas.openxmlformats.org/drawingml/2006/main">
            <a:off x="647700" y="2181225"/>
            <a:ext cx="4267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081426"/>
                </a:solidFill>
                <a:latin typeface="Microsoft YaHei"/>
                <a:ea typeface="Microsoft YaHei"/>
                <a:cs typeface="Microsoft YaHei"/>
              </a:defRPr>
            </a:defPPr>
            <a:lvl1pPr algn="l">
              <a:buNone/>
              <a:defRPr sz="1800" b="1">
                <a:solidFill>
                  <a:srgbClr val="081426"/>
                </a:solidFill>
                <a:latin typeface="Microsoft YaHei"/>
                <a:ea typeface="Microsoft YaHei"/>
                <a:cs typeface="Microsoft YaHei"/>
              </a:defRPr>
            </a:lvl1pPr>
            <a:lvl2pPr algn="l">
              <a:buNone/>
              <a:defRPr sz="1800" b="1">
                <a:solidFill>
                  <a:srgbClr val="081426"/>
                </a:solidFill>
                <a:latin typeface="Microsoft YaHei"/>
                <a:ea typeface="Microsoft YaHei"/>
                <a:cs typeface="Microsoft YaHei"/>
              </a:defRPr>
            </a:lvl2pPr>
            <a:lvl3pPr algn="l">
              <a:buNone/>
              <a:defRPr sz="1800" b="1">
                <a:solidFill>
                  <a:srgbClr val="081426"/>
                </a:solidFill>
                <a:latin typeface="Microsoft YaHei"/>
                <a:ea typeface="Microsoft YaHei"/>
                <a:cs typeface="Microsoft YaHei"/>
              </a:defRPr>
            </a:lvl3pPr>
            <a:lvl4pPr algn="l">
              <a:buNone/>
              <a:defRPr sz="1800" b="1">
                <a:solidFill>
                  <a:srgbClr val="081426"/>
                </a:solidFill>
                <a:latin typeface="Microsoft YaHei"/>
                <a:ea typeface="Microsoft YaHei"/>
                <a:cs typeface="Microsoft YaHei"/>
              </a:defRPr>
            </a:lvl4pPr>
            <a:lvl5pPr algn="l">
              <a:buNone/>
              <a:defRPr sz="1800" b="1">
                <a:solidFill>
                  <a:srgbClr val="081426"/>
                </a:solidFill>
                <a:latin typeface="Microsoft YaHei"/>
                <a:ea typeface="Microsoft YaHei"/>
                <a:cs typeface="Microsoft YaHei"/>
              </a:defRPr>
            </a:lvl5pPr>
            <a:lvl6pPr algn="l">
              <a:buNone/>
              <a:defRPr sz="1800" b="1">
                <a:solidFill>
                  <a:srgbClr val="081426"/>
                </a:solidFill>
                <a:latin typeface="Microsoft YaHei"/>
                <a:ea typeface="Microsoft YaHei"/>
                <a:cs typeface="Microsoft YaHei"/>
              </a:defRPr>
            </a:lvl6pPr>
            <a:lvl7pPr algn="l">
              <a:buNone/>
              <a:defRPr sz="1800" b="1">
                <a:solidFill>
                  <a:srgbClr val="081426"/>
                </a:solidFill>
                <a:latin typeface="Microsoft YaHei"/>
                <a:ea typeface="Microsoft YaHei"/>
                <a:cs typeface="Microsoft YaHei"/>
              </a:defRPr>
            </a:lvl7pPr>
            <a:lvl8pPr algn="l">
              <a:buNone/>
              <a:defRPr sz="1800" b="1">
                <a:solidFill>
                  <a:srgbClr val="081426"/>
                </a:solidFill>
                <a:latin typeface="Microsoft YaHei"/>
                <a:ea typeface="Microsoft YaHei"/>
                <a:cs typeface="Microsoft YaHei"/>
              </a:defRPr>
            </a:lvl8pPr>
            <a:lvl9pPr algn="l">
              <a:buNone/>
              <a:defRPr sz="1800" b="1">
                <a:solidFill>
                  <a:srgbClr val="081426"/>
                </a:solidFill>
                <a:latin typeface="Microsoft YaHei"/>
                <a:ea typeface="Microsoft YaHei"/>
                <a:cs typeface="Microsoft YaHei"/>
              </a:defRPr>
            </a:lvl9pPr>
          </a:lstStyle>
          <a:p xmlns:a="http://schemas.openxmlformats.org/drawingml/2006/main">
            <a:pPr algn="l">
              <a:lnSpc>
                <a:spcPct val="108000"/>
              </a:lnSpc>
              <a:buNone/>
              <a:defRPr sz="1800" b="1">
                <a:solidFill>
                  <a:srgbClr val="081426"/>
                </a:solidFill>
                <a:latin typeface="Microsoft YaHei"/>
                <a:ea typeface="Microsoft YaHei"/>
                <a:cs typeface="Microsoft YaHei"/>
              </a:defRPr>
            </a:pPr>
            <a:r>
              <a:rPr sz="1800" b="1">
                <a:solidFill>
                  <a:srgbClr val="081426"/>
                </a:solidFill>
                <a:latin typeface="Microsoft YaHei"/>
                <a:ea typeface="Microsoft YaHei"/>
                <a:cs typeface="Microsoft YaHei"/>
              </a:rPr>
              <a:t>旧服务入口与门面</a:t>
            </a:r>
          </a:p>
        </p:txBody>
      </p:sp>
      <p:sp>
        <p:nvSpPr>
          <p:cNvPr id="10" name="before-entry-detail-10">
            <a:extLst xmlns:a="http://schemas.openxmlformats.org/drawingml/2006/main">
              <a:ext uri="{FF2B5EF4-FFF2-40B4-BE49-F238E27FC236}">
                <a16:creationId xmlns:a16="http://schemas.microsoft.com/office/drawing/2014/main" id="{A3390D68-FBA6-438A-A9FA-C0988896D905}"/>
              </a:ext>
            </a:extLst>
          </p:cNvPr>
          <p:cNvSpPr>
            <a:spLocks xmlns:a="http://schemas.openxmlformats.org/drawingml/2006/main" noGrp="1"/>
          </p:cNvSpPr>
          <p:nvPr/>
        </p:nvSpPr>
        <p:spPr>
          <a:xfrm xmlns:a="http://schemas.openxmlformats.org/drawingml/2006/main">
            <a:off x="647700" y="2457450"/>
            <a:ext cx="426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08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CoreServiceSim / SimManager / CMI</a:t>
            </a:r>
          </a:p>
        </p:txBody>
      </p:sp>
      <p:sp>
        <p:nvSpPr>
          <p:cNvPr id="11" name="after-entry-11">
            <a:extLst xmlns:a="http://schemas.openxmlformats.org/drawingml/2006/main">
              <a:ext uri="{FF2B5EF4-FFF2-40B4-BE49-F238E27FC236}">
                <a16:creationId xmlns:a16="http://schemas.microsoft.com/office/drawing/2014/main" id="{F0D6DB20-6052-45DD-B259-3871368D7877}"/>
              </a:ext>
            </a:extLst>
          </p:cNvPr>
          <p:cNvSpPr>
            <a:spLocks xmlns:a="http://schemas.openxmlformats.org/drawingml/2006/main" noGrp="1"/>
          </p:cNvSpPr>
          <p:nvPr/>
        </p:nvSpPr>
        <p:spPr>
          <a:xfrm xmlns:a="http://schemas.openxmlformats.org/drawingml/2006/main">
            <a:off x="6553200" y="2114550"/>
            <a:ext cx="5143500" cy="571500"/>
          </a:xfrm>
          <a:prstGeom xmlns:a="http://schemas.openxmlformats.org/drawingml/2006/main" prst="rect">
            <a:avLst/>
          </a:prstGeom>
          <a:solidFill xmlns:a="http://schemas.openxmlformats.org/drawingml/2006/main">
            <a:srgbClr val="FFFFFF"/>
          </a:solidFill>
          <a:ln xmlns:a="http://schemas.openxmlformats.org/drawingml/2006/main" w="12383">
            <a:solidFill>
              <a:srgbClr val="CDD8E6"/>
            </a:solidFill>
            <a:prstDash val="solid"/>
          </a:ln>
        </p:spPr>
      </p:sp>
      <p:sp>
        <p:nvSpPr>
          <p:cNvPr id="12" name="after-entry-title-12">
            <a:extLst xmlns:a="http://schemas.openxmlformats.org/drawingml/2006/main">
              <a:ext uri="{FF2B5EF4-FFF2-40B4-BE49-F238E27FC236}">
                <a16:creationId xmlns:a16="http://schemas.microsoft.com/office/drawing/2014/main" id="{38B2A3C1-3AEF-4545-9BAD-5DAF7AEB50E2}"/>
              </a:ext>
            </a:extLst>
          </p:cNvPr>
          <p:cNvSpPr>
            <a:spLocks xmlns:a="http://schemas.openxmlformats.org/drawingml/2006/main" noGrp="1"/>
          </p:cNvSpPr>
          <p:nvPr/>
        </p:nvSpPr>
        <p:spPr>
          <a:xfrm xmlns:a="http://schemas.openxmlformats.org/drawingml/2006/main">
            <a:off x="6705600" y="2181225"/>
            <a:ext cx="4838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081426"/>
                </a:solidFill>
                <a:latin typeface="Microsoft YaHei"/>
                <a:ea typeface="Microsoft YaHei"/>
                <a:cs typeface="Microsoft YaHei"/>
              </a:defRPr>
            </a:defPPr>
            <a:lvl1pPr algn="l">
              <a:buNone/>
              <a:defRPr sz="1800" b="1">
                <a:solidFill>
                  <a:srgbClr val="081426"/>
                </a:solidFill>
                <a:latin typeface="Microsoft YaHei"/>
                <a:ea typeface="Microsoft YaHei"/>
                <a:cs typeface="Microsoft YaHei"/>
              </a:defRPr>
            </a:lvl1pPr>
            <a:lvl2pPr algn="l">
              <a:buNone/>
              <a:defRPr sz="1800" b="1">
                <a:solidFill>
                  <a:srgbClr val="081426"/>
                </a:solidFill>
                <a:latin typeface="Microsoft YaHei"/>
                <a:ea typeface="Microsoft YaHei"/>
                <a:cs typeface="Microsoft YaHei"/>
              </a:defRPr>
            </a:lvl2pPr>
            <a:lvl3pPr algn="l">
              <a:buNone/>
              <a:defRPr sz="1800" b="1">
                <a:solidFill>
                  <a:srgbClr val="081426"/>
                </a:solidFill>
                <a:latin typeface="Microsoft YaHei"/>
                <a:ea typeface="Microsoft YaHei"/>
                <a:cs typeface="Microsoft YaHei"/>
              </a:defRPr>
            </a:lvl3pPr>
            <a:lvl4pPr algn="l">
              <a:buNone/>
              <a:defRPr sz="1800" b="1">
                <a:solidFill>
                  <a:srgbClr val="081426"/>
                </a:solidFill>
                <a:latin typeface="Microsoft YaHei"/>
                <a:ea typeface="Microsoft YaHei"/>
                <a:cs typeface="Microsoft YaHei"/>
              </a:defRPr>
            </a:lvl4pPr>
            <a:lvl5pPr algn="l">
              <a:buNone/>
              <a:defRPr sz="1800" b="1">
                <a:solidFill>
                  <a:srgbClr val="081426"/>
                </a:solidFill>
                <a:latin typeface="Microsoft YaHei"/>
                <a:ea typeface="Microsoft YaHei"/>
                <a:cs typeface="Microsoft YaHei"/>
              </a:defRPr>
            </a:lvl5pPr>
            <a:lvl6pPr algn="l">
              <a:buNone/>
              <a:defRPr sz="1800" b="1">
                <a:solidFill>
                  <a:srgbClr val="081426"/>
                </a:solidFill>
                <a:latin typeface="Microsoft YaHei"/>
                <a:ea typeface="Microsoft YaHei"/>
                <a:cs typeface="Microsoft YaHei"/>
              </a:defRPr>
            </a:lvl6pPr>
            <a:lvl7pPr algn="l">
              <a:buNone/>
              <a:defRPr sz="1800" b="1">
                <a:solidFill>
                  <a:srgbClr val="081426"/>
                </a:solidFill>
                <a:latin typeface="Microsoft YaHei"/>
                <a:ea typeface="Microsoft YaHei"/>
                <a:cs typeface="Microsoft YaHei"/>
              </a:defRPr>
            </a:lvl7pPr>
            <a:lvl8pPr algn="l">
              <a:buNone/>
              <a:defRPr sz="1800" b="1">
                <a:solidFill>
                  <a:srgbClr val="081426"/>
                </a:solidFill>
                <a:latin typeface="Microsoft YaHei"/>
                <a:ea typeface="Microsoft YaHei"/>
                <a:cs typeface="Microsoft YaHei"/>
              </a:defRPr>
            </a:lvl8pPr>
            <a:lvl9pPr algn="l">
              <a:buNone/>
              <a:defRPr sz="1800" b="1">
                <a:solidFill>
                  <a:srgbClr val="081426"/>
                </a:solidFill>
                <a:latin typeface="Microsoft YaHei"/>
                <a:ea typeface="Microsoft YaHei"/>
                <a:cs typeface="Microsoft YaHei"/>
              </a:defRPr>
            </a:lvl9pPr>
          </a:lstStyle>
          <a:p xmlns:a="http://schemas.openxmlformats.org/drawingml/2006/main">
            <a:pPr algn="l">
              <a:lnSpc>
                <a:spcPct val="108000"/>
              </a:lnSpc>
              <a:buNone/>
              <a:defRPr sz="1800" b="1">
                <a:solidFill>
                  <a:srgbClr val="081426"/>
                </a:solidFill>
                <a:latin typeface="Microsoft YaHei"/>
                <a:ea typeface="Microsoft YaHei"/>
                <a:cs typeface="Microsoft YaHei"/>
              </a:defRPr>
            </a:pPr>
            <a:r>
              <a:rPr sz="1800" b="1">
                <a:solidFill>
                  <a:srgbClr val="081426"/>
                </a:solidFill>
                <a:latin typeface="Microsoft YaHei"/>
                <a:ea typeface="Microsoft YaHei"/>
                <a:cs typeface="Microsoft YaHei"/>
              </a:rPr>
              <a:t>C  旧接口兼容</a:t>
            </a:r>
          </a:p>
        </p:txBody>
      </p:sp>
      <p:sp>
        <p:nvSpPr>
          <p:cNvPr id="13" name="after-entry-detail-13">
            <a:extLst xmlns:a="http://schemas.openxmlformats.org/drawingml/2006/main">
              <a:ext uri="{FF2B5EF4-FFF2-40B4-BE49-F238E27FC236}">
                <a16:creationId xmlns:a16="http://schemas.microsoft.com/office/drawing/2014/main" id="{14B92761-9F50-46D0-98E6-D2DF6FC874EA}"/>
              </a:ext>
            </a:extLst>
          </p:cNvPr>
          <p:cNvSpPr>
            <a:spLocks xmlns:a="http://schemas.openxmlformats.org/drawingml/2006/main" noGrp="1"/>
          </p:cNvSpPr>
          <p:nvPr/>
        </p:nvSpPr>
        <p:spPr>
          <a:xfrm xmlns:a="http://schemas.openxmlformats.org/drawingml/2006/main">
            <a:off x="6705600" y="245745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08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沿用方法、权限、返回与回调</a:t>
            </a:r>
          </a:p>
        </p:txBody>
      </p:sp>
      <p:sp>
        <p:nvSpPr>
          <p:cNvPr id="14" name="entry-preserved-arrow-14">
            <a:extLst xmlns:a="http://schemas.openxmlformats.org/drawingml/2006/main">
              <a:ext uri="{FF2B5EF4-FFF2-40B4-BE49-F238E27FC236}">
                <a16:creationId xmlns:a16="http://schemas.microsoft.com/office/drawing/2014/main" id="{76A88930-09C7-49E6-BBBE-568B07E90F4B}"/>
              </a:ext>
            </a:extLst>
          </p:cNvPr>
          <p:cNvSpPr>
            <a:spLocks xmlns:a="http://schemas.openxmlformats.org/drawingml/2006/main" noGrp="1"/>
          </p:cNvSpPr>
          <p:nvPr/>
        </p:nvSpPr>
        <p:spPr>
          <a:xfrm xmlns:a="http://schemas.openxmlformats.org/drawingml/2006/main">
            <a:off x="5372100" y="2228850"/>
            <a:ext cx="838200" cy="209550"/>
          </a:xfrm>
          <a:prstGeom xmlns:a="http://schemas.openxmlformats.org/drawingml/2006/main" prst="rightArrow">
            <a:avLst/>
          </a:prstGeom>
          <a:solidFill xmlns:a="http://schemas.openxmlformats.org/drawingml/2006/main">
            <a:srgbClr val="B3C2D3"/>
          </a:solidFill>
          <a:ln xmlns:a="http://schemas.openxmlformats.org/drawingml/2006/main" w="0">
            <a:noFill/>
            <a:prstDash val="solid"/>
          </a:ln>
        </p:spPr>
      </p:sp>
      <p:sp>
        <p:nvSpPr>
          <p:cNvPr id="15" name="entry-preserved-label-15">
            <a:extLst xmlns:a="http://schemas.openxmlformats.org/drawingml/2006/main">
              <a:ext uri="{FF2B5EF4-FFF2-40B4-BE49-F238E27FC236}">
                <a16:creationId xmlns:a16="http://schemas.microsoft.com/office/drawing/2014/main" id="{387B7AA3-9847-452D-936E-4E45A1AEE482}"/>
              </a:ext>
            </a:extLst>
          </p:cNvPr>
          <p:cNvSpPr>
            <a:spLocks xmlns:a="http://schemas.openxmlformats.org/drawingml/2006/main" noGrp="1"/>
          </p:cNvSpPr>
          <p:nvPr/>
        </p:nvSpPr>
        <p:spPr>
          <a:xfrm xmlns:a="http://schemas.openxmlformats.org/drawingml/2006/main">
            <a:off x="5219700" y="2476500"/>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275" b="1">
                <a:solidFill>
                  <a:srgbClr val="56657A"/>
                </a:solidFill>
                <a:latin typeface="Microsoft YaHei"/>
                <a:ea typeface="Microsoft YaHei"/>
                <a:cs typeface="Microsoft YaHei"/>
              </a:defRPr>
            </a:defPPr>
            <a:lvl1pPr algn="ctr">
              <a:buNone/>
              <a:defRPr sz="1275" b="1">
                <a:solidFill>
                  <a:srgbClr val="56657A"/>
                </a:solidFill>
                <a:latin typeface="Microsoft YaHei"/>
                <a:ea typeface="Microsoft YaHei"/>
                <a:cs typeface="Microsoft YaHei"/>
              </a:defRPr>
            </a:lvl1pPr>
            <a:lvl2pPr algn="ctr">
              <a:buNone/>
              <a:defRPr sz="1275" b="1">
                <a:solidFill>
                  <a:srgbClr val="56657A"/>
                </a:solidFill>
                <a:latin typeface="Microsoft YaHei"/>
                <a:ea typeface="Microsoft YaHei"/>
                <a:cs typeface="Microsoft YaHei"/>
              </a:defRPr>
            </a:lvl2pPr>
            <a:lvl3pPr algn="ctr">
              <a:buNone/>
              <a:defRPr sz="1275" b="1">
                <a:solidFill>
                  <a:srgbClr val="56657A"/>
                </a:solidFill>
                <a:latin typeface="Microsoft YaHei"/>
                <a:ea typeface="Microsoft YaHei"/>
                <a:cs typeface="Microsoft YaHei"/>
              </a:defRPr>
            </a:lvl3pPr>
            <a:lvl4pPr algn="ctr">
              <a:buNone/>
              <a:defRPr sz="1275" b="1">
                <a:solidFill>
                  <a:srgbClr val="56657A"/>
                </a:solidFill>
                <a:latin typeface="Microsoft YaHei"/>
                <a:ea typeface="Microsoft YaHei"/>
                <a:cs typeface="Microsoft YaHei"/>
              </a:defRPr>
            </a:lvl4pPr>
            <a:lvl5pPr algn="ctr">
              <a:buNone/>
              <a:defRPr sz="1275" b="1">
                <a:solidFill>
                  <a:srgbClr val="56657A"/>
                </a:solidFill>
                <a:latin typeface="Microsoft YaHei"/>
                <a:ea typeface="Microsoft YaHei"/>
                <a:cs typeface="Microsoft YaHei"/>
              </a:defRPr>
            </a:lvl5pPr>
            <a:lvl6pPr algn="ctr">
              <a:buNone/>
              <a:defRPr sz="1275" b="1">
                <a:solidFill>
                  <a:srgbClr val="56657A"/>
                </a:solidFill>
                <a:latin typeface="Microsoft YaHei"/>
                <a:ea typeface="Microsoft YaHei"/>
                <a:cs typeface="Microsoft YaHei"/>
              </a:defRPr>
            </a:lvl6pPr>
            <a:lvl7pPr algn="ctr">
              <a:buNone/>
              <a:defRPr sz="1275" b="1">
                <a:solidFill>
                  <a:srgbClr val="56657A"/>
                </a:solidFill>
                <a:latin typeface="Microsoft YaHei"/>
                <a:ea typeface="Microsoft YaHei"/>
                <a:cs typeface="Microsoft YaHei"/>
              </a:defRPr>
            </a:lvl7pPr>
            <a:lvl8pPr algn="ctr">
              <a:buNone/>
              <a:defRPr sz="1275" b="1">
                <a:solidFill>
                  <a:srgbClr val="56657A"/>
                </a:solidFill>
                <a:latin typeface="Microsoft YaHei"/>
                <a:ea typeface="Microsoft YaHei"/>
                <a:cs typeface="Microsoft YaHei"/>
              </a:defRPr>
            </a:lvl8pPr>
            <a:lvl9pPr algn="ctr">
              <a:buNone/>
              <a:defRPr sz="1275" b="1">
                <a:solidFill>
                  <a:srgbClr val="56657A"/>
                </a:solidFill>
                <a:latin typeface="Microsoft YaHei"/>
                <a:ea typeface="Microsoft YaHei"/>
                <a:cs typeface="Microsoft YaHei"/>
              </a:defRPr>
            </a:lvl9pPr>
          </a:lstStyle>
          <a:p xmlns:a="http://schemas.openxmlformats.org/drawingml/2006/main">
            <a:pPr algn="ctr">
              <a:lnSpc>
                <a:spcPct val="108000"/>
              </a:lnSpc>
              <a:buNone/>
              <a:defRPr sz="1275" b="1">
                <a:solidFill>
                  <a:srgbClr val="56657A"/>
                </a:solidFill>
                <a:latin typeface="Microsoft YaHei"/>
                <a:ea typeface="Microsoft YaHei"/>
                <a:cs typeface="Microsoft YaHei"/>
              </a:defRPr>
            </a:pPr>
            <a:r>
              <a:rPr sz="1275" b="1">
                <a:solidFill>
                  <a:srgbClr val="56657A"/>
                </a:solidFill>
                <a:latin typeface="Microsoft YaHei"/>
                <a:ea typeface="Microsoft YaHei"/>
                <a:cs typeface="Microsoft YaHei"/>
              </a:rPr>
              <a:t>契约保持</a:t>
            </a:r>
          </a:p>
        </p:txBody>
      </p:sp>
      <p:sp>
        <p:nvSpPr>
          <p:cNvPr id="16" name="current-controller-component-16">
            <a:extLst xmlns:a="http://schemas.openxmlformats.org/drawingml/2006/main">
              <a:ext uri="{FF2B5EF4-FFF2-40B4-BE49-F238E27FC236}">
                <a16:creationId xmlns:a16="http://schemas.microsoft.com/office/drawing/2014/main" id="{CE0E1093-4446-4E84-8B96-9C5621168943}"/>
              </a:ext>
            </a:extLst>
          </p:cNvPr>
          <p:cNvSpPr>
            <a:spLocks xmlns:a="http://schemas.openxmlformats.org/drawingml/2006/main" noGrp="1"/>
          </p:cNvSpPr>
          <p:nvPr/>
        </p:nvSpPr>
        <p:spPr>
          <a:xfrm xmlns:a="http://schemas.openxmlformats.org/drawingml/2006/main">
            <a:off x="495300" y="2924175"/>
            <a:ext cx="4572000" cy="2133600"/>
          </a:xfrm>
          <a:prstGeom xmlns:a="http://schemas.openxmlformats.org/drawingml/2006/main" prst="rect">
            <a:avLst/>
          </a:prstGeom>
          <a:solidFill xmlns:a="http://schemas.openxmlformats.org/drawingml/2006/main">
            <a:srgbClr val="FFFFFF"/>
          </a:solidFill>
          <a:ln xmlns:a="http://schemas.openxmlformats.org/drawingml/2006/main" w="15240">
            <a:solidFill>
              <a:srgbClr val="617084"/>
            </a:solidFill>
            <a:prstDash val="solid"/>
          </a:ln>
        </p:spPr>
      </p:sp>
      <p:sp>
        <p:nvSpPr>
          <p:cNvPr id="17" name="current-controller-title-17">
            <a:extLst xmlns:a="http://schemas.openxmlformats.org/drawingml/2006/main">
              <a:ext uri="{FF2B5EF4-FFF2-40B4-BE49-F238E27FC236}">
                <a16:creationId xmlns:a16="http://schemas.microsoft.com/office/drawing/2014/main" id="{CB60D091-9EE6-4135-B164-01B343B6A90C}"/>
              </a:ext>
            </a:extLst>
          </p:cNvPr>
          <p:cNvSpPr>
            <a:spLocks xmlns:a="http://schemas.openxmlformats.org/drawingml/2006/main" noGrp="1"/>
          </p:cNvSpPr>
          <p:nvPr/>
        </p:nvSpPr>
        <p:spPr>
          <a:xfrm xmlns:a="http://schemas.openxmlformats.org/drawingml/2006/main">
            <a:off x="647700" y="3019425"/>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081426"/>
                </a:solidFill>
                <a:latin typeface="Microsoft YaHei"/>
                <a:ea typeface="Microsoft YaHei"/>
                <a:cs typeface="Microsoft YaHei"/>
              </a:defRPr>
            </a:defPPr>
            <a:lvl1pPr algn="l">
              <a:buNone/>
              <a:defRPr sz="1950" b="1">
                <a:solidFill>
                  <a:srgbClr val="081426"/>
                </a:solidFill>
                <a:latin typeface="Microsoft YaHei"/>
                <a:ea typeface="Microsoft YaHei"/>
                <a:cs typeface="Microsoft YaHei"/>
              </a:defRPr>
            </a:lvl1pPr>
            <a:lvl2pPr algn="l">
              <a:buNone/>
              <a:defRPr sz="1950" b="1">
                <a:solidFill>
                  <a:srgbClr val="081426"/>
                </a:solidFill>
                <a:latin typeface="Microsoft YaHei"/>
                <a:ea typeface="Microsoft YaHei"/>
                <a:cs typeface="Microsoft YaHei"/>
              </a:defRPr>
            </a:lvl2pPr>
            <a:lvl3pPr algn="l">
              <a:buNone/>
              <a:defRPr sz="1950" b="1">
                <a:solidFill>
                  <a:srgbClr val="081426"/>
                </a:solidFill>
                <a:latin typeface="Microsoft YaHei"/>
                <a:ea typeface="Microsoft YaHei"/>
                <a:cs typeface="Microsoft YaHei"/>
              </a:defRPr>
            </a:lvl3pPr>
            <a:lvl4pPr algn="l">
              <a:buNone/>
              <a:defRPr sz="1950" b="1">
                <a:solidFill>
                  <a:srgbClr val="081426"/>
                </a:solidFill>
                <a:latin typeface="Microsoft YaHei"/>
                <a:ea typeface="Microsoft YaHei"/>
                <a:cs typeface="Microsoft YaHei"/>
              </a:defRPr>
            </a:lvl4pPr>
            <a:lvl5pPr algn="l">
              <a:buNone/>
              <a:defRPr sz="1950" b="1">
                <a:solidFill>
                  <a:srgbClr val="081426"/>
                </a:solidFill>
                <a:latin typeface="Microsoft YaHei"/>
                <a:ea typeface="Microsoft YaHei"/>
                <a:cs typeface="Microsoft YaHei"/>
              </a:defRPr>
            </a:lvl5pPr>
            <a:lvl6pPr algn="l">
              <a:buNone/>
              <a:defRPr sz="1950" b="1">
                <a:solidFill>
                  <a:srgbClr val="081426"/>
                </a:solidFill>
                <a:latin typeface="Microsoft YaHei"/>
                <a:ea typeface="Microsoft YaHei"/>
                <a:cs typeface="Microsoft YaHei"/>
              </a:defRPr>
            </a:lvl6pPr>
            <a:lvl7pPr algn="l">
              <a:buNone/>
              <a:defRPr sz="1950" b="1">
                <a:solidFill>
                  <a:srgbClr val="081426"/>
                </a:solidFill>
                <a:latin typeface="Microsoft YaHei"/>
                <a:ea typeface="Microsoft YaHei"/>
                <a:cs typeface="Microsoft YaHei"/>
              </a:defRPr>
            </a:lvl7pPr>
            <a:lvl8pPr algn="l">
              <a:buNone/>
              <a:defRPr sz="1950" b="1">
                <a:solidFill>
                  <a:srgbClr val="081426"/>
                </a:solidFill>
                <a:latin typeface="Microsoft YaHei"/>
                <a:ea typeface="Microsoft YaHei"/>
                <a:cs typeface="Microsoft YaHei"/>
              </a:defRPr>
            </a:lvl8pPr>
            <a:lvl9pPr algn="l">
              <a:buNone/>
              <a:defRPr sz="1950" b="1">
                <a:solidFill>
                  <a:srgbClr val="081426"/>
                </a:solidFill>
                <a:latin typeface="Microsoft YaHei"/>
                <a:ea typeface="Microsoft YaHei"/>
                <a:cs typeface="Microsoft YaHei"/>
              </a:defRPr>
            </a:lvl9pPr>
          </a:lstStyle>
          <a:p xmlns:a="http://schemas.openxmlformats.org/drawingml/2006/main">
            <a:pPr algn="l">
              <a:lnSpc>
                <a:spcPct val="108000"/>
              </a:lnSpc>
              <a:buNone/>
              <a:defRPr sz="1950" b="1">
                <a:solidFill>
                  <a:srgbClr val="081426"/>
                </a:solidFill>
                <a:latin typeface="Microsoft YaHei"/>
                <a:ea typeface="Microsoft YaHei"/>
                <a:cs typeface="Microsoft YaHei"/>
              </a:defRPr>
            </a:pPr>
            <a:r>
              <a:rPr sz="1950" b="1">
                <a:solidFill>
                  <a:srgbClr val="081426"/>
                </a:solidFill>
                <a:latin typeface="Microsoft YaHei"/>
                <a:ea typeface="Microsoft YaHei"/>
                <a:cs typeface="Microsoft YaHei"/>
              </a:rPr>
              <a:t>MultiSimController / Monitor</a:t>
            </a:r>
          </a:p>
        </p:txBody>
      </p:sp>
      <p:sp>
        <p:nvSpPr>
          <p:cNvPr id="18" name="old-workflow-band-18">
            <a:extLst xmlns:a="http://schemas.openxmlformats.org/drawingml/2006/main">
              <a:ext uri="{FF2B5EF4-FFF2-40B4-BE49-F238E27FC236}">
                <a16:creationId xmlns:a16="http://schemas.microsoft.com/office/drawing/2014/main" id="{79EAB6A8-474D-40DE-B847-E70B76352392}"/>
              </a:ext>
            </a:extLst>
          </p:cNvPr>
          <p:cNvSpPr>
            <a:spLocks xmlns:a="http://schemas.openxmlformats.org/drawingml/2006/main" noGrp="1"/>
          </p:cNvSpPr>
          <p:nvPr/>
        </p:nvSpPr>
        <p:spPr>
          <a:xfrm xmlns:a="http://schemas.openxmlformats.org/drawingml/2006/main">
            <a:off x="647700" y="3400425"/>
            <a:ext cx="4267200" cy="409575"/>
          </a:xfrm>
          <a:prstGeom xmlns:a="http://schemas.openxmlformats.org/drawingml/2006/main" prst="rect">
            <a:avLst/>
          </a:prstGeom>
          <a:solidFill xmlns:a="http://schemas.openxmlformats.org/drawingml/2006/main">
            <a:srgbClr val="EAF1FB"/>
          </a:solidFill>
          <a:ln xmlns:a="http://schemas.openxmlformats.org/drawingml/2006/main" w="0">
            <a:noFill/>
            <a:prstDash val="solid"/>
          </a:ln>
        </p:spPr>
      </p:sp>
      <p:sp>
        <p:nvSpPr>
          <p:cNvPr id="19" name="old-workflow-19">
            <a:extLst xmlns:a="http://schemas.openxmlformats.org/drawingml/2006/main">
              <a:ext uri="{FF2B5EF4-FFF2-40B4-BE49-F238E27FC236}">
                <a16:creationId xmlns:a16="http://schemas.microsoft.com/office/drawing/2014/main" id="{A29396D3-5AE2-4B5D-8E4C-13166E572C69}"/>
              </a:ext>
            </a:extLst>
          </p:cNvPr>
          <p:cNvSpPr>
            <a:spLocks xmlns:a="http://schemas.openxmlformats.org/drawingml/2006/main" noGrp="1"/>
          </p:cNvSpPr>
          <p:nvPr/>
        </p:nvSpPr>
        <p:spPr>
          <a:xfrm xmlns:a="http://schemas.openxmlformats.org/drawingml/2006/main">
            <a:off x="762000" y="3476625"/>
            <a:ext cx="403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246AB8"/>
                </a:solidFill>
                <a:latin typeface="Microsoft YaHei"/>
                <a:ea typeface="Microsoft YaHei"/>
                <a:cs typeface="Microsoft YaHei"/>
              </a:defRPr>
            </a:defPPr>
            <a:lvl1pPr algn="l">
              <a:buNone/>
              <a:defRPr sz="1650" b="1">
                <a:solidFill>
                  <a:srgbClr val="246AB8"/>
                </a:solidFill>
                <a:latin typeface="Microsoft YaHei"/>
                <a:ea typeface="Microsoft YaHei"/>
                <a:cs typeface="Microsoft YaHei"/>
              </a:defRPr>
            </a:lvl1pPr>
            <a:lvl2pPr algn="l">
              <a:buNone/>
              <a:defRPr sz="1650" b="1">
                <a:solidFill>
                  <a:srgbClr val="246AB8"/>
                </a:solidFill>
                <a:latin typeface="Microsoft YaHei"/>
                <a:ea typeface="Microsoft YaHei"/>
                <a:cs typeface="Microsoft YaHei"/>
              </a:defRPr>
            </a:lvl2pPr>
            <a:lvl3pPr algn="l">
              <a:buNone/>
              <a:defRPr sz="1650" b="1">
                <a:solidFill>
                  <a:srgbClr val="246AB8"/>
                </a:solidFill>
                <a:latin typeface="Microsoft YaHei"/>
                <a:ea typeface="Microsoft YaHei"/>
                <a:cs typeface="Microsoft YaHei"/>
              </a:defRPr>
            </a:lvl3pPr>
            <a:lvl4pPr algn="l">
              <a:buNone/>
              <a:defRPr sz="1650" b="1">
                <a:solidFill>
                  <a:srgbClr val="246AB8"/>
                </a:solidFill>
                <a:latin typeface="Microsoft YaHei"/>
                <a:ea typeface="Microsoft YaHei"/>
                <a:cs typeface="Microsoft YaHei"/>
              </a:defRPr>
            </a:lvl4pPr>
            <a:lvl5pPr algn="l">
              <a:buNone/>
              <a:defRPr sz="1650" b="1">
                <a:solidFill>
                  <a:srgbClr val="246AB8"/>
                </a:solidFill>
                <a:latin typeface="Microsoft YaHei"/>
                <a:ea typeface="Microsoft YaHei"/>
                <a:cs typeface="Microsoft YaHei"/>
              </a:defRPr>
            </a:lvl5pPr>
            <a:lvl6pPr algn="l">
              <a:buNone/>
              <a:defRPr sz="1650" b="1">
                <a:solidFill>
                  <a:srgbClr val="246AB8"/>
                </a:solidFill>
                <a:latin typeface="Microsoft YaHei"/>
                <a:ea typeface="Microsoft YaHei"/>
                <a:cs typeface="Microsoft YaHei"/>
              </a:defRPr>
            </a:lvl6pPr>
            <a:lvl7pPr algn="l">
              <a:buNone/>
              <a:defRPr sz="1650" b="1">
                <a:solidFill>
                  <a:srgbClr val="246AB8"/>
                </a:solidFill>
                <a:latin typeface="Microsoft YaHei"/>
                <a:ea typeface="Microsoft YaHei"/>
                <a:cs typeface="Microsoft YaHei"/>
              </a:defRPr>
            </a:lvl7pPr>
            <a:lvl8pPr algn="l">
              <a:buNone/>
              <a:defRPr sz="1650" b="1">
                <a:solidFill>
                  <a:srgbClr val="246AB8"/>
                </a:solidFill>
                <a:latin typeface="Microsoft YaHei"/>
                <a:ea typeface="Microsoft YaHei"/>
                <a:cs typeface="Microsoft YaHei"/>
              </a:defRPr>
            </a:lvl8pPr>
            <a:lvl9pPr algn="l">
              <a:buNone/>
              <a:defRPr sz="1650" b="1">
                <a:solidFill>
                  <a:srgbClr val="246AB8"/>
                </a:solidFill>
                <a:latin typeface="Microsoft YaHei"/>
                <a:ea typeface="Microsoft YaHei"/>
                <a:cs typeface="Microsoft YaHei"/>
              </a:defRPr>
            </a:lvl9pPr>
          </a:lstStyle>
          <a:p xmlns:a="http://schemas.openxmlformats.org/drawingml/2006/main">
            <a:pPr algn="l">
              <a:lnSpc>
                <a:spcPct val="108000"/>
              </a:lnSpc>
              <a:buNone/>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① 流程：激活、切换、等待与重试</a:t>
            </a:r>
          </a:p>
        </p:txBody>
      </p:sp>
      <p:sp>
        <p:nvSpPr>
          <p:cNvPr id="20" name="old-rules-band-20">
            <a:extLst xmlns:a="http://schemas.openxmlformats.org/drawingml/2006/main">
              <a:ext uri="{FF2B5EF4-FFF2-40B4-BE49-F238E27FC236}">
                <a16:creationId xmlns:a16="http://schemas.microsoft.com/office/drawing/2014/main" id="{340DAAB9-A0B5-4DA3-A1BD-80474103F146}"/>
              </a:ext>
            </a:extLst>
          </p:cNvPr>
          <p:cNvSpPr>
            <a:spLocks xmlns:a="http://schemas.openxmlformats.org/drawingml/2006/main" noGrp="1"/>
          </p:cNvSpPr>
          <p:nvPr/>
        </p:nvSpPr>
        <p:spPr>
          <a:xfrm xmlns:a="http://schemas.openxmlformats.org/drawingml/2006/main">
            <a:off x="647700" y="3943350"/>
            <a:ext cx="4267200" cy="409575"/>
          </a:xfrm>
          <a:prstGeom xmlns:a="http://schemas.openxmlformats.org/drawingml/2006/main" prst="rect">
            <a:avLst/>
          </a:prstGeom>
          <a:solidFill xmlns:a="http://schemas.openxmlformats.org/drawingml/2006/main">
            <a:srgbClr val="FFF3DF"/>
          </a:solidFill>
          <a:ln xmlns:a="http://schemas.openxmlformats.org/drawingml/2006/main" w="0">
            <a:noFill/>
            <a:prstDash val="solid"/>
          </a:ln>
        </p:spPr>
      </p:sp>
      <p:sp>
        <p:nvSpPr>
          <p:cNvPr id="21" name="old-rules-21">
            <a:extLst xmlns:a="http://schemas.openxmlformats.org/drawingml/2006/main">
              <a:ext uri="{FF2B5EF4-FFF2-40B4-BE49-F238E27FC236}">
                <a16:creationId xmlns:a16="http://schemas.microsoft.com/office/drawing/2014/main" id="{BDD1AB27-C4D6-4C69-B8BE-75F83151E562}"/>
              </a:ext>
            </a:extLst>
          </p:cNvPr>
          <p:cNvSpPr>
            <a:spLocks xmlns:a="http://schemas.openxmlformats.org/drawingml/2006/main" noGrp="1"/>
          </p:cNvSpPr>
          <p:nvPr/>
        </p:nvSpPr>
        <p:spPr>
          <a:xfrm xmlns:a="http://schemas.openxmlformats.org/drawingml/2006/main">
            <a:off x="762000" y="4019550"/>
            <a:ext cx="403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AD6A16"/>
                </a:solidFill>
                <a:latin typeface="Microsoft YaHei"/>
                <a:ea typeface="Microsoft YaHei"/>
                <a:cs typeface="Microsoft YaHei"/>
              </a:defRPr>
            </a:defPPr>
            <a:lvl1pPr algn="l">
              <a:buNone/>
              <a:defRPr sz="1650" b="1">
                <a:solidFill>
                  <a:srgbClr val="AD6A16"/>
                </a:solidFill>
                <a:latin typeface="Microsoft YaHei"/>
                <a:ea typeface="Microsoft YaHei"/>
                <a:cs typeface="Microsoft YaHei"/>
              </a:defRPr>
            </a:lvl1pPr>
            <a:lvl2pPr algn="l">
              <a:buNone/>
              <a:defRPr sz="1650" b="1">
                <a:solidFill>
                  <a:srgbClr val="AD6A16"/>
                </a:solidFill>
                <a:latin typeface="Microsoft YaHei"/>
                <a:ea typeface="Microsoft YaHei"/>
                <a:cs typeface="Microsoft YaHei"/>
              </a:defRPr>
            </a:lvl2pPr>
            <a:lvl3pPr algn="l">
              <a:buNone/>
              <a:defRPr sz="1650" b="1">
                <a:solidFill>
                  <a:srgbClr val="AD6A16"/>
                </a:solidFill>
                <a:latin typeface="Microsoft YaHei"/>
                <a:ea typeface="Microsoft YaHei"/>
                <a:cs typeface="Microsoft YaHei"/>
              </a:defRPr>
            </a:lvl3pPr>
            <a:lvl4pPr algn="l">
              <a:buNone/>
              <a:defRPr sz="1650" b="1">
                <a:solidFill>
                  <a:srgbClr val="AD6A16"/>
                </a:solidFill>
                <a:latin typeface="Microsoft YaHei"/>
                <a:ea typeface="Microsoft YaHei"/>
                <a:cs typeface="Microsoft YaHei"/>
              </a:defRPr>
            </a:lvl4pPr>
            <a:lvl5pPr algn="l">
              <a:buNone/>
              <a:defRPr sz="1650" b="1">
                <a:solidFill>
                  <a:srgbClr val="AD6A16"/>
                </a:solidFill>
                <a:latin typeface="Microsoft YaHei"/>
                <a:ea typeface="Microsoft YaHei"/>
                <a:cs typeface="Microsoft YaHei"/>
              </a:defRPr>
            </a:lvl5pPr>
            <a:lvl6pPr algn="l">
              <a:buNone/>
              <a:defRPr sz="1650" b="1">
                <a:solidFill>
                  <a:srgbClr val="AD6A16"/>
                </a:solidFill>
                <a:latin typeface="Microsoft YaHei"/>
                <a:ea typeface="Microsoft YaHei"/>
                <a:cs typeface="Microsoft YaHei"/>
              </a:defRPr>
            </a:lvl6pPr>
            <a:lvl7pPr algn="l">
              <a:buNone/>
              <a:defRPr sz="1650" b="1">
                <a:solidFill>
                  <a:srgbClr val="AD6A16"/>
                </a:solidFill>
                <a:latin typeface="Microsoft YaHei"/>
                <a:ea typeface="Microsoft YaHei"/>
                <a:cs typeface="Microsoft YaHei"/>
              </a:defRPr>
            </a:lvl7pPr>
            <a:lvl8pPr algn="l">
              <a:buNone/>
              <a:defRPr sz="1650" b="1">
                <a:solidFill>
                  <a:srgbClr val="AD6A16"/>
                </a:solidFill>
                <a:latin typeface="Microsoft YaHei"/>
                <a:ea typeface="Microsoft YaHei"/>
                <a:cs typeface="Microsoft YaHei"/>
              </a:defRPr>
            </a:lvl8pPr>
            <a:lvl9pPr algn="l">
              <a:buNone/>
              <a:defRPr sz="1650" b="1">
                <a:solidFill>
                  <a:srgbClr val="AD6A16"/>
                </a:solidFill>
                <a:latin typeface="Microsoft YaHei"/>
                <a:ea typeface="Microsoft YaHei"/>
                <a:cs typeface="Microsoft YaHei"/>
              </a:defRPr>
            </a:lvl9pPr>
          </a:lstStyle>
          <a:p xmlns:a="http://schemas.openxmlformats.org/drawingml/2006/main">
            <a:pPr algn="l">
              <a:lnSpc>
                <a:spcPct val="108000"/>
              </a:lnSpc>
              <a:buNone/>
              <a:defRPr sz="1650" b="1">
                <a:solidFill>
                  <a:srgbClr val="AD6A16"/>
                </a:solidFill>
                <a:latin typeface="Microsoft YaHei"/>
                <a:ea typeface="Microsoft YaHei"/>
                <a:cs typeface="Microsoft YaHei"/>
              </a:defRPr>
            </a:pPr>
            <a:r>
              <a:rPr sz="1650" b="1">
                <a:solidFill>
                  <a:srgbClr val="AD6A16"/>
                </a:solidFill>
                <a:latin typeface="Microsoft YaHei"/>
                <a:ea typeface="Microsoft YaHei"/>
                <a:cs typeface="Microsoft YaHei"/>
              </a:rPr>
              <a:t>② 规则与状态：账户、绑定与角色</a:t>
            </a:r>
          </a:p>
        </p:txBody>
      </p:sp>
      <p:sp>
        <p:nvSpPr>
          <p:cNvPr id="22" name="old-adapter-band-22">
            <a:extLst xmlns:a="http://schemas.openxmlformats.org/drawingml/2006/main">
              <a:ext uri="{FF2B5EF4-FFF2-40B4-BE49-F238E27FC236}">
                <a16:creationId xmlns:a16="http://schemas.microsoft.com/office/drawing/2014/main" id="{E541AC0A-E184-4DC6-8083-82B279345305}"/>
              </a:ext>
            </a:extLst>
          </p:cNvPr>
          <p:cNvSpPr>
            <a:spLocks xmlns:a="http://schemas.openxmlformats.org/drawingml/2006/main" noGrp="1"/>
          </p:cNvSpPr>
          <p:nvPr/>
        </p:nvSpPr>
        <p:spPr>
          <a:xfrm xmlns:a="http://schemas.openxmlformats.org/drawingml/2006/main">
            <a:off x="647700" y="4486275"/>
            <a:ext cx="4267200" cy="409575"/>
          </a:xfrm>
          <a:prstGeom xmlns:a="http://schemas.openxmlformats.org/drawingml/2006/main" prst="rect">
            <a:avLst/>
          </a:prstGeom>
          <a:solidFill xmlns:a="http://schemas.openxmlformats.org/drawingml/2006/main">
            <a:srgbClr val="E7F4F5"/>
          </a:solidFill>
          <a:ln xmlns:a="http://schemas.openxmlformats.org/drawingml/2006/main" w="0">
            <a:noFill/>
            <a:prstDash val="solid"/>
          </a:ln>
        </p:spPr>
      </p:sp>
      <p:sp>
        <p:nvSpPr>
          <p:cNvPr id="23" name="old-adapter-23">
            <a:extLst xmlns:a="http://schemas.openxmlformats.org/drawingml/2006/main">
              <a:ext uri="{FF2B5EF4-FFF2-40B4-BE49-F238E27FC236}">
                <a16:creationId xmlns:a16="http://schemas.microsoft.com/office/drawing/2014/main" id="{278E8867-9AB6-4DF9-8580-CFAF78D17AD9}"/>
              </a:ext>
            </a:extLst>
          </p:cNvPr>
          <p:cNvSpPr>
            <a:spLocks xmlns:a="http://schemas.openxmlformats.org/drawingml/2006/main" noGrp="1"/>
          </p:cNvSpPr>
          <p:nvPr/>
        </p:nvSpPr>
        <p:spPr>
          <a:xfrm xmlns:a="http://schemas.openxmlformats.org/drawingml/2006/main">
            <a:off x="762000" y="4562475"/>
            <a:ext cx="403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08C9F"/>
                </a:solidFill>
                <a:latin typeface="Microsoft YaHei"/>
                <a:ea typeface="Microsoft YaHei"/>
                <a:cs typeface="Microsoft YaHei"/>
              </a:defRPr>
            </a:defPPr>
            <a:lvl1pPr algn="l">
              <a:buNone/>
              <a:defRPr sz="1575" b="1">
                <a:solidFill>
                  <a:srgbClr val="208C9F"/>
                </a:solidFill>
                <a:latin typeface="Microsoft YaHei"/>
                <a:ea typeface="Microsoft YaHei"/>
                <a:cs typeface="Microsoft YaHei"/>
              </a:defRPr>
            </a:lvl1pPr>
            <a:lvl2pPr algn="l">
              <a:buNone/>
              <a:defRPr sz="1575" b="1">
                <a:solidFill>
                  <a:srgbClr val="208C9F"/>
                </a:solidFill>
                <a:latin typeface="Microsoft YaHei"/>
                <a:ea typeface="Microsoft YaHei"/>
                <a:cs typeface="Microsoft YaHei"/>
              </a:defRPr>
            </a:lvl2pPr>
            <a:lvl3pPr algn="l">
              <a:buNone/>
              <a:defRPr sz="1575" b="1">
                <a:solidFill>
                  <a:srgbClr val="208C9F"/>
                </a:solidFill>
                <a:latin typeface="Microsoft YaHei"/>
                <a:ea typeface="Microsoft YaHei"/>
                <a:cs typeface="Microsoft YaHei"/>
              </a:defRPr>
            </a:lvl3pPr>
            <a:lvl4pPr algn="l">
              <a:buNone/>
              <a:defRPr sz="1575" b="1">
                <a:solidFill>
                  <a:srgbClr val="208C9F"/>
                </a:solidFill>
                <a:latin typeface="Microsoft YaHei"/>
                <a:ea typeface="Microsoft YaHei"/>
                <a:cs typeface="Microsoft YaHei"/>
              </a:defRPr>
            </a:lvl4pPr>
            <a:lvl5pPr algn="l">
              <a:buNone/>
              <a:defRPr sz="1575" b="1">
                <a:solidFill>
                  <a:srgbClr val="208C9F"/>
                </a:solidFill>
                <a:latin typeface="Microsoft YaHei"/>
                <a:ea typeface="Microsoft YaHei"/>
                <a:cs typeface="Microsoft YaHei"/>
              </a:defRPr>
            </a:lvl5pPr>
            <a:lvl6pPr algn="l">
              <a:buNone/>
              <a:defRPr sz="1575" b="1">
                <a:solidFill>
                  <a:srgbClr val="208C9F"/>
                </a:solidFill>
                <a:latin typeface="Microsoft YaHei"/>
                <a:ea typeface="Microsoft YaHei"/>
                <a:cs typeface="Microsoft YaHei"/>
              </a:defRPr>
            </a:lvl6pPr>
            <a:lvl7pPr algn="l">
              <a:buNone/>
              <a:defRPr sz="1575" b="1">
                <a:solidFill>
                  <a:srgbClr val="208C9F"/>
                </a:solidFill>
                <a:latin typeface="Microsoft YaHei"/>
                <a:ea typeface="Microsoft YaHei"/>
                <a:cs typeface="Microsoft YaHei"/>
              </a:defRPr>
            </a:lvl7pPr>
            <a:lvl8pPr algn="l">
              <a:buNone/>
              <a:defRPr sz="1575" b="1">
                <a:solidFill>
                  <a:srgbClr val="208C9F"/>
                </a:solidFill>
                <a:latin typeface="Microsoft YaHei"/>
                <a:ea typeface="Microsoft YaHei"/>
                <a:cs typeface="Microsoft YaHei"/>
              </a:defRPr>
            </a:lvl8pPr>
            <a:lvl9pPr algn="l">
              <a:buNone/>
              <a:defRPr sz="1575" b="1">
                <a:solidFill>
                  <a:srgbClr val="208C9F"/>
                </a:solidFill>
                <a:latin typeface="Microsoft YaHei"/>
                <a:ea typeface="Microsoft YaHei"/>
                <a:cs typeface="Microsoft YaHei"/>
              </a:defRPr>
            </a:lvl9pPr>
          </a:lstStyle>
          <a:p xmlns:a="http://schemas.openxmlformats.org/drawingml/2006/main">
            <a:pPr algn="l">
              <a:lnSpc>
                <a:spcPct val="108000"/>
              </a:lnSpc>
              <a:buNone/>
              <a:defRPr sz="1575" b="1">
                <a:solidFill>
                  <a:srgbClr val="208C9F"/>
                </a:solidFill>
                <a:latin typeface="Microsoft YaHei"/>
                <a:ea typeface="Microsoft YaHei"/>
                <a:cs typeface="Microsoft YaHei"/>
              </a:defRPr>
            </a:pPr>
            <a:r>
              <a:rPr sz="1575" b="1">
                <a:solidFill>
                  <a:srgbClr val="208C9F"/>
                </a:solidFill>
                <a:latin typeface="Microsoft YaHei"/>
                <a:ea typeface="Microsoft YaHei"/>
                <a:cs typeface="Microsoft YaHei"/>
              </a:rPr>
              <a:t>③ 技术与输出：DB、参数、Hook、通知</a:t>
            </a:r>
          </a:p>
        </p:txBody>
      </p:sp>
      <p:sp>
        <p:nvSpPr>
          <p:cNvPr id="24" name="current-card-runtime-24">
            <a:extLst xmlns:a="http://schemas.openxmlformats.org/drawingml/2006/main">
              <a:ext uri="{FF2B5EF4-FFF2-40B4-BE49-F238E27FC236}">
                <a16:creationId xmlns:a16="http://schemas.microsoft.com/office/drawing/2014/main" id="{0F2163A3-07A3-4B7E-8394-18C1C6DF5224}"/>
              </a:ext>
            </a:extLst>
          </p:cNvPr>
          <p:cNvSpPr>
            <a:spLocks xmlns:a="http://schemas.openxmlformats.org/drawingml/2006/main" noGrp="1"/>
          </p:cNvSpPr>
          <p:nvPr/>
        </p:nvSpPr>
        <p:spPr>
          <a:xfrm xmlns:a="http://schemas.openxmlformats.org/drawingml/2006/main">
            <a:off x="495300" y="5391150"/>
            <a:ext cx="4572000" cy="485775"/>
          </a:xfrm>
          <a:prstGeom xmlns:a="http://schemas.openxmlformats.org/drawingml/2006/main" prst="rect">
            <a:avLst/>
          </a:prstGeom>
          <a:solidFill xmlns:a="http://schemas.openxmlformats.org/drawingml/2006/main">
            <a:srgbClr val="EDF0F4"/>
          </a:solidFill>
          <a:ln xmlns:a="http://schemas.openxmlformats.org/drawingml/2006/main" w="12383">
            <a:solidFill>
              <a:srgbClr val="617084"/>
            </a:solidFill>
            <a:prstDash val="solid"/>
          </a:ln>
        </p:spPr>
      </p:sp>
      <p:sp>
        <p:nvSpPr>
          <p:cNvPr id="25" name="old-runtime-25">
            <a:extLst xmlns:a="http://schemas.openxmlformats.org/drawingml/2006/main">
              <a:ext uri="{FF2B5EF4-FFF2-40B4-BE49-F238E27FC236}">
                <a16:creationId xmlns:a16="http://schemas.microsoft.com/office/drawing/2014/main" id="{AC890957-BEE9-42D6-93E5-877B36A641ED}"/>
              </a:ext>
            </a:extLst>
          </p:cNvPr>
          <p:cNvSpPr>
            <a:spLocks xmlns:a="http://schemas.openxmlformats.org/drawingml/2006/main" noGrp="1"/>
          </p:cNvSpPr>
          <p:nvPr/>
        </p:nvSpPr>
        <p:spPr>
          <a:xfrm xmlns:a="http://schemas.openxmlformats.org/drawingml/2006/main">
            <a:off x="647700" y="5505450"/>
            <a:ext cx="4267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a:solidFill>
                  <a:srgbClr val="617084"/>
                </a:solidFill>
                <a:latin typeface="Microsoft YaHei"/>
                <a:ea typeface="Microsoft YaHei"/>
                <a:cs typeface="Microsoft YaHei"/>
              </a:defRPr>
            </a:defPPr>
            <a:lvl1pPr algn="l">
              <a:buNone/>
              <a:defRPr sz="1725" b="1">
                <a:solidFill>
                  <a:srgbClr val="617084"/>
                </a:solidFill>
                <a:latin typeface="Microsoft YaHei"/>
                <a:ea typeface="Microsoft YaHei"/>
                <a:cs typeface="Microsoft YaHei"/>
              </a:defRPr>
            </a:lvl1pPr>
            <a:lvl2pPr algn="l">
              <a:buNone/>
              <a:defRPr sz="1725" b="1">
                <a:solidFill>
                  <a:srgbClr val="617084"/>
                </a:solidFill>
                <a:latin typeface="Microsoft YaHei"/>
                <a:ea typeface="Microsoft YaHei"/>
                <a:cs typeface="Microsoft YaHei"/>
              </a:defRPr>
            </a:lvl2pPr>
            <a:lvl3pPr algn="l">
              <a:buNone/>
              <a:defRPr sz="1725" b="1">
                <a:solidFill>
                  <a:srgbClr val="617084"/>
                </a:solidFill>
                <a:latin typeface="Microsoft YaHei"/>
                <a:ea typeface="Microsoft YaHei"/>
                <a:cs typeface="Microsoft YaHei"/>
              </a:defRPr>
            </a:lvl3pPr>
            <a:lvl4pPr algn="l">
              <a:buNone/>
              <a:defRPr sz="1725" b="1">
                <a:solidFill>
                  <a:srgbClr val="617084"/>
                </a:solidFill>
                <a:latin typeface="Microsoft YaHei"/>
                <a:ea typeface="Microsoft YaHei"/>
                <a:cs typeface="Microsoft YaHei"/>
              </a:defRPr>
            </a:lvl4pPr>
            <a:lvl5pPr algn="l">
              <a:buNone/>
              <a:defRPr sz="1725" b="1">
                <a:solidFill>
                  <a:srgbClr val="617084"/>
                </a:solidFill>
                <a:latin typeface="Microsoft YaHei"/>
                <a:ea typeface="Microsoft YaHei"/>
                <a:cs typeface="Microsoft YaHei"/>
              </a:defRPr>
            </a:lvl5pPr>
            <a:lvl6pPr algn="l">
              <a:buNone/>
              <a:defRPr sz="1725" b="1">
                <a:solidFill>
                  <a:srgbClr val="617084"/>
                </a:solidFill>
                <a:latin typeface="Microsoft YaHei"/>
                <a:ea typeface="Microsoft YaHei"/>
                <a:cs typeface="Microsoft YaHei"/>
              </a:defRPr>
            </a:lvl6pPr>
            <a:lvl7pPr algn="l">
              <a:buNone/>
              <a:defRPr sz="1725" b="1">
                <a:solidFill>
                  <a:srgbClr val="617084"/>
                </a:solidFill>
                <a:latin typeface="Microsoft YaHei"/>
                <a:ea typeface="Microsoft YaHei"/>
                <a:cs typeface="Microsoft YaHei"/>
              </a:defRPr>
            </a:lvl7pPr>
            <a:lvl8pPr algn="l">
              <a:buNone/>
              <a:defRPr sz="1725" b="1">
                <a:solidFill>
                  <a:srgbClr val="617084"/>
                </a:solidFill>
                <a:latin typeface="Microsoft YaHei"/>
                <a:ea typeface="Microsoft YaHei"/>
                <a:cs typeface="Microsoft YaHei"/>
              </a:defRPr>
            </a:lvl8pPr>
            <a:lvl9pPr algn="l">
              <a:buNone/>
              <a:defRPr sz="1725" b="1">
                <a:solidFill>
                  <a:srgbClr val="617084"/>
                </a:solidFill>
                <a:latin typeface="Microsoft YaHei"/>
                <a:ea typeface="Microsoft YaHei"/>
                <a:cs typeface="Microsoft YaHei"/>
              </a:defRPr>
            </a:lvl9pPr>
          </a:lstStyle>
          <a:p xmlns:a="http://schemas.openxmlformats.org/drawingml/2006/main">
            <a:pPr algn="l">
              <a:lnSpc>
                <a:spcPct val="108000"/>
              </a:lnSpc>
              <a:buNone/>
              <a:defRPr sz="1725" b="1">
                <a:solidFill>
                  <a:srgbClr val="617084"/>
                </a:solidFill>
                <a:latin typeface="Microsoft YaHei"/>
                <a:ea typeface="Microsoft YaHei"/>
                <a:cs typeface="Microsoft YaHei"/>
              </a:defRPr>
            </a:pPr>
            <a:r>
              <a:rPr sz="1725" b="1">
                <a:solidFill>
                  <a:srgbClr val="617084"/>
                </a:solidFill>
                <a:latin typeface="Microsoft YaHei"/>
                <a:ea typeface="Microsoft YaHei"/>
                <a:cs typeface="Microsoft YaHei"/>
              </a:rPr>
              <a:t>④ State / File / 卡侧协议</a:t>
            </a:r>
          </a:p>
        </p:txBody>
      </p:sp>
      <p:sp>
        <p:nvSpPr>
          <p:cNvPr id="26" name="responsibility-split-arrow-26">
            <a:extLst xmlns:a="http://schemas.openxmlformats.org/drawingml/2006/main">
              <a:ext uri="{FF2B5EF4-FFF2-40B4-BE49-F238E27FC236}">
                <a16:creationId xmlns:a16="http://schemas.microsoft.com/office/drawing/2014/main" id="{308B7B31-F810-4914-98C8-D1C7DF15CBF0}"/>
              </a:ext>
            </a:extLst>
          </p:cNvPr>
          <p:cNvSpPr>
            <a:spLocks xmlns:a="http://schemas.openxmlformats.org/drawingml/2006/main" noGrp="1"/>
          </p:cNvSpPr>
          <p:nvPr/>
        </p:nvSpPr>
        <p:spPr>
          <a:xfrm xmlns:a="http://schemas.openxmlformats.org/drawingml/2006/main">
            <a:off x="5381625" y="3981450"/>
            <a:ext cx="819150" cy="476250"/>
          </a:xfrm>
          <a:prstGeom xmlns:a="http://schemas.openxmlformats.org/drawingml/2006/main" prst="rightArrow">
            <a:avLst/>
          </a:prstGeom>
          <a:solidFill xmlns:a="http://schemas.openxmlformats.org/drawingml/2006/main">
            <a:srgbClr val="B3C2D3"/>
          </a:solidFill>
          <a:ln xmlns:a="http://schemas.openxmlformats.org/drawingml/2006/main" w="0">
            <a:noFill/>
            <a:prstDash val="solid"/>
          </a:ln>
        </p:spPr>
      </p:sp>
      <p:sp>
        <p:nvSpPr>
          <p:cNvPr id="27" name="split-label-27">
            <a:extLst xmlns:a="http://schemas.openxmlformats.org/drawingml/2006/main">
              <a:ext uri="{FF2B5EF4-FFF2-40B4-BE49-F238E27FC236}">
                <a16:creationId xmlns:a16="http://schemas.microsoft.com/office/drawing/2014/main" id="{8587D1D0-DFB3-4223-B7A8-2AF97BE03DC0}"/>
              </a:ext>
            </a:extLst>
          </p:cNvPr>
          <p:cNvSpPr>
            <a:spLocks xmlns:a="http://schemas.openxmlformats.org/drawingml/2006/main" noGrp="1"/>
          </p:cNvSpPr>
          <p:nvPr/>
        </p:nvSpPr>
        <p:spPr>
          <a:xfrm xmlns:a="http://schemas.openxmlformats.org/drawingml/2006/main">
            <a:off x="5219700" y="3619500"/>
            <a:ext cx="114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725" b="1">
                <a:solidFill>
                  <a:srgbClr val="246AB8"/>
                </a:solidFill>
                <a:latin typeface="Microsoft YaHei"/>
                <a:ea typeface="Microsoft YaHei"/>
                <a:cs typeface="Microsoft YaHei"/>
              </a:defRPr>
            </a:defPPr>
            <a:lvl1pPr algn="ctr">
              <a:buNone/>
              <a:defRPr sz="1725" b="1">
                <a:solidFill>
                  <a:srgbClr val="246AB8"/>
                </a:solidFill>
                <a:latin typeface="Microsoft YaHei"/>
                <a:ea typeface="Microsoft YaHei"/>
                <a:cs typeface="Microsoft YaHei"/>
              </a:defRPr>
            </a:lvl1pPr>
            <a:lvl2pPr algn="ctr">
              <a:buNone/>
              <a:defRPr sz="1725" b="1">
                <a:solidFill>
                  <a:srgbClr val="246AB8"/>
                </a:solidFill>
                <a:latin typeface="Microsoft YaHei"/>
                <a:ea typeface="Microsoft YaHei"/>
                <a:cs typeface="Microsoft YaHei"/>
              </a:defRPr>
            </a:lvl2pPr>
            <a:lvl3pPr algn="ctr">
              <a:buNone/>
              <a:defRPr sz="1725" b="1">
                <a:solidFill>
                  <a:srgbClr val="246AB8"/>
                </a:solidFill>
                <a:latin typeface="Microsoft YaHei"/>
                <a:ea typeface="Microsoft YaHei"/>
                <a:cs typeface="Microsoft YaHei"/>
              </a:defRPr>
            </a:lvl3pPr>
            <a:lvl4pPr algn="ctr">
              <a:buNone/>
              <a:defRPr sz="1725" b="1">
                <a:solidFill>
                  <a:srgbClr val="246AB8"/>
                </a:solidFill>
                <a:latin typeface="Microsoft YaHei"/>
                <a:ea typeface="Microsoft YaHei"/>
                <a:cs typeface="Microsoft YaHei"/>
              </a:defRPr>
            </a:lvl4pPr>
            <a:lvl5pPr algn="ctr">
              <a:buNone/>
              <a:defRPr sz="1725" b="1">
                <a:solidFill>
                  <a:srgbClr val="246AB8"/>
                </a:solidFill>
                <a:latin typeface="Microsoft YaHei"/>
                <a:ea typeface="Microsoft YaHei"/>
                <a:cs typeface="Microsoft YaHei"/>
              </a:defRPr>
            </a:lvl5pPr>
            <a:lvl6pPr algn="ctr">
              <a:buNone/>
              <a:defRPr sz="1725" b="1">
                <a:solidFill>
                  <a:srgbClr val="246AB8"/>
                </a:solidFill>
                <a:latin typeface="Microsoft YaHei"/>
                <a:ea typeface="Microsoft YaHei"/>
                <a:cs typeface="Microsoft YaHei"/>
              </a:defRPr>
            </a:lvl6pPr>
            <a:lvl7pPr algn="ctr">
              <a:buNone/>
              <a:defRPr sz="1725" b="1">
                <a:solidFill>
                  <a:srgbClr val="246AB8"/>
                </a:solidFill>
                <a:latin typeface="Microsoft YaHei"/>
                <a:ea typeface="Microsoft YaHei"/>
                <a:cs typeface="Microsoft YaHei"/>
              </a:defRPr>
            </a:lvl7pPr>
            <a:lvl8pPr algn="ctr">
              <a:buNone/>
              <a:defRPr sz="1725" b="1">
                <a:solidFill>
                  <a:srgbClr val="246AB8"/>
                </a:solidFill>
                <a:latin typeface="Microsoft YaHei"/>
                <a:ea typeface="Microsoft YaHei"/>
                <a:cs typeface="Microsoft YaHei"/>
              </a:defRPr>
            </a:lvl8pPr>
            <a:lvl9pPr algn="ctr">
              <a:buNone/>
              <a:defRPr sz="1725" b="1">
                <a:solidFill>
                  <a:srgbClr val="246AB8"/>
                </a:solidFill>
                <a:latin typeface="Microsoft YaHei"/>
                <a:ea typeface="Microsoft YaHei"/>
                <a:cs typeface="Microsoft YaHei"/>
              </a:defRPr>
            </a:lvl9pPr>
          </a:lstStyle>
          <a:p xmlns:a="http://schemas.openxmlformats.org/drawingml/2006/main">
            <a:pPr algn="ctr">
              <a:lnSpc>
                <a:spcPct val="108000"/>
              </a:lnSpc>
              <a:buNone/>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职责拆分</a:t>
            </a:r>
          </a:p>
        </p:txBody>
      </p:sp>
      <p:sp>
        <p:nvSpPr>
          <p:cNvPr id="28" name="matching-label-28">
            <a:extLst xmlns:a="http://schemas.openxmlformats.org/drawingml/2006/main">
              <a:ext uri="{FF2B5EF4-FFF2-40B4-BE49-F238E27FC236}">
                <a16:creationId xmlns:a16="http://schemas.microsoft.com/office/drawing/2014/main" id="{19478289-C1B8-459E-96D1-974100DA49ED}"/>
              </a:ext>
            </a:extLst>
          </p:cNvPr>
          <p:cNvSpPr>
            <a:spLocks xmlns:a="http://schemas.openxmlformats.org/drawingml/2006/main" noGrp="1"/>
          </p:cNvSpPr>
          <p:nvPr/>
        </p:nvSpPr>
        <p:spPr>
          <a:xfrm xmlns:a="http://schemas.openxmlformats.org/drawingml/2006/main">
            <a:off x="5219700" y="4581525"/>
            <a:ext cx="114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350" b="0">
                <a:solidFill>
                  <a:srgbClr val="56657A"/>
                </a:solidFill>
                <a:latin typeface="Microsoft YaHei"/>
                <a:ea typeface="Microsoft YaHei"/>
                <a:cs typeface="Microsoft YaHei"/>
              </a:defRPr>
            </a:defPPr>
            <a:lvl1pPr algn="ctr">
              <a:buNone/>
              <a:defRPr sz="1350" b="0">
                <a:solidFill>
                  <a:srgbClr val="56657A"/>
                </a:solidFill>
                <a:latin typeface="Microsoft YaHei"/>
                <a:ea typeface="Microsoft YaHei"/>
                <a:cs typeface="Microsoft YaHei"/>
              </a:defRPr>
            </a:lvl1pPr>
            <a:lvl2pPr algn="ctr">
              <a:buNone/>
              <a:defRPr sz="1350" b="0">
                <a:solidFill>
                  <a:srgbClr val="56657A"/>
                </a:solidFill>
                <a:latin typeface="Microsoft YaHei"/>
                <a:ea typeface="Microsoft YaHei"/>
                <a:cs typeface="Microsoft YaHei"/>
              </a:defRPr>
            </a:lvl2pPr>
            <a:lvl3pPr algn="ctr">
              <a:buNone/>
              <a:defRPr sz="1350" b="0">
                <a:solidFill>
                  <a:srgbClr val="56657A"/>
                </a:solidFill>
                <a:latin typeface="Microsoft YaHei"/>
                <a:ea typeface="Microsoft YaHei"/>
                <a:cs typeface="Microsoft YaHei"/>
              </a:defRPr>
            </a:lvl3pPr>
            <a:lvl4pPr algn="ctr">
              <a:buNone/>
              <a:defRPr sz="1350" b="0">
                <a:solidFill>
                  <a:srgbClr val="56657A"/>
                </a:solidFill>
                <a:latin typeface="Microsoft YaHei"/>
                <a:ea typeface="Microsoft YaHei"/>
                <a:cs typeface="Microsoft YaHei"/>
              </a:defRPr>
            </a:lvl4pPr>
            <a:lvl5pPr algn="ctr">
              <a:buNone/>
              <a:defRPr sz="1350" b="0">
                <a:solidFill>
                  <a:srgbClr val="56657A"/>
                </a:solidFill>
                <a:latin typeface="Microsoft YaHei"/>
                <a:ea typeface="Microsoft YaHei"/>
                <a:cs typeface="Microsoft YaHei"/>
              </a:defRPr>
            </a:lvl5pPr>
            <a:lvl6pPr algn="ctr">
              <a:buNone/>
              <a:defRPr sz="1350" b="0">
                <a:solidFill>
                  <a:srgbClr val="56657A"/>
                </a:solidFill>
                <a:latin typeface="Microsoft YaHei"/>
                <a:ea typeface="Microsoft YaHei"/>
                <a:cs typeface="Microsoft YaHei"/>
              </a:defRPr>
            </a:lvl6pPr>
            <a:lvl7pPr algn="ctr">
              <a:buNone/>
              <a:defRPr sz="1350" b="0">
                <a:solidFill>
                  <a:srgbClr val="56657A"/>
                </a:solidFill>
                <a:latin typeface="Microsoft YaHei"/>
                <a:ea typeface="Microsoft YaHei"/>
                <a:cs typeface="Microsoft YaHei"/>
              </a:defRPr>
            </a:lvl7pPr>
            <a:lvl8pPr algn="ctr">
              <a:buNone/>
              <a:defRPr sz="1350" b="0">
                <a:solidFill>
                  <a:srgbClr val="56657A"/>
                </a:solidFill>
                <a:latin typeface="Microsoft YaHei"/>
                <a:ea typeface="Microsoft YaHei"/>
                <a:cs typeface="Microsoft YaHei"/>
              </a:defRPr>
            </a:lvl8pPr>
            <a:lvl9pPr algn="ctr">
              <a:buNone/>
              <a:defRPr sz="1350" b="0">
                <a:solidFill>
                  <a:srgbClr val="56657A"/>
                </a:solidFill>
                <a:latin typeface="Microsoft YaHei"/>
                <a:ea typeface="Microsoft YaHei"/>
                <a:cs typeface="Microsoft YaHei"/>
              </a:defRPr>
            </a:lvl9pPr>
          </a:lstStyle>
          <a:p xmlns:a="http://schemas.openxmlformats.org/drawingml/2006/main">
            <a:pPr algn="ctr">
              <a:lnSpc>
                <a:spcPct val="108000"/>
              </a:lnSpc>
              <a:buNone/>
              <a:defRPr sz="1350" b="0">
                <a:solidFill>
                  <a:srgbClr val="56657A"/>
                </a:solidFill>
                <a:latin typeface="Microsoft YaHei"/>
                <a:ea typeface="Microsoft YaHei"/>
                <a:cs typeface="Microsoft YaHei"/>
              </a:defRPr>
            </a:pPr>
            <a:r>
              <a:rPr sz="1350" b="0">
                <a:solidFill>
                  <a:srgbClr val="56657A"/>
                </a:solidFill>
                <a:latin typeface="Microsoft YaHei"/>
                <a:ea typeface="Microsoft YaHei"/>
                <a:cs typeface="Microsoft YaHei"/>
              </a:rPr>
              <a:t>同色对应</a:t>
            </a:r>
          </a:p>
        </p:txBody>
      </p:sp>
      <p:sp>
        <p:nvSpPr>
          <p:cNvPr id="29" name="application-layer-29">
            <a:extLst xmlns:a="http://schemas.openxmlformats.org/drawingml/2006/main">
              <a:ext uri="{FF2B5EF4-FFF2-40B4-BE49-F238E27FC236}">
                <a16:creationId xmlns:a16="http://schemas.microsoft.com/office/drawing/2014/main" id="{D5716B64-5133-4A88-81D5-340B5BD9E38A}"/>
              </a:ext>
            </a:extLst>
          </p:cNvPr>
          <p:cNvSpPr>
            <a:spLocks xmlns:a="http://schemas.openxmlformats.org/drawingml/2006/main" noGrp="1"/>
          </p:cNvSpPr>
          <p:nvPr/>
        </p:nvSpPr>
        <p:spPr>
          <a:xfrm xmlns:a="http://schemas.openxmlformats.org/drawingml/2006/main">
            <a:off x="6553200" y="2924175"/>
            <a:ext cx="5143500" cy="790575"/>
          </a:xfrm>
          <a:prstGeom xmlns:a="http://schemas.openxmlformats.org/drawingml/2006/main" prst="rect">
            <a:avLst/>
          </a:prstGeom>
          <a:solidFill xmlns:a="http://schemas.openxmlformats.org/drawingml/2006/main">
            <a:srgbClr val="EAF1FB"/>
          </a:solidFill>
          <a:ln xmlns:a="http://schemas.openxmlformats.org/drawingml/2006/main" w="14288">
            <a:solidFill>
              <a:srgbClr val="246AB8"/>
            </a:solidFill>
            <a:prstDash val="solid"/>
          </a:ln>
        </p:spPr>
      </p:sp>
      <p:sp>
        <p:nvSpPr>
          <p:cNvPr id="30" name="application-title-30">
            <a:extLst xmlns:a="http://schemas.openxmlformats.org/drawingml/2006/main">
              <a:ext uri="{FF2B5EF4-FFF2-40B4-BE49-F238E27FC236}">
                <a16:creationId xmlns:a16="http://schemas.microsoft.com/office/drawing/2014/main" id="{33393803-DB9D-4CC4-8600-196D7BDED866}"/>
              </a:ext>
            </a:extLst>
          </p:cNvPr>
          <p:cNvSpPr>
            <a:spLocks xmlns:a="http://schemas.openxmlformats.org/drawingml/2006/main" noGrp="1"/>
          </p:cNvSpPr>
          <p:nvPr/>
        </p:nvSpPr>
        <p:spPr>
          <a:xfrm xmlns:a="http://schemas.openxmlformats.org/drawingml/2006/main">
            <a:off x="6705600" y="3009900"/>
            <a:ext cx="4838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246AB8"/>
                </a:solidFill>
                <a:latin typeface="Microsoft YaHei"/>
                <a:ea typeface="Microsoft YaHei"/>
                <a:cs typeface="Microsoft YaHei"/>
              </a:defRPr>
            </a:defPPr>
            <a:lvl1pPr algn="l">
              <a:buNone/>
              <a:defRPr sz="1800" b="1">
                <a:solidFill>
                  <a:srgbClr val="246AB8"/>
                </a:solidFill>
                <a:latin typeface="Microsoft YaHei"/>
                <a:ea typeface="Microsoft YaHei"/>
                <a:cs typeface="Microsoft YaHei"/>
              </a:defRPr>
            </a:lvl1pPr>
            <a:lvl2pPr algn="l">
              <a:buNone/>
              <a:defRPr sz="1800" b="1">
                <a:solidFill>
                  <a:srgbClr val="246AB8"/>
                </a:solidFill>
                <a:latin typeface="Microsoft YaHei"/>
                <a:ea typeface="Microsoft YaHei"/>
                <a:cs typeface="Microsoft YaHei"/>
              </a:defRPr>
            </a:lvl2pPr>
            <a:lvl3pPr algn="l">
              <a:buNone/>
              <a:defRPr sz="1800" b="1">
                <a:solidFill>
                  <a:srgbClr val="246AB8"/>
                </a:solidFill>
                <a:latin typeface="Microsoft YaHei"/>
                <a:ea typeface="Microsoft YaHei"/>
                <a:cs typeface="Microsoft YaHei"/>
              </a:defRPr>
            </a:lvl3pPr>
            <a:lvl4pPr algn="l">
              <a:buNone/>
              <a:defRPr sz="1800" b="1">
                <a:solidFill>
                  <a:srgbClr val="246AB8"/>
                </a:solidFill>
                <a:latin typeface="Microsoft YaHei"/>
                <a:ea typeface="Microsoft YaHei"/>
                <a:cs typeface="Microsoft YaHei"/>
              </a:defRPr>
            </a:lvl4pPr>
            <a:lvl5pPr algn="l">
              <a:buNone/>
              <a:defRPr sz="1800" b="1">
                <a:solidFill>
                  <a:srgbClr val="246AB8"/>
                </a:solidFill>
                <a:latin typeface="Microsoft YaHei"/>
                <a:ea typeface="Microsoft YaHei"/>
                <a:cs typeface="Microsoft YaHei"/>
              </a:defRPr>
            </a:lvl5pPr>
            <a:lvl6pPr algn="l">
              <a:buNone/>
              <a:defRPr sz="1800" b="1">
                <a:solidFill>
                  <a:srgbClr val="246AB8"/>
                </a:solidFill>
                <a:latin typeface="Microsoft YaHei"/>
                <a:ea typeface="Microsoft YaHei"/>
                <a:cs typeface="Microsoft YaHei"/>
              </a:defRPr>
            </a:lvl6pPr>
            <a:lvl7pPr algn="l">
              <a:buNone/>
              <a:defRPr sz="1800" b="1">
                <a:solidFill>
                  <a:srgbClr val="246AB8"/>
                </a:solidFill>
                <a:latin typeface="Microsoft YaHei"/>
                <a:ea typeface="Microsoft YaHei"/>
                <a:cs typeface="Microsoft YaHei"/>
              </a:defRPr>
            </a:lvl7pPr>
            <a:lvl8pPr algn="l">
              <a:buNone/>
              <a:defRPr sz="1800" b="1">
                <a:solidFill>
                  <a:srgbClr val="246AB8"/>
                </a:solidFill>
                <a:latin typeface="Microsoft YaHei"/>
                <a:ea typeface="Microsoft YaHei"/>
                <a:cs typeface="Microsoft YaHei"/>
              </a:defRPr>
            </a:lvl8pPr>
            <a:lvl9pPr algn="l">
              <a:buNone/>
              <a:defRPr sz="1800" b="1">
                <a:solidFill>
                  <a:srgbClr val="246AB8"/>
                </a:solidFill>
                <a:latin typeface="Microsoft YaHei"/>
                <a:ea typeface="Microsoft YaHei"/>
                <a:cs typeface="Microsoft YaHei"/>
              </a:defRPr>
            </a:lvl9pPr>
          </a:lstStyle>
          <a:p xmlns:a="http://schemas.openxmlformats.org/drawingml/2006/main">
            <a:pPr algn="l">
              <a:lnSpc>
                <a:spcPct val="108000"/>
              </a:lnSpc>
              <a:buNone/>
              <a:defRPr sz="1800" b="1">
                <a:solidFill>
                  <a:srgbClr val="246AB8"/>
                </a:solidFill>
                <a:latin typeface="Microsoft YaHei"/>
                <a:ea typeface="Microsoft YaHei"/>
                <a:cs typeface="Microsoft YaHei"/>
              </a:defRPr>
            </a:pPr>
            <a:r>
              <a:rPr sz="1800" b="1">
                <a:solidFill>
                  <a:srgbClr val="246AB8"/>
                </a:solidFill>
                <a:latin typeface="Microsoft YaHei"/>
                <a:ea typeface="Microsoft YaHei"/>
                <a:cs typeface="Microsoft YaHei"/>
              </a:rPr>
              <a:t>① Application：用例协调与提交</a:t>
            </a:r>
          </a:p>
        </p:txBody>
      </p:sp>
      <p:sp>
        <p:nvSpPr>
          <p:cNvPr id="31" name="application-role-31">
            <a:extLst xmlns:a="http://schemas.openxmlformats.org/drawingml/2006/main">
              <a:ext uri="{FF2B5EF4-FFF2-40B4-BE49-F238E27FC236}">
                <a16:creationId xmlns:a16="http://schemas.microsoft.com/office/drawing/2014/main" id="{DD3B7585-FB4D-4EF1-96C3-D76A0DFA9FEC}"/>
              </a:ext>
            </a:extLst>
          </p:cNvPr>
          <p:cNvSpPr>
            <a:spLocks xmlns:a="http://schemas.openxmlformats.org/drawingml/2006/main" noGrp="1"/>
          </p:cNvSpPr>
          <p:nvPr/>
        </p:nvSpPr>
        <p:spPr>
          <a:xfrm xmlns:a="http://schemas.openxmlformats.org/drawingml/2006/main">
            <a:off x="6705600" y="3362325"/>
            <a:ext cx="4838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17263A"/>
                </a:solidFill>
                <a:latin typeface="Microsoft YaHei"/>
                <a:ea typeface="Microsoft YaHei"/>
                <a:cs typeface="Microsoft YaHei"/>
              </a:defRPr>
            </a:defPPr>
            <a:lvl1pPr algn="l">
              <a:buNone/>
              <a:defRPr sz="1575" b="0">
                <a:solidFill>
                  <a:srgbClr val="17263A"/>
                </a:solidFill>
                <a:latin typeface="Microsoft YaHei"/>
                <a:ea typeface="Microsoft YaHei"/>
                <a:cs typeface="Microsoft YaHei"/>
              </a:defRPr>
            </a:lvl1pPr>
            <a:lvl2pPr algn="l">
              <a:buNone/>
              <a:defRPr sz="1575" b="0">
                <a:solidFill>
                  <a:srgbClr val="17263A"/>
                </a:solidFill>
                <a:latin typeface="Microsoft YaHei"/>
                <a:ea typeface="Microsoft YaHei"/>
                <a:cs typeface="Microsoft YaHei"/>
              </a:defRPr>
            </a:lvl2pPr>
            <a:lvl3pPr algn="l">
              <a:buNone/>
              <a:defRPr sz="1575" b="0">
                <a:solidFill>
                  <a:srgbClr val="17263A"/>
                </a:solidFill>
                <a:latin typeface="Microsoft YaHei"/>
                <a:ea typeface="Microsoft YaHei"/>
                <a:cs typeface="Microsoft YaHei"/>
              </a:defRPr>
            </a:lvl3pPr>
            <a:lvl4pPr algn="l">
              <a:buNone/>
              <a:defRPr sz="1575" b="0">
                <a:solidFill>
                  <a:srgbClr val="17263A"/>
                </a:solidFill>
                <a:latin typeface="Microsoft YaHei"/>
                <a:ea typeface="Microsoft YaHei"/>
                <a:cs typeface="Microsoft YaHei"/>
              </a:defRPr>
            </a:lvl4pPr>
            <a:lvl5pPr algn="l">
              <a:buNone/>
              <a:defRPr sz="1575" b="0">
                <a:solidFill>
                  <a:srgbClr val="17263A"/>
                </a:solidFill>
                <a:latin typeface="Microsoft YaHei"/>
                <a:ea typeface="Microsoft YaHei"/>
                <a:cs typeface="Microsoft YaHei"/>
              </a:defRPr>
            </a:lvl5pPr>
            <a:lvl6pPr algn="l">
              <a:buNone/>
              <a:defRPr sz="1575" b="0">
                <a:solidFill>
                  <a:srgbClr val="17263A"/>
                </a:solidFill>
                <a:latin typeface="Microsoft YaHei"/>
                <a:ea typeface="Microsoft YaHei"/>
                <a:cs typeface="Microsoft YaHei"/>
              </a:defRPr>
            </a:lvl6pPr>
            <a:lvl7pPr algn="l">
              <a:buNone/>
              <a:defRPr sz="1575" b="0">
                <a:solidFill>
                  <a:srgbClr val="17263A"/>
                </a:solidFill>
                <a:latin typeface="Microsoft YaHei"/>
                <a:ea typeface="Microsoft YaHei"/>
                <a:cs typeface="Microsoft YaHei"/>
              </a:defRPr>
            </a:lvl7pPr>
            <a:lvl8pPr algn="l">
              <a:buNone/>
              <a:defRPr sz="1575" b="0">
                <a:solidFill>
                  <a:srgbClr val="17263A"/>
                </a:solidFill>
                <a:latin typeface="Microsoft YaHei"/>
                <a:ea typeface="Microsoft YaHei"/>
                <a:cs typeface="Microsoft YaHei"/>
              </a:defRPr>
            </a:lvl8pPr>
            <a:lvl9pPr algn="l">
              <a:buNone/>
              <a:defRPr sz="1575" b="0">
                <a:solidFill>
                  <a:srgbClr val="17263A"/>
                </a:solidFill>
                <a:latin typeface="Microsoft YaHei"/>
                <a:ea typeface="Microsoft YaHei"/>
                <a:cs typeface="Microsoft YaHei"/>
              </a:defRPr>
            </a:lvl9pPr>
          </a:lstStyle>
          <a:p xmlns:a="http://schemas.openxmlformats.org/drawingml/2006/main">
            <a:pPr algn="l">
              <a:lnSpc>
                <a:spcPct val="108000"/>
              </a:lnSpc>
              <a:buNone/>
              <a:defRPr sz="1575" b="0">
                <a:solidFill>
                  <a:srgbClr val="17263A"/>
                </a:solidFill>
                <a:latin typeface="Microsoft YaHei"/>
                <a:ea typeface="Microsoft YaHei"/>
                <a:cs typeface="Microsoft YaHei"/>
              </a:defRPr>
            </a:pPr>
            <a:r>
              <a:rPr sz="1575" b="0">
                <a:solidFill>
                  <a:srgbClr val="17263A"/>
                </a:solidFill>
                <a:latin typeface="Microsoft YaHei"/>
                <a:ea typeface="Microsoft YaHei"/>
                <a:cs typeface="Microsoft YaHei"/>
              </a:rPr>
              <a:t>激活、切换、等待、重试，统一组织步骤</a:t>
            </a:r>
          </a:p>
        </p:txBody>
      </p:sp>
      <p:sp>
        <p:nvSpPr>
          <p:cNvPr id="32" name="domain-layer-32">
            <a:extLst xmlns:a="http://schemas.openxmlformats.org/drawingml/2006/main">
              <a:ext uri="{FF2B5EF4-FFF2-40B4-BE49-F238E27FC236}">
                <a16:creationId xmlns:a16="http://schemas.microsoft.com/office/drawing/2014/main" id="{F4D4BBF4-674B-45DB-826A-0D15A6523523}"/>
              </a:ext>
            </a:extLst>
          </p:cNvPr>
          <p:cNvSpPr>
            <a:spLocks xmlns:a="http://schemas.openxmlformats.org/drawingml/2006/main" noGrp="1"/>
          </p:cNvSpPr>
          <p:nvPr/>
        </p:nvSpPr>
        <p:spPr>
          <a:xfrm xmlns:a="http://schemas.openxmlformats.org/drawingml/2006/main">
            <a:off x="6553200" y="3924300"/>
            <a:ext cx="5143500" cy="971550"/>
          </a:xfrm>
          <a:prstGeom xmlns:a="http://schemas.openxmlformats.org/drawingml/2006/main" prst="rect">
            <a:avLst/>
          </a:prstGeom>
          <a:solidFill xmlns:a="http://schemas.openxmlformats.org/drawingml/2006/main">
            <a:srgbClr val="FFF3DF"/>
          </a:solidFill>
          <a:ln xmlns:a="http://schemas.openxmlformats.org/drawingml/2006/main" w="14288">
            <a:solidFill>
              <a:srgbClr val="AD6A16"/>
            </a:solidFill>
            <a:prstDash val="solid"/>
          </a:ln>
        </p:spPr>
      </p:sp>
      <p:sp>
        <p:nvSpPr>
          <p:cNvPr id="33" name="domain-title-33">
            <a:extLst xmlns:a="http://schemas.openxmlformats.org/drawingml/2006/main">
              <a:ext uri="{FF2B5EF4-FFF2-40B4-BE49-F238E27FC236}">
                <a16:creationId xmlns:a16="http://schemas.microsoft.com/office/drawing/2014/main" id="{266647D9-5E40-4843-8EB4-327188BE8CA2}"/>
              </a:ext>
            </a:extLst>
          </p:cNvPr>
          <p:cNvSpPr>
            <a:spLocks xmlns:a="http://schemas.openxmlformats.org/drawingml/2006/main" noGrp="1"/>
          </p:cNvSpPr>
          <p:nvPr/>
        </p:nvSpPr>
        <p:spPr>
          <a:xfrm xmlns:a="http://schemas.openxmlformats.org/drawingml/2006/main">
            <a:off x="6705600" y="4010025"/>
            <a:ext cx="4838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AD6A16"/>
                </a:solidFill>
                <a:latin typeface="Microsoft YaHei"/>
                <a:ea typeface="Microsoft YaHei"/>
                <a:cs typeface="Microsoft YaHei"/>
              </a:defRPr>
            </a:defPPr>
            <a:lvl1pPr algn="l">
              <a:buNone/>
              <a:defRPr sz="1800" b="1">
                <a:solidFill>
                  <a:srgbClr val="AD6A16"/>
                </a:solidFill>
                <a:latin typeface="Microsoft YaHei"/>
                <a:ea typeface="Microsoft YaHei"/>
                <a:cs typeface="Microsoft YaHei"/>
              </a:defRPr>
            </a:lvl1pPr>
            <a:lvl2pPr algn="l">
              <a:buNone/>
              <a:defRPr sz="1800" b="1">
                <a:solidFill>
                  <a:srgbClr val="AD6A16"/>
                </a:solidFill>
                <a:latin typeface="Microsoft YaHei"/>
                <a:ea typeface="Microsoft YaHei"/>
                <a:cs typeface="Microsoft YaHei"/>
              </a:defRPr>
            </a:lvl2pPr>
            <a:lvl3pPr algn="l">
              <a:buNone/>
              <a:defRPr sz="1800" b="1">
                <a:solidFill>
                  <a:srgbClr val="AD6A16"/>
                </a:solidFill>
                <a:latin typeface="Microsoft YaHei"/>
                <a:ea typeface="Microsoft YaHei"/>
                <a:cs typeface="Microsoft YaHei"/>
              </a:defRPr>
            </a:lvl3pPr>
            <a:lvl4pPr algn="l">
              <a:buNone/>
              <a:defRPr sz="1800" b="1">
                <a:solidFill>
                  <a:srgbClr val="AD6A16"/>
                </a:solidFill>
                <a:latin typeface="Microsoft YaHei"/>
                <a:ea typeface="Microsoft YaHei"/>
                <a:cs typeface="Microsoft YaHei"/>
              </a:defRPr>
            </a:lvl4pPr>
            <a:lvl5pPr algn="l">
              <a:buNone/>
              <a:defRPr sz="1800" b="1">
                <a:solidFill>
                  <a:srgbClr val="AD6A16"/>
                </a:solidFill>
                <a:latin typeface="Microsoft YaHei"/>
                <a:ea typeface="Microsoft YaHei"/>
                <a:cs typeface="Microsoft YaHei"/>
              </a:defRPr>
            </a:lvl5pPr>
            <a:lvl6pPr algn="l">
              <a:buNone/>
              <a:defRPr sz="1800" b="1">
                <a:solidFill>
                  <a:srgbClr val="AD6A16"/>
                </a:solidFill>
                <a:latin typeface="Microsoft YaHei"/>
                <a:ea typeface="Microsoft YaHei"/>
                <a:cs typeface="Microsoft YaHei"/>
              </a:defRPr>
            </a:lvl6pPr>
            <a:lvl7pPr algn="l">
              <a:buNone/>
              <a:defRPr sz="1800" b="1">
                <a:solidFill>
                  <a:srgbClr val="AD6A16"/>
                </a:solidFill>
                <a:latin typeface="Microsoft YaHei"/>
                <a:ea typeface="Microsoft YaHei"/>
                <a:cs typeface="Microsoft YaHei"/>
              </a:defRPr>
            </a:lvl7pPr>
            <a:lvl8pPr algn="l">
              <a:buNone/>
              <a:defRPr sz="1800" b="1">
                <a:solidFill>
                  <a:srgbClr val="AD6A16"/>
                </a:solidFill>
                <a:latin typeface="Microsoft YaHei"/>
                <a:ea typeface="Microsoft YaHei"/>
                <a:cs typeface="Microsoft YaHei"/>
              </a:defRPr>
            </a:lvl8pPr>
            <a:lvl9pPr algn="l">
              <a:buNone/>
              <a:defRPr sz="1800" b="1">
                <a:solidFill>
                  <a:srgbClr val="AD6A16"/>
                </a:solidFill>
                <a:latin typeface="Microsoft YaHei"/>
                <a:ea typeface="Microsoft YaHei"/>
                <a:cs typeface="Microsoft YaHei"/>
              </a:defRPr>
            </a:lvl9pPr>
          </a:lstStyle>
          <a:p xmlns:a="http://schemas.openxmlformats.org/drawingml/2006/main">
            <a:pPr algn="l">
              <a:lnSpc>
                <a:spcPct val="108000"/>
              </a:lnSpc>
              <a:buNone/>
              <a:defRPr sz="1800" b="1">
                <a:solidFill>
                  <a:srgbClr val="AD6A16"/>
                </a:solidFill>
                <a:latin typeface="Microsoft YaHei"/>
                <a:ea typeface="Microsoft YaHei"/>
                <a:cs typeface="Microsoft YaHei"/>
              </a:defRPr>
            </a:pPr>
            <a:r>
              <a:rPr sz="1800" b="1">
                <a:solidFill>
                  <a:srgbClr val="AD6A16"/>
                </a:solidFill>
                <a:latin typeface="Microsoft YaHei"/>
                <a:ea typeface="Microsoft YaHei"/>
                <a:cs typeface="Microsoft YaHei"/>
              </a:rPr>
              <a:t>② Domain：业务规则与状态</a:t>
            </a:r>
          </a:p>
        </p:txBody>
      </p:sp>
      <p:sp>
        <p:nvSpPr>
          <p:cNvPr id="34" name="topology-model-34">
            <a:extLst xmlns:a="http://schemas.openxmlformats.org/drawingml/2006/main">
              <a:ext uri="{FF2B5EF4-FFF2-40B4-BE49-F238E27FC236}">
                <a16:creationId xmlns:a16="http://schemas.microsoft.com/office/drawing/2014/main" id="{3CB4C774-65A7-44EA-8061-82C89C10ED99}"/>
              </a:ext>
            </a:extLst>
          </p:cNvPr>
          <p:cNvSpPr>
            <a:spLocks xmlns:a="http://schemas.openxmlformats.org/drawingml/2006/main" noGrp="1"/>
          </p:cNvSpPr>
          <p:nvPr/>
        </p:nvSpPr>
        <p:spPr>
          <a:xfrm xmlns:a="http://schemas.openxmlformats.org/drawingml/2006/main">
            <a:off x="6705600" y="4371975"/>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buNone/>
              <a:defRPr sz="1575" b="1">
                <a:solidFill>
                  <a:srgbClr val="17263A"/>
                </a:solidFill>
                <a:latin typeface="Microsoft YaHei"/>
                <a:ea typeface="Microsoft YaHei"/>
                <a:cs typeface="Microsoft YaHei"/>
              </a:defRPr>
            </a:lvl1pPr>
            <a:lvl2pPr algn="l">
              <a:buNone/>
              <a:defRPr sz="1575" b="1">
                <a:solidFill>
                  <a:srgbClr val="17263A"/>
                </a:solidFill>
                <a:latin typeface="Microsoft YaHei"/>
                <a:ea typeface="Microsoft YaHei"/>
                <a:cs typeface="Microsoft YaHei"/>
              </a:defRPr>
            </a:lvl2pPr>
            <a:lvl3pPr algn="l">
              <a:buNone/>
              <a:defRPr sz="1575" b="1">
                <a:solidFill>
                  <a:srgbClr val="17263A"/>
                </a:solidFill>
                <a:latin typeface="Microsoft YaHei"/>
                <a:ea typeface="Microsoft YaHei"/>
                <a:cs typeface="Microsoft YaHei"/>
              </a:defRPr>
            </a:lvl3pPr>
            <a:lvl4pPr algn="l">
              <a:buNone/>
              <a:defRPr sz="1575" b="1">
                <a:solidFill>
                  <a:srgbClr val="17263A"/>
                </a:solidFill>
                <a:latin typeface="Microsoft YaHei"/>
                <a:ea typeface="Microsoft YaHei"/>
                <a:cs typeface="Microsoft YaHei"/>
              </a:defRPr>
            </a:lvl4pPr>
            <a:lvl5pPr algn="l">
              <a:buNone/>
              <a:defRPr sz="1575" b="1">
                <a:solidFill>
                  <a:srgbClr val="17263A"/>
                </a:solidFill>
                <a:latin typeface="Microsoft YaHei"/>
                <a:ea typeface="Microsoft YaHei"/>
                <a:cs typeface="Microsoft YaHei"/>
              </a:defRPr>
            </a:lvl5pPr>
            <a:lvl6pPr algn="l">
              <a:buNone/>
              <a:defRPr sz="1575" b="1">
                <a:solidFill>
                  <a:srgbClr val="17263A"/>
                </a:solidFill>
                <a:latin typeface="Microsoft YaHei"/>
                <a:ea typeface="Microsoft YaHei"/>
                <a:cs typeface="Microsoft YaHei"/>
              </a:defRPr>
            </a:lvl6pPr>
            <a:lvl7pPr algn="l">
              <a:buNone/>
              <a:defRPr sz="1575" b="1">
                <a:solidFill>
                  <a:srgbClr val="17263A"/>
                </a:solidFill>
                <a:latin typeface="Microsoft YaHei"/>
                <a:ea typeface="Microsoft YaHei"/>
                <a:cs typeface="Microsoft YaHei"/>
              </a:defRPr>
            </a:lvl7pPr>
            <a:lvl8pPr algn="l">
              <a:buNone/>
              <a:defRPr sz="1575" b="1">
                <a:solidFill>
                  <a:srgbClr val="17263A"/>
                </a:solidFill>
                <a:latin typeface="Microsoft YaHei"/>
                <a:ea typeface="Microsoft YaHei"/>
                <a:cs typeface="Microsoft YaHei"/>
              </a:defRPr>
            </a:lvl8pPr>
            <a:lvl9pPr algn="l">
              <a:buNone/>
              <a:defRPr sz="1575" b="1">
                <a:solidFill>
                  <a:srgbClr val="17263A"/>
                </a:solidFill>
                <a:latin typeface="Microsoft YaHei"/>
                <a:ea typeface="Microsoft YaHei"/>
                <a:cs typeface="Microsoft YaHei"/>
              </a:defRPr>
            </a:lvl9pPr>
          </a:lstStyle>
          <a:p xmlns:a="http://schemas.openxmlformats.org/drawingml/2006/main">
            <a:pPr algn="l">
              <a:lnSpc>
                <a:spcPct val="108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T 账户 / 绑定</a:t>
            </a:r>
          </a:p>
        </p:txBody>
      </p:sp>
      <p:sp>
        <p:nvSpPr>
          <p:cNvPr id="35" name="assignment-model-35">
            <a:extLst xmlns:a="http://schemas.openxmlformats.org/drawingml/2006/main">
              <a:ext uri="{FF2B5EF4-FFF2-40B4-BE49-F238E27FC236}">
                <a16:creationId xmlns:a16="http://schemas.microsoft.com/office/drawing/2014/main" id="{47A79CB8-5CEC-4ACF-BF1F-A82E2CF4B0C7}"/>
              </a:ext>
            </a:extLst>
          </p:cNvPr>
          <p:cNvSpPr>
            <a:spLocks xmlns:a="http://schemas.openxmlformats.org/drawingml/2006/main" noGrp="1"/>
          </p:cNvSpPr>
          <p:nvPr/>
        </p:nvSpPr>
        <p:spPr>
          <a:xfrm xmlns:a="http://schemas.openxmlformats.org/drawingml/2006/main">
            <a:off x="8362950" y="4371975"/>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buNone/>
              <a:defRPr sz="1575" b="1">
                <a:solidFill>
                  <a:srgbClr val="17263A"/>
                </a:solidFill>
                <a:latin typeface="Microsoft YaHei"/>
                <a:ea typeface="Microsoft YaHei"/>
                <a:cs typeface="Microsoft YaHei"/>
              </a:defRPr>
            </a:lvl1pPr>
            <a:lvl2pPr algn="l">
              <a:buNone/>
              <a:defRPr sz="1575" b="1">
                <a:solidFill>
                  <a:srgbClr val="17263A"/>
                </a:solidFill>
                <a:latin typeface="Microsoft YaHei"/>
                <a:ea typeface="Microsoft YaHei"/>
                <a:cs typeface="Microsoft YaHei"/>
              </a:defRPr>
            </a:lvl2pPr>
            <a:lvl3pPr algn="l">
              <a:buNone/>
              <a:defRPr sz="1575" b="1">
                <a:solidFill>
                  <a:srgbClr val="17263A"/>
                </a:solidFill>
                <a:latin typeface="Microsoft YaHei"/>
                <a:ea typeface="Microsoft YaHei"/>
                <a:cs typeface="Microsoft YaHei"/>
              </a:defRPr>
            </a:lvl3pPr>
            <a:lvl4pPr algn="l">
              <a:buNone/>
              <a:defRPr sz="1575" b="1">
                <a:solidFill>
                  <a:srgbClr val="17263A"/>
                </a:solidFill>
                <a:latin typeface="Microsoft YaHei"/>
                <a:ea typeface="Microsoft YaHei"/>
                <a:cs typeface="Microsoft YaHei"/>
              </a:defRPr>
            </a:lvl4pPr>
            <a:lvl5pPr algn="l">
              <a:buNone/>
              <a:defRPr sz="1575" b="1">
                <a:solidFill>
                  <a:srgbClr val="17263A"/>
                </a:solidFill>
                <a:latin typeface="Microsoft YaHei"/>
                <a:ea typeface="Microsoft YaHei"/>
                <a:cs typeface="Microsoft YaHei"/>
              </a:defRPr>
            </a:lvl5pPr>
            <a:lvl6pPr algn="l">
              <a:buNone/>
              <a:defRPr sz="1575" b="1">
                <a:solidFill>
                  <a:srgbClr val="17263A"/>
                </a:solidFill>
                <a:latin typeface="Microsoft YaHei"/>
                <a:ea typeface="Microsoft YaHei"/>
                <a:cs typeface="Microsoft YaHei"/>
              </a:defRPr>
            </a:lvl6pPr>
            <a:lvl7pPr algn="l">
              <a:buNone/>
              <a:defRPr sz="1575" b="1">
                <a:solidFill>
                  <a:srgbClr val="17263A"/>
                </a:solidFill>
                <a:latin typeface="Microsoft YaHei"/>
                <a:ea typeface="Microsoft YaHei"/>
                <a:cs typeface="Microsoft YaHei"/>
              </a:defRPr>
            </a:lvl7pPr>
            <a:lvl8pPr algn="l">
              <a:buNone/>
              <a:defRPr sz="1575" b="1">
                <a:solidFill>
                  <a:srgbClr val="17263A"/>
                </a:solidFill>
                <a:latin typeface="Microsoft YaHei"/>
                <a:ea typeface="Microsoft YaHei"/>
                <a:cs typeface="Microsoft YaHei"/>
              </a:defRPr>
            </a:lvl8pPr>
            <a:lvl9pPr algn="l">
              <a:buNone/>
              <a:defRPr sz="1575" b="1">
                <a:solidFill>
                  <a:srgbClr val="17263A"/>
                </a:solidFill>
                <a:latin typeface="Microsoft YaHei"/>
                <a:ea typeface="Microsoft YaHei"/>
                <a:cs typeface="Microsoft YaHei"/>
              </a:defRPr>
            </a:lvl9pPr>
          </a:lstStyle>
          <a:p xmlns:a="http://schemas.openxmlformats.org/drawingml/2006/main">
            <a:pPr algn="l">
              <a:lnSpc>
                <a:spcPct val="108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A 角色 / 资源</a:t>
            </a:r>
          </a:p>
        </p:txBody>
      </p:sp>
      <p:sp>
        <p:nvSpPr>
          <p:cNvPr id="36" name="operation-model-36">
            <a:extLst xmlns:a="http://schemas.openxmlformats.org/drawingml/2006/main">
              <a:ext uri="{FF2B5EF4-FFF2-40B4-BE49-F238E27FC236}">
                <a16:creationId xmlns:a16="http://schemas.microsoft.com/office/drawing/2014/main" id="{8B8B610A-999B-4CCE-9E73-063A538D6B87}"/>
              </a:ext>
            </a:extLst>
          </p:cNvPr>
          <p:cNvSpPr>
            <a:spLocks xmlns:a="http://schemas.openxmlformats.org/drawingml/2006/main" noGrp="1"/>
          </p:cNvSpPr>
          <p:nvPr/>
        </p:nvSpPr>
        <p:spPr>
          <a:xfrm xmlns:a="http://schemas.openxmlformats.org/drawingml/2006/main">
            <a:off x="10020300" y="43719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buNone/>
              <a:defRPr sz="1575" b="1">
                <a:solidFill>
                  <a:srgbClr val="17263A"/>
                </a:solidFill>
                <a:latin typeface="Microsoft YaHei"/>
                <a:ea typeface="Microsoft YaHei"/>
                <a:cs typeface="Microsoft YaHei"/>
              </a:defRPr>
            </a:lvl1pPr>
            <a:lvl2pPr algn="l">
              <a:buNone/>
              <a:defRPr sz="1575" b="1">
                <a:solidFill>
                  <a:srgbClr val="17263A"/>
                </a:solidFill>
                <a:latin typeface="Microsoft YaHei"/>
                <a:ea typeface="Microsoft YaHei"/>
                <a:cs typeface="Microsoft YaHei"/>
              </a:defRPr>
            </a:lvl2pPr>
            <a:lvl3pPr algn="l">
              <a:buNone/>
              <a:defRPr sz="1575" b="1">
                <a:solidFill>
                  <a:srgbClr val="17263A"/>
                </a:solidFill>
                <a:latin typeface="Microsoft YaHei"/>
                <a:ea typeface="Microsoft YaHei"/>
                <a:cs typeface="Microsoft YaHei"/>
              </a:defRPr>
            </a:lvl3pPr>
            <a:lvl4pPr algn="l">
              <a:buNone/>
              <a:defRPr sz="1575" b="1">
                <a:solidFill>
                  <a:srgbClr val="17263A"/>
                </a:solidFill>
                <a:latin typeface="Microsoft YaHei"/>
                <a:ea typeface="Microsoft YaHei"/>
                <a:cs typeface="Microsoft YaHei"/>
              </a:defRPr>
            </a:lvl4pPr>
            <a:lvl5pPr algn="l">
              <a:buNone/>
              <a:defRPr sz="1575" b="1">
                <a:solidFill>
                  <a:srgbClr val="17263A"/>
                </a:solidFill>
                <a:latin typeface="Microsoft YaHei"/>
                <a:ea typeface="Microsoft YaHei"/>
                <a:cs typeface="Microsoft YaHei"/>
              </a:defRPr>
            </a:lvl5pPr>
            <a:lvl6pPr algn="l">
              <a:buNone/>
              <a:defRPr sz="1575" b="1">
                <a:solidFill>
                  <a:srgbClr val="17263A"/>
                </a:solidFill>
                <a:latin typeface="Microsoft YaHei"/>
                <a:ea typeface="Microsoft YaHei"/>
                <a:cs typeface="Microsoft YaHei"/>
              </a:defRPr>
            </a:lvl6pPr>
            <a:lvl7pPr algn="l">
              <a:buNone/>
              <a:defRPr sz="1575" b="1">
                <a:solidFill>
                  <a:srgbClr val="17263A"/>
                </a:solidFill>
                <a:latin typeface="Microsoft YaHei"/>
                <a:ea typeface="Microsoft YaHei"/>
                <a:cs typeface="Microsoft YaHei"/>
              </a:defRPr>
            </a:lvl7pPr>
            <a:lvl8pPr algn="l">
              <a:buNone/>
              <a:defRPr sz="1575" b="1">
                <a:solidFill>
                  <a:srgbClr val="17263A"/>
                </a:solidFill>
                <a:latin typeface="Microsoft YaHei"/>
                <a:ea typeface="Microsoft YaHei"/>
                <a:cs typeface="Microsoft YaHei"/>
              </a:defRPr>
            </a:lvl8pPr>
            <a:lvl9pPr algn="l">
              <a:buNone/>
              <a:defRPr sz="1575" b="1">
                <a:solidFill>
                  <a:srgbClr val="17263A"/>
                </a:solidFill>
                <a:latin typeface="Microsoft YaHei"/>
                <a:ea typeface="Microsoft YaHei"/>
                <a:cs typeface="Microsoft YaHei"/>
              </a:defRPr>
            </a:lvl9pPr>
          </a:lstStyle>
          <a:p xmlns:a="http://schemas.openxmlformats.org/drawingml/2006/main">
            <a:pPr algn="l">
              <a:lnSpc>
                <a:spcPct val="108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O 操作状态</a:t>
            </a:r>
          </a:p>
        </p:txBody>
      </p:sp>
      <p:sp>
        <p:nvSpPr>
          <p:cNvPr id="37" name="domain-limit-37">
            <a:extLst xmlns:a="http://schemas.openxmlformats.org/drawingml/2006/main">
              <a:ext uri="{FF2B5EF4-FFF2-40B4-BE49-F238E27FC236}">
                <a16:creationId xmlns:a16="http://schemas.microsoft.com/office/drawing/2014/main" id="{F889316A-7F8A-4F40-BC1F-5A5E54733EB7}"/>
              </a:ext>
            </a:extLst>
          </p:cNvPr>
          <p:cNvSpPr>
            <a:spLocks xmlns:a="http://schemas.openxmlformats.org/drawingml/2006/main" noGrp="1"/>
          </p:cNvSpPr>
          <p:nvPr/>
        </p:nvSpPr>
        <p:spPr>
          <a:xfrm xmlns:a="http://schemas.openxmlformats.org/drawingml/2006/main">
            <a:off x="6705600" y="4657725"/>
            <a:ext cx="4838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6657A"/>
                </a:solidFill>
                <a:latin typeface="Microsoft YaHei"/>
                <a:ea typeface="Microsoft YaHei"/>
                <a:cs typeface="Microsoft YaHei"/>
              </a:defRPr>
            </a:defPPr>
            <a:lvl1pPr algn="l">
              <a:buNone/>
              <a:defRPr sz="1350" b="0">
                <a:solidFill>
                  <a:srgbClr val="56657A"/>
                </a:solidFill>
                <a:latin typeface="Microsoft YaHei"/>
                <a:ea typeface="Microsoft YaHei"/>
                <a:cs typeface="Microsoft YaHei"/>
              </a:defRPr>
            </a:lvl1pPr>
            <a:lvl2pPr algn="l">
              <a:buNone/>
              <a:defRPr sz="1350" b="0">
                <a:solidFill>
                  <a:srgbClr val="56657A"/>
                </a:solidFill>
                <a:latin typeface="Microsoft YaHei"/>
                <a:ea typeface="Microsoft YaHei"/>
                <a:cs typeface="Microsoft YaHei"/>
              </a:defRPr>
            </a:lvl2pPr>
            <a:lvl3pPr algn="l">
              <a:buNone/>
              <a:defRPr sz="1350" b="0">
                <a:solidFill>
                  <a:srgbClr val="56657A"/>
                </a:solidFill>
                <a:latin typeface="Microsoft YaHei"/>
                <a:ea typeface="Microsoft YaHei"/>
                <a:cs typeface="Microsoft YaHei"/>
              </a:defRPr>
            </a:lvl3pPr>
            <a:lvl4pPr algn="l">
              <a:buNone/>
              <a:defRPr sz="1350" b="0">
                <a:solidFill>
                  <a:srgbClr val="56657A"/>
                </a:solidFill>
                <a:latin typeface="Microsoft YaHei"/>
                <a:ea typeface="Microsoft YaHei"/>
                <a:cs typeface="Microsoft YaHei"/>
              </a:defRPr>
            </a:lvl4pPr>
            <a:lvl5pPr algn="l">
              <a:buNone/>
              <a:defRPr sz="1350" b="0">
                <a:solidFill>
                  <a:srgbClr val="56657A"/>
                </a:solidFill>
                <a:latin typeface="Microsoft YaHei"/>
                <a:ea typeface="Microsoft YaHei"/>
                <a:cs typeface="Microsoft YaHei"/>
              </a:defRPr>
            </a:lvl5pPr>
            <a:lvl6pPr algn="l">
              <a:buNone/>
              <a:defRPr sz="1350" b="0">
                <a:solidFill>
                  <a:srgbClr val="56657A"/>
                </a:solidFill>
                <a:latin typeface="Microsoft YaHei"/>
                <a:ea typeface="Microsoft YaHei"/>
                <a:cs typeface="Microsoft YaHei"/>
              </a:defRPr>
            </a:lvl6pPr>
            <a:lvl7pPr algn="l">
              <a:buNone/>
              <a:defRPr sz="1350" b="0">
                <a:solidFill>
                  <a:srgbClr val="56657A"/>
                </a:solidFill>
                <a:latin typeface="Microsoft YaHei"/>
                <a:ea typeface="Microsoft YaHei"/>
                <a:cs typeface="Microsoft YaHei"/>
              </a:defRPr>
            </a:lvl7pPr>
            <a:lvl8pPr algn="l">
              <a:buNone/>
              <a:defRPr sz="1350" b="0">
                <a:solidFill>
                  <a:srgbClr val="56657A"/>
                </a:solidFill>
                <a:latin typeface="Microsoft YaHei"/>
                <a:ea typeface="Microsoft YaHei"/>
                <a:cs typeface="Microsoft YaHei"/>
              </a:defRPr>
            </a:lvl8pPr>
            <a:lvl9pPr algn="l">
              <a:buNone/>
              <a:defRPr sz="1350" b="0">
                <a:solidFill>
                  <a:srgbClr val="56657A"/>
                </a:solidFill>
                <a:latin typeface="Microsoft YaHei"/>
                <a:ea typeface="Microsoft YaHei"/>
                <a:cs typeface="Microsoft YaHei"/>
              </a:defRPr>
            </a:lvl9pPr>
          </a:lstStyle>
          <a:p xmlns:a="http://schemas.openxmlformats.org/drawingml/2006/main">
            <a:pPr algn="l">
              <a:lnSpc>
                <a:spcPct val="108000"/>
              </a:lnSpc>
              <a:buNone/>
              <a:defRPr sz="1350" b="0">
                <a:solidFill>
                  <a:srgbClr val="56657A"/>
                </a:solidFill>
                <a:latin typeface="Microsoft YaHei"/>
                <a:ea typeface="Microsoft YaHei"/>
                <a:cs typeface="Microsoft YaHei"/>
              </a:defRPr>
            </a:pPr>
            <a:r>
              <a:rPr sz="1350" b="0">
                <a:solidFill>
                  <a:srgbClr val="56657A"/>
                </a:solidFill>
                <a:latin typeface="Microsoft YaHei"/>
                <a:ea typeface="Microsoft YaHei"/>
                <a:cs typeface="Microsoft YaHei"/>
              </a:rPr>
              <a:t>纯模型不包含 DB / RIL / IPC 调用</a:t>
            </a:r>
          </a:p>
        </p:txBody>
      </p:sp>
      <p:sp>
        <p:nvSpPr>
          <p:cNvPr id="38" name="runtime-layer-38">
            <a:extLst xmlns:a="http://schemas.openxmlformats.org/drawingml/2006/main">
              <a:ext uri="{FF2B5EF4-FFF2-40B4-BE49-F238E27FC236}">
                <a16:creationId xmlns:a16="http://schemas.microsoft.com/office/drawing/2014/main" id="{4B4EC54C-BEFE-42CB-AE3B-A5215F30E9F9}"/>
              </a:ext>
            </a:extLst>
          </p:cNvPr>
          <p:cNvSpPr>
            <a:spLocks xmlns:a="http://schemas.openxmlformats.org/drawingml/2006/main" noGrp="1"/>
          </p:cNvSpPr>
          <p:nvPr/>
        </p:nvSpPr>
        <p:spPr>
          <a:xfrm xmlns:a="http://schemas.openxmlformats.org/drawingml/2006/main">
            <a:off x="6553200" y="5105400"/>
            <a:ext cx="2400300" cy="819150"/>
          </a:xfrm>
          <a:prstGeom xmlns:a="http://schemas.openxmlformats.org/drawingml/2006/main" prst="rect">
            <a:avLst/>
          </a:prstGeom>
          <a:solidFill xmlns:a="http://schemas.openxmlformats.org/drawingml/2006/main">
            <a:srgbClr val="EDF0F4"/>
          </a:solidFill>
          <a:ln xmlns:a="http://schemas.openxmlformats.org/drawingml/2006/main" w="12383">
            <a:solidFill>
              <a:srgbClr val="617084"/>
            </a:solidFill>
            <a:prstDash val="solid"/>
          </a:ln>
        </p:spPr>
      </p:sp>
      <p:sp>
        <p:nvSpPr>
          <p:cNvPr id="39" name="runtime-title-39">
            <a:extLst xmlns:a="http://schemas.openxmlformats.org/drawingml/2006/main">
              <a:ext uri="{FF2B5EF4-FFF2-40B4-BE49-F238E27FC236}">
                <a16:creationId xmlns:a16="http://schemas.microsoft.com/office/drawing/2014/main" id="{F75896CB-B53E-4A03-A3A9-D0D3E11AEE5C}"/>
              </a:ext>
            </a:extLst>
          </p:cNvPr>
          <p:cNvSpPr>
            <a:spLocks xmlns:a="http://schemas.openxmlformats.org/drawingml/2006/main" noGrp="1"/>
          </p:cNvSpPr>
          <p:nvPr/>
        </p:nvSpPr>
        <p:spPr>
          <a:xfrm xmlns:a="http://schemas.openxmlformats.org/drawingml/2006/main">
            <a:off x="6705600" y="51530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a:solidFill>
                  <a:srgbClr val="617084"/>
                </a:solidFill>
                <a:latin typeface="Microsoft YaHei"/>
                <a:ea typeface="Microsoft YaHei"/>
                <a:cs typeface="Microsoft YaHei"/>
              </a:defRPr>
            </a:defPPr>
            <a:lvl1pPr algn="l">
              <a:buNone/>
              <a:defRPr sz="1725" b="1">
                <a:solidFill>
                  <a:srgbClr val="617084"/>
                </a:solidFill>
                <a:latin typeface="Microsoft YaHei"/>
                <a:ea typeface="Microsoft YaHei"/>
                <a:cs typeface="Microsoft YaHei"/>
              </a:defRPr>
            </a:lvl1pPr>
            <a:lvl2pPr algn="l">
              <a:buNone/>
              <a:defRPr sz="1725" b="1">
                <a:solidFill>
                  <a:srgbClr val="617084"/>
                </a:solidFill>
                <a:latin typeface="Microsoft YaHei"/>
                <a:ea typeface="Microsoft YaHei"/>
                <a:cs typeface="Microsoft YaHei"/>
              </a:defRPr>
            </a:lvl2pPr>
            <a:lvl3pPr algn="l">
              <a:buNone/>
              <a:defRPr sz="1725" b="1">
                <a:solidFill>
                  <a:srgbClr val="617084"/>
                </a:solidFill>
                <a:latin typeface="Microsoft YaHei"/>
                <a:ea typeface="Microsoft YaHei"/>
                <a:cs typeface="Microsoft YaHei"/>
              </a:defRPr>
            </a:lvl3pPr>
            <a:lvl4pPr algn="l">
              <a:buNone/>
              <a:defRPr sz="1725" b="1">
                <a:solidFill>
                  <a:srgbClr val="617084"/>
                </a:solidFill>
                <a:latin typeface="Microsoft YaHei"/>
                <a:ea typeface="Microsoft YaHei"/>
                <a:cs typeface="Microsoft YaHei"/>
              </a:defRPr>
            </a:lvl4pPr>
            <a:lvl5pPr algn="l">
              <a:buNone/>
              <a:defRPr sz="1725" b="1">
                <a:solidFill>
                  <a:srgbClr val="617084"/>
                </a:solidFill>
                <a:latin typeface="Microsoft YaHei"/>
                <a:ea typeface="Microsoft YaHei"/>
                <a:cs typeface="Microsoft YaHei"/>
              </a:defRPr>
            </a:lvl5pPr>
            <a:lvl6pPr algn="l">
              <a:buNone/>
              <a:defRPr sz="1725" b="1">
                <a:solidFill>
                  <a:srgbClr val="617084"/>
                </a:solidFill>
                <a:latin typeface="Microsoft YaHei"/>
                <a:ea typeface="Microsoft YaHei"/>
                <a:cs typeface="Microsoft YaHei"/>
              </a:defRPr>
            </a:lvl6pPr>
            <a:lvl7pPr algn="l">
              <a:buNone/>
              <a:defRPr sz="1725" b="1">
                <a:solidFill>
                  <a:srgbClr val="617084"/>
                </a:solidFill>
                <a:latin typeface="Microsoft YaHei"/>
                <a:ea typeface="Microsoft YaHei"/>
                <a:cs typeface="Microsoft YaHei"/>
              </a:defRPr>
            </a:lvl7pPr>
            <a:lvl8pPr algn="l">
              <a:buNone/>
              <a:defRPr sz="1725" b="1">
                <a:solidFill>
                  <a:srgbClr val="617084"/>
                </a:solidFill>
                <a:latin typeface="Microsoft YaHei"/>
                <a:ea typeface="Microsoft YaHei"/>
                <a:cs typeface="Microsoft YaHei"/>
              </a:defRPr>
            </a:lvl8pPr>
            <a:lvl9pPr algn="l">
              <a:buNone/>
              <a:defRPr sz="1725" b="1">
                <a:solidFill>
                  <a:srgbClr val="617084"/>
                </a:solidFill>
                <a:latin typeface="Microsoft YaHei"/>
                <a:ea typeface="Microsoft YaHei"/>
                <a:cs typeface="Microsoft YaHei"/>
              </a:defRPr>
            </a:lvl9pPr>
          </a:lstStyle>
          <a:p xmlns:a="http://schemas.openxmlformats.org/drawingml/2006/main">
            <a:pPr algn="l">
              <a:lnSpc>
                <a:spcPct val="108000"/>
              </a:lnSpc>
              <a:buNone/>
              <a:defRPr sz="1725" b="1">
                <a:solidFill>
                  <a:srgbClr val="617084"/>
                </a:solidFill>
                <a:latin typeface="Microsoft YaHei"/>
                <a:ea typeface="Microsoft YaHei"/>
                <a:cs typeface="Microsoft YaHei"/>
              </a:defRPr>
            </a:pPr>
            <a:r>
              <a:rPr sz="1725" b="1">
                <a:solidFill>
                  <a:srgbClr val="617084"/>
                </a:solidFill>
                <a:latin typeface="Microsoft YaHei"/>
                <a:ea typeface="Microsoft YaHei"/>
                <a:cs typeface="Microsoft YaHei"/>
              </a:rPr>
              <a:t>④ R  卡运行</a:t>
            </a:r>
          </a:p>
        </p:txBody>
      </p:sp>
      <p:sp>
        <p:nvSpPr>
          <p:cNvPr id="40" name="runtime-detail-40">
            <a:extLst xmlns:a="http://schemas.openxmlformats.org/drawingml/2006/main">
              <a:ext uri="{FF2B5EF4-FFF2-40B4-BE49-F238E27FC236}">
                <a16:creationId xmlns:a16="http://schemas.microsoft.com/office/drawing/2014/main" id="{006B313C-011B-43A0-BE8B-420DEC70026A}"/>
              </a:ext>
            </a:extLst>
          </p:cNvPr>
          <p:cNvSpPr>
            <a:spLocks xmlns:a="http://schemas.openxmlformats.org/drawingml/2006/main" noGrp="1"/>
          </p:cNvSpPr>
          <p:nvPr/>
        </p:nvSpPr>
        <p:spPr>
          <a:xfrm xmlns:a="http://schemas.openxmlformats.org/drawingml/2006/main">
            <a:off x="6705600" y="5438775"/>
            <a:ext cx="2095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8" b="0">
                <a:solidFill>
                  <a:srgbClr val="17263A"/>
                </a:solidFill>
                <a:latin typeface="Microsoft YaHei"/>
                <a:ea typeface="Microsoft YaHei"/>
                <a:cs typeface="Microsoft YaHei"/>
              </a:defRPr>
            </a:defPPr>
            <a:lvl1pPr algn="l">
              <a:buNone/>
              <a:defRPr sz="1388" b="0">
                <a:solidFill>
                  <a:srgbClr val="17263A"/>
                </a:solidFill>
                <a:latin typeface="Microsoft YaHei"/>
                <a:ea typeface="Microsoft YaHei"/>
                <a:cs typeface="Microsoft YaHei"/>
              </a:defRPr>
            </a:lvl1pPr>
            <a:lvl2pPr algn="l">
              <a:buNone/>
              <a:defRPr sz="1388" b="0">
                <a:solidFill>
                  <a:srgbClr val="17263A"/>
                </a:solidFill>
                <a:latin typeface="Microsoft YaHei"/>
                <a:ea typeface="Microsoft YaHei"/>
                <a:cs typeface="Microsoft YaHei"/>
              </a:defRPr>
            </a:lvl2pPr>
            <a:lvl3pPr algn="l">
              <a:buNone/>
              <a:defRPr sz="1388" b="0">
                <a:solidFill>
                  <a:srgbClr val="17263A"/>
                </a:solidFill>
                <a:latin typeface="Microsoft YaHei"/>
                <a:ea typeface="Microsoft YaHei"/>
                <a:cs typeface="Microsoft YaHei"/>
              </a:defRPr>
            </a:lvl3pPr>
            <a:lvl4pPr algn="l">
              <a:buNone/>
              <a:defRPr sz="1388" b="0">
                <a:solidFill>
                  <a:srgbClr val="17263A"/>
                </a:solidFill>
                <a:latin typeface="Microsoft YaHei"/>
                <a:ea typeface="Microsoft YaHei"/>
                <a:cs typeface="Microsoft YaHei"/>
              </a:defRPr>
            </a:lvl4pPr>
            <a:lvl5pPr algn="l">
              <a:buNone/>
              <a:defRPr sz="1388" b="0">
                <a:solidFill>
                  <a:srgbClr val="17263A"/>
                </a:solidFill>
                <a:latin typeface="Microsoft YaHei"/>
                <a:ea typeface="Microsoft YaHei"/>
                <a:cs typeface="Microsoft YaHei"/>
              </a:defRPr>
            </a:lvl5pPr>
            <a:lvl6pPr algn="l">
              <a:buNone/>
              <a:defRPr sz="1388" b="0">
                <a:solidFill>
                  <a:srgbClr val="17263A"/>
                </a:solidFill>
                <a:latin typeface="Microsoft YaHei"/>
                <a:ea typeface="Microsoft YaHei"/>
                <a:cs typeface="Microsoft YaHei"/>
              </a:defRPr>
            </a:lvl6pPr>
            <a:lvl7pPr algn="l">
              <a:buNone/>
              <a:defRPr sz="1388" b="0">
                <a:solidFill>
                  <a:srgbClr val="17263A"/>
                </a:solidFill>
                <a:latin typeface="Microsoft YaHei"/>
                <a:ea typeface="Microsoft YaHei"/>
                <a:cs typeface="Microsoft YaHei"/>
              </a:defRPr>
            </a:lvl7pPr>
            <a:lvl8pPr algn="l">
              <a:buNone/>
              <a:defRPr sz="1388" b="0">
                <a:solidFill>
                  <a:srgbClr val="17263A"/>
                </a:solidFill>
                <a:latin typeface="Microsoft YaHei"/>
                <a:ea typeface="Microsoft YaHei"/>
                <a:cs typeface="Microsoft YaHei"/>
              </a:defRPr>
            </a:lvl8pPr>
            <a:lvl9pPr algn="l">
              <a:buNone/>
              <a:defRPr sz="1388" b="0">
                <a:solidFill>
                  <a:srgbClr val="17263A"/>
                </a:solidFill>
                <a:latin typeface="Microsoft YaHei"/>
                <a:ea typeface="Microsoft YaHei"/>
                <a:cs typeface="Microsoft YaHei"/>
              </a:defRPr>
            </a:lvl9pPr>
          </a:lstStyle>
          <a:p xmlns:a="http://schemas.openxmlformats.org/drawingml/2006/main">
            <a:pPr algn="l">
              <a:lnSpc>
                <a:spcPct val="108000"/>
              </a:lnSpc>
              <a:buNone/>
              <a:defRPr sz="1388" b="0">
                <a:solidFill>
                  <a:srgbClr val="17263A"/>
                </a:solidFill>
                <a:latin typeface="Microsoft YaHei"/>
                <a:ea typeface="Microsoft YaHei"/>
                <a:cs typeface="Microsoft YaHei"/>
              </a:defRPr>
            </a:pPr>
            <a:r>
              <a:rPr sz="1388" b="0">
                <a:solidFill>
                  <a:srgbClr val="17263A"/>
                </a:solidFill>
                <a:latin typeface="Microsoft YaHei"/>
                <a:ea typeface="Microsoft YaHei"/>
                <a:cs typeface="Microsoft YaHei"/>
              </a:rPr>
              <a:t>State / File / EF / APDU</a:t>
            </a:r>
          </a:p>
          <a:p xmlns:a="http://schemas.openxmlformats.org/drawingml/2006/main">
            <a:pPr algn="l">
              <a:lnSpc>
                <a:spcPct val="108000"/>
              </a:lnSpc>
              <a:buNone/>
              <a:defRPr sz="1388" b="0">
                <a:solidFill>
                  <a:srgbClr val="17263A"/>
                </a:solidFill>
                <a:latin typeface="Microsoft YaHei"/>
                <a:ea typeface="Microsoft YaHei"/>
                <a:cs typeface="Microsoft YaHei"/>
              </a:defRPr>
            </a:pPr>
            <a:r>
              <a:rPr sz="1388" b="0">
                <a:solidFill>
                  <a:srgbClr val="17263A"/>
                </a:solidFill>
                <a:latin typeface="Microsoft YaHei"/>
                <a:ea typeface="Microsoft YaHei"/>
                <a:cs typeface="Microsoft YaHei"/>
              </a:rPr>
              <a:t>原卡协议继续复用</a:t>
            </a:r>
          </a:p>
        </p:txBody>
      </p:sp>
      <p:sp>
        <p:nvSpPr>
          <p:cNvPr id="41" name="infrastructure-layer-41">
            <a:extLst xmlns:a="http://schemas.openxmlformats.org/drawingml/2006/main">
              <a:ext uri="{FF2B5EF4-FFF2-40B4-BE49-F238E27FC236}">
                <a16:creationId xmlns:a16="http://schemas.microsoft.com/office/drawing/2014/main" id="{D62E4548-915C-4944-B021-A72B17D6920D}"/>
              </a:ext>
            </a:extLst>
          </p:cNvPr>
          <p:cNvSpPr>
            <a:spLocks xmlns:a="http://schemas.openxmlformats.org/drawingml/2006/main" noGrp="1"/>
          </p:cNvSpPr>
          <p:nvPr/>
        </p:nvSpPr>
        <p:spPr>
          <a:xfrm xmlns:a="http://schemas.openxmlformats.org/drawingml/2006/main">
            <a:off x="9144000" y="5105400"/>
            <a:ext cx="2552700" cy="819150"/>
          </a:xfrm>
          <a:prstGeom xmlns:a="http://schemas.openxmlformats.org/drawingml/2006/main" prst="rect">
            <a:avLst/>
          </a:prstGeom>
          <a:solidFill xmlns:a="http://schemas.openxmlformats.org/drawingml/2006/main">
            <a:srgbClr val="E7F4F5"/>
          </a:solidFill>
          <a:ln xmlns:a="http://schemas.openxmlformats.org/drawingml/2006/main" w="12383">
            <a:solidFill>
              <a:srgbClr val="208C9F"/>
            </a:solidFill>
            <a:prstDash val="solid"/>
          </a:ln>
        </p:spPr>
      </p:sp>
      <p:sp>
        <p:nvSpPr>
          <p:cNvPr id="42" name="infrastructure-title-42">
            <a:extLst xmlns:a="http://schemas.openxmlformats.org/drawingml/2006/main">
              <a:ext uri="{FF2B5EF4-FFF2-40B4-BE49-F238E27FC236}">
                <a16:creationId xmlns:a16="http://schemas.microsoft.com/office/drawing/2014/main" id="{4A054B67-FBA1-437F-B1D8-DDE78FC8C58D}"/>
              </a:ext>
            </a:extLst>
          </p:cNvPr>
          <p:cNvSpPr>
            <a:spLocks xmlns:a="http://schemas.openxmlformats.org/drawingml/2006/main" noGrp="1"/>
          </p:cNvSpPr>
          <p:nvPr/>
        </p:nvSpPr>
        <p:spPr>
          <a:xfrm xmlns:a="http://schemas.openxmlformats.org/drawingml/2006/main">
            <a:off x="9296400" y="515302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a:solidFill>
                  <a:srgbClr val="208C9F"/>
                </a:solidFill>
                <a:latin typeface="Microsoft YaHei"/>
                <a:ea typeface="Microsoft YaHei"/>
                <a:cs typeface="Microsoft YaHei"/>
              </a:defRPr>
            </a:defPPr>
            <a:lvl1pPr algn="l">
              <a:buNone/>
              <a:defRPr sz="1725" b="1">
                <a:solidFill>
                  <a:srgbClr val="208C9F"/>
                </a:solidFill>
                <a:latin typeface="Microsoft YaHei"/>
                <a:ea typeface="Microsoft YaHei"/>
                <a:cs typeface="Microsoft YaHei"/>
              </a:defRPr>
            </a:lvl1pPr>
            <a:lvl2pPr algn="l">
              <a:buNone/>
              <a:defRPr sz="1725" b="1">
                <a:solidFill>
                  <a:srgbClr val="208C9F"/>
                </a:solidFill>
                <a:latin typeface="Microsoft YaHei"/>
                <a:ea typeface="Microsoft YaHei"/>
                <a:cs typeface="Microsoft YaHei"/>
              </a:defRPr>
            </a:lvl2pPr>
            <a:lvl3pPr algn="l">
              <a:buNone/>
              <a:defRPr sz="1725" b="1">
                <a:solidFill>
                  <a:srgbClr val="208C9F"/>
                </a:solidFill>
                <a:latin typeface="Microsoft YaHei"/>
                <a:ea typeface="Microsoft YaHei"/>
                <a:cs typeface="Microsoft YaHei"/>
              </a:defRPr>
            </a:lvl3pPr>
            <a:lvl4pPr algn="l">
              <a:buNone/>
              <a:defRPr sz="1725" b="1">
                <a:solidFill>
                  <a:srgbClr val="208C9F"/>
                </a:solidFill>
                <a:latin typeface="Microsoft YaHei"/>
                <a:ea typeface="Microsoft YaHei"/>
                <a:cs typeface="Microsoft YaHei"/>
              </a:defRPr>
            </a:lvl4pPr>
            <a:lvl5pPr algn="l">
              <a:buNone/>
              <a:defRPr sz="1725" b="1">
                <a:solidFill>
                  <a:srgbClr val="208C9F"/>
                </a:solidFill>
                <a:latin typeface="Microsoft YaHei"/>
                <a:ea typeface="Microsoft YaHei"/>
                <a:cs typeface="Microsoft YaHei"/>
              </a:defRPr>
            </a:lvl5pPr>
            <a:lvl6pPr algn="l">
              <a:buNone/>
              <a:defRPr sz="1725" b="1">
                <a:solidFill>
                  <a:srgbClr val="208C9F"/>
                </a:solidFill>
                <a:latin typeface="Microsoft YaHei"/>
                <a:ea typeface="Microsoft YaHei"/>
                <a:cs typeface="Microsoft YaHei"/>
              </a:defRPr>
            </a:lvl6pPr>
            <a:lvl7pPr algn="l">
              <a:buNone/>
              <a:defRPr sz="1725" b="1">
                <a:solidFill>
                  <a:srgbClr val="208C9F"/>
                </a:solidFill>
                <a:latin typeface="Microsoft YaHei"/>
                <a:ea typeface="Microsoft YaHei"/>
                <a:cs typeface="Microsoft YaHei"/>
              </a:defRPr>
            </a:lvl7pPr>
            <a:lvl8pPr algn="l">
              <a:buNone/>
              <a:defRPr sz="1725" b="1">
                <a:solidFill>
                  <a:srgbClr val="208C9F"/>
                </a:solidFill>
                <a:latin typeface="Microsoft YaHei"/>
                <a:ea typeface="Microsoft YaHei"/>
                <a:cs typeface="Microsoft YaHei"/>
              </a:defRPr>
            </a:lvl8pPr>
            <a:lvl9pPr algn="l">
              <a:buNone/>
              <a:defRPr sz="1725" b="1">
                <a:solidFill>
                  <a:srgbClr val="208C9F"/>
                </a:solidFill>
                <a:latin typeface="Microsoft YaHei"/>
                <a:ea typeface="Microsoft YaHei"/>
                <a:cs typeface="Microsoft YaHei"/>
              </a:defRPr>
            </a:lvl9pPr>
          </a:lstStyle>
          <a:p xmlns:a="http://schemas.openxmlformats.org/drawingml/2006/main">
            <a:pPr algn="l">
              <a:lnSpc>
                <a:spcPct val="108000"/>
              </a:lnSpc>
              <a:buNone/>
              <a:defRPr sz="1725" b="1">
                <a:solidFill>
                  <a:srgbClr val="208C9F"/>
                </a:solidFill>
                <a:latin typeface="Microsoft YaHei"/>
                <a:ea typeface="Microsoft YaHei"/>
                <a:cs typeface="Microsoft YaHei"/>
              </a:defRPr>
            </a:pPr>
            <a:r>
              <a:rPr sz="1725" b="1">
                <a:solidFill>
                  <a:srgbClr val="208C9F"/>
                </a:solidFill>
                <a:latin typeface="Microsoft YaHei"/>
                <a:ea typeface="Microsoft YaHei"/>
                <a:cs typeface="Microsoft YaHei"/>
              </a:rPr>
              <a:t>③ I  技术适配</a:t>
            </a:r>
          </a:p>
        </p:txBody>
      </p:sp>
      <p:sp>
        <p:nvSpPr>
          <p:cNvPr id="43" name="infrastructure-detail-43">
            <a:extLst xmlns:a="http://schemas.openxmlformats.org/drawingml/2006/main">
              <a:ext uri="{FF2B5EF4-FFF2-40B4-BE49-F238E27FC236}">
                <a16:creationId xmlns:a16="http://schemas.microsoft.com/office/drawing/2014/main" id="{8E51972F-B29D-4611-8CDE-184AB689E5BC}"/>
              </a:ext>
            </a:extLst>
          </p:cNvPr>
          <p:cNvSpPr>
            <a:spLocks xmlns:a="http://schemas.openxmlformats.org/drawingml/2006/main" noGrp="1"/>
          </p:cNvSpPr>
          <p:nvPr/>
        </p:nvSpPr>
        <p:spPr>
          <a:xfrm xmlns:a="http://schemas.openxmlformats.org/drawingml/2006/main">
            <a:off x="9296400" y="5438775"/>
            <a:ext cx="22479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8" b="0">
                <a:solidFill>
                  <a:srgbClr val="17263A"/>
                </a:solidFill>
                <a:latin typeface="Microsoft YaHei"/>
                <a:ea typeface="Microsoft YaHei"/>
                <a:cs typeface="Microsoft YaHei"/>
              </a:defRPr>
            </a:defPPr>
            <a:lvl1pPr algn="l">
              <a:buNone/>
              <a:defRPr sz="1388" b="0">
                <a:solidFill>
                  <a:srgbClr val="17263A"/>
                </a:solidFill>
                <a:latin typeface="Microsoft YaHei"/>
                <a:ea typeface="Microsoft YaHei"/>
                <a:cs typeface="Microsoft YaHei"/>
              </a:defRPr>
            </a:lvl1pPr>
            <a:lvl2pPr algn="l">
              <a:buNone/>
              <a:defRPr sz="1388" b="0">
                <a:solidFill>
                  <a:srgbClr val="17263A"/>
                </a:solidFill>
                <a:latin typeface="Microsoft YaHei"/>
                <a:ea typeface="Microsoft YaHei"/>
                <a:cs typeface="Microsoft YaHei"/>
              </a:defRPr>
            </a:lvl2pPr>
            <a:lvl3pPr algn="l">
              <a:buNone/>
              <a:defRPr sz="1388" b="0">
                <a:solidFill>
                  <a:srgbClr val="17263A"/>
                </a:solidFill>
                <a:latin typeface="Microsoft YaHei"/>
                <a:ea typeface="Microsoft YaHei"/>
                <a:cs typeface="Microsoft YaHei"/>
              </a:defRPr>
            </a:lvl3pPr>
            <a:lvl4pPr algn="l">
              <a:buNone/>
              <a:defRPr sz="1388" b="0">
                <a:solidFill>
                  <a:srgbClr val="17263A"/>
                </a:solidFill>
                <a:latin typeface="Microsoft YaHei"/>
                <a:ea typeface="Microsoft YaHei"/>
                <a:cs typeface="Microsoft YaHei"/>
              </a:defRPr>
            </a:lvl4pPr>
            <a:lvl5pPr algn="l">
              <a:buNone/>
              <a:defRPr sz="1388" b="0">
                <a:solidFill>
                  <a:srgbClr val="17263A"/>
                </a:solidFill>
                <a:latin typeface="Microsoft YaHei"/>
                <a:ea typeface="Microsoft YaHei"/>
                <a:cs typeface="Microsoft YaHei"/>
              </a:defRPr>
            </a:lvl5pPr>
            <a:lvl6pPr algn="l">
              <a:buNone/>
              <a:defRPr sz="1388" b="0">
                <a:solidFill>
                  <a:srgbClr val="17263A"/>
                </a:solidFill>
                <a:latin typeface="Microsoft YaHei"/>
                <a:ea typeface="Microsoft YaHei"/>
                <a:cs typeface="Microsoft YaHei"/>
              </a:defRPr>
            </a:lvl6pPr>
            <a:lvl7pPr algn="l">
              <a:buNone/>
              <a:defRPr sz="1388" b="0">
                <a:solidFill>
                  <a:srgbClr val="17263A"/>
                </a:solidFill>
                <a:latin typeface="Microsoft YaHei"/>
                <a:ea typeface="Microsoft YaHei"/>
                <a:cs typeface="Microsoft YaHei"/>
              </a:defRPr>
            </a:lvl7pPr>
            <a:lvl8pPr algn="l">
              <a:buNone/>
              <a:defRPr sz="1388" b="0">
                <a:solidFill>
                  <a:srgbClr val="17263A"/>
                </a:solidFill>
                <a:latin typeface="Microsoft YaHei"/>
                <a:ea typeface="Microsoft YaHei"/>
                <a:cs typeface="Microsoft YaHei"/>
              </a:defRPr>
            </a:lvl8pPr>
            <a:lvl9pPr algn="l">
              <a:buNone/>
              <a:defRPr sz="1388" b="0">
                <a:solidFill>
                  <a:srgbClr val="17263A"/>
                </a:solidFill>
                <a:latin typeface="Microsoft YaHei"/>
                <a:ea typeface="Microsoft YaHei"/>
                <a:cs typeface="Microsoft YaHei"/>
              </a:defRPr>
            </a:lvl9pPr>
          </a:lstStyle>
          <a:p xmlns:a="http://schemas.openxmlformats.org/drawingml/2006/main">
            <a:pPr algn="l">
              <a:lnSpc>
                <a:spcPct val="108000"/>
              </a:lnSpc>
              <a:buNone/>
              <a:defRPr sz="1388" b="0">
                <a:solidFill>
                  <a:srgbClr val="17263A"/>
                </a:solidFill>
                <a:latin typeface="Microsoft YaHei"/>
                <a:ea typeface="Microsoft YaHei"/>
                <a:cs typeface="Microsoft YaHei"/>
              </a:defRPr>
            </a:pPr>
            <a:r>
              <a:rPr sz="1388" b="0">
                <a:solidFill>
                  <a:srgbClr val="17263A"/>
                </a:solidFill>
                <a:latin typeface="Microsoft YaHei"/>
                <a:ea typeface="Microsoft YaHei"/>
                <a:cs typeface="Microsoft YaHei"/>
              </a:rPr>
              <a:t>DataShare / 参数 / RIL</a:t>
            </a:r>
          </a:p>
          <a:p xmlns:a="http://schemas.openxmlformats.org/drawingml/2006/main">
            <a:pPr algn="l">
              <a:lnSpc>
                <a:spcPct val="108000"/>
              </a:lnSpc>
              <a:buNone/>
              <a:defRPr sz="1388" b="0">
                <a:solidFill>
                  <a:srgbClr val="17263A"/>
                </a:solidFill>
                <a:latin typeface="Microsoft YaHei"/>
                <a:ea typeface="Microsoft YaHei"/>
                <a:cs typeface="Microsoft YaHei"/>
              </a:defRPr>
            </a:pPr>
            <a:r>
              <a:rPr sz="1388" b="0">
                <a:solidFill>
                  <a:srgbClr val="17263A"/>
                </a:solidFill>
                <a:latin typeface="Microsoft YaHei"/>
                <a:ea typeface="Microsoft YaHei"/>
                <a:cs typeface="Microsoft YaHei"/>
              </a:rPr>
              <a:t>Hook / 回调与输出</a:t>
            </a:r>
          </a:p>
        </p:txBody>
      </p:sp>
      <p:sp>
        <p:nvSpPr>
          <p:cNvPr id="44" name="scope-legend-44">
            <a:extLst xmlns:a="http://schemas.openxmlformats.org/drawingml/2006/main">
              <a:ext uri="{FF2B5EF4-FFF2-40B4-BE49-F238E27FC236}">
                <a16:creationId xmlns:a16="http://schemas.microsoft.com/office/drawing/2014/main" id="{8F9A2F88-C0E4-4EB6-A647-A96FFD530269}"/>
              </a:ext>
            </a:extLst>
          </p:cNvPr>
          <p:cNvSpPr>
            <a:spLocks xmlns:a="http://schemas.openxmlformats.org/drawingml/2006/main" noGrp="1"/>
          </p:cNvSpPr>
          <p:nvPr/>
        </p:nvSpPr>
        <p:spPr>
          <a:xfrm xmlns:a="http://schemas.openxmlformats.org/drawingml/2006/main">
            <a:off x="495300" y="5991225"/>
            <a:ext cx="4572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vl1pPr algn="l">
              <a:buNone/>
              <a:defRPr sz="1275" b="0">
                <a:solidFill>
                  <a:srgbClr val="56657A"/>
                </a:solidFill>
                <a:latin typeface="Microsoft YaHei"/>
                <a:ea typeface="Microsoft YaHei"/>
                <a:cs typeface="Microsoft YaHei"/>
              </a:defRPr>
            </a:lvl1pPr>
            <a:lvl2pPr algn="l">
              <a:buNone/>
              <a:defRPr sz="1275" b="0">
                <a:solidFill>
                  <a:srgbClr val="56657A"/>
                </a:solidFill>
                <a:latin typeface="Microsoft YaHei"/>
                <a:ea typeface="Microsoft YaHei"/>
                <a:cs typeface="Microsoft YaHei"/>
              </a:defRPr>
            </a:lvl2pPr>
            <a:lvl3pPr algn="l">
              <a:buNone/>
              <a:defRPr sz="1275" b="0">
                <a:solidFill>
                  <a:srgbClr val="56657A"/>
                </a:solidFill>
                <a:latin typeface="Microsoft YaHei"/>
                <a:ea typeface="Microsoft YaHei"/>
                <a:cs typeface="Microsoft YaHei"/>
              </a:defRPr>
            </a:lvl3pPr>
            <a:lvl4pPr algn="l">
              <a:buNone/>
              <a:defRPr sz="1275" b="0">
                <a:solidFill>
                  <a:srgbClr val="56657A"/>
                </a:solidFill>
                <a:latin typeface="Microsoft YaHei"/>
                <a:ea typeface="Microsoft YaHei"/>
                <a:cs typeface="Microsoft YaHei"/>
              </a:defRPr>
            </a:lvl4pPr>
            <a:lvl5pPr algn="l">
              <a:buNone/>
              <a:defRPr sz="1275" b="0">
                <a:solidFill>
                  <a:srgbClr val="56657A"/>
                </a:solidFill>
                <a:latin typeface="Microsoft YaHei"/>
                <a:ea typeface="Microsoft YaHei"/>
                <a:cs typeface="Microsoft YaHei"/>
              </a:defRPr>
            </a:lvl5pPr>
            <a:lvl6pPr algn="l">
              <a:buNone/>
              <a:defRPr sz="1275" b="0">
                <a:solidFill>
                  <a:srgbClr val="56657A"/>
                </a:solidFill>
                <a:latin typeface="Microsoft YaHei"/>
                <a:ea typeface="Microsoft YaHei"/>
                <a:cs typeface="Microsoft YaHei"/>
              </a:defRPr>
            </a:lvl6pPr>
            <a:lvl7pPr algn="l">
              <a:buNone/>
              <a:defRPr sz="1275" b="0">
                <a:solidFill>
                  <a:srgbClr val="56657A"/>
                </a:solidFill>
                <a:latin typeface="Microsoft YaHei"/>
                <a:ea typeface="Microsoft YaHei"/>
                <a:cs typeface="Microsoft YaHei"/>
              </a:defRPr>
            </a:lvl7pPr>
            <a:lvl8pPr algn="l">
              <a:buNone/>
              <a:defRPr sz="1275" b="0">
                <a:solidFill>
                  <a:srgbClr val="56657A"/>
                </a:solidFill>
                <a:latin typeface="Microsoft YaHei"/>
                <a:ea typeface="Microsoft YaHei"/>
                <a:cs typeface="Microsoft YaHei"/>
              </a:defRPr>
            </a:lvl8pPr>
            <a:lvl9pPr algn="l">
              <a:buNone/>
              <a:defRPr sz="1275" b="0">
                <a:solidFill>
                  <a:srgbClr val="56657A"/>
                </a:solidFill>
                <a:latin typeface="Microsoft YaHei"/>
                <a:ea typeface="Microsoft YaHei"/>
                <a:cs typeface="Microsoft YaHei"/>
              </a:defRPr>
            </a:lvl9pPr>
          </a:lstStyle>
          <a:p xmlns:a="http://schemas.openxmlformats.org/drawingml/2006/main">
            <a:pPr algn="l">
              <a:lnSpc>
                <a:spcPct val="108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对比职责归属，非运行调用链</a:t>
            </a:r>
          </a:p>
        </p:txBody>
      </p:sp>
      <p:sp>
        <p:nvSpPr>
          <p:cNvPr id="45" name="host-composition-45">
            <a:extLst xmlns:a="http://schemas.openxmlformats.org/drawingml/2006/main">
              <a:ext uri="{FF2B5EF4-FFF2-40B4-BE49-F238E27FC236}">
                <a16:creationId xmlns:a16="http://schemas.microsoft.com/office/drawing/2014/main" id="{74ED7241-D069-4DA2-A434-25F53FE43803}"/>
              </a:ext>
            </a:extLst>
          </p:cNvPr>
          <p:cNvSpPr>
            <a:spLocks xmlns:a="http://schemas.openxmlformats.org/drawingml/2006/main" noGrp="1"/>
          </p:cNvSpPr>
          <p:nvPr/>
        </p:nvSpPr>
        <p:spPr>
          <a:xfrm xmlns:a="http://schemas.openxmlformats.org/drawingml/2006/main">
            <a:off x="6553200" y="5991225"/>
            <a:ext cx="514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vl1pPr algn="l">
              <a:buNone/>
              <a:defRPr sz="1275" b="0">
                <a:solidFill>
                  <a:srgbClr val="56657A"/>
                </a:solidFill>
                <a:latin typeface="Microsoft YaHei"/>
                <a:ea typeface="Microsoft YaHei"/>
                <a:cs typeface="Microsoft YaHei"/>
              </a:defRPr>
            </a:lvl1pPr>
            <a:lvl2pPr algn="l">
              <a:buNone/>
              <a:defRPr sz="1275" b="0">
                <a:solidFill>
                  <a:srgbClr val="56657A"/>
                </a:solidFill>
                <a:latin typeface="Microsoft YaHei"/>
                <a:ea typeface="Microsoft YaHei"/>
                <a:cs typeface="Microsoft YaHei"/>
              </a:defRPr>
            </a:lvl2pPr>
            <a:lvl3pPr algn="l">
              <a:buNone/>
              <a:defRPr sz="1275" b="0">
                <a:solidFill>
                  <a:srgbClr val="56657A"/>
                </a:solidFill>
                <a:latin typeface="Microsoft YaHei"/>
                <a:ea typeface="Microsoft YaHei"/>
                <a:cs typeface="Microsoft YaHei"/>
              </a:defRPr>
            </a:lvl3pPr>
            <a:lvl4pPr algn="l">
              <a:buNone/>
              <a:defRPr sz="1275" b="0">
                <a:solidFill>
                  <a:srgbClr val="56657A"/>
                </a:solidFill>
                <a:latin typeface="Microsoft YaHei"/>
                <a:ea typeface="Microsoft YaHei"/>
                <a:cs typeface="Microsoft YaHei"/>
              </a:defRPr>
            </a:lvl4pPr>
            <a:lvl5pPr algn="l">
              <a:buNone/>
              <a:defRPr sz="1275" b="0">
                <a:solidFill>
                  <a:srgbClr val="56657A"/>
                </a:solidFill>
                <a:latin typeface="Microsoft YaHei"/>
                <a:ea typeface="Microsoft YaHei"/>
                <a:cs typeface="Microsoft YaHei"/>
              </a:defRPr>
            </a:lvl5pPr>
            <a:lvl6pPr algn="l">
              <a:buNone/>
              <a:defRPr sz="1275" b="0">
                <a:solidFill>
                  <a:srgbClr val="56657A"/>
                </a:solidFill>
                <a:latin typeface="Microsoft YaHei"/>
                <a:ea typeface="Microsoft YaHei"/>
                <a:cs typeface="Microsoft YaHei"/>
              </a:defRPr>
            </a:lvl6pPr>
            <a:lvl7pPr algn="l">
              <a:buNone/>
              <a:defRPr sz="1275" b="0">
                <a:solidFill>
                  <a:srgbClr val="56657A"/>
                </a:solidFill>
                <a:latin typeface="Microsoft YaHei"/>
                <a:ea typeface="Microsoft YaHei"/>
                <a:cs typeface="Microsoft YaHei"/>
              </a:defRPr>
            </a:lvl7pPr>
            <a:lvl8pPr algn="l">
              <a:buNone/>
              <a:defRPr sz="1275" b="0">
                <a:solidFill>
                  <a:srgbClr val="56657A"/>
                </a:solidFill>
                <a:latin typeface="Microsoft YaHei"/>
                <a:ea typeface="Microsoft YaHei"/>
                <a:cs typeface="Microsoft YaHei"/>
              </a:defRPr>
            </a:lvl8pPr>
            <a:lvl9pPr algn="l">
              <a:buNone/>
              <a:defRPr sz="1275" b="0">
                <a:solidFill>
                  <a:srgbClr val="56657A"/>
                </a:solidFill>
                <a:latin typeface="Microsoft YaHei"/>
                <a:ea typeface="Microsoft YaHei"/>
                <a:cs typeface="Microsoft YaHei"/>
              </a:defRPr>
            </a:lvl9pPr>
          </a:lstStyle>
          <a:p xmlns:a="http://schemas.openxmlformats.org/drawingml/2006/main">
            <a:pPr algn="l">
              <a:lnSpc>
                <a:spcPct val="108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H：工厂、Ports 注入、启停与回调寿命</a:t>
            </a:r>
          </a:p>
        </p:txBody>
      </p:sp>
      <p:sp>
        <p:nvSpPr>
          <p:cNvPr id="46" name="conclusion-rule-46">
            <a:extLst xmlns:a="http://schemas.openxmlformats.org/drawingml/2006/main">
              <a:ext uri="{FF2B5EF4-FFF2-40B4-BE49-F238E27FC236}">
                <a16:creationId xmlns:a16="http://schemas.microsoft.com/office/drawing/2014/main" id="{302C0020-B9D1-4703-A943-0D6F33267789}"/>
              </a:ext>
            </a:extLst>
          </p:cNvPr>
          <p:cNvSpPr>
            <a:spLocks xmlns:a="http://schemas.openxmlformats.org/drawingml/2006/main" noGrp="1"/>
          </p:cNvSpPr>
          <p:nvPr/>
        </p:nvSpPr>
        <p:spPr>
          <a:xfrm xmlns:a="http://schemas.openxmlformats.org/drawingml/2006/main">
            <a:off x="495300" y="6200775"/>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47" name="conclusion-47">
            <a:extLst xmlns:a="http://schemas.openxmlformats.org/drawingml/2006/main">
              <a:ext uri="{FF2B5EF4-FFF2-40B4-BE49-F238E27FC236}">
                <a16:creationId xmlns:a16="http://schemas.microsoft.com/office/drawing/2014/main" id="{B8484A94-6C73-4167-A227-5681F837DF72}"/>
              </a:ext>
            </a:extLst>
          </p:cNvPr>
          <p:cNvSpPr>
            <a:spLocks xmlns:a="http://schemas.openxmlformats.org/drawingml/2006/main" noGrp="1"/>
          </p:cNvSpPr>
          <p:nvPr/>
        </p:nvSpPr>
        <p:spPr>
          <a:xfrm xmlns:a="http://schemas.openxmlformats.org/drawingml/2006/main">
            <a:off x="495300" y="6286500"/>
            <a:ext cx="11201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246AB8"/>
                </a:solidFill>
                <a:latin typeface="Microsoft YaHei"/>
                <a:ea typeface="Microsoft YaHei"/>
                <a:cs typeface="Microsoft YaHei"/>
              </a:defRPr>
            </a:defPPr>
            <a:lvl1pPr algn="l">
              <a:buNone/>
              <a:defRPr sz="1500" b="1">
                <a:solidFill>
                  <a:srgbClr val="246AB8"/>
                </a:solidFill>
                <a:latin typeface="Microsoft YaHei"/>
                <a:ea typeface="Microsoft YaHei"/>
                <a:cs typeface="Microsoft YaHei"/>
              </a:defRPr>
            </a:lvl1pPr>
            <a:lvl2pPr algn="l">
              <a:buNone/>
              <a:defRPr sz="1500" b="1">
                <a:solidFill>
                  <a:srgbClr val="246AB8"/>
                </a:solidFill>
                <a:latin typeface="Microsoft YaHei"/>
                <a:ea typeface="Microsoft YaHei"/>
                <a:cs typeface="Microsoft YaHei"/>
              </a:defRPr>
            </a:lvl2pPr>
            <a:lvl3pPr algn="l">
              <a:buNone/>
              <a:defRPr sz="1500" b="1">
                <a:solidFill>
                  <a:srgbClr val="246AB8"/>
                </a:solidFill>
                <a:latin typeface="Microsoft YaHei"/>
                <a:ea typeface="Microsoft YaHei"/>
                <a:cs typeface="Microsoft YaHei"/>
              </a:defRPr>
            </a:lvl3pPr>
            <a:lvl4pPr algn="l">
              <a:buNone/>
              <a:defRPr sz="1500" b="1">
                <a:solidFill>
                  <a:srgbClr val="246AB8"/>
                </a:solidFill>
                <a:latin typeface="Microsoft YaHei"/>
                <a:ea typeface="Microsoft YaHei"/>
                <a:cs typeface="Microsoft YaHei"/>
              </a:defRPr>
            </a:lvl4pPr>
            <a:lvl5pPr algn="l">
              <a:buNone/>
              <a:defRPr sz="1500" b="1">
                <a:solidFill>
                  <a:srgbClr val="246AB8"/>
                </a:solidFill>
                <a:latin typeface="Microsoft YaHei"/>
                <a:ea typeface="Microsoft YaHei"/>
                <a:cs typeface="Microsoft YaHei"/>
              </a:defRPr>
            </a:lvl5pPr>
            <a:lvl6pPr algn="l">
              <a:buNone/>
              <a:defRPr sz="1500" b="1">
                <a:solidFill>
                  <a:srgbClr val="246AB8"/>
                </a:solidFill>
                <a:latin typeface="Microsoft YaHei"/>
                <a:ea typeface="Microsoft YaHei"/>
                <a:cs typeface="Microsoft YaHei"/>
              </a:defRPr>
            </a:lvl6pPr>
            <a:lvl7pPr algn="l">
              <a:buNone/>
              <a:defRPr sz="1500" b="1">
                <a:solidFill>
                  <a:srgbClr val="246AB8"/>
                </a:solidFill>
                <a:latin typeface="Microsoft YaHei"/>
                <a:ea typeface="Microsoft YaHei"/>
                <a:cs typeface="Microsoft YaHei"/>
              </a:defRPr>
            </a:lvl7pPr>
            <a:lvl8pPr algn="l">
              <a:buNone/>
              <a:defRPr sz="1500" b="1">
                <a:solidFill>
                  <a:srgbClr val="246AB8"/>
                </a:solidFill>
                <a:latin typeface="Microsoft YaHei"/>
                <a:ea typeface="Microsoft YaHei"/>
                <a:cs typeface="Microsoft YaHei"/>
              </a:defRPr>
            </a:lvl8pPr>
            <a:lvl9pPr algn="l">
              <a:buNone/>
              <a:defRPr sz="1500" b="1">
                <a:solidFill>
                  <a:srgbClr val="246AB8"/>
                </a:solidFill>
                <a:latin typeface="Microsoft YaHei"/>
                <a:ea typeface="Microsoft YaHei"/>
                <a:cs typeface="Microsoft YaHei"/>
              </a:defRPr>
            </a:lvl9pPr>
          </a:lstStyle>
          <a:p xmlns:a="http://schemas.openxmlformats.org/drawingml/2006/main">
            <a:pPr algn="l">
              <a:lnSpc>
                <a:spcPct val="108000"/>
              </a:lnSpc>
              <a:buNone/>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核心变化：拆开流程、规则和技术依赖。保持旧接口，复用原卡协议。</a:t>
            </a:r>
          </a:p>
        </p:txBody>
      </p:sp>
      <p:sp>
        <p:nvSpPr>
          <p:cNvPr id="48" name="footer-48">
            <a:extLst xmlns:a="http://schemas.openxmlformats.org/drawingml/2006/main">
              <a:ext uri="{FF2B5EF4-FFF2-40B4-BE49-F238E27FC236}">
                <a16:creationId xmlns:a16="http://schemas.microsoft.com/office/drawing/2014/main" id="{6D48DC02-845C-424F-97A7-F35AD97B7798}"/>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08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49" name="page-number-49">
            <a:extLst xmlns:a="http://schemas.openxmlformats.org/drawingml/2006/main">
              <a:ext uri="{FF2B5EF4-FFF2-40B4-BE49-F238E27FC236}">
                <a16:creationId xmlns:a16="http://schemas.microsoft.com/office/drawing/2014/main" id="{8531A88D-B5F4-4D87-97BB-04394E878893}"/>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8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07 / 19</a:t>
            </a:r>
          </a:p>
        </p:txBody>
      </p:sp>
    </p:spTree>
    <p:extLst>
      <p:ext uri="{BB962C8B-B14F-4D97-AF65-F5344CB8AC3E}">
        <p14:creationId xmlns:p14="http://schemas.microsoft.com/office/powerpoint/2010/main" val="1700040748"/>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accent">
            <a:extLst xmlns:a="http://schemas.openxmlformats.org/drawingml/2006/main">
              <a:ext uri="{FF2B5EF4-FFF2-40B4-BE49-F238E27FC236}">
                <a16:creationId xmlns:a16="http://schemas.microsoft.com/office/drawing/2014/main" id="{23E8964F-F62E-49A2-A889-7EDFD96A4E38}"/>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4A554FD1-0ADD-4A90-8D94-0219734EF8A3}"/>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08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title">
            <a:extLst xmlns:a="http://schemas.openxmlformats.org/drawingml/2006/main">
              <a:ext uri="{FF2B5EF4-FFF2-40B4-BE49-F238E27FC236}">
                <a16:creationId xmlns:a16="http://schemas.microsoft.com/office/drawing/2014/main" id="{96114EF2-AA2C-4DF6-B5CC-F9935FE3B512}"/>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08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DDD 元素在目标分层中的位置</a:t>
            </a:r>
          </a:p>
        </p:txBody>
      </p:sp>
      <p:sp>
        <p:nvSpPr>
          <p:cNvPr id="4" name="subtitle">
            <a:extLst xmlns:a="http://schemas.openxmlformats.org/drawingml/2006/main">
              <a:ext uri="{FF2B5EF4-FFF2-40B4-BE49-F238E27FC236}">
                <a16:creationId xmlns:a16="http://schemas.microsoft.com/office/drawing/2014/main" id="{E41784FD-D129-48F1-9F9D-2611655739FA}"/>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56657A"/>
                </a:solidFill>
                <a:latin typeface="Microsoft YaHei"/>
                <a:ea typeface="Microsoft YaHei"/>
                <a:cs typeface="Microsoft YaHei"/>
              </a:defRPr>
            </a:defPPr>
            <a:lvl1pPr algn="l">
              <a:buNone/>
              <a:defRPr sz="1500" b="0">
                <a:solidFill>
                  <a:srgbClr val="56657A"/>
                </a:solidFill>
                <a:latin typeface="Microsoft YaHei"/>
                <a:ea typeface="Microsoft YaHei"/>
                <a:cs typeface="Microsoft YaHei"/>
              </a:defRPr>
            </a:lvl1pPr>
            <a:lvl2pPr algn="l">
              <a:buNone/>
              <a:defRPr sz="1500" b="0">
                <a:solidFill>
                  <a:srgbClr val="56657A"/>
                </a:solidFill>
                <a:latin typeface="Microsoft YaHei"/>
                <a:ea typeface="Microsoft YaHei"/>
                <a:cs typeface="Microsoft YaHei"/>
              </a:defRPr>
            </a:lvl2pPr>
            <a:lvl3pPr algn="l">
              <a:buNone/>
              <a:defRPr sz="1500" b="0">
                <a:solidFill>
                  <a:srgbClr val="56657A"/>
                </a:solidFill>
                <a:latin typeface="Microsoft YaHei"/>
                <a:ea typeface="Microsoft YaHei"/>
                <a:cs typeface="Microsoft YaHei"/>
              </a:defRPr>
            </a:lvl3pPr>
            <a:lvl4pPr algn="l">
              <a:buNone/>
              <a:defRPr sz="1500" b="0">
                <a:solidFill>
                  <a:srgbClr val="56657A"/>
                </a:solidFill>
                <a:latin typeface="Microsoft YaHei"/>
                <a:ea typeface="Microsoft YaHei"/>
                <a:cs typeface="Microsoft YaHei"/>
              </a:defRPr>
            </a:lvl4pPr>
            <a:lvl5pPr algn="l">
              <a:buNone/>
              <a:defRPr sz="1500" b="0">
                <a:solidFill>
                  <a:srgbClr val="56657A"/>
                </a:solidFill>
                <a:latin typeface="Microsoft YaHei"/>
                <a:ea typeface="Microsoft YaHei"/>
                <a:cs typeface="Microsoft YaHei"/>
              </a:defRPr>
            </a:lvl5pPr>
            <a:lvl6pPr algn="l">
              <a:buNone/>
              <a:defRPr sz="1500" b="0">
                <a:solidFill>
                  <a:srgbClr val="56657A"/>
                </a:solidFill>
                <a:latin typeface="Microsoft YaHei"/>
                <a:ea typeface="Microsoft YaHei"/>
                <a:cs typeface="Microsoft YaHei"/>
              </a:defRPr>
            </a:lvl6pPr>
            <a:lvl7pPr algn="l">
              <a:buNone/>
              <a:defRPr sz="1500" b="0">
                <a:solidFill>
                  <a:srgbClr val="56657A"/>
                </a:solidFill>
                <a:latin typeface="Microsoft YaHei"/>
                <a:ea typeface="Microsoft YaHei"/>
                <a:cs typeface="Microsoft YaHei"/>
              </a:defRPr>
            </a:lvl7pPr>
            <a:lvl8pPr algn="l">
              <a:buNone/>
              <a:defRPr sz="1500" b="0">
                <a:solidFill>
                  <a:srgbClr val="56657A"/>
                </a:solidFill>
                <a:latin typeface="Microsoft YaHei"/>
                <a:ea typeface="Microsoft YaHei"/>
                <a:cs typeface="Microsoft YaHei"/>
              </a:defRPr>
            </a:lvl8pPr>
            <a:lvl9pPr algn="l">
              <a:buNone/>
              <a:defRPr sz="1500" b="0">
                <a:solidFill>
                  <a:srgbClr val="56657A"/>
                </a:solidFill>
                <a:latin typeface="Microsoft YaHei"/>
                <a:ea typeface="Microsoft YaHei"/>
                <a:cs typeface="Microsoft YaHei"/>
              </a:defRPr>
            </a:lvl9pPr>
          </a:lstStyle>
          <a:p xmlns:a="http://schemas.openxmlformats.org/drawingml/2006/main">
            <a:pPr algn="l">
              <a:lnSpc>
                <a:spcPct val="108000"/>
              </a:lnSpc>
              <a:buNone/>
              <a:defRPr sz="1500" b="0">
                <a:solidFill>
                  <a:srgbClr val="56657A"/>
                </a:solidFill>
                <a:latin typeface="Microsoft YaHei"/>
                <a:ea typeface="Microsoft YaHei"/>
                <a:cs typeface="Microsoft YaHei"/>
              </a:defRPr>
            </a:pPr>
            <a:r>
              <a:rPr sz="1500" b="0">
                <a:solidFill>
                  <a:srgbClr val="56657A"/>
                </a:solidFill>
                <a:latin typeface="Microsoft YaHei"/>
                <a:ea typeface="Microsoft YaHei"/>
                <a:cs typeface="Microsoft YaHei"/>
              </a:rPr>
              <a:t>T / A / O 划分业务责任，同一上下文分别包含应用服务与领域模型</a:t>
            </a:r>
          </a:p>
        </p:txBody>
      </p:sp>
      <p:sp>
        <p:nvSpPr>
          <p:cNvPr id="5" name="header-rule">
            <a:extLst xmlns:a="http://schemas.openxmlformats.org/drawingml/2006/main">
              <a:ext uri="{FF2B5EF4-FFF2-40B4-BE49-F238E27FC236}">
                <a16:creationId xmlns:a16="http://schemas.microsoft.com/office/drawing/2014/main" id="{7B537481-F491-466A-96DF-9FF363776AE3}"/>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graphicFrame>
        <p:nvGraphicFramePr>
          <p:cNvPr id="6" name="">
            <a:extLst xmlns:a="http://schemas.openxmlformats.org/drawingml/2006/main">
              <a:ext uri="{FF2B5EF4-FFF2-40B4-BE49-F238E27FC236}">
                <a16:creationId xmlns:a16="http://schemas.microsoft.com/office/drawing/2014/main" id="{6F8DB71E-AB3E-402F-9EA0-70C44E8FA1AB}"/>
              </a:ext>
            </a:extLst>
          </p:cNvPr>
          <p:cNvGraphicFramePr/>
          <p:nvPr/>
        </p:nvGraphicFramePr>
        <p:xfrm>
          <a:off xmlns:a="http://schemas.openxmlformats.org/drawingml/2006/main" x="495300" y="1695450"/>
          <a:ext xmlns:a="http://schemas.openxmlformats.org/drawingml/2006/main" cx="11201400" cy="4381500"/>
        </p:xfrm>
        <a:graphic xmlns:a="http://schemas.openxmlformats.org/drawingml/2006/main">
          <a:graphicData uri="http://schemas.openxmlformats.org/drawingml/2006/table">
            <a:tbl>
              <a:tblPr firstRow="1" bandRow="0"/>
              <a:tblGrid>
                <a:gridCol w="2000250"/>
                <a:gridCol w="2457450"/>
                <a:gridCol w="6743700"/>
              </a:tblGrid>
              <a:tr h="381000">
                <a:tc>
                  <a:txBody>
                    <a:bodyPr/>
                    <a:lstStyle/>
                    <a:p>
                      <a:r>
                        <a:rPr sz="1500" b="1">
                          <a:solidFill>
                            <a:srgbClr val="FFFFFF"/>
                          </a:solidFill>
                          <a:latin typeface="Microsoft YaHei"/>
                          <a:ea typeface="Microsoft YaHei"/>
                          <a:cs typeface="Microsoft YaHei"/>
                        </a:rPr>
                        <a:t>责任分层 / 模块</a:t>
                      </a:r>
                    </a:p>
                  </a:txBody>
                  <a:tcPr marL="123825" marR="95250" marT="57150" marB="38100" anchor="ctr">
                    <a:lnL w="6191">
                      <a:solidFill>
                        <a:srgbClr val="CDD8E6"/>
                      </a:solidFill>
                      <a:prstDash val="solid"/>
                    </a:lnL>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DDD 元素</a:t>
                      </a:r>
                    </a:p>
                  </a:txBody>
                  <a:tcPr marL="123825" marR="95250" marT="57150" marB="38100"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目标中的具体落点与职责</a:t>
                      </a:r>
                    </a:p>
                  </a:txBody>
                  <a:tcPr marL="123825" marR="95250" marT="57150" marB="38100"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r>
              <a:tr h="571500">
                <a:tc>
                  <a:txBody>
                    <a:bodyPr/>
                    <a:lstStyle/>
                    <a:p>
                      <a:r>
                        <a:rPr sz="1500" b="1">
                          <a:solidFill>
                            <a:srgbClr val="617084"/>
                          </a:solidFill>
                          <a:latin typeface="Microsoft YaHei"/>
                          <a:ea typeface="Microsoft YaHei"/>
                          <a:cs typeface="Microsoft YaHei"/>
                        </a:rPr>
                        <a:t>跨层：T / A / O</a:t>
                      </a:r>
                    </a:p>
                  </a:txBody>
                  <a:tcPr marL="123825" marR="95250" marT="57150" marB="3810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限界上下文</a:t>
                      </a:r>
                    </a:p>
                    <a:p>
                      <a:r>
                        <a:rPr sz="1500" b="0">
                          <a:solidFill>
                            <a:srgbClr val="17263A"/>
                          </a:solidFill>
                          <a:latin typeface="Microsoft YaHei"/>
                          <a:ea typeface="Microsoft YaHei"/>
                          <a:cs typeface="Microsoft YaHei"/>
                        </a:rPr>
                        <a:t>统一语言</a:t>
                      </a:r>
                    </a:p>
                  </a:txBody>
                  <a:tcPr marL="123825" marR="95250" marT="57150" marB="38100" anchor="ctr">
                    <a:lnR w="6191">
                      <a:solidFill>
                        <a:srgbClr val="CDD8E6"/>
                      </a:solidFill>
                      <a:prstDash val="solid"/>
                    </a:lnR>
                    <a:lnB w="6191">
                      <a:solidFill>
                        <a:srgbClr val="CDD8E6"/>
                      </a:solidFill>
                      <a:prstDash val="solid"/>
                    </a:lnB>
                    <a:solidFill>
                      <a:srgbClr val="FFFFFF"/>
                    </a:solidFill>
                  </a:tcPr>
                </a:tc>
                <a:tc>
                  <a:txBody>
                    <a:bodyPr/>
                    <a:lstStyle/>
                    <a:p>
                      <a:r>
                        <a:rPr sz="1425" b="0">
                          <a:solidFill>
                            <a:srgbClr val="17263A"/>
                          </a:solidFill>
                          <a:latin typeface="Microsoft YaHei"/>
                          <a:ea typeface="Microsoft YaHei"/>
                          <a:cs typeface="Microsoft YaHei"/>
                        </a:rPr>
                        <a:t>T 账户与绑定　A 角色与资源　O 本地操作</a:t>
                      </a:r>
                    </a:p>
                    <a:p>
                      <a:r>
                        <a:rPr sz="1425" b="0">
                          <a:solidFill>
                            <a:srgbClr val="17263A"/>
                          </a:solidFill>
                          <a:latin typeface="Microsoft YaHei"/>
                          <a:ea typeface="Microsoft YaHei"/>
                          <a:cs typeface="Microsoft YaHei"/>
                        </a:rPr>
                        <a:t>分别明确业务术语、规则与事实写权</a:t>
                      </a:r>
                    </a:p>
                  </a:txBody>
                  <a:tcPr marL="123825" marR="95250" marT="57150" marB="38100" anchor="ctr">
                    <a:lnR w="6191">
                      <a:solidFill>
                        <a:srgbClr val="CDD8E6"/>
                      </a:solidFill>
                      <a:prstDash val="solid"/>
                    </a:lnR>
                    <a:lnB w="6191">
                      <a:solidFill>
                        <a:srgbClr val="CDD8E6"/>
                      </a:solidFill>
                      <a:prstDash val="solid"/>
                    </a:lnB>
                    <a:solidFill>
                      <a:srgbClr val="FFFFFF"/>
                    </a:solidFill>
                  </a:tcPr>
                </a:tc>
              </a:tr>
              <a:tr h="628650">
                <a:tc>
                  <a:txBody>
                    <a:bodyPr/>
                    <a:lstStyle/>
                    <a:p>
                      <a:r>
                        <a:rPr sz="1500" b="1">
                          <a:solidFill>
                            <a:srgbClr val="246AB8"/>
                          </a:solidFill>
                          <a:latin typeface="Microsoft YaHei"/>
                          <a:ea typeface="Microsoft YaHei"/>
                          <a:cs typeface="Microsoft YaHei"/>
                        </a:rPr>
                        <a:t>Application</a:t>
                      </a:r>
                    </a:p>
                  </a:txBody>
                  <a:tcPr marL="123825" marR="95250" marT="57150" marB="38100" anchor="ctr">
                    <a:lnL w="6191">
                      <a:solidFill>
                        <a:srgbClr val="CDD8E6"/>
                      </a:solidFill>
                      <a:prstDash val="solid"/>
                    </a:lnL>
                    <a:lnR w="6191">
                      <a:solidFill>
                        <a:srgbClr val="CDD8E6"/>
                      </a:solidFill>
                      <a:prstDash val="solid"/>
                    </a:lnR>
                    <a:lnB w="6191">
                      <a:solidFill>
                        <a:srgbClr val="CDD8E6"/>
                      </a:solidFill>
                      <a:prstDash val="solid"/>
                    </a:lnB>
                    <a:solidFill>
                      <a:srgbClr val="EAF1FB"/>
                    </a:solidFill>
                  </a:tcPr>
                </a:tc>
                <a:tc>
                  <a:txBody>
                    <a:bodyPr/>
                    <a:lstStyle/>
                    <a:p>
                      <a:r>
                        <a:rPr sz="1500" b="0">
                          <a:solidFill>
                            <a:srgbClr val="17263A"/>
                          </a:solidFill>
                          <a:latin typeface="Microsoft YaHei"/>
                          <a:ea typeface="Microsoft YaHei"/>
                          <a:cs typeface="Microsoft YaHei"/>
                        </a:rPr>
                        <a:t>应用服务</a:t>
                      </a:r>
                    </a:p>
                    <a:p>
                      <a:r>
                        <a:rPr sz="1500" b="0">
                          <a:solidFill>
                            <a:srgbClr val="17263A"/>
                          </a:solidFill>
                          <a:latin typeface="Microsoft YaHei"/>
                          <a:ea typeface="Microsoft YaHei"/>
                          <a:cs typeface="Microsoft YaHei"/>
                        </a:rPr>
                        <a:t>用例协调</a:t>
                      </a:r>
                    </a:p>
                  </a:txBody>
                  <a:tcPr marL="123825" marR="95250" marT="57150" marB="38100" anchor="ctr">
                    <a:lnR w="6191">
                      <a:solidFill>
                        <a:srgbClr val="CDD8E6"/>
                      </a:solidFill>
                      <a:prstDash val="solid"/>
                    </a:lnR>
                    <a:lnB w="6191">
                      <a:solidFill>
                        <a:srgbClr val="CDD8E6"/>
                      </a:solidFill>
                      <a:prstDash val="solid"/>
                    </a:lnB>
                    <a:solidFill>
                      <a:srgbClr val="EAF1FB"/>
                    </a:solidFill>
                  </a:tcPr>
                </a:tc>
                <a:tc>
                  <a:txBody>
                    <a:bodyPr/>
                    <a:lstStyle/>
                    <a:p>
                      <a:r>
                        <a:rPr sz="1425" b="0">
                          <a:solidFill>
                            <a:srgbClr val="17263A"/>
                          </a:solidFill>
                          <a:latin typeface="Microsoft YaHei"/>
                          <a:ea typeface="Microsoft YaHei"/>
                          <a:cs typeface="Microsoft YaHei"/>
                        </a:rPr>
                        <a:t>T：TopologyService　A：AssignmentService</a:t>
                      </a:r>
                    </a:p>
                    <a:p>
                      <a:r>
                        <a:rPr sz="1425" b="0">
                          <a:solidFill>
                            <a:srgbClr val="17263A"/>
                          </a:solidFill>
                          <a:latin typeface="Microsoft YaHei"/>
                          <a:ea typeface="Microsoft YaHei"/>
                          <a:cs typeface="Microsoft YaHei"/>
                        </a:rPr>
                        <a:t>O：OperationCoordinator，组织本地用例并经 Ports 执行</a:t>
                      </a:r>
                    </a:p>
                  </a:txBody>
                  <a:tcPr marL="123825" marR="95250" marT="57150" marB="38100" anchor="ctr">
                    <a:lnR w="6191">
                      <a:solidFill>
                        <a:srgbClr val="CDD8E6"/>
                      </a:solidFill>
                      <a:prstDash val="solid"/>
                    </a:lnR>
                    <a:lnB w="6191">
                      <a:solidFill>
                        <a:srgbClr val="CDD8E6"/>
                      </a:solidFill>
                      <a:prstDash val="solid"/>
                    </a:lnB>
                    <a:solidFill>
                      <a:srgbClr val="EAF1FB"/>
                    </a:solidFill>
                  </a:tcPr>
                </a:tc>
              </a:tr>
              <a:tr h="914400">
                <a:tc>
                  <a:txBody>
                    <a:bodyPr/>
                    <a:lstStyle/>
                    <a:p>
                      <a:r>
                        <a:rPr sz="1500" b="1">
                          <a:solidFill>
                            <a:srgbClr val="AD6A16"/>
                          </a:solidFill>
                          <a:latin typeface="Microsoft YaHei"/>
                          <a:ea typeface="Microsoft YaHei"/>
                          <a:cs typeface="Microsoft YaHei"/>
                        </a:rPr>
                        <a:t>Domain：T / A / O</a:t>
                      </a:r>
                    </a:p>
                  </a:txBody>
                  <a:tcPr marL="123825" marR="95250" marT="57150" marB="38100" anchor="ctr">
                    <a:lnL w="6191">
                      <a:solidFill>
                        <a:srgbClr val="CDD8E6"/>
                      </a:solidFill>
                      <a:prstDash val="solid"/>
                    </a:lnL>
                    <a:lnR w="6191">
                      <a:solidFill>
                        <a:srgbClr val="CDD8E6"/>
                      </a:solidFill>
                      <a:prstDash val="solid"/>
                    </a:lnR>
                    <a:lnB w="6191">
                      <a:solidFill>
                        <a:srgbClr val="CDD8E6"/>
                      </a:solidFill>
                      <a:prstDash val="solid"/>
                    </a:lnB>
                    <a:solidFill>
                      <a:srgbClr val="FFF3DF"/>
                    </a:solidFill>
                  </a:tcPr>
                </a:tc>
                <a:tc>
                  <a:txBody>
                    <a:bodyPr/>
                    <a:lstStyle/>
                    <a:p>
                      <a:r>
                        <a:rPr sz="1500" b="0">
                          <a:solidFill>
                            <a:srgbClr val="17263A"/>
                          </a:solidFill>
                          <a:latin typeface="Microsoft YaHei"/>
                          <a:ea typeface="Microsoft YaHei"/>
                          <a:cs typeface="Microsoft YaHei"/>
                        </a:rPr>
                        <a:t>聚合、实体、值对象</a:t>
                      </a:r>
                    </a:p>
                    <a:p>
                      <a:r>
                        <a:rPr sz="1500" b="0">
                          <a:solidFill>
                            <a:srgbClr val="17263A"/>
                          </a:solidFill>
                          <a:latin typeface="Microsoft YaHei"/>
                          <a:ea typeface="Microsoft YaHei"/>
                          <a:cs typeface="Microsoft YaHei"/>
                        </a:rPr>
                        <a:t>领域服务与不变量</a:t>
                      </a:r>
                    </a:p>
                  </a:txBody>
                  <a:tcPr marL="123825" marR="95250" marT="57150" marB="38100" anchor="ctr">
                    <a:lnR w="6191">
                      <a:solidFill>
                        <a:srgbClr val="CDD8E6"/>
                      </a:solidFill>
                      <a:prstDash val="solid"/>
                    </a:lnR>
                    <a:lnB w="6191">
                      <a:solidFill>
                        <a:srgbClr val="CDD8E6"/>
                      </a:solidFill>
                      <a:prstDash val="solid"/>
                    </a:lnB>
                    <a:solidFill>
                      <a:srgbClr val="FFF3DF"/>
                    </a:solidFill>
                  </a:tcPr>
                </a:tc>
                <a:tc>
                  <a:txBody>
                    <a:bodyPr/>
                    <a:lstStyle/>
                    <a:p>
                      <a:r>
                        <a:rPr sz="1425" b="0">
                          <a:solidFill>
                            <a:srgbClr val="17263A"/>
                          </a:solidFill>
                          <a:latin typeface="Microsoft YaHei"/>
                          <a:ea typeface="Microsoft YaHei"/>
                          <a:cs typeface="Microsoft YaHei"/>
                        </a:rPr>
                        <a:t>聚合：TopologyAggregate / AssignmentAggregate，O 按需建模</a:t>
                      </a:r>
                    </a:p>
                    <a:p>
                      <a:r>
                        <a:rPr sz="1425" b="0">
                          <a:solidFill>
                            <a:srgbClr val="17263A"/>
                          </a:solidFill>
                          <a:latin typeface="Microsoft YaHei"/>
                          <a:ea typeface="Microsoft YaHei"/>
                          <a:cs typeface="Microsoft YaHei"/>
                        </a:rPr>
                        <a:t>实体：账户（沿用 simId）　值对象：SimId / SlotId 等类型化值</a:t>
                      </a:r>
                    </a:p>
                    <a:p>
                      <a:r>
                        <a:rPr sz="1425" b="0">
                          <a:solidFill>
                            <a:srgbClr val="17263A"/>
                          </a:solidFill>
                          <a:latin typeface="Microsoft YaHei"/>
                          <a:ea typeface="Microsoft YaHei"/>
                          <a:cs typeface="Microsoft YaHei"/>
                        </a:rPr>
                        <a:t>领域策略：AssignmentPolicy　O 纯状态模型：OperationContext</a:t>
                      </a:r>
                    </a:p>
                  </a:txBody>
                  <a:tcPr marL="123825" marR="95250" marT="57150" marB="38100" anchor="ctr">
                    <a:lnR w="6191">
                      <a:solidFill>
                        <a:srgbClr val="CDD8E6"/>
                      </a:solidFill>
                      <a:prstDash val="solid"/>
                    </a:lnR>
                    <a:lnB w="6191">
                      <a:solidFill>
                        <a:srgbClr val="CDD8E6"/>
                      </a:solidFill>
                      <a:prstDash val="solid"/>
                    </a:lnB>
                    <a:solidFill>
                      <a:srgbClr val="FFF3DF"/>
                    </a:solidFill>
                  </a:tcPr>
                </a:tc>
              </a:tr>
              <a:tr h="628650">
                <a:tc>
                  <a:txBody>
                    <a:bodyPr/>
                    <a:lstStyle/>
                    <a:p>
                      <a:r>
                        <a:rPr sz="1500" b="1">
                          <a:solidFill>
                            <a:srgbClr val="208C9F"/>
                          </a:solidFill>
                          <a:latin typeface="Microsoft YaHei"/>
                          <a:ea typeface="Microsoft YaHei"/>
                          <a:cs typeface="Microsoft YaHei"/>
                        </a:rPr>
                        <a:t>Application + I</a:t>
                      </a:r>
                    </a:p>
                  </a:txBody>
                  <a:tcPr marL="123825" marR="95250" marT="57150" marB="38100" anchor="ctr">
                    <a:lnL w="6191">
                      <a:solidFill>
                        <a:srgbClr val="CDD8E6"/>
                      </a:solidFill>
                      <a:prstDash val="solid"/>
                    </a:lnL>
                    <a:lnR w="6191">
                      <a:solidFill>
                        <a:srgbClr val="CDD8E6"/>
                      </a:solidFill>
                      <a:prstDash val="solid"/>
                    </a:lnR>
                    <a:lnB w="6191">
                      <a:solidFill>
                        <a:srgbClr val="CDD8E6"/>
                      </a:solidFill>
                      <a:prstDash val="solid"/>
                    </a:lnB>
                    <a:solidFill>
                      <a:srgbClr val="EAF1FB"/>
                    </a:solidFill>
                  </a:tcPr>
                </a:tc>
                <a:tc>
                  <a:txBody>
                    <a:bodyPr/>
                    <a:lstStyle/>
                    <a:p>
                      <a:r>
                        <a:rPr sz="1500" b="0">
                          <a:solidFill>
                            <a:srgbClr val="17263A"/>
                          </a:solidFill>
                          <a:latin typeface="Microsoft YaHei"/>
                          <a:ea typeface="Microsoft YaHei"/>
                          <a:cs typeface="Microsoft YaHei"/>
                        </a:rPr>
                        <a:t>Repository</a:t>
                      </a:r>
                    </a:p>
                    <a:p>
                      <a:r>
                        <a:rPr sz="1500" b="0">
                          <a:solidFill>
                            <a:srgbClr val="17263A"/>
                          </a:solidFill>
                          <a:latin typeface="Microsoft YaHei"/>
                          <a:ea typeface="Microsoft YaHei"/>
                          <a:cs typeface="Microsoft YaHei"/>
                        </a:rPr>
                        <a:t>仓储抽象 / 存储端口</a:t>
                      </a:r>
                    </a:p>
                  </a:txBody>
                  <a:tcPr marL="123825" marR="95250" marT="57150" marB="38100" anchor="ctr">
                    <a:lnR w="6191">
                      <a:solidFill>
                        <a:srgbClr val="CDD8E6"/>
                      </a:solidFill>
                      <a:prstDash val="solid"/>
                    </a:lnR>
                    <a:lnB w="6191">
                      <a:solidFill>
                        <a:srgbClr val="CDD8E6"/>
                      </a:solidFill>
                      <a:prstDash val="solid"/>
                    </a:lnB>
                    <a:solidFill>
                      <a:srgbClr val="EAF1FB"/>
                    </a:solidFill>
                  </a:tcPr>
                </a:tc>
                <a:tc>
                  <a:txBody>
                    <a:bodyPr/>
                    <a:lstStyle/>
                    <a:p>
                      <a:r>
                        <a:rPr sz="1425" b="0">
                          <a:solidFill>
                            <a:srgbClr val="17263A"/>
                          </a:solidFill>
                          <a:latin typeface="Microsoft YaHei"/>
                          <a:ea typeface="Microsoft YaHei"/>
                          <a:cs typeface="Microsoft YaHei"/>
                        </a:rPr>
                        <a:t>Application 声明 AccountStore / AssignmentStore Ports</a:t>
                      </a:r>
                    </a:p>
                    <a:p>
                      <a:r>
                        <a:rPr sz="1425" b="0">
                          <a:solidFill>
                            <a:srgbClr val="17263A"/>
                          </a:solidFill>
                          <a:latin typeface="Microsoft YaHei"/>
                          <a:ea typeface="Microsoft YaHei"/>
                          <a:cs typeface="Microsoft YaHei"/>
                        </a:rPr>
                        <a:t>I 实现原 DataShare / 参数访问，按所属字段写入</a:t>
                      </a:r>
                    </a:p>
                  </a:txBody>
                  <a:tcPr marL="123825" marR="95250" marT="57150" marB="38100" anchor="ctr">
                    <a:lnR w="6191">
                      <a:solidFill>
                        <a:srgbClr val="CDD8E6"/>
                      </a:solidFill>
                      <a:prstDash val="solid"/>
                    </a:lnR>
                    <a:lnB w="6191">
                      <a:solidFill>
                        <a:srgbClr val="CDD8E6"/>
                      </a:solidFill>
                      <a:prstDash val="solid"/>
                    </a:lnB>
                    <a:solidFill>
                      <a:srgbClr val="EAF1FB"/>
                    </a:solidFill>
                  </a:tcPr>
                </a:tc>
              </a:tr>
              <a:tr h="628650">
                <a:tc>
                  <a:txBody>
                    <a:bodyPr/>
                    <a:lstStyle/>
                    <a:p>
                      <a:r>
                        <a:rPr sz="1500" b="1">
                          <a:solidFill>
                            <a:srgbClr val="208C9F"/>
                          </a:solidFill>
                          <a:latin typeface="Microsoft YaHei"/>
                          <a:ea typeface="Microsoft YaHei"/>
                          <a:cs typeface="Microsoft YaHei"/>
                        </a:rPr>
                        <a:t>Domain / 应用</a:t>
                      </a:r>
                    </a:p>
                    <a:p>
                      <a:r>
                        <a:rPr sz="1500" b="1">
                          <a:solidFill>
                            <a:srgbClr val="208C9F"/>
                          </a:solidFill>
                          <a:latin typeface="Microsoft YaHei"/>
                          <a:ea typeface="Microsoft YaHei"/>
                          <a:cs typeface="Microsoft YaHei"/>
                        </a:rPr>
                        <a:t>I + C</a:t>
                      </a:r>
                    </a:p>
                  </a:txBody>
                  <a:tcPr marL="123825" marR="95250" marT="57150" marB="3810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Domain Event</a:t>
                      </a:r>
                    </a:p>
                    <a:p>
                      <a:r>
                        <a:rPr sz="1500" b="0">
                          <a:solidFill>
                            <a:srgbClr val="17263A"/>
                          </a:solidFill>
                          <a:latin typeface="Microsoft YaHei"/>
                          <a:ea typeface="Microsoft YaHei"/>
                          <a:cs typeface="Microsoft YaHei"/>
                        </a:rPr>
                        <a:t>领域事件</a:t>
                      </a:r>
                    </a:p>
                  </a:txBody>
                  <a:tcPr marL="123825" marR="95250" marT="57150" marB="38100" anchor="ctr">
                    <a:lnR w="6191">
                      <a:solidFill>
                        <a:srgbClr val="CDD8E6"/>
                      </a:solidFill>
                      <a:prstDash val="solid"/>
                    </a:lnR>
                    <a:lnB w="6191">
                      <a:solidFill>
                        <a:srgbClr val="CDD8E6"/>
                      </a:solidFill>
                      <a:prstDash val="solid"/>
                    </a:lnB>
                    <a:solidFill>
                      <a:srgbClr val="FFFFFF"/>
                    </a:solidFill>
                  </a:tcPr>
                </a:tc>
                <a:tc>
                  <a:txBody>
                    <a:bodyPr/>
                    <a:lstStyle/>
                    <a:p>
                      <a:r>
                        <a:rPr sz="1425" b="0">
                          <a:solidFill>
                            <a:srgbClr val="17263A"/>
                          </a:solidFill>
                          <a:latin typeface="Microsoft YaHei"/>
                          <a:ea typeface="Microsoft YaHei"/>
                          <a:cs typeface="Microsoft YaHei"/>
                        </a:rPr>
                        <a:t>Owner 接纳后表达事实，应用负责内部协作</a:t>
                      </a:r>
                    </a:p>
                    <a:p>
                      <a:r>
                        <a:rPr sz="1425" b="0">
                          <a:solidFill>
                            <a:srgbClr val="17263A"/>
                          </a:solidFill>
                          <a:latin typeface="Microsoft YaHei"/>
                          <a:ea typeface="Microsoft YaHei"/>
                          <a:cs typeface="Microsoft YaHei"/>
                        </a:rPr>
                        <a:t>I / C 按旧契约输出，保留原通知节点</a:t>
                      </a:r>
                    </a:p>
                  </a:txBody>
                  <a:tcPr marL="123825" marR="95250" marT="57150" marB="38100" anchor="ctr">
                    <a:lnR w="6191">
                      <a:solidFill>
                        <a:srgbClr val="CDD8E6"/>
                      </a:solidFill>
                      <a:prstDash val="solid"/>
                    </a:lnR>
                    <a:lnB w="6191">
                      <a:solidFill>
                        <a:srgbClr val="CDD8E6"/>
                      </a:solidFill>
                      <a:prstDash val="solid"/>
                    </a:lnB>
                    <a:solidFill>
                      <a:srgbClr val="FFFFFF"/>
                    </a:solidFill>
                  </a:tcPr>
                </a:tc>
              </a:tr>
              <a:tr h="628650">
                <a:tc>
                  <a:txBody>
                    <a:bodyPr/>
                    <a:lstStyle/>
                    <a:p>
                      <a:r>
                        <a:rPr sz="1500" b="1">
                          <a:solidFill>
                            <a:srgbClr val="617084"/>
                          </a:solidFill>
                          <a:latin typeface="Microsoft YaHei"/>
                          <a:ea typeface="Microsoft YaHei"/>
                          <a:cs typeface="Microsoft YaHei"/>
                        </a:rPr>
                        <a:t>C / R / H</a:t>
                      </a:r>
                    </a:p>
                  </a:txBody>
                  <a:tcPr marL="123825" marR="95250" marT="57150" marB="38100" anchor="ctr">
                    <a:lnL w="6191">
                      <a:solidFill>
                        <a:srgbClr val="CDD8E6"/>
                      </a:solidFill>
                      <a:prstDash val="solid"/>
                    </a:lnL>
                    <a:lnR w="6191">
                      <a:solidFill>
                        <a:srgbClr val="CDD8E6"/>
                      </a:solidFill>
                      <a:prstDash val="solid"/>
                    </a:lnR>
                    <a:lnB w="6191">
                      <a:solidFill>
                        <a:srgbClr val="CDD8E6"/>
                      </a:solidFill>
                      <a:prstDash val="solid"/>
                    </a:lnB>
                    <a:solidFill>
                      <a:srgbClr val="EAF1FB"/>
                    </a:solidFill>
                  </a:tcPr>
                </a:tc>
                <a:tc>
                  <a:txBody>
                    <a:bodyPr/>
                    <a:lstStyle/>
                    <a:p>
                      <a:r>
                        <a:rPr sz="1500" b="0">
                          <a:solidFill>
                            <a:srgbClr val="17263A"/>
                          </a:solidFill>
                          <a:latin typeface="Microsoft YaHei"/>
                          <a:ea typeface="Microsoft YaHei"/>
                          <a:cs typeface="Microsoft YaHei"/>
                        </a:rPr>
                        <a:t>防腐适配（ACL）</a:t>
                      </a:r>
                    </a:p>
                    <a:p>
                      <a:r>
                        <a:rPr sz="1500" b="0">
                          <a:solidFill>
                            <a:srgbClr val="17263A"/>
                          </a:solidFill>
                          <a:latin typeface="Microsoft YaHei"/>
                          <a:ea typeface="Microsoft YaHei"/>
                          <a:cs typeface="Microsoft YaHei"/>
                        </a:rPr>
                        <a:t>生产支撑与装配</a:t>
                      </a:r>
                    </a:p>
                  </a:txBody>
                  <a:tcPr marL="123825" marR="95250" marT="57150" marB="38100" anchor="ctr">
                    <a:lnR w="6191">
                      <a:solidFill>
                        <a:srgbClr val="CDD8E6"/>
                      </a:solidFill>
                      <a:prstDash val="solid"/>
                    </a:lnR>
                    <a:lnB w="6191">
                      <a:solidFill>
                        <a:srgbClr val="CDD8E6"/>
                      </a:solidFill>
                      <a:prstDash val="solid"/>
                    </a:lnB>
                    <a:solidFill>
                      <a:srgbClr val="EAF1FB"/>
                    </a:solidFill>
                  </a:tcPr>
                </a:tc>
                <a:tc>
                  <a:txBody>
                    <a:bodyPr/>
                    <a:lstStyle/>
                    <a:p>
                      <a:r>
                        <a:rPr sz="1425" b="0">
                          <a:solidFill>
                            <a:srgbClr val="17263A"/>
                          </a:solidFill>
                          <a:latin typeface="Microsoft YaHei"/>
                          <a:ea typeface="Microsoft YaHei"/>
                          <a:cs typeface="Microsoft YaHei"/>
                        </a:rPr>
                        <a:t>C：LegacyFacade，旧契约与模型转换</a:t>
                      </a:r>
                    </a:p>
                    <a:p>
                      <a:r>
                        <a:rPr sz="1425" b="0">
                          <a:solidFill>
                            <a:srgbClr val="17263A"/>
                          </a:solidFill>
                          <a:latin typeface="Microsoft YaHei"/>
                          <a:ea typeface="Microsoft YaHei"/>
                          <a:cs typeface="Microsoft YaHei"/>
                        </a:rPr>
                        <a:t>R：原卡运行与协议　H：工厂、Ports 注入与寿命</a:t>
                      </a:r>
                    </a:p>
                  </a:txBody>
                  <a:tcPr marL="123825" marR="95250" marT="57150" marB="38100" anchor="ctr">
                    <a:lnR w="6191">
                      <a:solidFill>
                        <a:srgbClr val="CDD8E6"/>
                      </a:solidFill>
                      <a:prstDash val="solid"/>
                    </a:lnR>
                    <a:lnB w="6191">
                      <a:solidFill>
                        <a:srgbClr val="CDD8E6"/>
                      </a:solidFill>
                      <a:prstDash val="solid"/>
                    </a:lnB>
                    <a:solidFill>
                      <a:srgbClr val="EAF1FB"/>
                    </a:solidFill>
                  </a:tcPr>
                </a:tc>
              </a:tr>
            </a:tbl>
          </a:graphicData>
        </a:graphic>
      </p:graphicFrame>
      <p:sp>
        <p:nvSpPr>
          <p:cNvPr id="7" name="footer-rule">
            <a:extLst xmlns:a="http://schemas.openxmlformats.org/drawingml/2006/main">
              <a:ext uri="{FF2B5EF4-FFF2-40B4-BE49-F238E27FC236}">
                <a16:creationId xmlns:a16="http://schemas.microsoft.com/office/drawing/2014/main" id="{E85D975D-4DF6-4085-A8D2-DBEC4B00549D}"/>
              </a:ext>
            </a:extLst>
          </p:cNvPr>
          <p:cNvSpPr>
            <a:spLocks xmlns:a="http://schemas.openxmlformats.org/drawingml/2006/main" noGrp="1"/>
          </p:cNvSpPr>
          <p:nvPr/>
        </p:nvSpPr>
        <p:spPr>
          <a:xfrm xmlns:a="http://schemas.openxmlformats.org/drawingml/2006/main">
            <a:off x="495300" y="6276975"/>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8" name="boundary">
            <a:extLst xmlns:a="http://schemas.openxmlformats.org/drawingml/2006/main">
              <a:ext uri="{FF2B5EF4-FFF2-40B4-BE49-F238E27FC236}">
                <a16:creationId xmlns:a16="http://schemas.microsoft.com/office/drawing/2014/main" id="{B50DCE69-025E-4CEE-9322-8973F4BF9E9B}"/>
              </a:ext>
            </a:extLst>
          </p:cNvPr>
          <p:cNvSpPr>
            <a:spLocks xmlns:a="http://schemas.openxmlformats.org/drawingml/2006/main" noGrp="1"/>
          </p:cNvSpPr>
          <p:nvPr/>
        </p:nvSpPr>
        <p:spPr>
          <a:xfrm xmlns:a="http://schemas.openxmlformats.org/drawingml/2006/main">
            <a:off x="495300" y="63436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246AB8"/>
                </a:solidFill>
                <a:latin typeface="Microsoft YaHei"/>
                <a:ea typeface="Microsoft YaHei"/>
                <a:cs typeface="Microsoft YaHei"/>
              </a:defRPr>
            </a:defPPr>
            <a:lvl1pPr algn="l">
              <a:buNone/>
              <a:defRPr sz="1425" b="1">
                <a:solidFill>
                  <a:srgbClr val="246AB8"/>
                </a:solidFill>
                <a:latin typeface="Microsoft YaHei"/>
                <a:ea typeface="Microsoft YaHei"/>
                <a:cs typeface="Microsoft YaHei"/>
              </a:defRPr>
            </a:lvl1pPr>
            <a:lvl2pPr algn="l">
              <a:buNone/>
              <a:defRPr sz="1425" b="1">
                <a:solidFill>
                  <a:srgbClr val="246AB8"/>
                </a:solidFill>
                <a:latin typeface="Microsoft YaHei"/>
                <a:ea typeface="Microsoft YaHei"/>
                <a:cs typeface="Microsoft YaHei"/>
              </a:defRPr>
            </a:lvl2pPr>
            <a:lvl3pPr algn="l">
              <a:buNone/>
              <a:defRPr sz="1425" b="1">
                <a:solidFill>
                  <a:srgbClr val="246AB8"/>
                </a:solidFill>
                <a:latin typeface="Microsoft YaHei"/>
                <a:ea typeface="Microsoft YaHei"/>
                <a:cs typeface="Microsoft YaHei"/>
              </a:defRPr>
            </a:lvl3pPr>
            <a:lvl4pPr algn="l">
              <a:buNone/>
              <a:defRPr sz="1425" b="1">
                <a:solidFill>
                  <a:srgbClr val="246AB8"/>
                </a:solidFill>
                <a:latin typeface="Microsoft YaHei"/>
                <a:ea typeface="Microsoft YaHei"/>
                <a:cs typeface="Microsoft YaHei"/>
              </a:defRPr>
            </a:lvl4pPr>
            <a:lvl5pPr algn="l">
              <a:buNone/>
              <a:defRPr sz="1425" b="1">
                <a:solidFill>
                  <a:srgbClr val="246AB8"/>
                </a:solidFill>
                <a:latin typeface="Microsoft YaHei"/>
                <a:ea typeface="Microsoft YaHei"/>
                <a:cs typeface="Microsoft YaHei"/>
              </a:defRPr>
            </a:lvl5pPr>
            <a:lvl6pPr algn="l">
              <a:buNone/>
              <a:defRPr sz="1425" b="1">
                <a:solidFill>
                  <a:srgbClr val="246AB8"/>
                </a:solidFill>
                <a:latin typeface="Microsoft YaHei"/>
                <a:ea typeface="Microsoft YaHei"/>
                <a:cs typeface="Microsoft YaHei"/>
              </a:defRPr>
            </a:lvl6pPr>
            <a:lvl7pPr algn="l">
              <a:buNone/>
              <a:defRPr sz="1425" b="1">
                <a:solidFill>
                  <a:srgbClr val="246AB8"/>
                </a:solidFill>
                <a:latin typeface="Microsoft YaHei"/>
                <a:ea typeface="Microsoft YaHei"/>
                <a:cs typeface="Microsoft YaHei"/>
              </a:defRPr>
            </a:lvl7pPr>
            <a:lvl8pPr algn="l">
              <a:buNone/>
              <a:defRPr sz="1425" b="1">
                <a:solidFill>
                  <a:srgbClr val="246AB8"/>
                </a:solidFill>
                <a:latin typeface="Microsoft YaHei"/>
                <a:ea typeface="Microsoft YaHei"/>
                <a:cs typeface="Microsoft YaHei"/>
              </a:defRPr>
            </a:lvl8pPr>
            <a:lvl9pPr algn="l">
              <a:buNone/>
              <a:defRPr sz="1425" b="1">
                <a:solidFill>
                  <a:srgbClr val="246AB8"/>
                </a:solidFill>
                <a:latin typeface="Microsoft YaHei"/>
                <a:ea typeface="Microsoft YaHei"/>
                <a:cs typeface="Microsoft YaHei"/>
              </a:defRPr>
            </a:lvl9pPr>
          </a:lstStyle>
          <a:p xmlns:a="http://schemas.openxmlformats.org/drawingml/2006/main">
            <a:pPr algn="l">
              <a:lnSpc>
                <a:spcPct val="108000"/>
              </a:lnSpc>
              <a:buNone/>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rPr>
              <a:t>Domain 保持纯规则，DB / RIL / IPC 端口与 I/O、等待、恢复执行归 Application。</a:t>
            </a:r>
          </a:p>
        </p:txBody>
      </p:sp>
      <p:sp>
        <p:nvSpPr>
          <p:cNvPr id="9" name="footer">
            <a:extLst xmlns:a="http://schemas.openxmlformats.org/drawingml/2006/main">
              <a:ext uri="{FF2B5EF4-FFF2-40B4-BE49-F238E27FC236}">
                <a16:creationId xmlns:a16="http://schemas.microsoft.com/office/drawing/2014/main" id="{3C2FD353-D5A8-4336-B374-6FC9281FD612}"/>
              </a:ext>
            </a:extLst>
          </p:cNvPr>
          <p:cNvSpPr>
            <a:spLocks xmlns:a="http://schemas.openxmlformats.org/drawingml/2006/main" noGrp="1"/>
          </p:cNvSpPr>
          <p:nvPr/>
        </p:nvSpPr>
        <p:spPr>
          <a:xfrm xmlns:a="http://schemas.openxmlformats.org/drawingml/2006/main">
            <a:off x="495300" y="65913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08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10" name="page-number">
            <a:extLst xmlns:a="http://schemas.openxmlformats.org/drawingml/2006/main">
              <a:ext uri="{FF2B5EF4-FFF2-40B4-BE49-F238E27FC236}">
                <a16:creationId xmlns:a16="http://schemas.microsoft.com/office/drawing/2014/main" id="{98772666-3EFA-4C70-8DDC-C53419F01A5D}"/>
              </a:ext>
            </a:extLst>
          </p:cNvPr>
          <p:cNvSpPr>
            <a:spLocks xmlns:a="http://schemas.openxmlformats.org/drawingml/2006/main" noGrp="1"/>
          </p:cNvSpPr>
          <p:nvPr/>
        </p:nvSpPr>
        <p:spPr>
          <a:xfrm xmlns:a="http://schemas.openxmlformats.org/drawingml/2006/main">
            <a:off x="10668000" y="659130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buNone/>
              <a:defRPr sz="900" b="0">
                <a:solidFill>
                  <a:srgbClr val="56657A"/>
                </a:solidFill>
                <a:latin typeface="Microsoft YaHei"/>
                <a:ea typeface="Microsoft YaHei"/>
                <a:cs typeface="Microsoft YaHei"/>
              </a:defRPr>
            </a:lvl1pPr>
            <a:lvl2pPr algn="r">
              <a:buNone/>
              <a:defRPr sz="900" b="0">
                <a:solidFill>
                  <a:srgbClr val="56657A"/>
                </a:solidFill>
                <a:latin typeface="Microsoft YaHei"/>
                <a:ea typeface="Microsoft YaHei"/>
                <a:cs typeface="Microsoft YaHei"/>
              </a:defRPr>
            </a:lvl2pPr>
            <a:lvl3pPr algn="r">
              <a:buNone/>
              <a:defRPr sz="900" b="0">
                <a:solidFill>
                  <a:srgbClr val="56657A"/>
                </a:solidFill>
                <a:latin typeface="Microsoft YaHei"/>
                <a:ea typeface="Microsoft YaHei"/>
                <a:cs typeface="Microsoft YaHei"/>
              </a:defRPr>
            </a:lvl3pPr>
            <a:lvl4pPr algn="r">
              <a:buNone/>
              <a:defRPr sz="900" b="0">
                <a:solidFill>
                  <a:srgbClr val="56657A"/>
                </a:solidFill>
                <a:latin typeface="Microsoft YaHei"/>
                <a:ea typeface="Microsoft YaHei"/>
                <a:cs typeface="Microsoft YaHei"/>
              </a:defRPr>
            </a:lvl4pPr>
            <a:lvl5pPr algn="r">
              <a:buNone/>
              <a:defRPr sz="900" b="0">
                <a:solidFill>
                  <a:srgbClr val="56657A"/>
                </a:solidFill>
                <a:latin typeface="Microsoft YaHei"/>
                <a:ea typeface="Microsoft YaHei"/>
                <a:cs typeface="Microsoft YaHei"/>
              </a:defRPr>
            </a:lvl5pPr>
            <a:lvl6pPr algn="r">
              <a:buNone/>
              <a:defRPr sz="900" b="0">
                <a:solidFill>
                  <a:srgbClr val="56657A"/>
                </a:solidFill>
                <a:latin typeface="Microsoft YaHei"/>
                <a:ea typeface="Microsoft YaHei"/>
                <a:cs typeface="Microsoft YaHei"/>
              </a:defRPr>
            </a:lvl6pPr>
            <a:lvl7pPr algn="r">
              <a:buNone/>
              <a:defRPr sz="900" b="0">
                <a:solidFill>
                  <a:srgbClr val="56657A"/>
                </a:solidFill>
                <a:latin typeface="Microsoft YaHei"/>
                <a:ea typeface="Microsoft YaHei"/>
                <a:cs typeface="Microsoft YaHei"/>
              </a:defRPr>
            </a:lvl7pPr>
            <a:lvl8pPr algn="r">
              <a:buNone/>
              <a:defRPr sz="900" b="0">
                <a:solidFill>
                  <a:srgbClr val="56657A"/>
                </a:solidFill>
                <a:latin typeface="Microsoft YaHei"/>
                <a:ea typeface="Microsoft YaHei"/>
                <a:cs typeface="Microsoft YaHei"/>
              </a:defRPr>
            </a:lvl8pPr>
            <a:lvl9pPr algn="r">
              <a:buNone/>
              <a:defRPr sz="900" b="0">
                <a:solidFill>
                  <a:srgbClr val="56657A"/>
                </a:solidFill>
                <a:latin typeface="Microsoft YaHei"/>
                <a:ea typeface="Microsoft YaHei"/>
                <a:cs typeface="Microsoft YaHei"/>
              </a:defRPr>
            </a:lvl9pPr>
          </a:lstStyle>
          <a:p xmlns:a="http://schemas.openxmlformats.org/drawingml/2006/main">
            <a:pPr algn="r">
              <a:lnSpc>
                <a:spcPct val="108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08 / 19</a:t>
            </a:r>
          </a:p>
        </p:txBody>
      </p:sp>
    </p:spTree>
    <p:extLst>
      <p:ext uri="{BB962C8B-B14F-4D97-AF65-F5344CB8AC3E}">
        <p14:creationId xmlns:p14="http://schemas.microsoft.com/office/powerpoint/2010/main" val="511335183"/>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2" name="accent">
            <a:extLst xmlns:a="http://schemas.openxmlformats.org/drawingml/2006/main">
              <a:ext uri="{FF2B5EF4-FFF2-40B4-BE49-F238E27FC236}">
                <a16:creationId xmlns:a16="http://schemas.microsoft.com/office/drawing/2014/main" id="{558721F0-5A4D-41BC-BFF7-2518E4D5AC49}"/>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7D1AF92B-2248-4F3B-954A-904DD18B003E}"/>
              </a:ext>
            </a:extLst>
          </p:cNvPr>
          <p:cNvSpPr>
            <a:spLocks xmlns:a="http://schemas.openxmlformats.org/drawingml/2006/main" noGrp="1"/>
          </p:cNvSpPr>
          <p:nvPr/>
        </p:nvSpPr>
        <p:spPr>
          <a:xfrm xmlns:a="http://schemas.openxmlformats.org/drawingml/2006/main">
            <a:off x="495300" y="238125"/>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04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EE593873-8C7E-42F5-B719-1D67ADF9749F}"/>
              </a:ext>
            </a:extLst>
          </p:cNvPr>
          <p:cNvSpPr>
            <a:spLocks xmlns:a="http://schemas.openxmlformats.org/drawingml/2006/main" noGrp="1"/>
          </p:cNvSpPr>
          <p:nvPr/>
        </p:nvSpPr>
        <p:spPr>
          <a:xfrm xmlns:a="http://schemas.openxmlformats.org/drawingml/2006/main">
            <a:off x="8248650" y="238125"/>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点步骤看概念间协作</a:t>
            </a:r>
          </a:p>
        </p:txBody>
      </p:sp>
      <p:sp>
        <p:nvSpPr>
          <p:cNvPr id="4" name="title">
            <a:extLst xmlns:a="http://schemas.openxmlformats.org/drawingml/2006/main">
              <a:ext uri="{FF2B5EF4-FFF2-40B4-BE49-F238E27FC236}">
                <a16:creationId xmlns:a16="http://schemas.microsoft.com/office/drawing/2014/main" id="{0064A49E-03A1-40FF-9FAC-EA9F4A01BFD0}"/>
              </a:ext>
            </a:extLst>
          </p:cNvPr>
          <p:cNvSpPr>
            <a:spLocks xmlns:a="http://schemas.openxmlformats.org/drawingml/2006/main" noGrp="1"/>
          </p:cNvSpPr>
          <p:nvPr/>
        </p:nvSpPr>
        <p:spPr>
          <a:xfrm xmlns:a="http://schemas.openxmlformats.org/drawingml/2006/main">
            <a:off x="495300" y="58102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buNone/>
              <a:defRPr sz="2550" b="1">
                <a:solidFill>
                  <a:srgbClr val="081426"/>
                </a:solidFill>
                <a:latin typeface="Microsoft YaHei"/>
                <a:ea typeface="Microsoft YaHei"/>
                <a:cs typeface="Microsoft YaHei"/>
              </a:defRPr>
            </a:lvl1pPr>
            <a:lvl2pPr algn="l">
              <a:buNone/>
              <a:defRPr sz="2550" b="1">
                <a:solidFill>
                  <a:srgbClr val="081426"/>
                </a:solidFill>
                <a:latin typeface="Microsoft YaHei"/>
                <a:ea typeface="Microsoft YaHei"/>
                <a:cs typeface="Microsoft YaHei"/>
              </a:defRPr>
            </a:lvl2pPr>
            <a:lvl3pPr algn="l">
              <a:buNone/>
              <a:defRPr sz="2550" b="1">
                <a:solidFill>
                  <a:srgbClr val="081426"/>
                </a:solidFill>
                <a:latin typeface="Microsoft YaHei"/>
                <a:ea typeface="Microsoft YaHei"/>
                <a:cs typeface="Microsoft YaHei"/>
              </a:defRPr>
            </a:lvl3pPr>
            <a:lvl4pPr algn="l">
              <a:buNone/>
              <a:defRPr sz="2550" b="1">
                <a:solidFill>
                  <a:srgbClr val="081426"/>
                </a:solidFill>
                <a:latin typeface="Microsoft YaHei"/>
                <a:ea typeface="Microsoft YaHei"/>
                <a:cs typeface="Microsoft YaHei"/>
              </a:defRPr>
            </a:lvl4pPr>
            <a:lvl5pPr algn="l">
              <a:buNone/>
              <a:defRPr sz="2550" b="1">
                <a:solidFill>
                  <a:srgbClr val="081426"/>
                </a:solidFill>
                <a:latin typeface="Microsoft YaHei"/>
                <a:ea typeface="Microsoft YaHei"/>
                <a:cs typeface="Microsoft YaHei"/>
              </a:defRPr>
            </a:lvl5pPr>
            <a:lvl6pPr algn="l">
              <a:buNone/>
              <a:defRPr sz="2550" b="1">
                <a:solidFill>
                  <a:srgbClr val="081426"/>
                </a:solidFill>
                <a:latin typeface="Microsoft YaHei"/>
                <a:ea typeface="Microsoft YaHei"/>
                <a:cs typeface="Microsoft YaHei"/>
              </a:defRPr>
            </a:lvl6pPr>
            <a:lvl7pPr algn="l">
              <a:buNone/>
              <a:defRPr sz="2550" b="1">
                <a:solidFill>
                  <a:srgbClr val="081426"/>
                </a:solidFill>
                <a:latin typeface="Microsoft YaHei"/>
                <a:ea typeface="Microsoft YaHei"/>
                <a:cs typeface="Microsoft YaHei"/>
              </a:defRPr>
            </a:lvl7pPr>
            <a:lvl8pPr algn="l">
              <a:buNone/>
              <a:defRPr sz="2550" b="1">
                <a:solidFill>
                  <a:srgbClr val="081426"/>
                </a:solidFill>
                <a:latin typeface="Microsoft YaHei"/>
                <a:ea typeface="Microsoft YaHei"/>
                <a:cs typeface="Microsoft YaHei"/>
              </a:defRPr>
            </a:lvl8pPr>
            <a:lvl9pPr algn="l">
              <a:buNone/>
              <a:defRPr sz="2550" b="1">
                <a:solidFill>
                  <a:srgbClr val="081426"/>
                </a:solidFill>
                <a:latin typeface="Microsoft YaHei"/>
                <a:ea typeface="Microsoft YaHei"/>
                <a:cs typeface="Microsoft YaHei"/>
              </a:defRPr>
            </a:lvl9pPr>
          </a:lstStyle>
          <a:p xmlns:a="http://schemas.openxmlformats.org/drawingml/2006/main">
            <a:pPr algn="l">
              <a:lnSpc>
                <a:spcPct val="104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订阅、位置与执行：概念关系和号码设置流程</a:t>
            </a:r>
          </a:p>
        </p:txBody>
      </p:sp>
      <p:sp>
        <p:nvSpPr>
          <p:cNvPr id="5" name="flow-nav-0">
            <ns0:hlinkClick xmlns:ns0="http://schemas.openxmlformats.org/drawingml/2006/main" xmlns:ns1="http://schemas.openxmlformats.org/officeDocument/2006/relationships" ns1:id="rIdCompareNav0" action="ppaction://hlinksldjump" tooltip="概念图：概念总览"/>
            <a:extLst xmlns:a="http://schemas.openxmlformats.org/drawingml/2006/main">
              <a:ext uri="{FF2B5EF4-FFF2-40B4-BE49-F238E27FC236}">
                <a16:creationId xmlns:a16="http://schemas.microsoft.com/office/drawing/2014/main" id="{70C83A51-34B2-4450-AF96-FDA23BE3AF78}"/>
              </a:ext>
            </a:extLst>
          </p:cNvPr>
          <p:cNvSpPr>
            <a:spLocks xmlns:a="http://schemas.openxmlformats.org/drawingml/2006/main" noGrp="1"/>
          </p:cNvSpPr>
          <p:nvPr/>
        </p:nvSpPr>
        <p:spPr>
          <a:xfrm xmlns:a="http://schemas.openxmlformats.org/drawingml/2006/main">
            <a:off x="495300" y="1104900"/>
            <a:ext cx="971550"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buNone/>
              <a:defRPr sz="1275" b="1">
                <a:solidFill>
                  <a:srgbClr val="FFFFFF"/>
                </a:solidFill>
                <a:latin typeface="Microsoft YaHei"/>
                <a:ea typeface="Microsoft YaHei"/>
                <a:cs typeface="Microsoft YaHei"/>
              </a:defRPr>
            </a:lvl1pPr>
            <a:lvl2pPr algn="ctr">
              <a:buNone/>
              <a:defRPr sz="1275" b="1">
                <a:solidFill>
                  <a:srgbClr val="FFFFFF"/>
                </a:solidFill>
                <a:latin typeface="Microsoft YaHei"/>
                <a:ea typeface="Microsoft YaHei"/>
                <a:cs typeface="Microsoft YaHei"/>
              </a:defRPr>
            </a:lvl2pPr>
            <a:lvl3pPr algn="ctr">
              <a:buNone/>
              <a:defRPr sz="1275" b="1">
                <a:solidFill>
                  <a:srgbClr val="FFFFFF"/>
                </a:solidFill>
                <a:latin typeface="Microsoft YaHei"/>
                <a:ea typeface="Microsoft YaHei"/>
                <a:cs typeface="Microsoft YaHei"/>
              </a:defRPr>
            </a:lvl3pPr>
            <a:lvl4pPr algn="ctr">
              <a:buNone/>
              <a:defRPr sz="1275" b="1">
                <a:solidFill>
                  <a:srgbClr val="FFFFFF"/>
                </a:solidFill>
                <a:latin typeface="Microsoft YaHei"/>
                <a:ea typeface="Microsoft YaHei"/>
                <a:cs typeface="Microsoft YaHei"/>
              </a:defRPr>
            </a:lvl4pPr>
            <a:lvl5pPr algn="ctr">
              <a:buNone/>
              <a:defRPr sz="1275" b="1">
                <a:solidFill>
                  <a:srgbClr val="FFFFFF"/>
                </a:solidFill>
                <a:latin typeface="Microsoft YaHei"/>
                <a:ea typeface="Microsoft YaHei"/>
                <a:cs typeface="Microsoft YaHei"/>
              </a:defRPr>
            </a:lvl5pPr>
            <a:lvl6pPr algn="ctr">
              <a:buNone/>
              <a:defRPr sz="1275" b="1">
                <a:solidFill>
                  <a:srgbClr val="FFFFFF"/>
                </a:solidFill>
                <a:latin typeface="Microsoft YaHei"/>
                <a:ea typeface="Microsoft YaHei"/>
                <a:cs typeface="Microsoft YaHei"/>
              </a:defRPr>
            </a:lvl6pPr>
            <a:lvl7pPr algn="ctr">
              <a:buNone/>
              <a:defRPr sz="1275" b="1">
                <a:solidFill>
                  <a:srgbClr val="FFFFFF"/>
                </a:solidFill>
                <a:latin typeface="Microsoft YaHei"/>
                <a:ea typeface="Microsoft YaHei"/>
                <a:cs typeface="Microsoft YaHei"/>
              </a:defRPr>
            </a:lvl7pPr>
            <a:lvl8pPr algn="ctr">
              <a:buNone/>
              <a:defRPr sz="1275" b="1">
                <a:solidFill>
                  <a:srgbClr val="FFFFFF"/>
                </a:solidFill>
                <a:latin typeface="Microsoft YaHei"/>
                <a:ea typeface="Microsoft YaHei"/>
                <a:cs typeface="Microsoft YaHei"/>
              </a:defRPr>
            </a:lvl8pPr>
            <a:lvl9pPr algn="ctr">
              <a:buNone/>
              <a:defRPr sz="1275" b="1">
                <a:solidFill>
                  <a:srgbClr val="FFFFFF"/>
                </a:solidFill>
                <a:latin typeface="Microsoft YaHei"/>
                <a:ea typeface="Microsoft YaHei"/>
                <a:cs typeface="Microsoft YaHei"/>
              </a:defRPr>
            </a:lvl9pPr>
          </a:lstStyle>
          <a:p xmlns:a="http://schemas.openxmlformats.org/drawingml/2006/main">
            <a:pPr algn="ctr">
              <a:buNone/>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概念总览</a:t>
            </a:r>
          </a:p>
        </p:txBody>
      </p:sp>
      <p:sp>
        <p:nvSpPr>
          <p:cNvPr id="6" name="flow-nav-1">
            <ns0:hlinkClick xmlns:ns0="http://schemas.openxmlformats.org/drawingml/2006/main" xmlns:ns1="http://schemas.openxmlformats.org/officeDocument/2006/relationships" ns1:id="rIdCompareNav1" action="ppaction://hlinksldjump" tooltip="概念图：① 受理"/>
            <a:extLst xmlns:a="http://schemas.openxmlformats.org/drawingml/2006/main">
              <a:ext uri="{FF2B5EF4-FFF2-40B4-BE49-F238E27FC236}">
                <a16:creationId xmlns:a16="http://schemas.microsoft.com/office/drawing/2014/main" id="{C684F1CA-2E1B-4A64-A699-466ABA9D41BE}"/>
              </a:ext>
            </a:extLst>
          </p:cNvPr>
          <p:cNvSpPr>
            <a:spLocks xmlns:a="http://schemas.openxmlformats.org/drawingml/2006/main" noGrp="1"/>
          </p:cNvSpPr>
          <p:nvPr/>
        </p:nvSpPr>
        <p:spPr>
          <a:xfrm xmlns:a="http://schemas.openxmlformats.org/drawingml/2006/main">
            <a:off x="15430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① 受理</a:t>
            </a:r>
          </a:p>
        </p:txBody>
      </p:sp>
      <p:sp>
        <p:nvSpPr>
          <p:cNvPr id="7" name="flow-nav-2">
            <ns0:hlinkClick xmlns:ns0="http://schemas.openxmlformats.org/drawingml/2006/main" xmlns:ns1="http://schemas.openxmlformats.org/officeDocument/2006/relationships" ns1:id="rIdCompareNav2" action="ppaction://hlinksldjump" tooltip="概念图：② 目标"/>
            <a:extLst xmlns:a="http://schemas.openxmlformats.org/drawingml/2006/main">
              <a:ext uri="{FF2B5EF4-FFF2-40B4-BE49-F238E27FC236}">
                <a16:creationId xmlns:a16="http://schemas.microsoft.com/office/drawing/2014/main" id="{2CDA931D-21D1-434B-B44C-1A7AD53DD90B}"/>
              </a:ext>
            </a:extLst>
          </p:cNvPr>
          <p:cNvSpPr>
            <a:spLocks xmlns:a="http://schemas.openxmlformats.org/drawingml/2006/main" noGrp="1"/>
          </p:cNvSpPr>
          <p:nvPr/>
        </p:nvSpPr>
        <p:spPr>
          <a:xfrm xmlns:a="http://schemas.openxmlformats.org/drawingml/2006/main">
            <a:off x="25146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② 目标</a:t>
            </a:r>
          </a:p>
        </p:txBody>
      </p:sp>
      <p:sp>
        <p:nvSpPr>
          <p:cNvPr id="8" name="flow-nav-3">
            <ns0:hlinkClick xmlns:ns0="http://schemas.openxmlformats.org/drawingml/2006/main" xmlns:ns1="http://schemas.openxmlformats.org/officeDocument/2006/relationships" ns1:id="rIdCompareNav3" action="ppaction://hlinksldjump" tooltip="概念图：③ 关联"/>
            <a:extLst xmlns:a="http://schemas.openxmlformats.org/drawingml/2006/main">
              <a:ext uri="{FF2B5EF4-FFF2-40B4-BE49-F238E27FC236}">
                <a16:creationId xmlns:a16="http://schemas.microsoft.com/office/drawing/2014/main" id="{11150E60-1EA9-4041-80BD-18ED1FA12E30}"/>
              </a:ext>
            </a:extLst>
          </p:cNvPr>
          <p:cNvSpPr>
            <a:spLocks xmlns:a="http://schemas.openxmlformats.org/drawingml/2006/main" noGrp="1"/>
          </p:cNvSpPr>
          <p:nvPr/>
        </p:nvSpPr>
        <p:spPr>
          <a:xfrm xmlns:a="http://schemas.openxmlformats.org/drawingml/2006/main">
            <a:off x="34861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③ 关联</a:t>
            </a:r>
          </a:p>
        </p:txBody>
      </p:sp>
      <p:sp>
        <p:nvSpPr>
          <p:cNvPr id="9" name="flow-nav-4">
            <ns0:hlinkClick xmlns:ns0="http://schemas.openxmlformats.org/drawingml/2006/main" xmlns:ns1="http://schemas.openxmlformats.org/officeDocument/2006/relationships" ns1:id="rIdCompareNav4" action="ppaction://hlinksldjump" tooltip="概念图：④ 写卡"/>
            <a:extLst xmlns:a="http://schemas.openxmlformats.org/drawingml/2006/main">
              <a:ext uri="{FF2B5EF4-FFF2-40B4-BE49-F238E27FC236}">
                <a16:creationId xmlns:a16="http://schemas.microsoft.com/office/drawing/2014/main" id="{D64A61DB-978C-4F35-905E-D9812A52DD29}"/>
              </a:ext>
            </a:extLst>
          </p:cNvPr>
          <p:cNvSpPr>
            <a:spLocks xmlns:a="http://schemas.openxmlformats.org/drawingml/2006/main" noGrp="1"/>
          </p:cNvSpPr>
          <p:nvPr/>
        </p:nvSpPr>
        <p:spPr>
          <a:xfrm xmlns:a="http://schemas.openxmlformats.org/drawingml/2006/main">
            <a:off x="44577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④ 写卡</a:t>
            </a:r>
          </a:p>
        </p:txBody>
      </p:sp>
      <p:sp>
        <p:nvSpPr>
          <p:cNvPr id="10" name="flow-nav-5">
            <ns0:hlinkClick xmlns:ns0="http://schemas.openxmlformats.org/drawingml/2006/main" xmlns:ns1="http://schemas.openxmlformats.org/officeDocument/2006/relationships" ns1:id="rIdCompareNav5" action="ppaction://hlinksldjump" tooltip="概念图：⑤ 准入"/>
            <a:extLst xmlns:a="http://schemas.openxmlformats.org/drawingml/2006/main">
              <a:ext uri="{FF2B5EF4-FFF2-40B4-BE49-F238E27FC236}">
                <a16:creationId xmlns:a16="http://schemas.microsoft.com/office/drawing/2014/main" id="{DA32FB72-2219-46F7-B017-493F0C9A0B7B}"/>
              </a:ext>
            </a:extLst>
          </p:cNvPr>
          <p:cNvSpPr>
            <a:spLocks xmlns:a="http://schemas.openxmlformats.org/drawingml/2006/main" noGrp="1"/>
          </p:cNvSpPr>
          <p:nvPr/>
        </p:nvSpPr>
        <p:spPr>
          <a:xfrm xmlns:a="http://schemas.openxmlformats.org/drawingml/2006/main">
            <a:off x="54292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⑤ 准入</a:t>
            </a:r>
          </a:p>
        </p:txBody>
      </p:sp>
      <p:sp>
        <p:nvSpPr>
          <p:cNvPr id="11" name="flow-nav-6">
            <ns0:hlinkClick xmlns:ns0="http://schemas.openxmlformats.org/drawingml/2006/main" xmlns:ns1="http://schemas.openxmlformats.org/officeDocument/2006/relationships" ns1:id="rIdCompareNav6" action="ppaction://hlinksldjump" tooltip="概念图：⑥ 账户"/>
            <a:extLst xmlns:a="http://schemas.openxmlformats.org/drawingml/2006/main">
              <a:ext uri="{FF2B5EF4-FFF2-40B4-BE49-F238E27FC236}">
                <a16:creationId xmlns:a16="http://schemas.microsoft.com/office/drawing/2014/main" id="{79D1A28C-573A-4CA7-A573-4B25754E0BB1}"/>
              </a:ext>
            </a:extLst>
          </p:cNvPr>
          <p:cNvSpPr>
            <a:spLocks xmlns:a="http://schemas.openxmlformats.org/drawingml/2006/main" noGrp="1"/>
          </p:cNvSpPr>
          <p:nvPr/>
        </p:nvSpPr>
        <p:spPr>
          <a:xfrm xmlns:a="http://schemas.openxmlformats.org/drawingml/2006/main">
            <a:off x="64008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⑥ 账户</a:t>
            </a:r>
          </a:p>
        </p:txBody>
      </p:sp>
      <p:sp>
        <p:nvSpPr>
          <p:cNvPr id="12" name="flow-nav-7">
            <ns0:hlinkClick xmlns:ns0="http://schemas.openxmlformats.org/drawingml/2006/main" xmlns:ns1="http://schemas.openxmlformats.org/officeDocument/2006/relationships" ns1:id="rIdCompareNav7" action="ppaction://hlinksldjump" tooltip="概念图：⑦ 完成"/>
            <a:extLst xmlns:a="http://schemas.openxmlformats.org/drawingml/2006/main">
              <a:ext uri="{FF2B5EF4-FFF2-40B4-BE49-F238E27FC236}">
                <a16:creationId xmlns:a16="http://schemas.microsoft.com/office/drawing/2014/main" id="{9055EFBA-1538-4993-A429-23256D67DA88}"/>
              </a:ext>
            </a:extLst>
          </p:cNvPr>
          <p:cNvSpPr>
            <a:spLocks xmlns:a="http://schemas.openxmlformats.org/drawingml/2006/main" noGrp="1"/>
          </p:cNvSpPr>
          <p:nvPr/>
        </p:nvSpPr>
        <p:spPr>
          <a:xfrm xmlns:a="http://schemas.openxmlformats.org/drawingml/2006/main">
            <a:off x="73723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⑦ 完成</a:t>
            </a:r>
          </a:p>
        </p:txBody>
      </p:sp>
      <p:sp>
        <p:nvSpPr>
          <p:cNvPr id="13" name="flow-nav-8">
            <ns0:hlinkClick xmlns:ns0="http://schemas.openxmlformats.org/drawingml/2006/main" xmlns:ns1="http://schemas.openxmlformats.org/officeDocument/2006/relationships" ns1:id="rIdCompareNav8" action="ppaction://hlinksldjump" tooltip="概念图：失败 / 迟到"/>
            <a:extLst xmlns:a="http://schemas.openxmlformats.org/drawingml/2006/main">
              <a:ext uri="{FF2B5EF4-FFF2-40B4-BE49-F238E27FC236}">
                <a16:creationId xmlns:a16="http://schemas.microsoft.com/office/drawing/2014/main" id="{D6A69C2A-E8B6-4355-A918-5E9790175D50}"/>
              </a:ext>
            </a:extLst>
          </p:cNvPr>
          <p:cNvSpPr>
            <a:spLocks xmlns:a="http://schemas.openxmlformats.org/drawingml/2006/main" noGrp="1"/>
          </p:cNvSpPr>
          <p:nvPr/>
        </p:nvSpPr>
        <p:spPr>
          <a:xfrm xmlns:a="http://schemas.openxmlformats.org/drawingml/2006/main">
            <a:off x="8343900" y="1104900"/>
            <a:ext cx="11049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失败 / 迟到</a:t>
            </a:r>
          </a:p>
        </p:txBody>
      </p:sp>
      <p:sp>
        <p:nvSpPr>
          <p:cNvPr id="14" name="flow-prev">
            <ns0:hlinkClick xmlns:ns0="http://schemas.openxmlformats.org/drawingml/2006/main" xmlns:ns1="http://schemas.openxmlformats.org/officeDocument/2006/relationships" ns1:id="rIdCompareNav9" action="ppaction://hlinksldjump" tooltip="上一步"/>
            <a:extLst xmlns:a="http://schemas.openxmlformats.org/drawingml/2006/main">
              <a:ext uri="{FF2B5EF4-FFF2-40B4-BE49-F238E27FC236}">
                <a16:creationId xmlns:a16="http://schemas.microsoft.com/office/drawing/2014/main" id="{61BC8612-C70D-4354-B585-2397B2EA1DEA}"/>
              </a:ext>
            </a:extLst>
          </p:cNvPr>
          <p:cNvSpPr>
            <a:spLocks xmlns:a="http://schemas.openxmlformats.org/drawingml/2006/main" noGrp="1"/>
          </p:cNvSpPr>
          <p:nvPr/>
        </p:nvSpPr>
        <p:spPr>
          <a:xfrm xmlns:a="http://schemas.openxmlformats.org/drawingml/2006/main">
            <a:off x="95440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5" name="flow-next">
            <ns0:hlinkClick xmlns:ns0="http://schemas.openxmlformats.org/drawingml/2006/main" xmlns:ns1="http://schemas.openxmlformats.org/officeDocument/2006/relationships" ns1:id="rIdCompareNav10" action="ppaction://hlinksldjump" tooltip="下一步"/>
            <a:extLst xmlns:a="http://schemas.openxmlformats.org/drawingml/2006/main">
              <a:ext uri="{FF2B5EF4-FFF2-40B4-BE49-F238E27FC236}">
                <a16:creationId xmlns:a16="http://schemas.microsoft.com/office/drawing/2014/main" id="{815FA8EE-F168-41B2-988F-1F35E7B59FAA}"/>
              </a:ext>
            </a:extLst>
          </p:cNvPr>
          <p:cNvSpPr>
            <a:spLocks xmlns:a="http://schemas.openxmlformats.org/drawingml/2006/main" noGrp="1"/>
          </p:cNvSpPr>
          <p:nvPr/>
        </p:nvSpPr>
        <p:spPr>
          <a:xfrm xmlns:a="http://schemas.openxmlformats.org/drawingml/2006/main">
            <a:off x="102298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16" name="flow-body">
            <ns0:hlinkClick xmlns:ns0="http://schemas.openxmlformats.org/drawingml/2006/main" xmlns:ns1="http://schemas.openxmlformats.org/officeDocument/2006/relationships" ns1:id="rIdCompareNav11" action="ppaction://hlinksldjump" tooltip="返回正文"/>
            <a:extLst xmlns:a="http://schemas.openxmlformats.org/drawingml/2006/main">
              <a:ext uri="{FF2B5EF4-FFF2-40B4-BE49-F238E27FC236}">
                <a16:creationId xmlns:a16="http://schemas.microsoft.com/office/drawing/2014/main" id="{561C0028-7369-4DF4-BDB9-46D55F09CCAC}"/>
              </a:ext>
            </a:extLst>
          </p:cNvPr>
          <p:cNvSpPr>
            <a:spLocks xmlns:a="http://schemas.openxmlformats.org/drawingml/2006/main" noGrp="1"/>
          </p:cNvSpPr>
          <p:nvPr/>
        </p:nvSpPr>
        <p:spPr>
          <a:xfrm xmlns:a="http://schemas.openxmlformats.org/drawingml/2006/main">
            <a:off x="10915650" y="1104900"/>
            <a:ext cx="7810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返回正文</a:t>
            </a:r>
          </a:p>
        </p:txBody>
      </p:sp>
      <p:sp>
        <p:nvSpPr>
          <p:cNvPr id="17" name="step-summary">
            <a:extLst xmlns:a="http://schemas.openxmlformats.org/drawingml/2006/main">
              <a:ext uri="{FF2B5EF4-FFF2-40B4-BE49-F238E27FC236}">
                <a16:creationId xmlns:a16="http://schemas.microsoft.com/office/drawing/2014/main" id="{E9E33452-4B80-48C0-AD15-F5CE2AF8D46C}"/>
              </a:ext>
            </a:extLst>
          </p:cNvPr>
          <p:cNvSpPr>
            <a:spLocks xmlns:a="http://schemas.openxmlformats.org/drawingml/2006/main" noGrp="1"/>
          </p:cNvSpPr>
          <p:nvPr/>
        </p:nvSpPr>
        <p:spPr>
          <a:xfrm xmlns:a="http://schemas.openxmlformats.org/drawingml/2006/main">
            <a:off x="495300" y="15144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04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概念总览：Subscription 确定操作谁，Binding 确定当前连接，Session / Request 判断结果是否仍可接纳。</a:t>
            </a:r>
          </a:p>
        </p:txBody>
      </p:sp>
      <p:sp>
        <p:nvSpPr>
          <p:cNvPr id="18" name="header-rule">
            <a:extLst xmlns:a="http://schemas.openxmlformats.org/drawingml/2006/main">
              <a:ext uri="{FF2B5EF4-FFF2-40B4-BE49-F238E27FC236}">
                <a16:creationId xmlns:a16="http://schemas.microsoft.com/office/drawing/2014/main" id="{C778DDA3-E391-45A6-B757-E45B34675A52}"/>
              </a:ext>
            </a:extLst>
          </p:cNvPr>
          <p:cNvSpPr>
            <a:spLocks xmlns:a="http://schemas.openxmlformats.org/drawingml/2006/main" noGrp="1"/>
          </p:cNvSpPr>
          <p:nvPr/>
        </p:nvSpPr>
        <p:spPr>
          <a:xfrm xmlns:a="http://schemas.openxmlformats.org/drawingml/2006/main">
            <a:off x="495300" y="1924050"/>
            <a:ext cx="11201400" cy="10478"/>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9" name="relation-role-subscription">
            <a:extLst xmlns:a="http://schemas.openxmlformats.org/drawingml/2006/main">
              <a:ext uri="{FF2B5EF4-FFF2-40B4-BE49-F238E27FC236}">
                <a16:creationId xmlns:a16="http://schemas.microsoft.com/office/drawing/2014/main" id="{14456FEA-915A-4449-AE32-271BC04F452F}"/>
              </a:ext>
            </a:extLst>
          </p:cNvPr>
          <p:cNvSpPr>
            <a:spLocks xmlns:a="http://schemas.openxmlformats.org/drawingml/2006/main" noGrp="1"/>
          </p:cNvSpPr>
          <p:nvPr/>
        </p:nvSpPr>
        <p:spPr>
          <a:xfrm xmlns:a="http://schemas.openxmlformats.org/drawingml/2006/main">
            <a:off x="3543300" y="24431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20" name="arrow-0">
            <a:extLst xmlns:a="http://schemas.openxmlformats.org/drawingml/2006/main">
              <a:ext uri="{FF2B5EF4-FFF2-40B4-BE49-F238E27FC236}">
                <a16:creationId xmlns:a16="http://schemas.microsoft.com/office/drawing/2014/main" id="{5A6421FB-ACA6-4017-9862-8F38ABEA981F}"/>
              </a:ext>
            </a:extLst>
          </p:cNvPr>
          <p:cNvSpPr>
            <a:spLocks xmlns:a="http://schemas.openxmlformats.org/drawingml/2006/main" noGrp="1"/>
          </p:cNvSpPr>
          <p:nvPr/>
        </p:nvSpPr>
        <p:spPr>
          <a:xfrm xmlns:a="http://schemas.openxmlformats.org/drawingml/2006/main">
            <a:off x="4505325" y="24145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21" name="relation-label-0">
            <a:extLst xmlns:a="http://schemas.openxmlformats.org/drawingml/2006/main">
              <a:ext uri="{FF2B5EF4-FFF2-40B4-BE49-F238E27FC236}">
                <a16:creationId xmlns:a16="http://schemas.microsoft.com/office/drawing/2014/main" id="{25FA12A8-7AF7-4202-A8D0-1774F5788057}"/>
              </a:ext>
            </a:extLst>
          </p:cNvPr>
          <p:cNvSpPr>
            <a:spLocks xmlns:a="http://schemas.openxmlformats.org/drawingml/2006/main" noGrp="1"/>
          </p:cNvSpPr>
          <p:nvPr/>
        </p:nvSpPr>
        <p:spPr>
          <a:xfrm xmlns:a="http://schemas.openxmlformats.org/drawingml/2006/main">
            <a:off x="3705225" y="2238375"/>
            <a:ext cx="7048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选择</a:t>
            </a:r>
          </a:p>
        </p:txBody>
      </p:sp>
      <p:sp>
        <p:nvSpPr>
          <p:cNvPr id="22" name="relation-operation-subscription">
            <a:extLst xmlns:a="http://schemas.openxmlformats.org/drawingml/2006/main">
              <a:ext uri="{FF2B5EF4-FFF2-40B4-BE49-F238E27FC236}">
                <a16:creationId xmlns:a16="http://schemas.microsoft.com/office/drawing/2014/main" id="{002FEA3B-9475-457C-A770-700796E52AE9}"/>
              </a:ext>
            </a:extLst>
          </p:cNvPr>
          <p:cNvSpPr>
            <a:spLocks xmlns:a="http://schemas.openxmlformats.org/drawingml/2006/main" noGrp="1"/>
          </p:cNvSpPr>
          <p:nvPr/>
        </p:nvSpPr>
        <p:spPr>
          <a:xfrm xmlns:a="http://schemas.openxmlformats.org/drawingml/2006/main">
            <a:off x="7620000" y="2443163"/>
            <a:ext cx="1028700" cy="9525"/>
          </a:xfrm>
          <a:custGeom xmlns:a="http://schemas.openxmlformats.org/drawingml/2006/main">
            <a:pathLst>
              <a:path w="1028700" h="9525">
                <a:moveTo>
                  <a:pt x="1028700" y="4763"/>
                </a:moveTo>
                <a:lnTo>
                  <a:pt x="0" y="4763"/>
                </a:lnTo>
              </a:path>
            </a:pathLst>
          </a:custGeom>
          <a:noFill xmlns:a="http://schemas.openxmlformats.org/drawingml/2006/main"/>
          <a:ln xmlns:a="http://schemas.openxmlformats.org/drawingml/2006/main" w="11430">
            <a:solidFill>
              <a:srgbClr val="ABBBCB"/>
            </a:solidFill>
            <a:prstDash val="solid"/>
          </a:ln>
        </p:spPr>
      </p:sp>
      <p:sp>
        <p:nvSpPr>
          <p:cNvPr id="23" name="arrow-1">
            <a:extLst xmlns:a="http://schemas.openxmlformats.org/drawingml/2006/main">
              <a:ext uri="{FF2B5EF4-FFF2-40B4-BE49-F238E27FC236}">
                <a16:creationId xmlns:a16="http://schemas.microsoft.com/office/drawing/2014/main" id="{CD95BC32-1222-4F71-870A-C8710779B45B}"/>
              </a:ext>
            </a:extLst>
          </p:cNvPr>
          <p:cNvSpPr>
            <a:spLocks xmlns:a="http://schemas.openxmlformats.org/drawingml/2006/main" noGrp="1"/>
          </p:cNvSpPr>
          <p:nvPr/>
        </p:nvSpPr>
        <p:spPr>
          <a:xfrm xmlns:a="http://schemas.openxmlformats.org/drawingml/2006/main">
            <a:off x="76200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24" name="relation-label-1">
            <a:extLst xmlns:a="http://schemas.openxmlformats.org/drawingml/2006/main">
              <a:ext uri="{FF2B5EF4-FFF2-40B4-BE49-F238E27FC236}">
                <a16:creationId xmlns:a16="http://schemas.microsoft.com/office/drawing/2014/main" id="{DC74832C-9CFF-4203-B577-119EA97DA911}"/>
              </a:ext>
            </a:extLst>
          </p:cNvPr>
          <p:cNvSpPr>
            <a:spLocks xmlns:a="http://schemas.openxmlformats.org/drawingml/2006/main" noGrp="1"/>
          </p:cNvSpPr>
          <p:nvPr/>
        </p:nvSpPr>
        <p:spPr>
          <a:xfrm xmlns:a="http://schemas.openxmlformats.org/drawingml/2006/main">
            <a:off x="7772400" y="2238375"/>
            <a:ext cx="7239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目标</a:t>
            </a:r>
          </a:p>
        </p:txBody>
      </p:sp>
      <p:sp>
        <p:nvSpPr>
          <p:cNvPr id="25" name="relation-subscription-binding">
            <a:extLst xmlns:a="http://schemas.openxmlformats.org/drawingml/2006/main">
              <a:ext uri="{FF2B5EF4-FFF2-40B4-BE49-F238E27FC236}">
                <a16:creationId xmlns:a16="http://schemas.microsoft.com/office/drawing/2014/main" id="{D6EC7F8C-66CC-445F-9010-99C3F5614733}"/>
              </a:ext>
            </a:extLst>
          </p:cNvPr>
          <p:cNvSpPr>
            <a:spLocks xmlns:a="http://schemas.openxmlformats.org/drawingml/2006/main" noGrp="1"/>
          </p:cNvSpPr>
          <p:nvPr/>
        </p:nvSpPr>
        <p:spPr>
          <a:xfrm xmlns:a="http://schemas.openxmlformats.org/drawingml/2006/main">
            <a:off x="60912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26" name="arrow-2">
            <a:extLst xmlns:a="http://schemas.openxmlformats.org/drawingml/2006/main">
              <a:ext uri="{FF2B5EF4-FFF2-40B4-BE49-F238E27FC236}">
                <a16:creationId xmlns:a16="http://schemas.microsoft.com/office/drawing/2014/main" id="{568F888D-F604-4F39-A0F7-C914A324E8E1}"/>
              </a:ext>
            </a:extLst>
          </p:cNvPr>
          <p:cNvSpPr>
            <a:spLocks xmlns:a="http://schemas.openxmlformats.org/drawingml/2006/main" noGrp="1"/>
          </p:cNvSpPr>
          <p:nvPr/>
        </p:nvSpPr>
        <p:spPr>
          <a:xfrm xmlns:a="http://schemas.openxmlformats.org/drawingml/2006/main">
            <a:off x="60626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27" name="relation-label-2">
            <a:extLst xmlns:a="http://schemas.openxmlformats.org/drawingml/2006/main">
              <a:ext uri="{FF2B5EF4-FFF2-40B4-BE49-F238E27FC236}">
                <a16:creationId xmlns:a16="http://schemas.microsoft.com/office/drawing/2014/main" id="{81250C5D-F551-41A6-A3C4-2DBE52304FBC}"/>
              </a:ext>
            </a:extLst>
          </p:cNvPr>
          <p:cNvSpPr>
            <a:spLocks xmlns:a="http://schemas.openxmlformats.org/drawingml/2006/main" noGrp="1"/>
          </p:cNvSpPr>
          <p:nvPr/>
        </p:nvSpPr>
        <p:spPr>
          <a:xfrm xmlns:a="http://schemas.openxmlformats.org/drawingml/2006/main">
            <a:off x="6181725" y="28956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当前绑定</a:t>
            </a:r>
          </a:p>
        </p:txBody>
      </p:sp>
      <p:sp>
        <p:nvSpPr>
          <p:cNvPr id="28" name="relation-euicc-profile">
            <a:extLst xmlns:a="http://schemas.openxmlformats.org/drawingml/2006/main">
              <a:ext uri="{FF2B5EF4-FFF2-40B4-BE49-F238E27FC236}">
                <a16:creationId xmlns:a16="http://schemas.microsoft.com/office/drawing/2014/main" id="{132C52D6-3CC8-49CE-8AF4-A3B6C714D993}"/>
              </a:ext>
            </a:extLst>
          </p:cNvPr>
          <p:cNvSpPr>
            <a:spLocks xmlns:a="http://schemas.openxmlformats.org/drawingml/2006/main" noGrp="1"/>
          </p:cNvSpPr>
          <p:nvPr/>
        </p:nvSpPr>
        <p:spPr>
          <a:xfrm xmlns:a="http://schemas.openxmlformats.org/drawingml/2006/main">
            <a:off x="20145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29" name="arrow-3">
            <a:extLst xmlns:a="http://schemas.openxmlformats.org/drawingml/2006/main">
              <a:ext uri="{FF2B5EF4-FFF2-40B4-BE49-F238E27FC236}">
                <a16:creationId xmlns:a16="http://schemas.microsoft.com/office/drawing/2014/main" id="{D8B02FA8-AF3F-4003-B4C3-FF1C3B34EC5D}"/>
              </a:ext>
            </a:extLst>
          </p:cNvPr>
          <p:cNvSpPr>
            <a:spLocks xmlns:a="http://schemas.openxmlformats.org/drawingml/2006/main" noGrp="1"/>
          </p:cNvSpPr>
          <p:nvPr/>
        </p:nvSpPr>
        <p:spPr>
          <a:xfrm xmlns:a="http://schemas.openxmlformats.org/drawingml/2006/main">
            <a:off x="19859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0" name="relation-label-3">
            <a:extLst xmlns:a="http://schemas.openxmlformats.org/drawingml/2006/main">
              <a:ext uri="{FF2B5EF4-FFF2-40B4-BE49-F238E27FC236}">
                <a16:creationId xmlns:a16="http://schemas.microsoft.com/office/drawing/2014/main" id="{EFE100BC-9548-42F8-942E-9919D53BEA71}"/>
              </a:ext>
            </a:extLst>
          </p:cNvPr>
          <p:cNvSpPr>
            <a:spLocks xmlns:a="http://schemas.openxmlformats.org/drawingml/2006/main" noGrp="1"/>
          </p:cNvSpPr>
          <p:nvPr/>
        </p:nvSpPr>
        <p:spPr>
          <a:xfrm xmlns:a="http://schemas.openxmlformats.org/drawingml/2006/main">
            <a:off x="2124075" y="3962400"/>
            <a:ext cx="8763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容纳配置</a:t>
            </a:r>
          </a:p>
        </p:txBody>
      </p:sp>
      <p:sp>
        <p:nvSpPr>
          <p:cNvPr id="31" name="relation-profile-port">
            <a:extLst xmlns:a="http://schemas.openxmlformats.org/drawingml/2006/main">
              <a:ext uri="{FF2B5EF4-FFF2-40B4-BE49-F238E27FC236}">
                <a16:creationId xmlns:a16="http://schemas.microsoft.com/office/drawing/2014/main" id="{6AD3D4B7-3462-416C-993B-96C457E1A2FD}"/>
              </a:ext>
            </a:extLst>
          </p:cNvPr>
          <p:cNvSpPr>
            <a:spLocks xmlns:a="http://schemas.openxmlformats.org/drawingml/2006/main" noGrp="1"/>
          </p:cNvSpPr>
          <p:nvPr/>
        </p:nvSpPr>
        <p:spPr>
          <a:xfrm xmlns:a="http://schemas.openxmlformats.org/drawingml/2006/main">
            <a:off x="20145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32" name="arrow-4">
            <a:extLst xmlns:a="http://schemas.openxmlformats.org/drawingml/2006/main">
              <a:ext uri="{FF2B5EF4-FFF2-40B4-BE49-F238E27FC236}">
                <a16:creationId xmlns:a16="http://schemas.microsoft.com/office/drawing/2014/main" id="{C59AF159-329A-4CE0-8A21-5BA5C2803796}"/>
              </a:ext>
            </a:extLst>
          </p:cNvPr>
          <p:cNvSpPr>
            <a:spLocks xmlns:a="http://schemas.openxmlformats.org/drawingml/2006/main" noGrp="1"/>
          </p:cNvSpPr>
          <p:nvPr/>
        </p:nvSpPr>
        <p:spPr>
          <a:xfrm xmlns:a="http://schemas.openxmlformats.org/drawingml/2006/main">
            <a:off x="19859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3" name="relation-label-4">
            <a:extLst xmlns:a="http://schemas.openxmlformats.org/drawingml/2006/main">
              <a:ext uri="{FF2B5EF4-FFF2-40B4-BE49-F238E27FC236}">
                <a16:creationId xmlns:a16="http://schemas.microsoft.com/office/drawing/2014/main" id="{1ED25C59-577B-45E0-A800-129B92B18FF4}"/>
              </a:ext>
            </a:extLst>
          </p:cNvPr>
          <p:cNvSpPr>
            <a:spLocks xmlns:a="http://schemas.openxmlformats.org/drawingml/2006/main" noGrp="1"/>
          </p:cNvSpPr>
          <p:nvPr/>
        </p:nvSpPr>
        <p:spPr>
          <a:xfrm xmlns:a="http://schemas.openxmlformats.org/drawingml/2006/main">
            <a:off x="2124075" y="50292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使能于</a:t>
            </a:r>
          </a:p>
        </p:txBody>
      </p:sp>
      <p:sp>
        <p:nvSpPr>
          <p:cNvPr id="34" name="relation-port-slot">
            <a:extLst xmlns:a="http://schemas.openxmlformats.org/drawingml/2006/main">
              <a:ext uri="{FF2B5EF4-FFF2-40B4-BE49-F238E27FC236}">
                <a16:creationId xmlns:a16="http://schemas.microsoft.com/office/drawing/2014/main" id="{84D5BF53-C79B-4C27-8493-703E2AA856B5}"/>
              </a:ext>
            </a:extLst>
          </p:cNvPr>
          <p:cNvSpPr>
            <a:spLocks xmlns:a="http://schemas.openxmlformats.org/drawingml/2006/main" noGrp="1"/>
          </p:cNvSpPr>
          <p:nvPr/>
        </p:nvSpPr>
        <p:spPr>
          <a:xfrm xmlns:a="http://schemas.openxmlformats.org/drawingml/2006/main">
            <a:off x="3543300" y="56435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35" name="arrow-5">
            <a:extLst xmlns:a="http://schemas.openxmlformats.org/drawingml/2006/main">
              <a:ext uri="{FF2B5EF4-FFF2-40B4-BE49-F238E27FC236}">
                <a16:creationId xmlns:a16="http://schemas.microsoft.com/office/drawing/2014/main" id="{F3897D39-5697-47B9-ABB5-C3EF18B33509}"/>
              </a:ext>
            </a:extLst>
          </p:cNvPr>
          <p:cNvSpPr>
            <a:spLocks xmlns:a="http://schemas.openxmlformats.org/drawingml/2006/main" noGrp="1"/>
          </p:cNvSpPr>
          <p:nvPr/>
        </p:nvSpPr>
        <p:spPr>
          <a:xfrm xmlns:a="http://schemas.openxmlformats.org/drawingml/2006/main">
            <a:off x="4505325" y="56149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36" name="relation-label-5">
            <a:extLst xmlns:a="http://schemas.openxmlformats.org/drawingml/2006/main">
              <a:ext uri="{FF2B5EF4-FFF2-40B4-BE49-F238E27FC236}">
                <a16:creationId xmlns:a16="http://schemas.microsoft.com/office/drawing/2014/main" id="{58EB823B-0DF3-4CDF-8987-4B870E23A596}"/>
              </a:ext>
            </a:extLst>
          </p:cNvPr>
          <p:cNvSpPr>
            <a:spLocks xmlns:a="http://schemas.openxmlformats.org/drawingml/2006/main" noGrp="1"/>
          </p:cNvSpPr>
          <p:nvPr/>
        </p:nvSpPr>
        <p:spPr>
          <a:xfrm xmlns:a="http://schemas.openxmlformats.org/drawingml/2006/main">
            <a:off x="3657600" y="54387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映射到</a:t>
            </a:r>
          </a:p>
        </p:txBody>
      </p:sp>
      <p:sp>
        <p:nvSpPr>
          <p:cNvPr id="37" name="relation-binding-session">
            <a:extLst xmlns:a="http://schemas.openxmlformats.org/drawingml/2006/main">
              <a:ext uri="{FF2B5EF4-FFF2-40B4-BE49-F238E27FC236}">
                <a16:creationId xmlns:a16="http://schemas.microsoft.com/office/drawing/2014/main" id="{0DA93A25-0D6A-4643-A275-0492010D341F}"/>
              </a:ext>
            </a:extLst>
          </p:cNvPr>
          <p:cNvSpPr>
            <a:spLocks xmlns:a="http://schemas.openxmlformats.org/drawingml/2006/main" noGrp="1"/>
          </p:cNvSpPr>
          <p:nvPr/>
        </p:nvSpPr>
        <p:spPr>
          <a:xfrm xmlns:a="http://schemas.openxmlformats.org/drawingml/2006/main">
            <a:off x="60912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38" name="arrow-6">
            <a:extLst xmlns:a="http://schemas.openxmlformats.org/drawingml/2006/main">
              <a:ext uri="{FF2B5EF4-FFF2-40B4-BE49-F238E27FC236}">
                <a16:creationId xmlns:a16="http://schemas.microsoft.com/office/drawing/2014/main" id="{4CB7955E-9857-4C7B-9BAA-8BE081F67259}"/>
              </a:ext>
            </a:extLst>
          </p:cNvPr>
          <p:cNvSpPr>
            <a:spLocks xmlns:a="http://schemas.openxmlformats.org/drawingml/2006/main" noGrp="1"/>
          </p:cNvSpPr>
          <p:nvPr/>
        </p:nvSpPr>
        <p:spPr>
          <a:xfrm xmlns:a="http://schemas.openxmlformats.org/drawingml/2006/main">
            <a:off x="60626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9" name="relation-label-6">
            <a:extLst xmlns:a="http://schemas.openxmlformats.org/drawingml/2006/main">
              <a:ext uri="{FF2B5EF4-FFF2-40B4-BE49-F238E27FC236}">
                <a16:creationId xmlns:a16="http://schemas.microsoft.com/office/drawing/2014/main" id="{44B66BDD-494B-4206-8CA1-2CC0EB61ACE1}"/>
              </a:ext>
            </a:extLst>
          </p:cNvPr>
          <p:cNvSpPr>
            <a:spLocks xmlns:a="http://schemas.openxmlformats.org/drawingml/2006/main" noGrp="1"/>
          </p:cNvSpPr>
          <p:nvPr/>
        </p:nvSpPr>
        <p:spPr>
          <a:xfrm xmlns:a="http://schemas.openxmlformats.org/drawingml/2006/main">
            <a:off x="6181725" y="39624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当前应用</a:t>
            </a:r>
          </a:p>
        </p:txBody>
      </p:sp>
      <p:sp>
        <p:nvSpPr>
          <p:cNvPr id="40" name="relation-profile-session">
            <a:extLst xmlns:a="http://schemas.openxmlformats.org/drawingml/2006/main">
              <a:ext uri="{FF2B5EF4-FFF2-40B4-BE49-F238E27FC236}">
                <a16:creationId xmlns:a16="http://schemas.microsoft.com/office/drawing/2014/main" id="{816C6098-CE21-4D6E-828F-F7033C8EFDF7}"/>
              </a:ext>
            </a:extLst>
          </p:cNvPr>
          <p:cNvSpPr>
            <a:spLocks xmlns:a="http://schemas.openxmlformats.org/drawingml/2006/main" noGrp="1"/>
          </p:cNvSpPr>
          <p:nvPr/>
        </p:nvSpPr>
        <p:spPr>
          <a:xfrm xmlns:a="http://schemas.openxmlformats.org/drawingml/2006/main">
            <a:off x="3543300" y="45767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41" name="arrow-7">
            <a:extLst xmlns:a="http://schemas.openxmlformats.org/drawingml/2006/main">
              <a:ext uri="{FF2B5EF4-FFF2-40B4-BE49-F238E27FC236}">
                <a16:creationId xmlns:a16="http://schemas.microsoft.com/office/drawing/2014/main" id="{7DED99B7-660B-4CF4-9EFA-AE3D8A4726D7}"/>
              </a:ext>
            </a:extLst>
          </p:cNvPr>
          <p:cNvSpPr>
            <a:spLocks xmlns:a="http://schemas.openxmlformats.org/drawingml/2006/main" noGrp="1"/>
          </p:cNvSpPr>
          <p:nvPr/>
        </p:nvSpPr>
        <p:spPr>
          <a:xfrm xmlns:a="http://schemas.openxmlformats.org/drawingml/2006/main">
            <a:off x="4505325" y="45481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42" name="relation-label-7">
            <a:extLst xmlns:a="http://schemas.openxmlformats.org/drawingml/2006/main">
              <a:ext uri="{FF2B5EF4-FFF2-40B4-BE49-F238E27FC236}">
                <a16:creationId xmlns:a16="http://schemas.microsoft.com/office/drawing/2014/main" id="{BE0F395F-26A1-41C8-9DB0-13B1A5BD09EF}"/>
              </a:ext>
            </a:extLst>
          </p:cNvPr>
          <p:cNvSpPr>
            <a:spLocks xmlns:a="http://schemas.openxmlformats.org/drawingml/2006/main" noGrp="1"/>
          </p:cNvSpPr>
          <p:nvPr/>
        </p:nvSpPr>
        <p:spPr>
          <a:xfrm xmlns:a="http://schemas.openxmlformats.org/drawingml/2006/main">
            <a:off x="3657600" y="43719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卡应用</a:t>
            </a:r>
          </a:p>
        </p:txBody>
      </p:sp>
      <p:sp>
        <p:nvSpPr>
          <p:cNvPr id="43" name="relation-session-slot">
            <a:extLst xmlns:a="http://schemas.openxmlformats.org/drawingml/2006/main">
              <a:ext uri="{FF2B5EF4-FFF2-40B4-BE49-F238E27FC236}">
                <a16:creationId xmlns:a16="http://schemas.microsoft.com/office/drawing/2014/main" id="{B61D63B5-54CC-4FCE-AB9A-C064DB043EAA}"/>
              </a:ext>
            </a:extLst>
          </p:cNvPr>
          <p:cNvSpPr>
            <a:spLocks xmlns:a="http://schemas.openxmlformats.org/drawingml/2006/main" noGrp="1"/>
          </p:cNvSpPr>
          <p:nvPr/>
        </p:nvSpPr>
        <p:spPr>
          <a:xfrm xmlns:a="http://schemas.openxmlformats.org/drawingml/2006/main">
            <a:off x="60912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44" name="arrow-8">
            <a:extLst xmlns:a="http://schemas.openxmlformats.org/drawingml/2006/main">
              <a:ext uri="{FF2B5EF4-FFF2-40B4-BE49-F238E27FC236}">
                <a16:creationId xmlns:a16="http://schemas.microsoft.com/office/drawing/2014/main" id="{85812859-E372-44EE-82DE-839CCCA9C477}"/>
              </a:ext>
            </a:extLst>
          </p:cNvPr>
          <p:cNvSpPr>
            <a:spLocks xmlns:a="http://schemas.openxmlformats.org/drawingml/2006/main" noGrp="1"/>
          </p:cNvSpPr>
          <p:nvPr/>
        </p:nvSpPr>
        <p:spPr>
          <a:xfrm xmlns:a="http://schemas.openxmlformats.org/drawingml/2006/main">
            <a:off x="60626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45" name="relation-label-8">
            <a:extLst xmlns:a="http://schemas.openxmlformats.org/drawingml/2006/main">
              <a:ext uri="{FF2B5EF4-FFF2-40B4-BE49-F238E27FC236}">
                <a16:creationId xmlns:a16="http://schemas.microsoft.com/office/drawing/2014/main" id="{0F90ADB3-A9AC-4871-ACB0-F7435EB87D86}"/>
              </a:ext>
            </a:extLst>
          </p:cNvPr>
          <p:cNvSpPr>
            <a:spLocks xmlns:a="http://schemas.openxmlformats.org/drawingml/2006/main" noGrp="1"/>
          </p:cNvSpPr>
          <p:nvPr/>
        </p:nvSpPr>
        <p:spPr>
          <a:xfrm xmlns:a="http://schemas.openxmlformats.org/drawingml/2006/main">
            <a:off x="6181725" y="5029200"/>
            <a:ext cx="7620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路由</a:t>
            </a:r>
          </a:p>
        </p:txBody>
      </p:sp>
      <p:sp>
        <p:nvSpPr>
          <p:cNvPr id="46" name="relation-operation-request">
            <a:extLst xmlns:a="http://schemas.openxmlformats.org/drawingml/2006/main">
              <a:ext uri="{FF2B5EF4-FFF2-40B4-BE49-F238E27FC236}">
                <a16:creationId xmlns:a16="http://schemas.microsoft.com/office/drawing/2014/main" id="{F032D93E-FE7B-4A87-A164-55DA62B95E14}"/>
              </a:ext>
            </a:extLst>
          </p:cNvPr>
          <p:cNvSpPr>
            <a:spLocks xmlns:a="http://schemas.openxmlformats.org/drawingml/2006/main" noGrp="1"/>
          </p:cNvSpPr>
          <p:nvPr/>
        </p:nvSpPr>
        <p:spPr>
          <a:xfrm xmlns:a="http://schemas.openxmlformats.org/drawingml/2006/main">
            <a:off x="101679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47" name="arrow-9">
            <a:extLst xmlns:a="http://schemas.openxmlformats.org/drawingml/2006/main">
              <a:ext uri="{FF2B5EF4-FFF2-40B4-BE49-F238E27FC236}">
                <a16:creationId xmlns:a16="http://schemas.microsoft.com/office/drawing/2014/main" id="{389AEB7B-C9C9-4A6A-97CB-FA220B915922}"/>
              </a:ext>
            </a:extLst>
          </p:cNvPr>
          <p:cNvSpPr>
            <a:spLocks xmlns:a="http://schemas.openxmlformats.org/drawingml/2006/main" noGrp="1"/>
          </p:cNvSpPr>
          <p:nvPr/>
        </p:nvSpPr>
        <p:spPr>
          <a:xfrm xmlns:a="http://schemas.openxmlformats.org/drawingml/2006/main">
            <a:off x="101393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48" name="relation-label-9">
            <a:extLst xmlns:a="http://schemas.openxmlformats.org/drawingml/2006/main">
              <a:ext uri="{FF2B5EF4-FFF2-40B4-BE49-F238E27FC236}">
                <a16:creationId xmlns:a16="http://schemas.microsoft.com/office/drawing/2014/main" id="{D4B9682A-C9FA-4D1B-A1AB-DDFAB47021D6}"/>
              </a:ext>
            </a:extLst>
          </p:cNvPr>
          <p:cNvSpPr>
            <a:spLocks xmlns:a="http://schemas.openxmlformats.org/drawingml/2006/main" noGrp="1"/>
          </p:cNvSpPr>
          <p:nvPr/>
        </p:nvSpPr>
        <p:spPr>
          <a:xfrm xmlns:a="http://schemas.openxmlformats.org/drawingml/2006/main">
            <a:off x="10258425" y="2895600"/>
            <a:ext cx="10668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步骤关联</a:t>
            </a:r>
          </a:p>
        </p:txBody>
      </p:sp>
      <p:sp>
        <p:nvSpPr>
          <p:cNvPr id="49" name="relation-request-session">
            <a:extLst xmlns:a="http://schemas.openxmlformats.org/drawingml/2006/main">
              <a:ext uri="{FF2B5EF4-FFF2-40B4-BE49-F238E27FC236}">
                <a16:creationId xmlns:a16="http://schemas.microsoft.com/office/drawing/2014/main" id="{9959CB30-FEFA-483C-B19A-672FDECBFF3A}"/>
              </a:ext>
            </a:extLst>
          </p:cNvPr>
          <p:cNvSpPr>
            <a:spLocks xmlns:a="http://schemas.openxmlformats.org/drawingml/2006/main" noGrp="1"/>
          </p:cNvSpPr>
          <p:nvPr/>
        </p:nvSpPr>
        <p:spPr>
          <a:xfrm xmlns:a="http://schemas.openxmlformats.org/drawingml/2006/main">
            <a:off x="7620000" y="3514725"/>
            <a:ext cx="1028700" cy="1066800"/>
          </a:xfrm>
          <a:custGeom xmlns:a="http://schemas.openxmlformats.org/drawingml/2006/main">
            <a:pathLst>
              <a:path w="1028700" h="1066800">
                <a:moveTo>
                  <a:pt x="1028700" y="0"/>
                </a:moveTo>
                <a:lnTo>
                  <a:pt x="438150" y="0"/>
                </a:lnTo>
                <a:lnTo>
                  <a:pt x="438150" y="1066800"/>
                </a:lnTo>
                <a:lnTo>
                  <a:pt x="0" y="1066800"/>
                </a:lnTo>
              </a:path>
            </a:pathLst>
          </a:custGeom>
          <a:noFill xmlns:a="http://schemas.openxmlformats.org/drawingml/2006/main"/>
          <a:ln xmlns:a="http://schemas.openxmlformats.org/drawingml/2006/main" w="11430">
            <a:solidFill>
              <a:srgbClr val="ABBBCB"/>
            </a:solidFill>
            <a:prstDash val="solid"/>
          </a:ln>
        </p:spPr>
      </p:sp>
      <p:sp>
        <p:nvSpPr>
          <p:cNvPr id="50" name="arrow-10">
            <a:extLst xmlns:a="http://schemas.openxmlformats.org/drawingml/2006/main">
              <a:ext uri="{FF2B5EF4-FFF2-40B4-BE49-F238E27FC236}">
                <a16:creationId xmlns:a16="http://schemas.microsoft.com/office/drawing/2014/main" id="{8B3B527C-D985-444D-AFFC-E955C304A869}"/>
              </a:ext>
            </a:extLst>
          </p:cNvPr>
          <p:cNvSpPr>
            <a:spLocks xmlns:a="http://schemas.openxmlformats.org/drawingml/2006/main" noGrp="1"/>
          </p:cNvSpPr>
          <p:nvPr/>
        </p:nvSpPr>
        <p:spPr>
          <a:xfrm xmlns:a="http://schemas.openxmlformats.org/drawingml/2006/main">
            <a:off x="7620000" y="45481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1" name="relation-label-10">
            <a:extLst xmlns:a="http://schemas.openxmlformats.org/drawingml/2006/main">
              <a:ext uri="{FF2B5EF4-FFF2-40B4-BE49-F238E27FC236}">
                <a16:creationId xmlns:a16="http://schemas.microsoft.com/office/drawing/2014/main" id="{52BA0FAD-DF24-4D66-92EC-BE8B03C9AD0B}"/>
              </a:ext>
            </a:extLst>
          </p:cNvPr>
          <p:cNvSpPr>
            <a:spLocks xmlns:a="http://schemas.openxmlformats.org/drawingml/2006/main" noGrp="1"/>
          </p:cNvSpPr>
          <p:nvPr/>
        </p:nvSpPr>
        <p:spPr>
          <a:xfrm xmlns:a="http://schemas.openxmlformats.org/drawingml/2006/main">
            <a:off x="7734300" y="3886200"/>
            <a:ext cx="6667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原会话</a:t>
            </a:r>
          </a:p>
        </p:txBody>
      </p:sp>
      <p:sp>
        <p:nvSpPr>
          <p:cNvPr id="52" name="relation-subscription-store">
            <a:extLst xmlns:a="http://schemas.openxmlformats.org/drawingml/2006/main">
              <a:ext uri="{FF2B5EF4-FFF2-40B4-BE49-F238E27FC236}">
                <a16:creationId xmlns:a16="http://schemas.microsoft.com/office/drawing/2014/main" id="{B1F04A45-0658-4C22-8745-549FB884400B}"/>
              </a:ext>
            </a:extLst>
          </p:cNvPr>
          <p:cNvSpPr>
            <a:spLocks xmlns:a="http://schemas.openxmlformats.org/drawingml/2006/main" noGrp="1"/>
          </p:cNvSpPr>
          <p:nvPr/>
        </p:nvSpPr>
        <p:spPr>
          <a:xfrm xmlns:a="http://schemas.openxmlformats.org/drawingml/2006/main">
            <a:off x="7620000" y="2447925"/>
            <a:ext cx="2552700" cy="1685925"/>
          </a:xfrm>
          <a:custGeom xmlns:a="http://schemas.openxmlformats.org/drawingml/2006/main">
            <a:pathLst>
              <a:path w="2552700" h="1685925">
                <a:moveTo>
                  <a:pt x="0" y="0"/>
                </a:moveTo>
                <a:lnTo>
                  <a:pt x="800100" y="0"/>
                </a:lnTo>
                <a:lnTo>
                  <a:pt x="800100" y="1590675"/>
                </a:lnTo>
                <a:lnTo>
                  <a:pt x="2552700" y="1590675"/>
                </a:lnTo>
                <a:lnTo>
                  <a:pt x="2552700" y="1685925"/>
                </a:lnTo>
              </a:path>
            </a:pathLst>
          </a:custGeom>
          <a:noFill xmlns:a="http://schemas.openxmlformats.org/drawingml/2006/main"/>
          <a:ln xmlns:a="http://schemas.openxmlformats.org/drawingml/2006/main" w="11430">
            <a:solidFill>
              <a:srgbClr val="ABBBCB"/>
            </a:solidFill>
            <a:prstDash val="solid"/>
          </a:ln>
        </p:spPr>
      </p:sp>
      <p:sp>
        <p:nvSpPr>
          <p:cNvPr id="53" name="arrow-11">
            <a:extLst xmlns:a="http://schemas.openxmlformats.org/drawingml/2006/main">
              <a:ext uri="{FF2B5EF4-FFF2-40B4-BE49-F238E27FC236}">
                <a16:creationId xmlns:a16="http://schemas.microsoft.com/office/drawing/2014/main" id="{7748437B-5C84-4AE1-9410-A0887FBA81FF}"/>
              </a:ext>
            </a:extLst>
          </p:cNvPr>
          <p:cNvSpPr>
            <a:spLocks xmlns:a="http://schemas.openxmlformats.org/drawingml/2006/main" noGrp="1"/>
          </p:cNvSpPr>
          <p:nvPr/>
        </p:nvSpPr>
        <p:spPr>
          <a:xfrm xmlns:a="http://schemas.openxmlformats.org/drawingml/2006/main">
            <a:off x="101393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54" name="relation-label-11">
            <a:extLst xmlns:a="http://schemas.openxmlformats.org/drawingml/2006/main">
              <a:ext uri="{FF2B5EF4-FFF2-40B4-BE49-F238E27FC236}">
                <a16:creationId xmlns:a16="http://schemas.microsoft.com/office/drawing/2014/main" id="{2A2C5919-DF1B-4053-B231-199E0EFBB077}"/>
              </a:ext>
            </a:extLst>
          </p:cNvPr>
          <p:cNvSpPr>
            <a:spLocks xmlns:a="http://schemas.openxmlformats.org/drawingml/2006/main" noGrp="1"/>
          </p:cNvSpPr>
          <p:nvPr/>
        </p:nvSpPr>
        <p:spPr>
          <a:xfrm xmlns:a="http://schemas.openxmlformats.org/drawingml/2006/main">
            <a:off x="7696200" y="2895600"/>
            <a:ext cx="9715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账户字段存取</a:t>
            </a:r>
          </a:p>
        </p:txBody>
      </p:sp>
      <p:sp>
        <p:nvSpPr>
          <p:cNvPr id="55" name="relation-compat-operation">
            <a:extLst xmlns:a="http://schemas.openxmlformats.org/drawingml/2006/main">
              <a:ext uri="{FF2B5EF4-FFF2-40B4-BE49-F238E27FC236}">
                <a16:creationId xmlns:a16="http://schemas.microsoft.com/office/drawing/2014/main" id="{7F5A6922-6272-4358-BE66-93B7A6D6C487}"/>
              </a:ext>
            </a:extLst>
          </p:cNvPr>
          <p:cNvSpPr>
            <a:spLocks xmlns:a="http://schemas.openxmlformats.org/drawingml/2006/main" noGrp="1"/>
          </p:cNvSpPr>
          <p:nvPr/>
        </p:nvSpPr>
        <p:spPr>
          <a:xfrm xmlns:a="http://schemas.openxmlformats.org/drawingml/2006/main">
            <a:off x="11696700" y="2447925"/>
            <a:ext cx="171450" cy="3200400"/>
          </a:xfrm>
          <a:custGeom xmlns:a="http://schemas.openxmlformats.org/drawingml/2006/main">
            <a:pathLst>
              <a:path w="171450" h="3200400">
                <a:moveTo>
                  <a:pt x="0" y="3200400"/>
                </a:moveTo>
                <a:lnTo>
                  <a:pt x="171450" y="3200400"/>
                </a:lnTo>
                <a:lnTo>
                  <a:pt x="171450" y="0"/>
                </a:lnTo>
                <a:lnTo>
                  <a:pt x="0" y="0"/>
                </a:lnTo>
              </a:path>
            </a:pathLst>
          </a:custGeom>
          <a:noFill xmlns:a="http://schemas.openxmlformats.org/drawingml/2006/main"/>
          <a:ln xmlns:a="http://schemas.openxmlformats.org/drawingml/2006/main" w="11430">
            <a:solidFill>
              <a:srgbClr val="ABBBCB"/>
            </a:solidFill>
            <a:prstDash val="dash"/>
          </a:ln>
        </p:spPr>
      </p:sp>
      <p:sp>
        <p:nvSpPr>
          <p:cNvPr id="56" name="arrow-12">
            <a:extLst xmlns:a="http://schemas.openxmlformats.org/drawingml/2006/main">
              <a:ext uri="{FF2B5EF4-FFF2-40B4-BE49-F238E27FC236}">
                <a16:creationId xmlns:a16="http://schemas.microsoft.com/office/drawing/2014/main" id="{7300911D-F3CC-4663-A00A-78C24F3A2036}"/>
              </a:ext>
            </a:extLst>
          </p:cNvPr>
          <p:cNvSpPr>
            <a:spLocks xmlns:a="http://schemas.openxmlformats.org/drawingml/2006/main" noGrp="1"/>
          </p:cNvSpPr>
          <p:nvPr/>
        </p:nvSpPr>
        <p:spPr>
          <a:xfrm xmlns:a="http://schemas.openxmlformats.org/drawingml/2006/main">
            <a:off x="116967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7" name="back-arrow-12">
            <a:extLst xmlns:a="http://schemas.openxmlformats.org/drawingml/2006/main">
              <a:ext uri="{FF2B5EF4-FFF2-40B4-BE49-F238E27FC236}">
                <a16:creationId xmlns:a16="http://schemas.microsoft.com/office/drawing/2014/main" id="{42E44664-4E21-4C9D-9E8F-51300060180D}"/>
              </a:ext>
            </a:extLst>
          </p:cNvPr>
          <p:cNvSpPr>
            <a:spLocks xmlns:a="http://schemas.openxmlformats.org/drawingml/2006/main" noGrp="1"/>
          </p:cNvSpPr>
          <p:nvPr/>
        </p:nvSpPr>
        <p:spPr>
          <a:xfrm xmlns:a="http://schemas.openxmlformats.org/drawingml/2006/main">
            <a:off x="11696700" y="56149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8" name="relation-label-12">
            <a:extLst xmlns:a="http://schemas.openxmlformats.org/drawingml/2006/main">
              <a:ext uri="{FF2B5EF4-FFF2-40B4-BE49-F238E27FC236}">
                <a16:creationId xmlns:a16="http://schemas.microsoft.com/office/drawing/2014/main" id="{33FB44F9-5581-49CE-A60D-38AB6845DAEC}"/>
              </a:ext>
            </a:extLst>
          </p:cNvPr>
          <p:cNvSpPr>
            <a:spLocks xmlns:a="http://schemas.openxmlformats.org/drawingml/2006/main" noGrp="1"/>
          </p:cNvSpPr>
          <p:nvPr/>
        </p:nvSpPr>
        <p:spPr>
          <a:xfrm xmlns:a="http://schemas.openxmlformats.org/drawingml/2006/main">
            <a:off x="10791825" y="5029200"/>
            <a:ext cx="1076325"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受理 / 完成</a:t>
            </a:r>
          </a:p>
        </p:txBody>
      </p:sp>
      <p:sp>
        <p:nvSpPr>
          <p:cNvPr id="59" name="concept-role">
            <a:extLst xmlns:a="http://schemas.openxmlformats.org/drawingml/2006/main">
              <a:ext uri="{FF2B5EF4-FFF2-40B4-BE49-F238E27FC236}">
                <a16:creationId xmlns:a16="http://schemas.microsoft.com/office/drawing/2014/main" id="{E01D2EC5-8942-48C3-A196-A42C54AD2D0C}"/>
              </a:ext>
            </a:extLst>
          </p:cNvPr>
          <p:cNvSpPr>
            <a:spLocks xmlns:a="http://schemas.openxmlformats.org/drawingml/2006/main" noGrp="1"/>
          </p:cNvSpPr>
          <p:nvPr/>
        </p:nvSpPr>
        <p:spPr>
          <a:xfrm xmlns:a="http://schemas.openxmlformats.org/drawingml/2006/main">
            <a:off x="4953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0" name="concept-title-role">
            <a:extLst xmlns:a="http://schemas.openxmlformats.org/drawingml/2006/main">
              <a:ext uri="{FF2B5EF4-FFF2-40B4-BE49-F238E27FC236}">
                <a16:creationId xmlns:a16="http://schemas.microsoft.com/office/drawing/2014/main" id="{F4F17CD7-4613-4C58-A7AA-4AD87EF3F18F}"/>
              </a:ext>
            </a:extLst>
          </p:cNvPr>
          <p:cNvSpPr>
            <a:spLocks xmlns:a="http://schemas.openxmlformats.org/drawingml/2006/main" noGrp="1"/>
          </p:cNvSpPr>
          <p:nvPr/>
        </p:nvSpPr>
        <p:spPr>
          <a:xfrm xmlns:a="http://schemas.openxmlformats.org/drawingml/2006/main">
            <a:off x="6096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[A] 角色与资源选择</a:t>
            </a:r>
          </a:p>
        </p:txBody>
      </p:sp>
      <p:sp>
        <p:nvSpPr>
          <p:cNvPr id="61" name="concept-alias-role">
            <a:extLst xmlns:a="http://schemas.openxmlformats.org/drawingml/2006/main">
              <a:ext uri="{FF2B5EF4-FFF2-40B4-BE49-F238E27FC236}">
                <a16:creationId xmlns:a16="http://schemas.microsoft.com/office/drawing/2014/main" id="{9716AE69-43B3-437E-952B-0EDB6ED9B20C}"/>
              </a:ext>
            </a:extLst>
          </p:cNvPr>
          <p:cNvSpPr>
            <a:spLocks xmlns:a="http://schemas.openxmlformats.org/drawingml/2006/main" noGrp="1"/>
          </p:cNvSpPr>
          <p:nvPr/>
        </p:nvSpPr>
        <p:spPr>
          <a:xfrm xmlns:a="http://schemas.openxmlformats.org/drawingml/2006/main">
            <a:off x="6096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Assignment</a:t>
            </a:r>
          </a:p>
        </p:txBody>
      </p:sp>
      <p:sp>
        <p:nvSpPr>
          <p:cNvPr id="62" name="concept-function-role">
            <a:extLst xmlns:a="http://schemas.openxmlformats.org/drawingml/2006/main">
              <a:ext uri="{FF2B5EF4-FFF2-40B4-BE49-F238E27FC236}">
                <a16:creationId xmlns:a16="http://schemas.microsoft.com/office/drawing/2014/main" id="{5B6149DF-3C51-4C91-9072-33A3DAB0B898}"/>
              </a:ext>
            </a:extLst>
          </p:cNvPr>
          <p:cNvSpPr>
            <a:spLocks xmlns:a="http://schemas.openxmlformats.org/drawingml/2006/main" noGrp="1"/>
          </p:cNvSpPr>
          <p:nvPr/>
        </p:nvSpPr>
        <p:spPr>
          <a:xfrm xmlns:a="http://schemas.openxmlformats.org/drawingml/2006/main">
            <a:off x="6096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Voice / SMS / Data / Primary</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选择订阅，本用例不改角色</a:t>
            </a:r>
          </a:p>
        </p:txBody>
      </p:sp>
      <p:sp>
        <p:nvSpPr>
          <p:cNvPr id="63" name="concept-subscription">
            <a:extLst xmlns:a="http://schemas.openxmlformats.org/drawingml/2006/main">
              <a:ext uri="{FF2B5EF4-FFF2-40B4-BE49-F238E27FC236}">
                <a16:creationId xmlns:a16="http://schemas.microsoft.com/office/drawing/2014/main" id="{472C842A-9DE7-46A4-BE37-D694BF2D4676}"/>
              </a:ext>
            </a:extLst>
          </p:cNvPr>
          <p:cNvSpPr>
            <a:spLocks xmlns:a="http://schemas.openxmlformats.org/drawingml/2006/main" noGrp="1"/>
          </p:cNvSpPr>
          <p:nvPr/>
        </p:nvSpPr>
        <p:spPr>
          <a:xfrm xmlns:a="http://schemas.openxmlformats.org/drawingml/2006/main">
            <a:off x="45720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4" name="concept-title-subscription">
            <a:extLst xmlns:a="http://schemas.openxmlformats.org/drawingml/2006/main">
              <a:ext uri="{FF2B5EF4-FFF2-40B4-BE49-F238E27FC236}">
                <a16:creationId xmlns:a16="http://schemas.microsoft.com/office/drawing/2014/main" id="{B6CB9EB5-114A-4C3E-A15E-EBB4509C6CC8}"/>
              </a:ext>
            </a:extLst>
          </p:cNvPr>
          <p:cNvSpPr>
            <a:spLocks xmlns:a="http://schemas.openxmlformats.org/drawingml/2006/main" noGrp="1"/>
          </p:cNvSpPr>
          <p:nvPr/>
        </p:nvSpPr>
        <p:spPr>
          <a:xfrm xmlns:a="http://schemas.openxmlformats.org/drawingml/2006/main">
            <a:off x="46863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订阅／账户</a:t>
            </a:r>
          </a:p>
        </p:txBody>
      </p:sp>
      <p:sp>
        <p:nvSpPr>
          <p:cNvPr id="65" name="concept-alias-subscription">
            <a:extLst xmlns:a="http://schemas.openxmlformats.org/drawingml/2006/main">
              <a:ext uri="{FF2B5EF4-FFF2-40B4-BE49-F238E27FC236}">
                <a16:creationId xmlns:a16="http://schemas.microsoft.com/office/drawing/2014/main" id="{6E9298AE-AEEE-4FED-8950-E1211C794B2E}"/>
              </a:ext>
            </a:extLst>
          </p:cNvPr>
          <p:cNvSpPr>
            <a:spLocks xmlns:a="http://schemas.openxmlformats.org/drawingml/2006/main" noGrp="1"/>
          </p:cNvSpPr>
          <p:nvPr/>
        </p:nvSpPr>
        <p:spPr>
          <a:xfrm xmlns:a="http://schemas.openxmlformats.org/drawingml/2006/main">
            <a:off x="46863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Subscription</a:t>
            </a:r>
          </a:p>
        </p:txBody>
      </p:sp>
      <p:sp>
        <p:nvSpPr>
          <p:cNvPr id="66" name="concept-function-subscription">
            <a:extLst xmlns:a="http://schemas.openxmlformats.org/drawingml/2006/main">
              <a:ext uri="{FF2B5EF4-FFF2-40B4-BE49-F238E27FC236}">
                <a16:creationId xmlns:a16="http://schemas.microsoft.com/office/drawing/2014/main" id="{B99B64C2-0389-408F-9DEC-22F9D1E336E7}"/>
              </a:ext>
            </a:extLst>
          </p:cNvPr>
          <p:cNvSpPr>
            <a:spLocks xmlns:a="http://schemas.openxmlformats.org/drawingml/2006/main" noGrp="1"/>
          </p:cNvSpPr>
          <p:nvPr/>
        </p:nvSpPr>
        <p:spPr>
          <a:xfrm xmlns:a="http://schemas.openxmlformats.org/drawingml/2006/main">
            <a:off x="46863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S-A：沿用既有 simId</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维护账户身份与资料</a:t>
            </a:r>
          </a:p>
        </p:txBody>
      </p:sp>
      <p:sp>
        <p:nvSpPr>
          <p:cNvPr id="67" name="concept-operation">
            <a:extLst xmlns:a="http://schemas.openxmlformats.org/drawingml/2006/main">
              <a:ext uri="{FF2B5EF4-FFF2-40B4-BE49-F238E27FC236}">
                <a16:creationId xmlns:a16="http://schemas.microsoft.com/office/drawing/2014/main" id="{EA85A17A-710D-4A8D-9635-59975B534142}"/>
              </a:ext>
            </a:extLst>
          </p:cNvPr>
          <p:cNvSpPr>
            <a:spLocks xmlns:a="http://schemas.openxmlformats.org/drawingml/2006/main" noGrp="1"/>
          </p:cNvSpPr>
          <p:nvPr/>
        </p:nvSpPr>
        <p:spPr>
          <a:xfrm xmlns:a="http://schemas.openxmlformats.org/drawingml/2006/main">
            <a:off x="86487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8" name="concept-title-operation">
            <a:extLst xmlns:a="http://schemas.openxmlformats.org/drawingml/2006/main">
              <a:ext uri="{FF2B5EF4-FFF2-40B4-BE49-F238E27FC236}">
                <a16:creationId xmlns:a16="http://schemas.microsoft.com/office/drawing/2014/main" id="{638E915D-2D9F-4239-AD61-86AD087E2897}"/>
              </a:ext>
            </a:extLst>
          </p:cNvPr>
          <p:cNvSpPr>
            <a:spLocks xmlns:a="http://schemas.openxmlformats.org/drawingml/2006/main" noGrp="1"/>
          </p:cNvSpPr>
          <p:nvPr/>
        </p:nvSpPr>
        <p:spPr>
          <a:xfrm xmlns:a="http://schemas.openxmlformats.org/drawingml/2006/main">
            <a:off x="87630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[O] 本地业务操作</a:t>
            </a:r>
          </a:p>
        </p:txBody>
      </p:sp>
      <p:sp>
        <p:nvSpPr>
          <p:cNvPr id="69" name="concept-alias-operation">
            <a:extLst xmlns:a="http://schemas.openxmlformats.org/drawingml/2006/main">
              <a:ext uri="{FF2B5EF4-FFF2-40B4-BE49-F238E27FC236}">
                <a16:creationId xmlns:a16="http://schemas.microsoft.com/office/drawing/2014/main" id="{F5046228-042E-49FE-A63B-41E86420A297}"/>
              </a:ext>
            </a:extLst>
          </p:cNvPr>
          <p:cNvSpPr>
            <a:spLocks xmlns:a="http://schemas.openxmlformats.org/drawingml/2006/main" noGrp="1"/>
          </p:cNvSpPr>
          <p:nvPr/>
        </p:nvSpPr>
        <p:spPr>
          <a:xfrm xmlns:a="http://schemas.openxmlformats.org/drawingml/2006/main">
            <a:off x="87630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Operation</a:t>
            </a:r>
          </a:p>
        </p:txBody>
      </p:sp>
      <p:sp>
        <p:nvSpPr>
          <p:cNvPr id="70" name="concept-function-operation">
            <a:extLst xmlns:a="http://schemas.openxmlformats.org/drawingml/2006/main">
              <a:ext uri="{FF2B5EF4-FFF2-40B4-BE49-F238E27FC236}">
                <a16:creationId xmlns:a16="http://schemas.microsoft.com/office/drawing/2014/main" id="{CABB5FD2-86CA-443F-B3F8-911A12E0ED62}"/>
              </a:ext>
            </a:extLst>
          </p:cNvPr>
          <p:cNvSpPr>
            <a:spLocks xmlns:a="http://schemas.openxmlformats.org/drawingml/2006/main" noGrp="1"/>
          </p:cNvSpPr>
          <p:nvPr/>
        </p:nvSpPr>
        <p:spPr>
          <a:xfrm xmlns:a="http://schemas.openxmlformats.org/drawingml/2006/main">
            <a:off x="87630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先写卡，再更新账户</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步骤 / 效果 / 等待 / 终态</a:t>
            </a:r>
          </a:p>
        </p:txBody>
      </p:sp>
      <p:sp>
        <p:nvSpPr>
          <p:cNvPr id="71" name="concept-euicc">
            <a:extLst xmlns:a="http://schemas.openxmlformats.org/drawingml/2006/main">
              <a:ext uri="{FF2B5EF4-FFF2-40B4-BE49-F238E27FC236}">
                <a16:creationId xmlns:a16="http://schemas.microsoft.com/office/drawing/2014/main" id="{E2EB2A4C-5042-4267-AC61-EFCBF95BBE8B}"/>
              </a:ext>
            </a:extLst>
          </p:cNvPr>
          <p:cNvSpPr>
            <a:spLocks xmlns:a="http://schemas.openxmlformats.org/drawingml/2006/main" noGrp="1"/>
          </p:cNvSpPr>
          <p:nvPr/>
        </p:nvSpPr>
        <p:spPr>
          <a:xfrm xmlns:a="http://schemas.openxmlformats.org/drawingml/2006/main">
            <a:off x="4953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72" name="concept-title-euicc">
            <a:extLst xmlns:a="http://schemas.openxmlformats.org/drawingml/2006/main">
              <a:ext uri="{FF2B5EF4-FFF2-40B4-BE49-F238E27FC236}">
                <a16:creationId xmlns:a16="http://schemas.microsoft.com/office/drawing/2014/main" id="{D3684626-40F7-4CDB-866E-0523F4244CD3}"/>
              </a:ext>
            </a:extLst>
          </p:cNvPr>
          <p:cNvSpPr>
            <a:spLocks xmlns:a="http://schemas.openxmlformats.org/drawingml/2006/main" noGrp="1"/>
          </p:cNvSpPr>
          <p:nvPr/>
        </p:nvSpPr>
        <p:spPr>
          <a:xfrm xmlns:a="http://schemas.openxmlformats.org/drawingml/2006/main">
            <a:off x="6096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[R/H] eUICC 与物理接入</a:t>
            </a:r>
          </a:p>
        </p:txBody>
      </p:sp>
      <p:sp>
        <p:nvSpPr>
          <p:cNvPr id="73" name="concept-alias-euicc">
            <a:extLst xmlns:a="http://schemas.openxmlformats.org/drawingml/2006/main">
              <a:ext uri="{FF2B5EF4-FFF2-40B4-BE49-F238E27FC236}">
                <a16:creationId xmlns:a16="http://schemas.microsoft.com/office/drawing/2014/main" id="{B6DDAAB7-9A30-49AE-AAE4-CFF7EB28BDF1}"/>
              </a:ext>
            </a:extLst>
          </p:cNvPr>
          <p:cNvSpPr>
            <a:spLocks xmlns:a="http://schemas.openxmlformats.org/drawingml/2006/main" noGrp="1"/>
          </p:cNvSpPr>
          <p:nvPr/>
        </p:nvSpPr>
        <p:spPr>
          <a:xfrm xmlns:a="http://schemas.openxmlformats.org/drawingml/2006/main">
            <a:off x="6096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Endpoint</a:t>
            </a:r>
          </a:p>
        </p:txBody>
      </p:sp>
      <p:sp>
        <p:nvSpPr>
          <p:cNvPr id="74" name="concept-function-euicc">
            <a:extLst xmlns:a="http://schemas.openxmlformats.org/drawingml/2006/main">
              <a:ext uri="{FF2B5EF4-FFF2-40B4-BE49-F238E27FC236}">
                <a16:creationId xmlns:a16="http://schemas.microsoft.com/office/drawing/2014/main" id="{F2F797EB-D5DB-4242-80DE-E270EF9464C1}"/>
              </a:ext>
            </a:extLst>
          </p:cNvPr>
          <p:cNvSpPr>
            <a:spLocks xmlns:a="http://schemas.openxmlformats.org/drawingml/2006/main" noGrp="1"/>
          </p:cNvSpPr>
          <p:nvPr/>
        </p:nvSpPr>
        <p:spPr>
          <a:xfrm xmlns:a="http://schemas.openxmlformats.org/drawingml/2006/main">
            <a:off x="6096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EID-E / 物理接入 P-E</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安全元件与实际共享设备</a:t>
            </a:r>
          </a:p>
        </p:txBody>
      </p:sp>
      <p:sp>
        <p:nvSpPr>
          <p:cNvPr id="75" name="concept-binding">
            <a:extLst xmlns:a="http://schemas.openxmlformats.org/drawingml/2006/main">
              <a:ext uri="{FF2B5EF4-FFF2-40B4-BE49-F238E27FC236}">
                <a16:creationId xmlns:a16="http://schemas.microsoft.com/office/drawing/2014/main" id="{D69B6DE2-3AF2-43A3-853D-CC48E5727422}"/>
              </a:ext>
            </a:extLst>
          </p:cNvPr>
          <p:cNvSpPr>
            <a:spLocks xmlns:a="http://schemas.openxmlformats.org/drawingml/2006/main" noGrp="1"/>
          </p:cNvSpPr>
          <p:nvPr/>
        </p:nvSpPr>
        <p:spPr>
          <a:xfrm xmlns:a="http://schemas.openxmlformats.org/drawingml/2006/main">
            <a:off x="45720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76" name="concept-title-binding">
            <a:extLst xmlns:a="http://schemas.openxmlformats.org/drawingml/2006/main">
              <a:ext uri="{FF2B5EF4-FFF2-40B4-BE49-F238E27FC236}">
                <a16:creationId xmlns:a16="http://schemas.microsoft.com/office/drawing/2014/main" id="{5A0B6E96-D03D-4072-ABE3-BB794E0806DE}"/>
              </a:ext>
            </a:extLst>
          </p:cNvPr>
          <p:cNvSpPr>
            <a:spLocks xmlns:a="http://schemas.openxmlformats.org/drawingml/2006/main" noGrp="1"/>
          </p:cNvSpPr>
          <p:nvPr/>
        </p:nvSpPr>
        <p:spPr>
          <a:xfrm xmlns:a="http://schemas.openxmlformats.org/drawingml/2006/main">
            <a:off x="46863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当前连接绑定</a:t>
            </a:r>
          </a:p>
        </p:txBody>
      </p:sp>
      <p:sp>
        <p:nvSpPr>
          <p:cNvPr id="77" name="concept-alias-binding">
            <a:extLst xmlns:a="http://schemas.openxmlformats.org/drawingml/2006/main">
              <a:ext uri="{FF2B5EF4-FFF2-40B4-BE49-F238E27FC236}">
                <a16:creationId xmlns:a16="http://schemas.microsoft.com/office/drawing/2014/main" id="{9CCAF690-C85A-4DBA-B3F8-49FD1C58C4ED}"/>
              </a:ext>
            </a:extLst>
          </p:cNvPr>
          <p:cNvSpPr>
            <a:spLocks xmlns:a="http://schemas.openxmlformats.org/drawingml/2006/main" noGrp="1"/>
          </p:cNvSpPr>
          <p:nvPr/>
        </p:nvSpPr>
        <p:spPr>
          <a:xfrm xmlns:a="http://schemas.openxmlformats.org/drawingml/2006/main">
            <a:off x="46863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Binding</a:t>
            </a:r>
          </a:p>
        </p:txBody>
      </p:sp>
      <p:sp>
        <p:nvSpPr>
          <p:cNvPr id="78" name="concept-function-binding">
            <a:extLst xmlns:a="http://schemas.openxmlformats.org/drawingml/2006/main">
              <a:ext uri="{FF2B5EF4-FFF2-40B4-BE49-F238E27FC236}">
                <a16:creationId xmlns:a16="http://schemas.microsoft.com/office/drawing/2014/main" id="{34288CDC-C43A-4A3F-BDA9-9441E12D2027}"/>
              </a:ext>
            </a:extLst>
          </p:cNvPr>
          <p:cNvSpPr>
            <a:spLocks xmlns:a="http://schemas.openxmlformats.org/drawingml/2006/main" noGrp="1"/>
          </p:cNvSpPr>
          <p:nvPr/>
        </p:nvSpPr>
        <p:spPr>
          <a:xfrm xmlns:a="http://schemas.openxmlformats.org/drawingml/2006/main">
            <a:off x="46863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S-A ↔ Profile-A / Port-0</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路由 slot-1 / 相关绑定版本</a:t>
            </a:r>
          </a:p>
        </p:txBody>
      </p:sp>
      <p:sp>
        <p:nvSpPr>
          <p:cNvPr id="79" name="concept-request">
            <a:extLst xmlns:a="http://schemas.openxmlformats.org/drawingml/2006/main">
              <a:ext uri="{FF2B5EF4-FFF2-40B4-BE49-F238E27FC236}">
                <a16:creationId xmlns:a16="http://schemas.microsoft.com/office/drawing/2014/main" id="{E27926D0-C889-4DA3-9985-99E119AFEF0F}"/>
              </a:ext>
            </a:extLst>
          </p:cNvPr>
          <p:cNvSpPr>
            <a:spLocks xmlns:a="http://schemas.openxmlformats.org/drawingml/2006/main" noGrp="1"/>
          </p:cNvSpPr>
          <p:nvPr/>
        </p:nvSpPr>
        <p:spPr>
          <a:xfrm xmlns:a="http://schemas.openxmlformats.org/drawingml/2006/main">
            <a:off x="86487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0" name="concept-title-request">
            <a:extLst xmlns:a="http://schemas.openxmlformats.org/drawingml/2006/main">
              <a:ext uri="{FF2B5EF4-FFF2-40B4-BE49-F238E27FC236}">
                <a16:creationId xmlns:a16="http://schemas.microsoft.com/office/drawing/2014/main" id="{4858C604-9000-49BE-9577-6B6AC68EF9E6}"/>
              </a:ext>
            </a:extLst>
          </p:cNvPr>
          <p:cNvSpPr>
            <a:spLocks xmlns:a="http://schemas.openxmlformats.org/drawingml/2006/main" noGrp="1"/>
          </p:cNvSpPr>
          <p:nvPr/>
        </p:nvSpPr>
        <p:spPr>
          <a:xfrm xmlns:a="http://schemas.openxmlformats.org/drawingml/2006/main">
            <a:off x="87630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[应用/R] 单次请求关联</a:t>
            </a:r>
          </a:p>
        </p:txBody>
      </p:sp>
      <p:sp>
        <p:nvSpPr>
          <p:cNvPr id="81" name="concept-alias-request">
            <a:extLst xmlns:a="http://schemas.openxmlformats.org/drawingml/2006/main">
              <a:ext uri="{FF2B5EF4-FFF2-40B4-BE49-F238E27FC236}">
                <a16:creationId xmlns:a16="http://schemas.microsoft.com/office/drawing/2014/main" id="{1C0838EB-C282-422C-A89B-1A5CDDBE948E}"/>
              </a:ext>
            </a:extLst>
          </p:cNvPr>
          <p:cNvSpPr>
            <a:spLocks xmlns:a="http://schemas.openxmlformats.org/drawingml/2006/main" noGrp="1"/>
          </p:cNvSpPr>
          <p:nvPr/>
        </p:nvSpPr>
        <p:spPr>
          <a:xfrm xmlns:a="http://schemas.openxmlformats.org/drawingml/2006/main">
            <a:off x="87630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RequestContext</a:t>
            </a:r>
          </a:p>
        </p:txBody>
      </p:sp>
      <p:sp>
        <p:nvSpPr>
          <p:cNvPr id="82" name="concept-function-request">
            <a:extLst xmlns:a="http://schemas.openxmlformats.org/drawingml/2006/main">
              <a:ext uri="{FF2B5EF4-FFF2-40B4-BE49-F238E27FC236}">
                <a16:creationId xmlns:a16="http://schemas.microsoft.com/office/drawing/2014/main" id="{12AB2A05-A781-4F19-842E-7BF0CD71D36C}"/>
              </a:ext>
            </a:extLst>
          </p:cNvPr>
          <p:cNvSpPr>
            <a:spLocks xmlns:a="http://schemas.openxmlformats.org/drawingml/2006/main" noGrp="1"/>
          </p:cNvSpPr>
          <p:nvPr/>
        </p:nvSpPr>
        <p:spPr>
          <a:xfrm xmlns:a="http://schemas.openxmlformats.org/drawingml/2006/main">
            <a:off x="87630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原目标 S-A / 原会话 g8</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step / attempt / RIL serial</a:t>
            </a:r>
          </a:p>
        </p:txBody>
      </p:sp>
      <p:sp>
        <p:nvSpPr>
          <p:cNvPr id="83" name="concept-profile">
            <a:extLst xmlns:a="http://schemas.openxmlformats.org/drawingml/2006/main">
              <a:ext uri="{FF2B5EF4-FFF2-40B4-BE49-F238E27FC236}">
                <a16:creationId xmlns:a16="http://schemas.microsoft.com/office/drawing/2014/main" id="{03835FB6-ABA7-45E9-9BD0-26BA58E48C40}"/>
              </a:ext>
            </a:extLst>
          </p:cNvPr>
          <p:cNvSpPr>
            <a:spLocks xmlns:a="http://schemas.openxmlformats.org/drawingml/2006/main" noGrp="1"/>
          </p:cNvSpPr>
          <p:nvPr/>
        </p:nvSpPr>
        <p:spPr>
          <a:xfrm xmlns:a="http://schemas.openxmlformats.org/drawingml/2006/main">
            <a:off x="4953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4" name="concept-title-profile">
            <a:extLst xmlns:a="http://schemas.openxmlformats.org/drawingml/2006/main">
              <a:ext uri="{FF2B5EF4-FFF2-40B4-BE49-F238E27FC236}">
                <a16:creationId xmlns:a16="http://schemas.microsoft.com/office/drawing/2014/main" id="{E214AA8B-8274-4092-B7A5-B4AE51963B0D}"/>
              </a:ext>
            </a:extLst>
          </p:cNvPr>
          <p:cNvSpPr>
            <a:spLocks xmlns:a="http://schemas.openxmlformats.org/drawingml/2006/main" noGrp="1"/>
          </p:cNvSpPr>
          <p:nvPr/>
        </p:nvSpPr>
        <p:spPr>
          <a:xfrm xmlns:a="http://schemas.openxmlformats.org/drawingml/2006/main">
            <a:off x="6096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eSIM 配置</a:t>
            </a:r>
          </a:p>
        </p:txBody>
      </p:sp>
      <p:sp>
        <p:nvSpPr>
          <p:cNvPr id="85" name="concept-alias-profile">
            <a:extLst xmlns:a="http://schemas.openxmlformats.org/drawingml/2006/main">
              <a:ext uri="{FF2B5EF4-FFF2-40B4-BE49-F238E27FC236}">
                <a16:creationId xmlns:a16="http://schemas.microsoft.com/office/drawing/2014/main" id="{0540C4D9-CC96-48D4-8874-C9C1AE760650}"/>
              </a:ext>
            </a:extLst>
          </p:cNvPr>
          <p:cNvSpPr>
            <a:spLocks xmlns:a="http://schemas.openxmlformats.org/drawingml/2006/main" noGrp="1"/>
          </p:cNvSpPr>
          <p:nvPr/>
        </p:nvSpPr>
        <p:spPr>
          <a:xfrm xmlns:a="http://schemas.openxmlformats.org/drawingml/2006/main">
            <a:off x="6096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Profile</a:t>
            </a:r>
          </a:p>
        </p:txBody>
      </p:sp>
      <p:sp>
        <p:nvSpPr>
          <p:cNvPr id="86" name="concept-function-profile">
            <a:extLst xmlns:a="http://schemas.openxmlformats.org/drawingml/2006/main">
              <a:ext uri="{FF2B5EF4-FFF2-40B4-BE49-F238E27FC236}">
                <a16:creationId xmlns:a16="http://schemas.microsoft.com/office/drawing/2014/main" id="{BD6E78B4-41D0-43D2-ADD4-FF2A349E1E56}"/>
              </a:ext>
            </a:extLst>
          </p:cNvPr>
          <p:cNvSpPr>
            <a:spLocks xmlns:a="http://schemas.openxmlformats.org/drawingml/2006/main" noGrp="1"/>
          </p:cNvSpPr>
          <p:nvPr/>
        </p:nvSpPr>
        <p:spPr>
          <a:xfrm xmlns:a="http://schemas.openxmlformats.org/drawingml/2006/main">
            <a:off x="6096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Profile-A / ICCID-A（示意）</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已启用，存于 eUICC-E</a:t>
            </a:r>
          </a:p>
        </p:txBody>
      </p:sp>
      <p:sp>
        <p:nvSpPr>
          <p:cNvPr id="87" name="concept-session">
            <a:extLst xmlns:a="http://schemas.openxmlformats.org/drawingml/2006/main">
              <a:ext uri="{FF2B5EF4-FFF2-40B4-BE49-F238E27FC236}">
                <a16:creationId xmlns:a16="http://schemas.microsoft.com/office/drawing/2014/main" id="{25182A13-A275-42C6-BF9A-81E4117420F7}"/>
              </a:ext>
            </a:extLst>
          </p:cNvPr>
          <p:cNvSpPr>
            <a:spLocks xmlns:a="http://schemas.openxmlformats.org/drawingml/2006/main" noGrp="1"/>
          </p:cNvSpPr>
          <p:nvPr/>
        </p:nvSpPr>
        <p:spPr>
          <a:xfrm xmlns:a="http://schemas.openxmlformats.org/drawingml/2006/main">
            <a:off x="45720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8" name="concept-title-session">
            <a:extLst xmlns:a="http://schemas.openxmlformats.org/drawingml/2006/main">
              <a:ext uri="{FF2B5EF4-FFF2-40B4-BE49-F238E27FC236}">
                <a16:creationId xmlns:a16="http://schemas.microsoft.com/office/drawing/2014/main" id="{C132DA7A-CF06-4DBF-9847-979C38966625}"/>
              </a:ext>
            </a:extLst>
          </p:cNvPr>
          <p:cNvSpPr>
            <a:spLocks xmlns:a="http://schemas.openxmlformats.org/drawingml/2006/main" noGrp="1"/>
          </p:cNvSpPr>
          <p:nvPr/>
        </p:nvSpPr>
        <p:spPr>
          <a:xfrm xmlns:a="http://schemas.openxmlformats.org/drawingml/2006/main">
            <a:off x="46863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卡应用会话</a:t>
            </a:r>
          </a:p>
        </p:txBody>
      </p:sp>
      <p:sp>
        <p:nvSpPr>
          <p:cNvPr id="89" name="concept-alias-session">
            <a:extLst xmlns:a="http://schemas.openxmlformats.org/drawingml/2006/main">
              <a:ext uri="{FF2B5EF4-FFF2-40B4-BE49-F238E27FC236}">
                <a16:creationId xmlns:a16="http://schemas.microsoft.com/office/drawing/2014/main" id="{A4216456-9FBD-4231-8F88-97C50FB9E945}"/>
              </a:ext>
            </a:extLst>
          </p:cNvPr>
          <p:cNvSpPr>
            <a:spLocks xmlns:a="http://schemas.openxmlformats.org/drawingml/2006/main" noGrp="1"/>
          </p:cNvSpPr>
          <p:nvPr/>
        </p:nvSpPr>
        <p:spPr>
          <a:xfrm xmlns:a="http://schemas.openxmlformats.org/drawingml/2006/main">
            <a:off x="46863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SessionRef</a:t>
            </a:r>
          </a:p>
        </p:txBody>
      </p:sp>
      <p:sp>
        <p:nvSpPr>
          <p:cNvPr id="90" name="concept-function-session">
            <a:extLst xmlns:a="http://schemas.openxmlformats.org/drawingml/2006/main">
              <a:ext uri="{FF2B5EF4-FFF2-40B4-BE49-F238E27FC236}">
                <a16:creationId xmlns:a16="http://schemas.microsoft.com/office/drawing/2014/main" id="{01B81DE3-D92E-47C3-9CCF-6C4038EF11B6}"/>
              </a:ext>
            </a:extLst>
          </p:cNvPr>
          <p:cNvSpPr>
            <a:spLocks xmlns:a="http://schemas.openxmlformats.org/drawingml/2006/main" noGrp="1"/>
          </p:cNvSpPr>
          <p:nvPr/>
        </p:nvSpPr>
        <p:spPr>
          <a:xfrm xmlns:a="http://schemas.openxmlformats.org/drawingml/2006/main">
            <a:off x="46863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SessionRef：应用代次 g8</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文件加载另有 LoadScope</a:t>
            </a:r>
          </a:p>
        </p:txBody>
      </p:sp>
      <p:sp>
        <p:nvSpPr>
          <p:cNvPr id="91" name="concept-store">
            <a:extLst xmlns:a="http://schemas.openxmlformats.org/drawingml/2006/main">
              <a:ext uri="{FF2B5EF4-FFF2-40B4-BE49-F238E27FC236}">
                <a16:creationId xmlns:a16="http://schemas.microsoft.com/office/drawing/2014/main" id="{50AA52B0-8AEF-45ED-B978-B557EA9A7872}"/>
              </a:ext>
            </a:extLst>
          </p:cNvPr>
          <p:cNvSpPr>
            <a:spLocks xmlns:a="http://schemas.openxmlformats.org/drawingml/2006/main" noGrp="1"/>
          </p:cNvSpPr>
          <p:nvPr/>
        </p:nvSpPr>
        <p:spPr>
          <a:xfrm xmlns:a="http://schemas.openxmlformats.org/drawingml/2006/main">
            <a:off x="86487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92" name="concept-title-store">
            <a:extLst xmlns:a="http://schemas.openxmlformats.org/drawingml/2006/main">
              <a:ext uri="{FF2B5EF4-FFF2-40B4-BE49-F238E27FC236}">
                <a16:creationId xmlns:a16="http://schemas.microsoft.com/office/drawing/2014/main" id="{16854496-AA6A-467B-8136-89C8966CCA0A}"/>
              </a:ext>
            </a:extLst>
          </p:cNvPr>
          <p:cNvSpPr>
            <a:spLocks xmlns:a="http://schemas.openxmlformats.org/drawingml/2006/main" noGrp="1"/>
          </p:cNvSpPr>
          <p:nvPr/>
        </p:nvSpPr>
        <p:spPr>
          <a:xfrm xmlns:a="http://schemas.openxmlformats.org/drawingml/2006/main">
            <a:off x="87630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[I] 账户存储适配</a:t>
            </a:r>
          </a:p>
        </p:txBody>
      </p:sp>
      <p:sp>
        <p:nvSpPr>
          <p:cNvPr id="93" name="concept-alias-store">
            <a:extLst xmlns:a="http://schemas.openxmlformats.org/drawingml/2006/main">
              <a:ext uri="{FF2B5EF4-FFF2-40B4-BE49-F238E27FC236}">
                <a16:creationId xmlns:a16="http://schemas.microsoft.com/office/drawing/2014/main" id="{49685108-E78E-4CB9-8471-0AD92FBC433E}"/>
              </a:ext>
            </a:extLst>
          </p:cNvPr>
          <p:cNvSpPr>
            <a:spLocks xmlns:a="http://schemas.openxmlformats.org/drawingml/2006/main" noGrp="1"/>
          </p:cNvSpPr>
          <p:nvPr/>
        </p:nvSpPr>
        <p:spPr>
          <a:xfrm xmlns:a="http://schemas.openxmlformats.org/drawingml/2006/main">
            <a:off x="87630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AccountStore</a:t>
            </a:r>
          </a:p>
        </p:txBody>
      </p:sp>
      <p:sp>
        <p:nvSpPr>
          <p:cNvPr id="94" name="concept-function-store">
            <a:extLst xmlns:a="http://schemas.openxmlformats.org/drawingml/2006/main">
              <a:ext uri="{FF2B5EF4-FFF2-40B4-BE49-F238E27FC236}">
                <a16:creationId xmlns:a16="http://schemas.microsoft.com/office/drawing/2014/main" id="{DB4584DB-C82A-4F97-B0B7-0B7452366318}"/>
              </a:ext>
            </a:extLst>
          </p:cNvPr>
          <p:cNvSpPr>
            <a:spLocks xmlns:a="http://schemas.openxmlformats.org/drawingml/2006/main" noGrp="1"/>
          </p:cNvSpPr>
          <p:nvPr/>
        </p:nvSpPr>
        <p:spPr>
          <a:xfrm xmlns:a="http://schemas.openxmlformats.org/drawingml/2006/main">
            <a:off x="87630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按 T 的字段计划使用 DataShare</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不提供跨卡与 DB 的事务</a:t>
            </a:r>
          </a:p>
        </p:txBody>
      </p:sp>
      <p:sp>
        <p:nvSpPr>
          <p:cNvPr id="95" name="concept-port">
            <a:extLst xmlns:a="http://schemas.openxmlformats.org/drawingml/2006/main">
              <a:ext uri="{FF2B5EF4-FFF2-40B4-BE49-F238E27FC236}">
                <a16:creationId xmlns:a16="http://schemas.microsoft.com/office/drawing/2014/main" id="{01E9E2AF-16F3-4815-AA30-4FF5A998F777}"/>
              </a:ext>
            </a:extLst>
          </p:cNvPr>
          <p:cNvSpPr>
            <a:spLocks xmlns:a="http://schemas.openxmlformats.org/drawingml/2006/main" noGrp="1"/>
          </p:cNvSpPr>
          <p:nvPr/>
        </p:nvSpPr>
        <p:spPr>
          <a:xfrm xmlns:a="http://schemas.openxmlformats.org/drawingml/2006/main">
            <a:off x="4953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96" name="concept-title-port">
            <a:extLst xmlns:a="http://schemas.openxmlformats.org/drawingml/2006/main">
              <a:ext uri="{FF2B5EF4-FFF2-40B4-BE49-F238E27FC236}">
                <a16:creationId xmlns:a16="http://schemas.microsoft.com/office/drawing/2014/main" id="{C4A2D7B7-22AE-4FCD-8671-ED882201C690}"/>
              </a:ext>
            </a:extLst>
          </p:cNvPr>
          <p:cNvSpPr>
            <a:spLocks xmlns:a="http://schemas.openxmlformats.org/drawingml/2006/main" noGrp="1"/>
          </p:cNvSpPr>
          <p:nvPr/>
        </p:nvSpPr>
        <p:spPr>
          <a:xfrm xmlns:a="http://schemas.openxmlformats.org/drawingml/2006/main">
            <a:off x="6096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eSIM 连接端口</a:t>
            </a:r>
          </a:p>
        </p:txBody>
      </p:sp>
      <p:sp>
        <p:nvSpPr>
          <p:cNvPr id="97" name="concept-alias-port">
            <a:extLst xmlns:a="http://schemas.openxmlformats.org/drawingml/2006/main">
              <a:ext uri="{FF2B5EF4-FFF2-40B4-BE49-F238E27FC236}">
                <a16:creationId xmlns:a16="http://schemas.microsoft.com/office/drawing/2014/main" id="{1984CDF7-9CBF-4032-8A52-4F880349A272}"/>
              </a:ext>
            </a:extLst>
          </p:cNvPr>
          <p:cNvSpPr>
            <a:spLocks xmlns:a="http://schemas.openxmlformats.org/drawingml/2006/main" noGrp="1"/>
          </p:cNvSpPr>
          <p:nvPr/>
        </p:nvSpPr>
        <p:spPr>
          <a:xfrm xmlns:a="http://schemas.openxmlformats.org/drawingml/2006/main">
            <a:off x="6096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Port</a:t>
            </a:r>
          </a:p>
        </p:txBody>
      </p:sp>
      <p:sp>
        <p:nvSpPr>
          <p:cNvPr id="98" name="concept-function-port">
            <a:extLst xmlns:a="http://schemas.openxmlformats.org/drawingml/2006/main">
              <a:ext uri="{FF2B5EF4-FFF2-40B4-BE49-F238E27FC236}">
                <a16:creationId xmlns:a16="http://schemas.microsoft.com/office/drawing/2014/main" id="{428C2587-D975-4C7E-906F-64F3DC058097}"/>
              </a:ext>
            </a:extLst>
          </p:cNvPr>
          <p:cNvSpPr>
            <a:spLocks xmlns:a="http://schemas.openxmlformats.org/drawingml/2006/main" noGrp="1"/>
          </p:cNvSpPr>
          <p:nvPr/>
        </p:nvSpPr>
        <p:spPr>
          <a:xfrm xmlns:a="http://schemas.openxmlformats.org/drawingml/2006/main">
            <a:off x="6096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Port-0 当前承载 Profile-A</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按真实设备约束访问</a:t>
            </a:r>
          </a:p>
        </p:txBody>
      </p:sp>
      <p:sp>
        <p:nvSpPr>
          <p:cNvPr id="99" name="concept-slot">
            <a:extLst xmlns:a="http://schemas.openxmlformats.org/drawingml/2006/main">
              <a:ext uri="{FF2B5EF4-FFF2-40B4-BE49-F238E27FC236}">
                <a16:creationId xmlns:a16="http://schemas.microsoft.com/office/drawing/2014/main" id="{0F5A8E03-A767-490A-AA1F-499EC1B87535}"/>
              </a:ext>
            </a:extLst>
          </p:cNvPr>
          <p:cNvSpPr>
            <a:spLocks xmlns:a="http://schemas.openxmlformats.org/drawingml/2006/main" noGrp="1"/>
          </p:cNvSpPr>
          <p:nvPr/>
        </p:nvSpPr>
        <p:spPr>
          <a:xfrm xmlns:a="http://schemas.openxmlformats.org/drawingml/2006/main">
            <a:off x="45720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100" name="concept-title-slot">
            <a:extLst xmlns:a="http://schemas.openxmlformats.org/drawingml/2006/main">
              <a:ext uri="{FF2B5EF4-FFF2-40B4-BE49-F238E27FC236}">
                <a16:creationId xmlns:a16="http://schemas.microsoft.com/office/drawing/2014/main" id="{02F65B3C-DACA-4445-B25E-B018340F8CD1}"/>
              </a:ext>
            </a:extLst>
          </p:cNvPr>
          <p:cNvSpPr>
            <a:spLocks xmlns:a="http://schemas.openxmlformats.org/drawingml/2006/main" noGrp="1"/>
          </p:cNvSpPr>
          <p:nvPr/>
        </p:nvSpPr>
        <p:spPr>
          <a:xfrm xmlns:a="http://schemas.openxmlformats.org/drawingml/2006/main">
            <a:off x="46863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[C/R] 逻辑槽／软件路由</a:t>
            </a:r>
          </a:p>
        </p:txBody>
      </p:sp>
      <p:sp>
        <p:nvSpPr>
          <p:cNvPr id="101" name="concept-alias-slot">
            <a:extLst xmlns:a="http://schemas.openxmlformats.org/drawingml/2006/main">
              <a:ext uri="{FF2B5EF4-FFF2-40B4-BE49-F238E27FC236}">
                <a16:creationId xmlns:a16="http://schemas.microsoft.com/office/drawing/2014/main" id="{CA995DA1-F000-4A84-ADD3-DB3AE337FA31}"/>
              </a:ext>
            </a:extLst>
          </p:cNvPr>
          <p:cNvSpPr>
            <a:spLocks xmlns:a="http://schemas.openxmlformats.org/drawingml/2006/main" noGrp="1"/>
          </p:cNvSpPr>
          <p:nvPr/>
        </p:nvSpPr>
        <p:spPr>
          <a:xfrm xmlns:a="http://schemas.openxmlformats.org/drawingml/2006/main">
            <a:off x="46863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Logical Slot</a:t>
            </a:r>
          </a:p>
        </p:txBody>
      </p:sp>
      <p:sp>
        <p:nvSpPr>
          <p:cNvPr id="102" name="concept-function-slot">
            <a:extLst xmlns:a="http://schemas.openxmlformats.org/drawingml/2006/main">
              <a:ext uri="{FF2B5EF4-FFF2-40B4-BE49-F238E27FC236}">
                <a16:creationId xmlns:a16="http://schemas.microsoft.com/office/drawing/2014/main" id="{4B4D77FD-E054-4AD7-A9BB-37A120C35E96}"/>
              </a:ext>
            </a:extLst>
          </p:cNvPr>
          <p:cNvSpPr>
            <a:spLocks xmlns:a="http://schemas.openxmlformats.org/drawingml/2006/main" noGrp="1"/>
          </p:cNvSpPr>
          <p:nvPr/>
        </p:nvSpPr>
        <p:spPr>
          <a:xfrm xmlns:a="http://schemas.openxmlformats.org/drawingml/2006/main">
            <a:off x="46863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逻辑 slot-1 可复用</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保持原路由与兼容参数含义</a:t>
            </a:r>
          </a:p>
        </p:txBody>
      </p:sp>
      <p:sp>
        <p:nvSpPr>
          <p:cNvPr id="103" name="concept-compat">
            <a:extLst xmlns:a="http://schemas.openxmlformats.org/drawingml/2006/main">
              <a:ext uri="{FF2B5EF4-FFF2-40B4-BE49-F238E27FC236}">
                <a16:creationId xmlns:a16="http://schemas.microsoft.com/office/drawing/2014/main" id="{B67DF444-7E2A-4460-A28B-09206435F039}"/>
              </a:ext>
            </a:extLst>
          </p:cNvPr>
          <p:cNvSpPr>
            <a:spLocks xmlns:a="http://schemas.openxmlformats.org/drawingml/2006/main" noGrp="1"/>
          </p:cNvSpPr>
          <p:nvPr/>
        </p:nvSpPr>
        <p:spPr>
          <a:xfrm xmlns:a="http://schemas.openxmlformats.org/drawingml/2006/main">
            <a:off x="86487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104" name="concept-title-compat">
            <a:extLst xmlns:a="http://schemas.openxmlformats.org/drawingml/2006/main">
              <a:ext uri="{FF2B5EF4-FFF2-40B4-BE49-F238E27FC236}">
                <a16:creationId xmlns:a16="http://schemas.microsoft.com/office/drawing/2014/main" id="{D73BB4B9-1857-4B00-A0DD-CD96B8436EF3}"/>
              </a:ext>
            </a:extLst>
          </p:cNvPr>
          <p:cNvSpPr>
            <a:spLocks xmlns:a="http://schemas.openxmlformats.org/drawingml/2006/main" noGrp="1"/>
          </p:cNvSpPr>
          <p:nvPr/>
        </p:nvSpPr>
        <p:spPr>
          <a:xfrm xmlns:a="http://schemas.openxmlformats.org/drawingml/2006/main">
            <a:off x="87630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 旧接口与完成出口</a:t>
            </a:r>
          </a:p>
        </p:txBody>
      </p:sp>
      <p:sp>
        <p:nvSpPr>
          <p:cNvPr id="105" name="concept-alias-compat">
            <a:extLst xmlns:a="http://schemas.openxmlformats.org/drawingml/2006/main">
              <a:ext uri="{FF2B5EF4-FFF2-40B4-BE49-F238E27FC236}">
                <a16:creationId xmlns:a16="http://schemas.microsoft.com/office/drawing/2014/main" id="{06B4636F-6B2B-4D05-967E-4AB983CBA4AB}"/>
              </a:ext>
            </a:extLst>
          </p:cNvPr>
          <p:cNvSpPr>
            <a:spLocks xmlns:a="http://schemas.openxmlformats.org/drawingml/2006/main" noGrp="1"/>
          </p:cNvSpPr>
          <p:nvPr/>
        </p:nvSpPr>
        <p:spPr>
          <a:xfrm xmlns:a="http://schemas.openxmlformats.org/drawingml/2006/main">
            <a:off x="87630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Compatibility</a:t>
            </a:r>
          </a:p>
        </p:txBody>
      </p:sp>
      <p:sp>
        <p:nvSpPr>
          <p:cNvPr id="106" name="concept-function-compat">
            <a:extLst xmlns:a="http://schemas.openxmlformats.org/drawingml/2006/main">
              <a:ext uri="{FF2B5EF4-FFF2-40B4-BE49-F238E27FC236}">
                <a16:creationId xmlns:a16="http://schemas.microsoft.com/office/drawing/2014/main" id="{E69AEA50-4B61-42A0-AB8A-F3F2A33D971E}"/>
              </a:ext>
            </a:extLst>
          </p:cNvPr>
          <p:cNvSpPr>
            <a:spLocks xmlns:a="http://schemas.openxmlformats.org/drawingml/2006/main" noGrp="1"/>
          </p:cNvSpPr>
          <p:nvPr/>
        </p:nvSpPr>
        <p:spPr>
          <a:xfrm xmlns:a="http://schemas.openxmlformats.org/drawingml/2006/main">
            <a:off x="87630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旧 slot 参数 / 权限 / 原错误</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受理返回与业务完成分开</a:t>
            </a:r>
          </a:p>
        </p:txBody>
      </p:sp>
      <p:sp>
        <p:nvSpPr>
          <p:cNvPr id="107" name="footer-rule">
            <a:extLst xmlns:a="http://schemas.openxmlformats.org/drawingml/2006/main">
              <a:ext uri="{FF2B5EF4-FFF2-40B4-BE49-F238E27FC236}">
                <a16:creationId xmlns:a16="http://schemas.microsoft.com/office/drawing/2014/main" id="{6E9B6284-1587-40E9-A126-5DDD1B7BDBC6}"/>
              </a:ext>
            </a:extLst>
          </p:cNvPr>
          <p:cNvSpPr>
            <a:spLocks xmlns:a="http://schemas.openxmlformats.org/drawingml/2006/main" noGrp="1"/>
          </p:cNvSpPr>
          <p:nvPr/>
        </p:nvSpPr>
        <p:spPr>
          <a:xfrm xmlns:a="http://schemas.openxmlformats.org/drawingml/2006/main">
            <a:off x="495300" y="62198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8" name="owner-legend">
            <a:extLst xmlns:a="http://schemas.openxmlformats.org/drawingml/2006/main">
              <a:ext uri="{FF2B5EF4-FFF2-40B4-BE49-F238E27FC236}">
                <a16:creationId xmlns:a16="http://schemas.microsoft.com/office/drawing/2014/main" id="{6319A433-29D5-4AC0-A44B-9F19511BFBE1}"/>
              </a:ext>
            </a:extLst>
          </p:cNvPr>
          <p:cNvSpPr>
            <a:spLocks xmlns:a="http://schemas.openxmlformats.org/drawingml/2006/main" noGrp="1"/>
          </p:cNvSpPr>
          <p:nvPr/>
        </p:nvSpPr>
        <p:spPr>
          <a:xfrm xmlns:a="http://schemas.openxmlformats.org/drawingml/2006/main">
            <a:off x="495300" y="63055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buNone/>
              <a:defRPr sz="1050" b="0">
                <a:solidFill>
                  <a:srgbClr val="56657A"/>
                </a:solidFill>
                <a:latin typeface="Microsoft YaHei"/>
                <a:ea typeface="Microsoft YaHei"/>
                <a:cs typeface="Microsoft YaHei"/>
              </a:defRPr>
            </a:lvl1pPr>
            <a:lvl2pPr algn="l">
              <a:buNone/>
              <a:defRPr sz="1050" b="0">
                <a:solidFill>
                  <a:srgbClr val="56657A"/>
                </a:solidFill>
                <a:latin typeface="Microsoft YaHei"/>
                <a:ea typeface="Microsoft YaHei"/>
                <a:cs typeface="Microsoft YaHei"/>
              </a:defRPr>
            </a:lvl2pPr>
            <a:lvl3pPr algn="l">
              <a:buNone/>
              <a:defRPr sz="1050" b="0">
                <a:solidFill>
                  <a:srgbClr val="56657A"/>
                </a:solidFill>
                <a:latin typeface="Microsoft YaHei"/>
                <a:ea typeface="Microsoft YaHei"/>
                <a:cs typeface="Microsoft YaHei"/>
              </a:defRPr>
            </a:lvl3pPr>
            <a:lvl4pPr algn="l">
              <a:buNone/>
              <a:defRPr sz="1050" b="0">
                <a:solidFill>
                  <a:srgbClr val="56657A"/>
                </a:solidFill>
                <a:latin typeface="Microsoft YaHei"/>
                <a:ea typeface="Microsoft YaHei"/>
                <a:cs typeface="Microsoft YaHei"/>
              </a:defRPr>
            </a:lvl4pPr>
            <a:lvl5pPr algn="l">
              <a:buNone/>
              <a:defRPr sz="1050" b="0">
                <a:solidFill>
                  <a:srgbClr val="56657A"/>
                </a:solidFill>
                <a:latin typeface="Microsoft YaHei"/>
                <a:ea typeface="Microsoft YaHei"/>
                <a:cs typeface="Microsoft YaHei"/>
              </a:defRPr>
            </a:lvl5pPr>
            <a:lvl6pPr algn="l">
              <a:buNone/>
              <a:defRPr sz="1050" b="0">
                <a:solidFill>
                  <a:srgbClr val="56657A"/>
                </a:solidFill>
                <a:latin typeface="Microsoft YaHei"/>
                <a:ea typeface="Microsoft YaHei"/>
                <a:cs typeface="Microsoft YaHei"/>
              </a:defRPr>
            </a:lvl6pPr>
            <a:lvl7pPr algn="l">
              <a:buNone/>
              <a:defRPr sz="1050" b="0">
                <a:solidFill>
                  <a:srgbClr val="56657A"/>
                </a:solidFill>
                <a:latin typeface="Microsoft YaHei"/>
                <a:ea typeface="Microsoft YaHei"/>
                <a:cs typeface="Microsoft YaHei"/>
              </a:defRPr>
            </a:lvl7pPr>
            <a:lvl8pPr algn="l">
              <a:buNone/>
              <a:defRPr sz="1050" b="0">
                <a:solidFill>
                  <a:srgbClr val="56657A"/>
                </a:solidFill>
                <a:latin typeface="Microsoft YaHei"/>
                <a:ea typeface="Microsoft YaHei"/>
                <a:cs typeface="Microsoft YaHei"/>
              </a:defRPr>
            </a:lvl8pPr>
            <a:lvl9pPr algn="l">
              <a:buNone/>
              <a:defRPr sz="1050" b="0">
                <a:solidFill>
                  <a:srgbClr val="56657A"/>
                </a:solidFill>
                <a:latin typeface="Microsoft YaHei"/>
                <a:ea typeface="Microsoft YaHei"/>
                <a:cs typeface="Microsoft YaHei"/>
              </a:defRPr>
            </a:lvl9pPr>
          </a:lstStyle>
          <a:p xmlns:a="http://schemas.openxmlformats.org/drawingml/2006/main">
            <a:pPr algn="l">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T 账户拓扑　A 角色资源　O 本地操作　R 卡运行　I 适配　C 兼容　H 宿主</a:t>
            </a:r>
          </a:p>
        </p:txBody>
      </p:sp>
      <p:sp>
        <p:nvSpPr>
          <p:cNvPr id="109" name="relation-legend">
            <a:extLst xmlns:a="http://schemas.openxmlformats.org/drawingml/2006/main">
              <a:ext uri="{FF2B5EF4-FFF2-40B4-BE49-F238E27FC236}">
                <a16:creationId xmlns:a16="http://schemas.microsoft.com/office/drawing/2014/main" id="{89D27758-71CD-40C7-B08E-454819565C2A}"/>
              </a:ext>
            </a:extLst>
          </p:cNvPr>
          <p:cNvSpPr>
            <a:spLocks xmlns:a="http://schemas.openxmlformats.org/drawingml/2006/main" noGrp="1"/>
          </p:cNvSpPr>
          <p:nvPr/>
        </p:nvSpPr>
        <p:spPr>
          <a:xfrm xmlns:a="http://schemas.openxmlformats.org/drawingml/2006/main">
            <a:off x="7848600" y="6305550"/>
            <a:ext cx="3848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实线：概念关系　虚线：入口协作</a:t>
            </a:r>
          </a:p>
        </p:txBody>
      </p:sp>
      <p:sp>
        <p:nvSpPr>
          <p:cNvPr id="110" name="footer">
            <a:extLst xmlns:a="http://schemas.openxmlformats.org/drawingml/2006/main">
              <a:ext uri="{FF2B5EF4-FFF2-40B4-BE49-F238E27FC236}">
                <a16:creationId xmlns:a16="http://schemas.microsoft.com/office/drawing/2014/main" id="{A9059382-D970-40F8-8110-3132C062F017}"/>
              </a:ext>
            </a:extLst>
          </p:cNvPr>
          <p:cNvSpPr>
            <a:spLocks xmlns:a="http://schemas.openxmlformats.org/drawingml/2006/main" noGrp="1"/>
          </p:cNvSpPr>
          <p:nvPr/>
        </p:nvSpPr>
        <p:spPr>
          <a:xfrm xmlns:a="http://schemas.openxmlformats.org/drawingml/2006/main">
            <a:off x="495300" y="65913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111" name="page-number">
            <a:extLst xmlns:a="http://schemas.openxmlformats.org/drawingml/2006/main">
              <a:ext uri="{FF2B5EF4-FFF2-40B4-BE49-F238E27FC236}">
                <a16:creationId xmlns:a16="http://schemas.microsoft.com/office/drawing/2014/main" id="{B21E93A1-1A51-4704-8D67-3B70DCC0A155}"/>
              </a:ext>
            </a:extLst>
          </p:cNvPr>
          <p:cNvSpPr>
            <a:spLocks xmlns:a="http://schemas.openxmlformats.org/drawingml/2006/main" noGrp="1"/>
          </p:cNvSpPr>
          <p:nvPr/>
        </p:nvSpPr>
        <p:spPr>
          <a:xfrm xmlns:a="http://schemas.openxmlformats.org/drawingml/2006/main">
            <a:off x="9486900" y="65913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buNone/>
              <a:defRPr sz="900" b="0">
                <a:solidFill>
                  <a:srgbClr val="56657A"/>
                </a:solidFill>
                <a:latin typeface="Microsoft YaHei"/>
                <a:ea typeface="Microsoft YaHei"/>
                <a:cs typeface="Microsoft YaHei"/>
              </a:defRPr>
            </a:lvl1pPr>
            <a:lvl2pPr algn="r">
              <a:buNone/>
              <a:defRPr sz="900" b="0">
                <a:solidFill>
                  <a:srgbClr val="56657A"/>
                </a:solidFill>
                <a:latin typeface="Microsoft YaHei"/>
                <a:ea typeface="Microsoft YaHei"/>
                <a:cs typeface="Microsoft YaHei"/>
              </a:defRPr>
            </a:lvl2pPr>
            <a:lvl3pPr algn="r">
              <a:buNone/>
              <a:defRPr sz="900" b="0">
                <a:solidFill>
                  <a:srgbClr val="56657A"/>
                </a:solidFill>
                <a:latin typeface="Microsoft YaHei"/>
                <a:ea typeface="Microsoft YaHei"/>
                <a:cs typeface="Microsoft YaHei"/>
              </a:defRPr>
            </a:lvl3pPr>
            <a:lvl4pPr algn="r">
              <a:buNone/>
              <a:defRPr sz="900" b="0">
                <a:solidFill>
                  <a:srgbClr val="56657A"/>
                </a:solidFill>
                <a:latin typeface="Microsoft YaHei"/>
                <a:ea typeface="Microsoft YaHei"/>
                <a:cs typeface="Microsoft YaHei"/>
              </a:defRPr>
            </a:lvl4pPr>
            <a:lvl5pPr algn="r">
              <a:buNone/>
              <a:defRPr sz="900" b="0">
                <a:solidFill>
                  <a:srgbClr val="56657A"/>
                </a:solidFill>
                <a:latin typeface="Microsoft YaHei"/>
                <a:ea typeface="Microsoft YaHei"/>
                <a:cs typeface="Microsoft YaHei"/>
              </a:defRPr>
            </a:lvl5pPr>
            <a:lvl6pPr algn="r">
              <a:buNone/>
              <a:defRPr sz="900" b="0">
                <a:solidFill>
                  <a:srgbClr val="56657A"/>
                </a:solidFill>
                <a:latin typeface="Microsoft YaHei"/>
                <a:ea typeface="Microsoft YaHei"/>
                <a:cs typeface="Microsoft YaHei"/>
              </a:defRPr>
            </a:lvl6pPr>
            <a:lvl7pPr algn="r">
              <a:buNone/>
              <a:defRPr sz="900" b="0">
                <a:solidFill>
                  <a:srgbClr val="56657A"/>
                </a:solidFill>
                <a:latin typeface="Microsoft YaHei"/>
                <a:ea typeface="Microsoft YaHei"/>
                <a:cs typeface="Microsoft YaHei"/>
              </a:defRPr>
            </a:lvl7pPr>
            <a:lvl8pPr algn="r">
              <a:buNone/>
              <a:defRPr sz="900" b="0">
                <a:solidFill>
                  <a:srgbClr val="56657A"/>
                </a:solidFill>
                <a:latin typeface="Microsoft YaHei"/>
                <a:ea typeface="Microsoft YaHei"/>
                <a:cs typeface="Microsoft YaHei"/>
              </a:defRPr>
            </a:lvl8pPr>
            <a:lvl9pPr algn="r">
              <a:buNone/>
              <a:defRPr sz="900" b="0">
                <a:solidFill>
                  <a:srgbClr val="56657A"/>
                </a:solidFill>
                <a:latin typeface="Microsoft YaHei"/>
                <a:ea typeface="Microsoft YaHei"/>
                <a:cs typeface="Microsoft YaHei"/>
              </a:defRPr>
            </a:lvl9pPr>
          </a:lstStyle>
          <a:p xmlns:a="http://schemas.openxmlformats.org/drawingml/2006/main">
            <a:pPr algn="r">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09 / 19</a:t>
            </a:r>
          </a:p>
        </p:txBody>
      </p:sp>
      <p:sp>
        <p:nvSpPr>
          <p:cNvPr id="113" name="open-compare">
            <ns0:hlinkClick xmlns:ns0="http://schemas.openxmlformats.org/drawingml/2006/main" xmlns:ns1="http://schemas.openxmlformats.org/officeDocument/2006/relationships" ns1:id="rIdCompareNav12" action="ppaction://hlinksldjump" tooltip="架构前后对照"/>
            <a:extLst xmlns:a="http://schemas.openxmlformats.org/drawingml/2006/main">
              <a:ext uri="{FF2B5EF4-FFF2-40B4-BE49-F238E27FC236}">
                <a16:creationId xmlns:a16="http://schemas.microsoft.com/office/drawing/2014/main" id="{C05918EA-803F-4C23-970B-A2763CB6EEF7}"/>
              </a:ext>
            </a:extLst>
          </p:cNvPr>
          <p:cNvSpPr>
            <a:spLocks xmlns:a="http://schemas.openxmlformats.org/drawingml/2006/main" noGrp="1"/>
          </p:cNvSpPr>
          <p:nvPr/>
        </p:nvSpPr>
        <p:spPr>
          <a:xfrm xmlns:a="http://schemas.openxmlformats.org/drawingml/2006/main">
            <a:off x="10248900" y="209550"/>
            <a:ext cx="1447800" cy="2667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架构前后对照</a:t>
            </a:r>
          </a:p>
        </p:txBody>
      </p:sp>
    </p:spTree>
    <p:extLst>
      <p:ext uri="{BB962C8B-B14F-4D97-AF65-F5344CB8AC3E}">
        <p14:creationId xmlns:p14="http://schemas.microsoft.com/office/powerpoint/2010/main" val="2109599517"/>
      </p:ext>
    </p:extLst>
  </p:cSld>
  <p:transition spd="fast" advClick="1">
    <p:fade/>
  </p:transition>
</p:sld>
</file>

<file path=ppt/slides/slide10.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2" name="accent">
            <a:extLst xmlns:a="http://schemas.openxmlformats.org/drawingml/2006/main">
              <a:ext uri="{FF2B5EF4-FFF2-40B4-BE49-F238E27FC236}">
                <a16:creationId xmlns:a16="http://schemas.microsoft.com/office/drawing/2014/main" id="{F648C7A2-5C4B-45C0-BE1C-254AE15A0307}"/>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F23771CF-2EB3-4108-888C-27FB1500AE10}"/>
              </a:ext>
            </a:extLst>
          </p:cNvPr>
          <p:cNvSpPr>
            <a:spLocks xmlns:a="http://schemas.openxmlformats.org/drawingml/2006/main" noGrp="1"/>
          </p:cNvSpPr>
          <p:nvPr/>
        </p:nvSpPr>
        <p:spPr>
          <a:xfrm xmlns:a="http://schemas.openxmlformats.org/drawingml/2006/main">
            <a:off x="495300" y="238125"/>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04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85DA3C9D-4511-48B0-8137-A12326CF247F}"/>
              </a:ext>
            </a:extLst>
          </p:cNvPr>
          <p:cNvSpPr>
            <a:spLocks xmlns:a="http://schemas.openxmlformats.org/drawingml/2006/main" noGrp="1"/>
          </p:cNvSpPr>
          <p:nvPr/>
        </p:nvSpPr>
        <p:spPr>
          <a:xfrm xmlns:a="http://schemas.openxmlformats.org/drawingml/2006/main">
            <a:off x="8248650" y="238125"/>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点步骤看概念间协作</a:t>
            </a:r>
          </a:p>
        </p:txBody>
      </p:sp>
      <p:sp>
        <p:nvSpPr>
          <p:cNvPr id="4" name="title">
            <a:extLst xmlns:a="http://schemas.openxmlformats.org/drawingml/2006/main">
              <a:ext uri="{FF2B5EF4-FFF2-40B4-BE49-F238E27FC236}">
                <a16:creationId xmlns:a16="http://schemas.microsoft.com/office/drawing/2014/main" id="{B8D12976-3F40-4069-A906-72A1B9086F46}"/>
              </a:ext>
            </a:extLst>
          </p:cNvPr>
          <p:cNvSpPr>
            <a:spLocks xmlns:a="http://schemas.openxmlformats.org/drawingml/2006/main" noGrp="1"/>
          </p:cNvSpPr>
          <p:nvPr/>
        </p:nvSpPr>
        <p:spPr>
          <a:xfrm xmlns:a="http://schemas.openxmlformats.org/drawingml/2006/main">
            <a:off x="495300" y="58102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buNone/>
              <a:defRPr sz="2550" b="1">
                <a:solidFill>
                  <a:srgbClr val="081426"/>
                </a:solidFill>
                <a:latin typeface="Microsoft YaHei"/>
                <a:ea typeface="Microsoft YaHei"/>
                <a:cs typeface="Microsoft YaHei"/>
              </a:defRPr>
            </a:lvl1pPr>
            <a:lvl2pPr algn="l">
              <a:buNone/>
              <a:defRPr sz="2550" b="1">
                <a:solidFill>
                  <a:srgbClr val="081426"/>
                </a:solidFill>
                <a:latin typeface="Microsoft YaHei"/>
                <a:ea typeface="Microsoft YaHei"/>
                <a:cs typeface="Microsoft YaHei"/>
              </a:defRPr>
            </a:lvl2pPr>
            <a:lvl3pPr algn="l">
              <a:buNone/>
              <a:defRPr sz="2550" b="1">
                <a:solidFill>
                  <a:srgbClr val="081426"/>
                </a:solidFill>
                <a:latin typeface="Microsoft YaHei"/>
                <a:ea typeface="Microsoft YaHei"/>
                <a:cs typeface="Microsoft YaHei"/>
              </a:defRPr>
            </a:lvl3pPr>
            <a:lvl4pPr algn="l">
              <a:buNone/>
              <a:defRPr sz="2550" b="1">
                <a:solidFill>
                  <a:srgbClr val="081426"/>
                </a:solidFill>
                <a:latin typeface="Microsoft YaHei"/>
                <a:ea typeface="Microsoft YaHei"/>
                <a:cs typeface="Microsoft YaHei"/>
              </a:defRPr>
            </a:lvl4pPr>
            <a:lvl5pPr algn="l">
              <a:buNone/>
              <a:defRPr sz="2550" b="1">
                <a:solidFill>
                  <a:srgbClr val="081426"/>
                </a:solidFill>
                <a:latin typeface="Microsoft YaHei"/>
                <a:ea typeface="Microsoft YaHei"/>
                <a:cs typeface="Microsoft YaHei"/>
              </a:defRPr>
            </a:lvl5pPr>
            <a:lvl6pPr algn="l">
              <a:buNone/>
              <a:defRPr sz="2550" b="1">
                <a:solidFill>
                  <a:srgbClr val="081426"/>
                </a:solidFill>
                <a:latin typeface="Microsoft YaHei"/>
                <a:ea typeface="Microsoft YaHei"/>
                <a:cs typeface="Microsoft YaHei"/>
              </a:defRPr>
            </a:lvl6pPr>
            <a:lvl7pPr algn="l">
              <a:buNone/>
              <a:defRPr sz="2550" b="1">
                <a:solidFill>
                  <a:srgbClr val="081426"/>
                </a:solidFill>
                <a:latin typeface="Microsoft YaHei"/>
                <a:ea typeface="Microsoft YaHei"/>
                <a:cs typeface="Microsoft YaHei"/>
              </a:defRPr>
            </a:lvl7pPr>
            <a:lvl8pPr algn="l">
              <a:buNone/>
              <a:defRPr sz="2550" b="1">
                <a:solidFill>
                  <a:srgbClr val="081426"/>
                </a:solidFill>
                <a:latin typeface="Microsoft YaHei"/>
                <a:ea typeface="Microsoft YaHei"/>
                <a:cs typeface="Microsoft YaHei"/>
              </a:defRPr>
            </a:lvl8pPr>
            <a:lvl9pPr algn="l">
              <a:buNone/>
              <a:defRPr sz="2550" b="1">
                <a:solidFill>
                  <a:srgbClr val="081426"/>
                </a:solidFill>
                <a:latin typeface="Microsoft YaHei"/>
                <a:ea typeface="Microsoft YaHei"/>
                <a:cs typeface="Microsoft YaHei"/>
              </a:defRPr>
            </a:lvl9pPr>
          </a:lstStyle>
          <a:p xmlns:a="http://schemas.openxmlformats.org/drawingml/2006/main">
            <a:pPr algn="l">
              <a:lnSpc>
                <a:spcPct val="104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订阅、位置与执行：概念关系和号码设置流程</a:t>
            </a:r>
          </a:p>
        </p:txBody>
      </p:sp>
      <p:sp>
        <p:nvSpPr>
          <p:cNvPr id="5" name="flow-nav-0">
            <ns0:hlinkClick xmlns:ns0="http://schemas.openxmlformats.org/drawingml/2006/main" xmlns:ns1="http://schemas.openxmlformats.org/officeDocument/2006/relationships" ns1:id="rIdCompareNav0" action="ppaction://hlinksldjump" tooltip="概念图：概念总览"/>
            <a:extLst xmlns:a="http://schemas.openxmlformats.org/drawingml/2006/main">
              <a:ext uri="{FF2B5EF4-FFF2-40B4-BE49-F238E27FC236}">
                <a16:creationId xmlns:a16="http://schemas.microsoft.com/office/drawing/2014/main" id="{BE70143D-CB38-4C18-B3BC-99235EBE57B0}"/>
              </a:ext>
            </a:extLst>
          </p:cNvPr>
          <p:cNvSpPr>
            <a:spLocks xmlns:a="http://schemas.openxmlformats.org/drawingml/2006/main" noGrp="1"/>
          </p:cNvSpPr>
          <p:nvPr/>
        </p:nvSpPr>
        <p:spPr>
          <a:xfrm xmlns:a="http://schemas.openxmlformats.org/drawingml/2006/main">
            <a:off x="495300" y="1104900"/>
            <a:ext cx="9715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概念总览</a:t>
            </a:r>
          </a:p>
        </p:txBody>
      </p:sp>
      <p:sp>
        <p:nvSpPr>
          <p:cNvPr id="6" name="flow-nav-1">
            <ns0:hlinkClick xmlns:ns0="http://schemas.openxmlformats.org/drawingml/2006/main" xmlns:ns1="http://schemas.openxmlformats.org/officeDocument/2006/relationships" ns1:id="rIdCompareNav1" action="ppaction://hlinksldjump" tooltip="概念图：① 受理"/>
            <a:extLst xmlns:a="http://schemas.openxmlformats.org/drawingml/2006/main">
              <a:ext uri="{FF2B5EF4-FFF2-40B4-BE49-F238E27FC236}">
                <a16:creationId xmlns:a16="http://schemas.microsoft.com/office/drawing/2014/main" id="{673DEB7B-DFA7-4C42-9CDD-1E87B3C03DF5}"/>
              </a:ext>
            </a:extLst>
          </p:cNvPr>
          <p:cNvSpPr>
            <a:spLocks xmlns:a="http://schemas.openxmlformats.org/drawingml/2006/main" noGrp="1"/>
          </p:cNvSpPr>
          <p:nvPr/>
        </p:nvSpPr>
        <p:spPr>
          <a:xfrm xmlns:a="http://schemas.openxmlformats.org/drawingml/2006/main">
            <a:off x="1543050" y="1104900"/>
            <a:ext cx="895350"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buNone/>
              <a:defRPr sz="1275" b="1">
                <a:solidFill>
                  <a:srgbClr val="FFFFFF"/>
                </a:solidFill>
                <a:latin typeface="Microsoft YaHei"/>
                <a:ea typeface="Microsoft YaHei"/>
                <a:cs typeface="Microsoft YaHei"/>
              </a:defRPr>
            </a:lvl1pPr>
            <a:lvl2pPr algn="ctr">
              <a:buNone/>
              <a:defRPr sz="1275" b="1">
                <a:solidFill>
                  <a:srgbClr val="FFFFFF"/>
                </a:solidFill>
                <a:latin typeface="Microsoft YaHei"/>
                <a:ea typeface="Microsoft YaHei"/>
                <a:cs typeface="Microsoft YaHei"/>
              </a:defRPr>
            </a:lvl2pPr>
            <a:lvl3pPr algn="ctr">
              <a:buNone/>
              <a:defRPr sz="1275" b="1">
                <a:solidFill>
                  <a:srgbClr val="FFFFFF"/>
                </a:solidFill>
                <a:latin typeface="Microsoft YaHei"/>
                <a:ea typeface="Microsoft YaHei"/>
                <a:cs typeface="Microsoft YaHei"/>
              </a:defRPr>
            </a:lvl3pPr>
            <a:lvl4pPr algn="ctr">
              <a:buNone/>
              <a:defRPr sz="1275" b="1">
                <a:solidFill>
                  <a:srgbClr val="FFFFFF"/>
                </a:solidFill>
                <a:latin typeface="Microsoft YaHei"/>
                <a:ea typeface="Microsoft YaHei"/>
                <a:cs typeface="Microsoft YaHei"/>
              </a:defRPr>
            </a:lvl4pPr>
            <a:lvl5pPr algn="ctr">
              <a:buNone/>
              <a:defRPr sz="1275" b="1">
                <a:solidFill>
                  <a:srgbClr val="FFFFFF"/>
                </a:solidFill>
                <a:latin typeface="Microsoft YaHei"/>
                <a:ea typeface="Microsoft YaHei"/>
                <a:cs typeface="Microsoft YaHei"/>
              </a:defRPr>
            </a:lvl5pPr>
            <a:lvl6pPr algn="ctr">
              <a:buNone/>
              <a:defRPr sz="1275" b="1">
                <a:solidFill>
                  <a:srgbClr val="FFFFFF"/>
                </a:solidFill>
                <a:latin typeface="Microsoft YaHei"/>
                <a:ea typeface="Microsoft YaHei"/>
                <a:cs typeface="Microsoft YaHei"/>
              </a:defRPr>
            </a:lvl6pPr>
            <a:lvl7pPr algn="ctr">
              <a:buNone/>
              <a:defRPr sz="1275" b="1">
                <a:solidFill>
                  <a:srgbClr val="FFFFFF"/>
                </a:solidFill>
                <a:latin typeface="Microsoft YaHei"/>
                <a:ea typeface="Microsoft YaHei"/>
                <a:cs typeface="Microsoft YaHei"/>
              </a:defRPr>
            </a:lvl7pPr>
            <a:lvl8pPr algn="ctr">
              <a:buNone/>
              <a:defRPr sz="1275" b="1">
                <a:solidFill>
                  <a:srgbClr val="FFFFFF"/>
                </a:solidFill>
                <a:latin typeface="Microsoft YaHei"/>
                <a:ea typeface="Microsoft YaHei"/>
                <a:cs typeface="Microsoft YaHei"/>
              </a:defRPr>
            </a:lvl8pPr>
            <a:lvl9pPr algn="ctr">
              <a:buNone/>
              <a:defRPr sz="1275" b="1">
                <a:solidFill>
                  <a:srgbClr val="FFFFFF"/>
                </a:solidFill>
                <a:latin typeface="Microsoft YaHei"/>
                <a:ea typeface="Microsoft YaHei"/>
                <a:cs typeface="Microsoft YaHei"/>
              </a:defRPr>
            </a:lvl9pPr>
          </a:lstStyle>
          <a:p xmlns:a="http://schemas.openxmlformats.org/drawingml/2006/main">
            <a:pPr algn="ctr">
              <a:buNone/>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① 受理</a:t>
            </a:r>
          </a:p>
        </p:txBody>
      </p:sp>
      <p:sp>
        <p:nvSpPr>
          <p:cNvPr id="7" name="flow-nav-2">
            <ns0:hlinkClick xmlns:ns0="http://schemas.openxmlformats.org/drawingml/2006/main" xmlns:ns1="http://schemas.openxmlformats.org/officeDocument/2006/relationships" ns1:id="rIdCompareNav2" action="ppaction://hlinksldjump" tooltip="概念图：② 目标"/>
            <a:extLst xmlns:a="http://schemas.openxmlformats.org/drawingml/2006/main">
              <a:ext uri="{FF2B5EF4-FFF2-40B4-BE49-F238E27FC236}">
                <a16:creationId xmlns:a16="http://schemas.microsoft.com/office/drawing/2014/main" id="{BE5D45D9-0317-4D35-BDB9-6647E759D93B}"/>
              </a:ext>
            </a:extLst>
          </p:cNvPr>
          <p:cNvSpPr>
            <a:spLocks xmlns:a="http://schemas.openxmlformats.org/drawingml/2006/main" noGrp="1"/>
          </p:cNvSpPr>
          <p:nvPr/>
        </p:nvSpPr>
        <p:spPr>
          <a:xfrm xmlns:a="http://schemas.openxmlformats.org/drawingml/2006/main">
            <a:off x="25146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② 目标</a:t>
            </a:r>
          </a:p>
        </p:txBody>
      </p:sp>
      <p:sp>
        <p:nvSpPr>
          <p:cNvPr id="8" name="flow-nav-3">
            <ns0:hlinkClick xmlns:ns0="http://schemas.openxmlformats.org/drawingml/2006/main" xmlns:ns1="http://schemas.openxmlformats.org/officeDocument/2006/relationships" ns1:id="rIdCompareNav3" action="ppaction://hlinksldjump" tooltip="概念图：③ 关联"/>
            <a:extLst xmlns:a="http://schemas.openxmlformats.org/drawingml/2006/main">
              <a:ext uri="{FF2B5EF4-FFF2-40B4-BE49-F238E27FC236}">
                <a16:creationId xmlns:a16="http://schemas.microsoft.com/office/drawing/2014/main" id="{C3E81FF4-24FB-46CA-B961-9142A373449E}"/>
              </a:ext>
            </a:extLst>
          </p:cNvPr>
          <p:cNvSpPr>
            <a:spLocks xmlns:a="http://schemas.openxmlformats.org/drawingml/2006/main" noGrp="1"/>
          </p:cNvSpPr>
          <p:nvPr/>
        </p:nvSpPr>
        <p:spPr>
          <a:xfrm xmlns:a="http://schemas.openxmlformats.org/drawingml/2006/main">
            <a:off x="34861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③ 关联</a:t>
            </a:r>
          </a:p>
        </p:txBody>
      </p:sp>
      <p:sp>
        <p:nvSpPr>
          <p:cNvPr id="9" name="flow-nav-4">
            <ns0:hlinkClick xmlns:ns0="http://schemas.openxmlformats.org/drawingml/2006/main" xmlns:ns1="http://schemas.openxmlformats.org/officeDocument/2006/relationships" ns1:id="rIdCompareNav4" action="ppaction://hlinksldjump" tooltip="概念图：④ 写卡"/>
            <a:extLst xmlns:a="http://schemas.openxmlformats.org/drawingml/2006/main">
              <a:ext uri="{FF2B5EF4-FFF2-40B4-BE49-F238E27FC236}">
                <a16:creationId xmlns:a16="http://schemas.microsoft.com/office/drawing/2014/main" id="{2775AD5C-212C-44E0-9DED-02FD8014831E}"/>
              </a:ext>
            </a:extLst>
          </p:cNvPr>
          <p:cNvSpPr>
            <a:spLocks xmlns:a="http://schemas.openxmlformats.org/drawingml/2006/main" noGrp="1"/>
          </p:cNvSpPr>
          <p:nvPr/>
        </p:nvSpPr>
        <p:spPr>
          <a:xfrm xmlns:a="http://schemas.openxmlformats.org/drawingml/2006/main">
            <a:off x="44577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④ 写卡</a:t>
            </a:r>
          </a:p>
        </p:txBody>
      </p:sp>
      <p:sp>
        <p:nvSpPr>
          <p:cNvPr id="10" name="flow-nav-5">
            <ns0:hlinkClick xmlns:ns0="http://schemas.openxmlformats.org/drawingml/2006/main" xmlns:ns1="http://schemas.openxmlformats.org/officeDocument/2006/relationships" ns1:id="rIdCompareNav5" action="ppaction://hlinksldjump" tooltip="概念图：⑤ 准入"/>
            <a:extLst xmlns:a="http://schemas.openxmlformats.org/drawingml/2006/main">
              <a:ext uri="{FF2B5EF4-FFF2-40B4-BE49-F238E27FC236}">
                <a16:creationId xmlns:a16="http://schemas.microsoft.com/office/drawing/2014/main" id="{EFDF5C2C-21F0-4FC0-8206-E6166E4CCA1A}"/>
              </a:ext>
            </a:extLst>
          </p:cNvPr>
          <p:cNvSpPr>
            <a:spLocks xmlns:a="http://schemas.openxmlformats.org/drawingml/2006/main" noGrp="1"/>
          </p:cNvSpPr>
          <p:nvPr/>
        </p:nvSpPr>
        <p:spPr>
          <a:xfrm xmlns:a="http://schemas.openxmlformats.org/drawingml/2006/main">
            <a:off x="54292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⑤ 准入</a:t>
            </a:r>
          </a:p>
        </p:txBody>
      </p:sp>
      <p:sp>
        <p:nvSpPr>
          <p:cNvPr id="11" name="flow-nav-6">
            <ns0:hlinkClick xmlns:ns0="http://schemas.openxmlformats.org/drawingml/2006/main" xmlns:ns1="http://schemas.openxmlformats.org/officeDocument/2006/relationships" ns1:id="rIdCompareNav6" action="ppaction://hlinksldjump" tooltip="概念图：⑥ 账户"/>
            <a:extLst xmlns:a="http://schemas.openxmlformats.org/drawingml/2006/main">
              <a:ext uri="{FF2B5EF4-FFF2-40B4-BE49-F238E27FC236}">
                <a16:creationId xmlns:a16="http://schemas.microsoft.com/office/drawing/2014/main" id="{D8CB06DE-4100-48F8-ADD0-D5490C4C55DC}"/>
              </a:ext>
            </a:extLst>
          </p:cNvPr>
          <p:cNvSpPr>
            <a:spLocks xmlns:a="http://schemas.openxmlformats.org/drawingml/2006/main" noGrp="1"/>
          </p:cNvSpPr>
          <p:nvPr/>
        </p:nvSpPr>
        <p:spPr>
          <a:xfrm xmlns:a="http://schemas.openxmlformats.org/drawingml/2006/main">
            <a:off x="64008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⑥ 账户</a:t>
            </a:r>
          </a:p>
        </p:txBody>
      </p:sp>
      <p:sp>
        <p:nvSpPr>
          <p:cNvPr id="12" name="flow-nav-7">
            <ns0:hlinkClick xmlns:ns0="http://schemas.openxmlformats.org/drawingml/2006/main" xmlns:ns1="http://schemas.openxmlformats.org/officeDocument/2006/relationships" ns1:id="rIdCompareNav7" action="ppaction://hlinksldjump" tooltip="概念图：⑦ 完成"/>
            <a:extLst xmlns:a="http://schemas.openxmlformats.org/drawingml/2006/main">
              <a:ext uri="{FF2B5EF4-FFF2-40B4-BE49-F238E27FC236}">
                <a16:creationId xmlns:a16="http://schemas.microsoft.com/office/drawing/2014/main" id="{9034CD5B-ADD1-4B4D-86A6-3F33446BB622}"/>
              </a:ext>
            </a:extLst>
          </p:cNvPr>
          <p:cNvSpPr>
            <a:spLocks xmlns:a="http://schemas.openxmlformats.org/drawingml/2006/main" noGrp="1"/>
          </p:cNvSpPr>
          <p:nvPr/>
        </p:nvSpPr>
        <p:spPr>
          <a:xfrm xmlns:a="http://schemas.openxmlformats.org/drawingml/2006/main">
            <a:off x="73723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⑦ 完成</a:t>
            </a:r>
          </a:p>
        </p:txBody>
      </p:sp>
      <p:sp>
        <p:nvSpPr>
          <p:cNvPr id="13" name="flow-nav-8">
            <ns0:hlinkClick xmlns:ns0="http://schemas.openxmlformats.org/drawingml/2006/main" xmlns:ns1="http://schemas.openxmlformats.org/officeDocument/2006/relationships" ns1:id="rIdCompareNav8" action="ppaction://hlinksldjump" tooltip="概念图：失败 / 迟到"/>
            <a:extLst xmlns:a="http://schemas.openxmlformats.org/drawingml/2006/main">
              <a:ext uri="{FF2B5EF4-FFF2-40B4-BE49-F238E27FC236}">
                <a16:creationId xmlns:a16="http://schemas.microsoft.com/office/drawing/2014/main" id="{6692F6CE-A62A-40EA-AB39-82BDA1893F52}"/>
              </a:ext>
            </a:extLst>
          </p:cNvPr>
          <p:cNvSpPr>
            <a:spLocks xmlns:a="http://schemas.openxmlformats.org/drawingml/2006/main" noGrp="1"/>
          </p:cNvSpPr>
          <p:nvPr/>
        </p:nvSpPr>
        <p:spPr>
          <a:xfrm xmlns:a="http://schemas.openxmlformats.org/drawingml/2006/main">
            <a:off x="8343900" y="1104900"/>
            <a:ext cx="11049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失败 / 迟到</a:t>
            </a:r>
          </a:p>
        </p:txBody>
      </p:sp>
      <p:sp>
        <p:nvSpPr>
          <p:cNvPr id="14" name="flow-prev">
            <ns0:hlinkClick xmlns:ns0="http://schemas.openxmlformats.org/drawingml/2006/main" xmlns:ns1="http://schemas.openxmlformats.org/officeDocument/2006/relationships" ns1:id="rIdCompareNav9" action="ppaction://hlinksldjump" tooltip="上一步"/>
            <a:extLst xmlns:a="http://schemas.openxmlformats.org/drawingml/2006/main">
              <a:ext uri="{FF2B5EF4-FFF2-40B4-BE49-F238E27FC236}">
                <a16:creationId xmlns:a16="http://schemas.microsoft.com/office/drawing/2014/main" id="{6B8C31EE-BA1B-4319-BD79-8597248CA8A7}"/>
              </a:ext>
            </a:extLst>
          </p:cNvPr>
          <p:cNvSpPr>
            <a:spLocks xmlns:a="http://schemas.openxmlformats.org/drawingml/2006/main" noGrp="1"/>
          </p:cNvSpPr>
          <p:nvPr/>
        </p:nvSpPr>
        <p:spPr>
          <a:xfrm xmlns:a="http://schemas.openxmlformats.org/drawingml/2006/main">
            <a:off x="95440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5" name="flow-next">
            <ns0:hlinkClick xmlns:ns0="http://schemas.openxmlformats.org/drawingml/2006/main" xmlns:ns1="http://schemas.openxmlformats.org/officeDocument/2006/relationships" ns1:id="rIdCompareNav10" action="ppaction://hlinksldjump" tooltip="下一步"/>
            <a:extLst xmlns:a="http://schemas.openxmlformats.org/drawingml/2006/main">
              <a:ext uri="{FF2B5EF4-FFF2-40B4-BE49-F238E27FC236}">
                <a16:creationId xmlns:a16="http://schemas.microsoft.com/office/drawing/2014/main" id="{3ADE7952-8AAD-442E-8726-13A1ED79FC43}"/>
              </a:ext>
            </a:extLst>
          </p:cNvPr>
          <p:cNvSpPr>
            <a:spLocks xmlns:a="http://schemas.openxmlformats.org/drawingml/2006/main" noGrp="1"/>
          </p:cNvSpPr>
          <p:nvPr/>
        </p:nvSpPr>
        <p:spPr>
          <a:xfrm xmlns:a="http://schemas.openxmlformats.org/drawingml/2006/main">
            <a:off x="102298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16" name="flow-body">
            <ns0:hlinkClick xmlns:ns0="http://schemas.openxmlformats.org/drawingml/2006/main" xmlns:ns1="http://schemas.openxmlformats.org/officeDocument/2006/relationships" ns1:id="rIdCompareNav11" action="ppaction://hlinksldjump" tooltip="返回正文"/>
            <a:extLst xmlns:a="http://schemas.openxmlformats.org/drawingml/2006/main">
              <a:ext uri="{FF2B5EF4-FFF2-40B4-BE49-F238E27FC236}">
                <a16:creationId xmlns:a16="http://schemas.microsoft.com/office/drawing/2014/main" id="{4FFC67EE-304C-4EE2-89EB-B23E75D516E9}"/>
              </a:ext>
            </a:extLst>
          </p:cNvPr>
          <p:cNvSpPr>
            <a:spLocks xmlns:a="http://schemas.openxmlformats.org/drawingml/2006/main" noGrp="1"/>
          </p:cNvSpPr>
          <p:nvPr/>
        </p:nvSpPr>
        <p:spPr>
          <a:xfrm xmlns:a="http://schemas.openxmlformats.org/drawingml/2006/main">
            <a:off x="10915650" y="1104900"/>
            <a:ext cx="7810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返回正文</a:t>
            </a:r>
          </a:p>
        </p:txBody>
      </p:sp>
      <p:sp>
        <p:nvSpPr>
          <p:cNvPr id="17" name="step-summary">
            <a:extLst xmlns:a="http://schemas.openxmlformats.org/drawingml/2006/main">
              <a:ext uri="{FF2B5EF4-FFF2-40B4-BE49-F238E27FC236}">
                <a16:creationId xmlns:a16="http://schemas.microsoft.com/office/drawing/2014/main" id="{146E5174-A1A1-4279-BEC9-C0FB4DD5E4A4}"/>
              </a:ext>
            </a:extLst>
          </p:cNvPr>
          <p:cNvSpPr>
            <a:spLocks xmlns:a="http://schemas.openxmlformats.org/drawingml/2006/main" noGrp="1"/>
          </p:cNvSpPr>
          <p:nvPr/>
        </p:nvSpPr>
        <p:spPr>
          <a:xfrm xmlns:a="http://schemas.openxmlformats.org/drawingml/2006/main">
            <a:off x="495300" y="15144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04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① 受理：C 保持原校验、调用者与错误优先级，区分受理返回和后续业务完成。</a:t>
            </a:r>
          </a:p>
        </p:txBody>
      </p:sp>
      <p:sp>
        <p:nvSpPr>
          <p:cNvPr id="18" name="header-rule">
            <a:extLst xmlns:a="http://schemas.openxmlformats.org/drawingml/2006/main">
              <a:ext uri="{FF2B5EF4-FFF2-40B4-BE49-F238E27FC236}">
                <a16:creationId xmlns:a16="http://schemas.microsoft.com/office/drawing/2014/main" id="{2E9E2DE2-BC2D-449E-A46C-E3F1B52CA328}"/>
              </a:ext>
            </a:extLst>
          </p:cNvPr>
          <p:cNvSpPr>
            <a:spLocks xmlns:a="http://schemas.openxmlformats.org/drawingml/2006/main" noGrp="1"/>
          </p:cNvSpPr>
          <p:nvPr/>
        </p:nvSpPr>
        <p:spPr>
          <a:xfrm xmlns:a="http://schemas.openxmlformats.org/drawingml/2006/main">
            <a:off x="495300" y="1924050"/>
            <a:ext cx="11201400" cy="10478"/>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9" name="relation-role-subscription">
            <a:extLst xmlns:a="http://schemas.openxmlformats.org/drawingml/2006/main">
              <a:ext uri="{FF2B5EF4-FFF2-40B4-BE49-F238E27FC236}">
                <a16:creationId xmlns:a16="http://schemas.microsoft.com/office/drawing/2014/main" id="{4C88ECC2-86EE-4384-A7FD-0ED145AB07D4}"/>
              </a:ext>
            </a:extLst>
          </p:cNvPr>
          <p:cNvSpPr>
            <a:spLocks xmlns:a="http://schemas.openxmlformats.org/drawingml/2006/main" noGrp="1"/>
          </p:cNvSpPr>
          <p:nvPr/>
        </p:nvSpPr>
        <p:spPr>
          <a:xfrm xmlns:a="http://schemas.openxmlformats.org/drawingml/2006/main">
            <a:off x="3543300" y="24431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20" name="arrow-0">
            <a:extLst xmlns:a="http://schemas.openxmlformats.org/drawingml/2006/main">
              <a:ext uri="{FF2B5EF4-FFF2-40B4-BE49-F238E27FC236}">
                <a16:creationId xmlns:a16="http://schemas.microsoft.com/office/drawing/2014/main" id="{DDFF6DB0-A89C-4460-ADCC-04DCBF999C67}"/>
              </a:ext>
            </a:extLst>
          </p:cNvPr>
          <p:cNvSpPr>
            <a:spLocks xmlns:a="http://schemas.openxmlformats.org/drawingml/2006/main" noGrp="1"/>
          </p:cNvSpPr>
          <p:nvPr/>
        </p:nvSpPr>
        <p:spPr>
          <a:xfrm xmlns:a="http://schemas.openxmlformats.org/drawingml/2006/main">
            <a:off x="4505325" y="24145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21" name="relation-label-0">
            <a:extLst xmlns:a="http://schemas.openxmlformats.org/drawingml/2006/main">
              <a:ext uri="{FF2B5EF4-FFF2-40B4-BE49-F238E27FC236}">
                <a16:creationId xmlns:a16="http://schemas.microsoft.com/office/drawing/2014/main" id="{6DDC741E-2A44-438A-A95F-B9AB42B43B59}"/>
              </a:ext>
            </a:extLst>
          </p:cNvPr>
          <p:cNvSpPr>
            <a:spLocks xmlns:a="http://schemas.openxmlformats.org/drawingml/2006/main" noGrp="1"/>
          </p:cNvSpPr>
          <p:nvPr/>
        </p:nvSpPr>
        <p:spPr>
          <a:xfrm xmlns:a="http://schemas.openxmlformats.org/drawingml/2006/main">
            <a:off x="3705225" y="2238375"/>
            <a:ext cx="7048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选择</a:t>
            </a:r>
          </a:p>
        </p:txBody>
      </p:sp>
      <p:sp>
        <p:nvSpPr>
          <p:cNvPr id="22" name="relation-operation-subscription">
            <a:extLst xmlns:a="http://schemas.openxmlformats.org/drawingml/2006/main">
              <a:ext uri="{FF2B5EF4-FFF2-40B4-BE49-F238E27FC236}">
                <a16:creationId xmlns:a16="http://schemas.microsoft.com/office/drawing/2014/main" id="{3B58B637-1D88-4498-8C1E-D224CC771F0E}"/>
              </a:ext>
            </a:extLst>
          </p:cNvPr>
          <p:cNvSpPr>
            <a:spLocks xmlns:a="http://schemas.openxmlformats.org/drawingml/2006/main" noGrp="1"/>
          </p:cNvSpPr>
          <p:nvPr/>
        </p:nvSpPr>
        <p:spPr>
          <a:xfrm xmlns:a="http://schemas.openxmlformats.org/drawingml/2006/main">
            <a:off x="7620000" y="2443163"/>
            <a:ext cx="1028700" cy="9525"/>
          </a:xfrm>
          <a:custGeom xmlns:a="http://schemas.openxmlformats.org/drawingml/2006/main">
            <a:pathLst>
              <a:path w="1028700" h="9525">
                <a:moveTo>
                  <a:pt x="1028700" y="4763"/>
                </a:moveTo>
                <a:lnTo>
                  <a:pt x="0" y="4763"/>
                </a:lnTo>
              </a:path>
            </a:pathLst>
          </a:custGeom>
          <a:noFill xmlns:a="http://schemas.openxmlformats.org/drawingml/2006/main"/>
          <a:ln xmlns:a="http://schemas.openxmlformats.org/drawingml/2006/main" w="11430">
            <a:solidFill>
              <a:srgbClr val="ABBBCB"/>
            </a:solidFill>
            <a:prstDash val="solid"/>
          </a:ln>
        </p:spPr>
      </p:sp>
      <p:sp>
        <p:nvSpPr>
          <p:cNvPr id="23" name="arrow-1">
            <a:extLst xmlns:a="http://schemas.openxmlformats.org/drawingml/2006/main">
              <a:ext uri="{FF2B5EF4-FFF2-40B4-BE49-F238E27FC236}">
                <a16:creationId xmlns:a16="http://schemas.microsoft.com/office/drawing/2014/main" id="{3151CD44-C6BE-4B10-9F8A-12A4EDF0D006}"/>
              </a:ext>
            </a:extLst>
          </p:cNvPr>
          <p:cNvSpPr>
            <a:spLocks xmlns:a="http://schemas.openxmlformats.org/drawingml/2006/main" noGrp="1"/>
          </p:cNvSpPr>
          <p:nvPr/>
        </p:nvSpPr>
        <p:spPr>
          <a:xfrm xmlns:a="http://schemas.openxmlformats.org/drawingml/2006/main">
            <a:off x="76200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24" name="relation-label-1">
            <a:extLst xmlns:a="http://schemas.openxmlformats.org/drawingml/2006/main">
              <a:ext uri="{FF2B5EF4-FFF2-40B4-BE49-F238E27FC236}">
                <a16:creationId xmlns:a16="http://schemas.microsoft.com/office/drawing/2014/main" id="{175FF382-905E-41EE-8D8E-FC9CD7544AFD}"/>
              </a:ext>
            </a:extLst>
          </p:cNvPr>
          <p:cNvSpPr>
            <a:spLocks xmlns:a="http://schemas.openxmlformats.org/drawingml/2006/main" noGrp="1"/>
          </p:cNvSpPr>
          <p:nvPr/>
        </p:nvSpPr>
        <p:spPr>
          <a:xfrm xmlns:a="http://schemas.openxmlformats.org/drawingml/2006/main">
            <a:off x="7772400" y="2238375"/>
            <a:ext cx="7239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目标</a:t>
            </a:r>
          </a:p>
        </p:txBody>
      </p:sp>
      <p:sp>
        <p:nvSpPr>
          <p:cNvPr id="25" name="relation-subscription-binding">
            <a:extLst xmlns:a="http://schemas.openxmlformats.org/drawingml/2006/main">
              <a:ext uri="{FF2B5EF4-FFF2-40B4-BE49-F238E27FC236}">
                <a16:creationId xmlns:a16="http://schemas.microsoft.com/office/drawing/2014/main" id="{FB8C0445-75C3-4BE8-A02C-781615E7A962}"/>
              </a:ext>
            </a:extLst>
          </p:cNvPr>
          <p:cNvSpPr>
            <a:spLocks xmlns:a="http://schemas.openxmlformats.org/drawingml/2006/main" noGrp="1"/>
          </p:cNvSpPr>
          <p:nvPr/>
        </p:nvSpPr>
        <p:spPr>
          <a:xfrm xmlns:a="http://schemas.openxmlformats.org/drawingml/2006/main">
            <a:off x="60912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26" name="arrow-2">
            <a:extLst xmlns:a="http://schemas.openxmlformats.org/drawingml/2006/main">
              <a:ext uri="{FF2B5EF4-FFF2-40B4-BE49-F238E27FC236}">
                <a16:creationId xmlns:a16="http://schemas.microsoft.com/office/drawing/2014/main" id="{EBFB260E-C1DA-4143-9694-3EB1584F8E09}"/>
              </a:ext>
            </a:extLst>
          </p:cNvPr>
          <p:cNvSpPr>
            <a:spLocks xmlns:a="http://schemas.openxmlformats.org/drawingml/2006/main" noGrp="1"/>
          </p:cNvSpPr>
          <p:nvPr/>
        </p:nvSpPr>
        <p:spPr>
          <a:xfrm xmlns:a="http://schemas.openxmlformats.org/drawingml/2006/main">
            <a:off x="60626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27" name="relation-label-2">
            <a:extLst xmlns:a="http://schemas.openxmlformats.org/drawingml/2006/main">
              <a:ext uri="{FF2B5EF4-FFF2-40B4-BE49-F238E27FC236}">
                <a16:creationId xmlns:a16="http://schemas.microsoft.com/office/drawing/2014/main" id="{74B8DD3E-9206-40B0-9AE0-FCA8CEB06EA8}"/>
              </a:ext>
            </a:extLst>
          </p:cNvPr>
          <p:cNvSpPr>
            <a:spLocks xmlns:a="http://schemas.openxmlformats.org/drawingml/2006/main" noGrp="1"/>
          </p:cNvSpPr>
          <p:nvPr/>
        </p:nvSpPr>
        <p:spPr>
          <a:xfrm xmlns:a="http://schemas.openxmlformats.org/drawingml/2006/main">
            <a:off x="6181725" y="28956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当前绑定</a:t>
            </a:r>
          </a:p>
        </p:txBody>
      </p:sp>
      <p:sp>
        <p:nvSpPr>
          <p:cNvPr id="28" name="relation-euicc-profile">
            <a:extLst xmlns:a="http://schemas.openxmlformats.org/drawingml/2006/main">
              <a:ext uri="{FF2B5EF4-FFF2-40B4-BE49-F238E27FC236}">
                <a16:creationId xmlns:a16="http://schemas.microsoft.com/office/drawing/2014/main" id="{33F71E83-A4DB-4756-8984-6D6A544CCBAC}"/>
              </a:ext>
            </a:extLst>
          </p:cNvPr>
          <p:cNvSpPr>
            <a:spLocks xmlns:a="http://schemas.openxmlformats.org/drawingml/2006/main" noGrp="1"/>
          </p:cNvSpPr>
          <p:nvPr/>
        </p:nvSpPr>
        <p:spPr>
          <a:xfrm xmlns:a="http://schemas.openxmlformats.org/drawingml/2006/main">
            <a:off x="20145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29" name="arrow-3">
            <a:extLst xmlns:a="http://schemas.openxmlformats.org/drawingml/2006/main">
              <a:ext uri="{FF2B5EF4-FFF2-40B4-BE49-F238E27FC236}">
                <a16:creationId xmlns:a16="http://schemas.microsoft.com/office/drawing/2014/main" id="{5D2078F1-51A6-40F6-BD1C-5CFAE3A0905F}"/>
              </a:ext>
            </a:extLst>
          </p:cNvPr>
          <p:cNvSpPr>
            <a:spLocks xmlns:a="http://schemas.openxmlformats.org/drawingml/2006/main" noGrp="1"/>
          </p:cNvSpPr>
          <p:nvPr/>
        </p:nvSpPr>
        <p:spPr>
          <a:xfrm xmlns:a="http://schemas.openxmlformats.org/drawingml/2006/main">
            <a:off x="19859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0" name="relation-label-3">
            <a:extLst xmlns:a="http://schemas.openxmlformats.org/drawingml/2006/main">
              <a:ext uri="{FF2B5EF4-FFF2-40B4-BE49-F238E27FC236}">
                <a16:creationId xmlns:a16="http://schemas.microsoft.com/office/drawing/2014/main" id="{C3ABD44A-764D-4922-962F-55A6D004A109}"/>
              </a:ext>
            </a:extLst>
          </p:cNvPr>
          <p:cNvSpPr>
            <a:spLocks xmlns:a="http://schemas.openxmlformats.org/drawingml/2006/main" noGrp="1"/>
          </p:cNvSpPr>
          <p:nvPr/>
        </p:nvSpPr>
        <p:spPr>
          <a:xfrm xmlns:a="http://schemas.openxmlformats.org/drawingml/2006/main">
            <a:off x="2124075" y="3962400"/>
            <a:ext cx="8763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容纳配置</a:t>
            </a:r>
          </a:p>
        </p:txBody>
      </p:sp>
      <p:sp>
        <p:nvSpPr>
          <p:cNvPr id="31" name="relation-profile-port">
            <a:extLst xmlns:a="http://schemas.openxmlformats.org/drawingml/2006/main">
              <a:ext uri="{FF2B5EF4-FFF2-40B4-BE49-F238E27FC236}">
                <a16:creationId xmlns:a16="http://schemas.microsoft.com/office/drawing/2014/main" id="{E02F69B4-CECB-4912-92CA-E5447F3D599C}"/>
              </a:ext>
            </a:extLst>
          </p:cNvPr>
          <p:cNvSpPr>
            <a:spLocks xmlns:a="http://schemas.openxmlformats.org/drawingml/2006/main" noGrp="1"/>
          </p:cNvSpPr>
          <p:nvPr/>
        </p:nvSpPr>
        <p:spPr>
          <a:xfrm xmlns:a="http://schemas.openxmlformats.org/drawingml/2006/main">
            <a:off x="20145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32" name="arrow-4">
            <a:extLst xmlns:a="http://schemas.openxmlformats.org/drawingml/2006/main">
              <a:ext uri="{FF2B5EF4-FFF2-40B4-BE49-F238E27FC236}">
                <a16:creationId xmlns:a16="http://schemas.microsoft.com/office/drawing/2014/main" id="{A65566D0-2B60-419D-835D-05C4BBD585B2}"/>
              </a:ext>
            </a:extLst>
          </p:cNvPr>
          <p:cNvSpPr>
            <a:spLocks xmlns:a="http://schemas.openxmlformats.org/drawingml/2006/main" noGrp="1"/>
          </p:cNvSpPr>
          <p:nvPr/>
        </p:nvSpPr>
        <p:spPr>
          <a:xfrm xmlns:a="http://schemas.openxmlformats.org/drawingml/2006/main">
            <a:off x="19859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3" name="relation-label-4">
            <a:extLst xmlns:a="http://schemas.openxmlformats.org/drawingml/2006/main">
              <a:ext uri="{FF2B5EF4-FFF2-40B4-BE49-F238E27FC236}">
                <a16:creationId xmlns:a16="http://schemas.microsoft.com/office/drawing/2014/main" id="{90138755-04EE-43D9-9CEA-6B42F6C47D4C}"/>
              </a:ext>
            </a:extLst>
          </p:cNvPr>
          <p:cNvSpPr>
            <a:spLocks xmlns:a="http://schemas.openxmlformats.org/drawingml/2006/main" noGrp="1"/>
          </p:cNvSpPr>
          <p:nvPr/>
        </p:nvSpPr>
        <p:spPr>
          <a:xfrm xmlns:a="http://schemas.openxmlformats.org/drawingml/2006/main">
            <a:off x="2124075" y="50292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使能于</a:t>
            </a:r>
          </a:p>
        </p:txBody>
      </p:sp>
      <p:sp>
        <p:nvSpPr>
          <p:cNvPr id="34" name="relation-port-slot">
            <a:extLst xmlns:a="http://schemas.openxmlformats.org/drawingml/2006/main">
              <a:ext uri="{FF2B5EF4-FFF2-40B4-BE49-F238E27FC236}">
                <a16:creationId xmlns:a16="http://schemas.microsoft.com/office/drawing/2014/main" id="{A4830636-55DE-4BDB-8033-F962BFF9FC7C}"/>
              </a:ext>
            </a:extLst>
          </p:cNvPr>
          <p:cNvSpPr>
            <a:spLocks xmlns:a="http://schemas.openxmlformats.org/drawingml/2006/main" noGrp="1"/>
          </p:cNvSpPr>
          <p:nvPr/>
        </p:nvSpPr>
        <p:spPr>
          <a:xfrm xmlns:a="http://schemas.openxmlformats.org/drawingml/2006/main">
            <a:off x="3543300" y="56435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35" name="arrow-5">
            <a:extLst xmlns:a="http://schemas.openxmlformats.org/drawingml/2006/main">
              <a:ext uri="{FF2B5EF4-FFF2-40B4-BE49-F238E27FC236}">
                <a16:creationId xmlns:a16="http://schemas.microsoft.com/office/drawing/2014/main" id="{10C57229-CCB9-4BC0-8915-8F91D5A6F7A7}"/>
              </a:ext>
            </a:extLst>
          </p:cNvPr>
          <p:cNvSpPr>
            <a:spLocks xmlns:a="http://schemas.openxmlformats.org/drawingml/2006/main" noGrp="1"/>
          </p:cNvSpPr>
          <p:nvPr/>
        </p:nvSpPr>
        <p:spPr>
          <a:xfrm xmlns:a="http://schemas.openxmlformats.org/drawingml/2006/main">
            <a:off x="4505325" y="56149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36" name="relation-label-5">
            <a:extLst xmlns:a="http://schemas.openxmlformats.org/drawingml/2006/main">
              <a:ext uri="{FF2B5EF4-FFF2-40B4-BE49-F238E27FC236}">
                <a16:creationId xmlns:a16="http://schemas.microsoft.com/office/drawing/2014/main" id="{7FD3E0DE-3906-4F4D-BE7F-28E417734D2C}"/>
              </a:ext>
            </a:extLst>
          </p:cNvPr>
          <p:cNvSpPr>
            <a:spLocks xmlns:a="http://schemas.openxmlformats.org/drawingml/2006/main" noGrp="1"/>
          </p:cNvSpPr>
          <p:nvPr/>
        </p:nvSpPr>
        <p:spPr>
          <a:xfrm xmlns:a="http://schemas.openxmlformats.org/drawingml/2006/main">
            <a:off x="3657600" y="54387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映射到</a:t>
            </a:r>
          </a:p>
        </p:txBody>
      </p:sp>
      <p:sp>
        <p:nvSpPr>
          <p:cNvPr id="37" name="relation-binding-session">
            <a:extLst xmlns:a="http://schemas.openxmlformats.org/drawingml/2006/main">
              <a:ext uri="{FF2B5EF4-FFF2-40B4-BE49-F238E27FC236}">
                <a16:creationId xmlns:a16="http://schemas.microsoft.com/office/drawing/2014/main" id="{75B7B8CD-FB04-4EFA-9A78-B0EA3216E761}"/>
              </a:ext>
            </a:extLst>
          </p:cNvPr>
          <p:cNvSpPr>
            <a:spLocks xmlns:a="http://schemas.openxmlformats.org/drawingml/2006/main" noGrp="1"/>
          </p:cNvSpPr>
          <p:nvPr/>
        </p:nvSpPr>
        <p:spPr>
          <a:xfrm xmlns:a="http://schemas.openxmlformats.org/drawingml/2006/main">
            <a:off x="60912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38" name="arrow-6">
            <a:extLst xmlns:a="http://schemas.openxmlformats.org/drawingml/2006/main">
              <a:ext uri="{FF2B5EF4-FFF2-40B4-BE49-F238E27FC236}">
                <a16:creationId xmlns:a16="http://schemas.microsoft.com/office/drawing/2014/main" id="{949E91A8-D8BB-42D3-823D-6E499B066246}"/>
              </a:ext>
            </a:extLst>
          </p:cNvPr>
          <p:cNvSpPr>
            <a:spLocks xmlns:a="http://schemas.openxmlformats.org/drawingml/2006/main" noGrp="1"/>
          </p:cNvSpPr>
          <p:nvPr/>
        </p:nvSpPr>
        <p:spPr>
          <a:xfrm xmlns:a="http://schemas.openxmlformats.org/drawingml/2006/main">
            <a:off x="60626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9" name="relation-label-6">
            <a:extLst xmlns:a="http://schemas.openxmlformats.org/drawingml/2006/main">
              <a:ext uri="{FF2B5EF4-FFF2-40B4-BE49-F238E27FC236}">
                <a16:creationId xmlns:a16="http://schemas.microsoft.com/office/drawing/2014/main" id="{ED8B4F17-21F8-4B09-B265-A841210E765C}"/>
              </a:ext>
            </a:extLst>
          </p:cNvPr>
          <p:cNvSpPr>
            <a:spLocks xmlns:a="http://schemas.openxmlformats.org/drawingml/2006/main" noGrp="1"/>
          </p:cNvSpPr>
          <p:nvPr/>
        </p:nvSpPr>
        <p:spPr>
          <a:xfrm xmlns:a="http://schemas.openxmlformats.org/drawingml/2006/main">
            <a:off x="6181725" y="39624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当前应用</a:t>
            </a:r>
          </a:p>
        </p:txBody>
      </p:sp>
      <p:sp>
        <p:nvSpPr>
          <p:cNvPr id="40" name="relation-profile-session">
            <a:extLst xmlns:a="http://schemas.openxmlformats.org/drawingml/2006/main">
              <a:ext uri="{FF2B5EF4-FFF2-40B4-BE49-F238E27FC236}">
                <a16:creationId xmlns:a16="http://schemas.microsoft.com/office/drawing/2014/main" id="{045515E0-FB89-4D4D-B16F-95C6CEDA3192}"/>
              </a:ext>
            </a:extLst>
          </p:cNvPr>
          <p:cNvSpPr>
            <a:spLocks xmlns:a="http://schemas.openxmlformats.org/drawingml/2006/main" noGrp="1"/>
          </p:cNvSpPr>
          <p:nvPr/>
        </p:nvSpPr>
        <p:spPr>
          <a:xfrm xmlns:a="http://schemas.openxmlformats.org/drawingml/2006/main">
            <a:off x="3543300" y="45767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41" name="arrow-7">
            <a:extLst xmlns:a="http://schemas.openxmlformats.org/drawingml/2006/main">
              <a:ext uri="{FF2B5EF4-FFF2-40B4-BE49-F238E27FC236}">
                <a16:creationId xmlns:a16="http://schemas.microsoft.com/office/drawing/2014/main" id="{A17180B3-AAA4-47D2-9C1E-AF91014F1DAF}"/>
              </a:ext>
            </a:extLst>
          </p:cNvPr>
          <p:cNvSpPr>
            <a:spLocks xmlns:a="http://schemas.openxmlformats.org/drawingml/2006/main" noGrp="1"/>
          </p:cNvSpPr>
          <p:nvPr/>
        </p:nvSpPr>
        <p:spPr>
          <a:xfrm xmlns:a="http://schemas.openxmlformats.org/drawingml/2006/main">
            <a:off x="4505325" y="45481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42" name="relation-label-7">
            <a:extLst xmlns:a="http://schemas.openxmlformats.org/drawingml/2006/main">
              <a:ext uri="{FF2B5EF4-FFF2-40B4-BE49-F238E27FC236}">
                <a16:creationId xmlns:a16="http://schemas.microsoft.com/office/drawing/2014/main" id="{2BC0B223-7C96-47EA-8DC2-095BF2EFB35F}"/>
              </a:ext>
            </a:extLst>
          </p:cNvPr>
          <p:cNvSpPr>
            <a:spLocks xmlns:a="http://schemas.openxmlformats.org/drawingml/2006/main" noGrp="1"/>
          </p:cNvSpPr>
          <p:nvPr/>
        </p:nvSpPr>
        <p:spPr>
          <a:xfrm xmlns:a="http://schemas.openxmlformats.org/drawingml/2006/main">
            <a:off x="3657600" y="43719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卡应用</a:t>
            </a:r>
          </a:p>
        </p:txBody>
      </p:sp>
      <p:sp>
        <p:nvSpPr>
          <p:cNvPr id="43" name="relation-session-slot">
            <a:extLst xmlns:a="http://schemas.openxmlformats.org/drawingml/2006/main">
              <a:ext uri="{FF2B5EF4-FFF2-40B4-BE49-F238E27FC236}">
                <a16:creationId xmlns:a16="http://schemas.microsoft.com/office/drawing/2014/main" id="{31D83CF8-AFDC-46A6-997B-80A4B7FF3144}"/>
              </a:ext>
            </a:extLst>
          </p:cNvPr>
          <p:cNvSpPr>
            <a:spLocks xmlns:a="http://schemas.openxmlformats.org/drawingml/2006/main" noGrp="1"/>
          </p:cNvSpPr>
          <p:nvPr/>
        </p:nvSpPr>
        <p:spPr>
          <a:xfrm xmlns:a="http://schemas.openxmlformats.org/drawingml/2006/main">
            <a:off x="60912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44" name="arrow-8">
            <a:extLst xmlns:a="http://schemas.openxmlformats.org/drawingml/2006/main">
              <a:ext uri="{FF2B5EF4-FFF2-40B4-BE49-F238E27FC236}">
                <a16:creationId xmlns:a16="http://schemas.microsoft.com/office/drawing/2014/main" id="{32649ADF-FD7E-4B0C-988E-3F5B3B5CA8EE}"/>
              </a:ext>
            </a:extLst>
          </p:cNvPr>
          <p:cNvSpPr>
            <a:spLocks xmlns:a="http://schemas.openxmlformats.org/drawingml/2006/main" noGrp="1"/>
          </p:cNvSpPr>
          <p:nvPr/>
        </p:nvSpPr>
        <p:spPr>
          <a:xfrm xmlns:a="http://schemas.openxmlformats.org/drawingml/2006/main">
            <a:off x="60626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45" name="relation-label-8">
            <a:extLst xmlns:a="http://schemas.openxmlformats.org/drawingml/2006/main">
              <a:ext uri="{FF2B5EF4-FFF2-40B4-BE49-F238E27FC236}">
                <a16:creationId xmlns:a16="http://schemas.microsoft.com/office/drawing/2014/main" id="{E4A2B8A1-C40E-4A37-8995-C191A8806284}"/>
              </a:ext>
            </a:extLst>
          </p:cNvPr>
          <p:cNvSpPr>
            <a:spLocks xmlns:a="http://schemas.openxmlformats.org/drawingml/2006/main" noGrp="1"/>
          </p:cNvSpPr>
          <p:nvPr/>
        </p:nvSpPr>
        <p:spPr>
          <a:xfrm xmlns:a="http://schemas.openxmlformats.org/drawingml/2006/main">
            <a:off x="6181725" y="5029200"/>
            <a:ext cx="7620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路由</a:t>
            </a:r>
          </a:p>
        </p:txBody>
      </p:sp>
      <p:sp>
        <p:nvSpPr>
          <p:cNvPr id="46" name="relation-operation-request">
            <a:extLst xmlns:a="http://schemas.openxmlformats.org/drawingml/2006/main">
              <a:ext uri="{FF2B5EF4-FFF2-40B4-BE49-F238E27FC236}">
                <a16:creationId xmlns:a16="http://schemas.microsoft.com/office/drawing/2014/main" id="{7AA5331D-DA4B-48E2-86CC-D34C73F50F9B}"/>
              </a:ext>
            </a:extLst>
          </p:cNvPr>
          <p:cNvSpPr>
            <a:spLocks xmlns:a="http://schemas.openxmlformats.org/drawingml/2006/main" noGrp="1"/>
          </p:cNvSpPr>
          <p:nvPr/>
        </p:nvSpPr>
        <p:spPr>
          <a:xfrm xmlns:a="http://schemas.openxmlformats.org/drawingml/2006/main">
            <a:off x="101679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47" name="arrow-9">
            <a:extLst xmlns:a="http://schemas.openxmlformats.org/drawingml/2006/main">
              <a:ext uri="{FF2B5EF4-FFF2-40B4-BE49-F238E27FC236}">
                <a16:creationId xmlns:a16="http://schemas.microsoft.com/office/drawing/2014/main" id="{2E1F6BDA-08FA-4F2E-AD9D-B82E23DD7128}"/>
              </a:ext>
            </a:extLst>
          </p:cNvPr>
          <p:cNvSpPr>
            <a:spLocks xmlns:a="http://schemas.openxmlformats.org/drawingml/2006/main" noGrp="1"/>
          </p:cNvSpPr>
          <p:nvPr/>
        </p:nvSpPr>
        <p:spPr>
          <a:xfrm xmlns:a="http://schemas.openxmlformats.org/drawingml/2006/main">
            <a:off x="101393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48" name="relation-label-9">
            <a:extLst xmlns:a="http://schemas.openxmlformats.org/drawingml/2006/main">
              <a:ext uri="{FF2B5EF4-FFF2-40B4-BE49-F238E27FC236}">
                <a16:creationId xmlns:a16="http://schemas.microsoft.com/office/drawing/2014/main" id="{BC697A75-0C48-4CCB-B319-3D9BF3370ADB}"/>
              </a:ext>
            </a:extLst>
          </p:cNvPr>
          <p:cNvSpPr>
            <a:spLocks xmlns:a="http://schemas.openxmlformats.org/drawingml/2006/main" noGrp="1"/>
          </p:cNvSpPr>
          <p:nvPr/>
        </p:nvSpPr>
        <p:spPr>
          <a:xfrm xmlns:a="http://schemas.openxmlformats.org/drawingml/2006/main">
            <a:off x="10258425" y="2895600"/>
            <a:ext cx="10668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步骤关联</a:t>
            </a:r>
          </a:p>
        </p:txBody>
      </p:sp>
      <p:sp>
        <p:nvSpPr>
          <p:cNvPr id="49" name="relation-request-session">
            <a:extLst xmlns:a="http://schemas.openxmlformats.org/drawingml/2006/main">
              <a:ext uri="{FF2B5EF4-FFF2-40B4-BE49-F238E27FC236}">
                <a16:creationId xmlns:a16="http://schemas.microsoft.com/office/drawing/2014/main" id="{C8432131-7610-41A3-929B-75E16A6ACFA9}"/>
              </a:ext>
            </a:extLst>
          </p:cNvPr>
          <p:cNvSpPr>
            <a:spLocks xmlns:a="http://schemas.openxmlformats.org/drawingml/2006/main" noGrp="1"/>
          </p:cNvSpPr>
          <p:nvPr/>
        </p:nvSpPr>
        <p:spPr>
          <a:xfrm xmlns:a="http://schemas.openxmlformats.org/drawingml/2006/main">
            <a:off x="7620000" y="3514725"/>
            <a:ext cx="1028700" cy="1066800"/>
          </a:xfrm>
          <a:custGeom xmlns:a="http://schemas.openxmlformats.org/drawingml/2006/main">
            <a:pathLst>
              <a:path w="1028700" h="1066800">
                <a:moveTo>
                  <a:pt x="1028700" y="0"/>
                </a:moveTo>
                <a:lnTo>
                  <a:pt x="438150" y="0"/>
                </a:lnTo>
                <a:lnTo>
                  <a:pt x="438150" y="1066800"/>
                </a:lnTo>
                <a:lnTo>
                  <a:pt x="0" y="1066800"/>
                </a:lnTo>
              </a:path>
            </a:pathLst>
          </a:custGeom>
          <a:noFill xmlns:a="http://schemas.openxmlformats.org/drawingml/2006/main"/>
          <a:ln xmlns:a="http://schemas.openxmlformats.org/drawingml/2006/main" w="11430">
            <a:solidFill>
              <a:srgbClr val="ABBBCB"/>
            </a:solidFill>
            <a:prstDash val="solid"/>
          </a:ln>
        </p:spPr>
      </p:sp>
      <p:sp>
        <p:nvSpPr>
          <p:cNvPr id="50" name="arrow-10">
            <a:extLst xmlns:a="http://schemas.openxmlformats.org/drawingml/2006/main">
              <a:ext uri="{FF2B5EF4-FFF2-40B4-BE49-F238E27FC236}">
                <a16:creationId xmlns:a16="http://schemas.microsoft.com/office/drawing/2014/main" id="{11E91F82-F699-49A7-B227-9E110B5CDAF7}"/>
              </a:ext>
            </a:extLst>
          </p:cNvPr>
          <p:cNvSpPr>
            <a:spLocks xmlns:a="http://schemas.openxmlformats.org/drawingml/2006/main" noGrp="1"/>
          </p:cNvSpPr>
          <p:nvPr/>
        </p:nvSpPr>
        <p:spPr>
          <a:xfrm xmlns:a="http://schemas.openxmlformats.org/drawingml/2006/main">
            <a:off x="7620000" y="45481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1" name="relation-label-10">
            <a:extLst xmlns:a="http://schemas.openxmlformats.org/drawingml/2006/main">
              <a:ext uri="{FF2B5EF4-FFF2-40B4-BE49-F238E27FC236}">
                <a16:creationId xmlns:a16="http://schemas.microsoft.com/office/drawing/2014/main" id="{D8E2899F-55E4-416A-8725-4EF018BE4884}"/>
              </a:ext>
            </a:extLst>
          </p:cNvPr>
          <p:cNvSpPr>
            <a:spLocks xmlns:a="http://schemas.openxmlformats.org/drawingml/2006/main" noGrp="1"/>
          </p:cNvSpPr>
          <p:nvPr/>
        </p:nvSpPr>
        <p:spPr>
          <a:xfrm xmlns:a="http://schemas.openxmlformats.org/drawingml/2006/main">
            <a:off x="7734300" y="3886200"/>
            <a:ext cx="6667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原会话</a:t>
            </a:r>
          </a:p>
        </p:txBody>
      </p:sp>
      <p:sp>
        <p:nvSpPr>
          <p:cNvPr id="52" name="relation-subscription-store">
            <a:extLst xmlns:a="http://schemas.openxmlformats.org/drawingml/2006/main">
              <a:ext uri="{FF2B5EF4-FFF2-40B4-BE49-F238E27FC236}">
                <a16:creationId xmlns:a16="http://schemas.microsoft.com/office/drawing/2014/main" id="{F045A9A1-1482-4758-973A-1A7583F65E80}"/>
              </a:ext>
            </a:extLst>
          </p:cNvPr>
          <p:cNvSpPr>
            <a:spLocks xmlns:a="http://schemas.openxmlformats.org/drawingml/2006/main" noGrp="1"/>
          </p:cNvSpPr>
          <p:nvPr/>
        </p:nvSpPr>
        <p:spPr>
          <a:xfrm xmlns:a="http://schemas.openxmlformats.org/drawingml/2006/main">
            <a:off x="7620000" y="2447925"/>
            <a:ext cx="2552700" cy="1685925"/>
          </a:xfrm>
          <a:custGeom xmlns:a="http://schemas.openxmlformats.org/drawingml/2006/main">
            <a:pathLst>
              <a:path w="2552700" h="1685925">
                <a:moveTo>
                  <a:pt x="0" y="0"/>
                </a:moveTo>
                <a:lnTo>
                  <a:pt x="800100" y="0"/>
                </a:lnTo>
                <a:lnTo>
                  <a:pt x="800100" y="1590675"/>
                </a:lnTo>
                <a:lnTo>
                  <a:pt x="2552700" y="1590675"/>
                </a:lnTo>
                <a:lnTo>
                  <a:pt x="2552700" y="1685925"/>
                </a:lnTo>
              </a:path>
            </a:pathLst>
          </a:custGeom>
          <a:noFill xmlns:a="http://schemas.openxmlformats.org/drawingml/2006/main"/>
          <a:ln xmlns:a="http://schemas.openxmlformats.org/drawingml/2006/main" w="11430">
            <a:solidFill>
              <a:srgbClr val="ABBBCB"/>
            </a:solidFill>
            <a:prstDash val="solid"/>
          </a:ln>
        </p:spPr>
      </p:sp>
      <p:sp>
        <p:nvSpPr>
          <p:cNvPr id="53" name="arrow-11">
            <a:extLst xmlns:a="http://schemas.openxmlformats.org/drawingml/2006/main">
              <a:ext uri="{FF2B5EF4-FFF2-40B4-BE49-F238E27FC236}">
                <a16:creationId xmlns:a16="http://schemas.microsoft.com/office/drawing/2014/main" id="{A8DD83A2-A6A6-49F7-A12F-6BBB9FEEA5BA}"/>
              </a:ext>
            </a:extLst>
          </p:cNvPr>
          <p:cNvSpPr>
            <a:spLocks xmlns:a="http://schemas.openxmlformats.org/drawingml/2006/main" noGrp="1"/>
          </p:cNvSpPr>
          <p:nvPr/>
        </p:nvSpPr>
        <p:spPr>
          <a:xfrm xmlns:a="http://schemas.openxmlformats.org/drawingml/2006/main">
            <a:off x="101393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54" name="relation-label-11">
            <a:extLst xmlns:a="http://schemas.openxmlformats.org/drawingml/2006/main">
              <a:ext uri="{FF2B5EF4-FFF2-40B4-BE49-F238E27FC236}">
                <a16:creationId xmlns:a16="http://schemas.microsoft.com/office/drawing/2014/main" id="{04415E77-B435-4DD4-8340-4A7C5E8F85B7}"/>
              </a:ext>
            </a:extLst>
          </p:cNvPr>
          <p:cNvSpPr>
            <a:spLocks xmlns:a="http://schemas.openxmlformats.org/drawingml/2006/main" noGrp="1"/>
          </p:cNvSpPr>
          <p:nvPr/>
        </p:nvSpPr>
        <p:spPr>
          <a:xfrm xmlns:a="http://schemas.openxmlformats.org/drawingml/2006/main">
            <a:off x="7696200" y="2895600"/>
            <a:ext cx="9715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账户字段存取</a:t>
            </a:r>
          </a:p>
        </p:txBody>
      </p:sp>
      <p:sp>
        <p:nvSpPr>
          <p:cNvPr id="55" name="relation-compat-operation">
            <a:extLst xmlns:a="http://schemas.openxmlformats.org/drawingml/2006/main">
              <a:ext uri="{FF2B5EF4-FFF2-40B4-BE49-F238E27FC236}">
                <a16:creationId xmlns:a16="http://schemas.microsoft.com/office/drawing/2014/main" id="{E4FD8DDA-52AB-4E25-AC1A-FDEAFFB1022B}"/>
              </a:ext>
            </a:extLst>
          </p:cNvPr>
          <p:cNvSpPr>
            <a:spLocks xmlns:a="http://schemas.openxmlformats.org/drawingml/2006/main" noGrp="1"/>
          </p:cNvSpPr>
          <p:nvPr/>
        </p:nvSpPr>
        <p:spPr>
          <a:xfrm xmlns:a="http://schemas.openxmlformats.org/drawingml/2006/main">
            <a:off x="11696700" y="2447925"/>
            <a:ext cx="171450" cy="3200400"/>
          </a:xfrm>
          <a:custGeom xmlns:a="http://schemas.openxmlformats.org/drawingml/2006/main">
            <a:pathLst>
              <a:path w="171450" h="3200400">
                <a:moveTo>
                  <a:pt x="0" y="3200400"/>
                </a:moveTo>
                <a:lnTo>
                  <a:pt x="171450" y="3200400"/>
                </a:lnTo>
                <a:lnTo>
                  <a:pt x="171450" y="0"/>
                </a:lnTo>
                <a:lnTo>
                  <a:pt x="0" y="0"/>
                </a:lnTo>
              </a:path>
            </a:pathLst>
          </a:custGeom>
          <a:noFill xmlns:a="http://schemas.openxmlformats.org/drawingml/2006/main"/>
          <a:ln xmlns:a="http://schemas.openxmlformats.org/drawingml/2006/main" w="17145">
            <a:solidFill>
              <a:srgbClr val="246AB8"/>
            </a:solidFill>
            <a:prstDash val="dash"/>
          </a:ln>
        </p:spPr>
      </p:sp>
      <p:sp>
        <p:nvSpPr>
          <p:cNvPr id="56" name="arrow-12">
            <a:extLst xmlns:a="http://schemas.openxmlformats.org/drawingml/2006/main">
              <a:ext uri="{FF2B5EF4-FFF2-40B4-BE49-F238E27FC236}">
                <a16:creationId xmlns:a16="http://schemas.microsoft.com/office/drawing/2014/main" id="{539DB1B5-8344-448D-BE0F-3B7F6A3C74B5}"/>
              </a:ext>
            </a:extLst>
          </p:cNvPr>
          <p:cNvSpPr>
            <a:spLocks xmlns:a="http://schemas.openxmlformats.org/drawingml/2006/main" noGrp="1"/>
          </p:cNvSpPr>
          <p:nvPr/>
        </p:nvSpPr>
        <p:spPr>
          <a:xfrm xmlns:a="http://schemas.openxmlformats.org/drawingml/2006/main">
            <a:off x="116967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246AB8"/>
            </a:solidFill>
            <a:prstDash val="solid"/>
          </a:ln>
        </p:spPr>
      </p:sp>
      <p:sp>
        <p:nvSpPr>
          <p:cNvPr id="57" name="back-arrow-12">
            <a:extLst xmlns:a="http://schemas.openxmlformats.org/drawingml/2006/main">
              <a:ext uri="{FF2B5EF4-FFF2-40B4-BE49-F238E27FC236}">
                <a16:creationId xmlns:a16="http://schemas.microsoft.com/office/drawing/2014/main" id="{F199209B-02A2-4EF6-846E-773CD1E07E16}"/>
              </a:ext>
            </a:extLst>
          </p:cNvPr>
          <p:cNvSpPr>
            <a:spLocks xmlns:a="http://schemas.openxmlformats.org/drawingml/2006/main" noGrp="1"/>
          </p:cNvSpPr>
          <p:nvPr/>
        </p:nvSpPr>
        <p:spPr>
          <a:xfrm xmlns:a="http://schemas.openxmlformats.org/drawingml/2006/main">
            <a:off x="11696700" y="56149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246AB8"/>
            </a:solidFill>
            <a:prstDash val="solid"/>
          </a:ln>
        </p:spPr>
      </p:sp>
      <p:sp>
        <p:nvSpPr>
          <p:cNvPr id="58" name="relation-label-12">
            <a:extLst xmlns:a="http://schemas.openxmlformats.org/drawingml/2006/main">
              <a:ext uri="{FF2B5EF4-FFF2-40B4-BE49-F238E27FC236}">
                <a16:creationId xmlns:a16="http://schemas.microsoft.com/office/drawing/2014/main" id="{7954EA6B-9435-4AFD-B5BF-2256098E3F81}"/>
              </a:ext>
            </a:extLst>
          </p:cNvPr>
          <p:cNvSpPr>
            <a:spLocks xmlns:a="http://schemas.openxmlformats.org/drawingml/2006/main" noGrp="1"/>
          </p:cNvSpPr>
          <p:nvPr/>
        </p:nvSpPr>
        <p:spPr>
          <a:xfrm xmlns:a="http://schemas.openxmlformats.org/drawingml/2006/main">
            <a:off x="10791825" y="5029200"/>
            <a:ext cx="1076325"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受理 / 完成</a:t>
            </a:r>
          </a:p>
        </p:txBody>
      </p:sp>
      <p:sp>
        <p:nvSpPr>
          <p:cNvPr id="59" name="concept-role">
            <a:extLst xmlns:a="http://schemas.openxmlformats.org/drawingml/2006/main">
              <a:ext uri="{FF2B5EF4-FFF2-40B4-BE49-F238E27FC236}">
                <a16:creationId xmlns:a16="http://schemas.microsoft.com/office/drawing/2014/main" id="{17AE3E58-2314-4260-B6FC-F6916A04F519}"/>
              </a:ext>
            </a:extLst>
          </p:cNvPr>
          <p:cNvSpPr>
            <a:spLocks xmlns:a="http://schemas.openxmlformats.org/drawingml/2006/main" noGrp="1"/>
          </p:cNvSpPr>
          <p:nvPr/>
        </p:nvSpPr>
        <p:spPr>
          <a:xfrm xmlns:a="http://schemas.openxmlformats.org/drawingml/2006/main">
            <a:off x="4953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0" name="concept-title-role">
            <a:extLst xmlns:a="http://schemas.openxmlformats.org/drawingml/2006/main">
              <a:ext uri="{FF2B5EF4-FFF2-40B4-BE49-F238E27FC236}">
                <a16:creationId xmlns:a16="http://schemas.microsoft.com/office/drawing/2014/main" id="{16C4A972-CD06-4C1F-B904-6CCA7DE9282B}"/>
              </a:ext>
            </a:extLst>
          </p:cNvPr>
          <p:cNvSpPr>
            <a:spLocks xmlns:a="http://schemas.openxmlformats.org/drawingml/2006/main" noGrp="1"/>
          </p:cNvSpPr>
          <p:nvPr/>
        </p:nvSpPr>
        <p:spPr>
          <a:xfrm xmlns:a="http://schemas.openxmlformats.org/drawingml/2006/main">
            <a:off x="6096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[A] 角色与资源选择</a:t>
            </a:r>
          </a:p>
        </p:txBody>
      </p:sp>
      <p:sp>
        <p:nvSpPr>
          <p:cNvPr id="61" name="concept-alias-role">
            <a:extLst xmlns:a="http://schemas.openxmlformats.org/drawingml/2006/main">
              <a:ext uri="{FF2B5EF4-FFF2-40B4-BE49-F238E27FC236}">
                <a16:creationId xmlns:a16="http://schemas.microsoft.com/office/drawing/2014/main" id="{6F40D49F-AF31-4997-9BC4-146AE9BE1447}"/>
              </a:ext>
            </a:extLst>
          </p:cNvPr>
          <p:cNvSpPr>
            <a:spLocks xmlns:a="http://schemas.openxmlformats.org/drawingml/2006/main" noGrp="1"/>
          </p:cNvSpPr>
          <p:nvPr/>
        </p:nvSpPr>
        <p:spPr>
          <a:xfrm xmlns:a="http://schemas.openxmlformats.org/drawingml/2006/main">
            <a:off x="6096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Assignment</a:t>
            </a:r>
          </a:p>
        </p:txBody>
      </p:sp>
      <p:sp>
        <p:nvSpPr>
          <p:cNvPr id="62" name="concept-function-role">
            <a:extLst xmlns:a="http://schemas.openxmlformats.org/drawingml/2006/main">
              <a:ext uri="{FF2B5EF4-FFF2-40B4-BE49-F238E27FC236}">
                <a16:creationId xmlns:a16="http://schemas.microsoft.com/office/drawing/2014/main" id="{9A64FA68-3A0D-434E-8C1E-6417FE3DBBB8}"/>
              </a:ext>
            </a:extLst>
          </p:cNvPr>
          <p:cNvSpPr>
            <a:spLocks xmlns:a="http://schemas.openxmlformats.org/drawingml/2006/main" noGrp="1"/>
          </p:cNvSpPr>
          <p:nvPr/>
        </p:nvSpPr>
        <p:spPr>
          <a:xfrm xmlns:a="http://schemas.openxmlformats.org/drawingml/2006/main">
            <a:off x="6096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Voice / SMS / Data / Primary</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选择订阅，本用例不改角色</a:t>
            </a:r>
          </a:p>
        </p:txBody>
      </p:sp>
      <p:sp>
        <p:nvSpPr>
          <p:cNvPr id="63" name="concept-subscription">
            <a:extLst xmlns:a="http://schemas.openxmlformats.org/drawingml/2006/main">
              <a:ext uri="{FF2B5EF4-FFF2-40B4-BE49-F238E27FC236}">
                <a16:creationId xmlns:a16="http://schemas.microsoft.com/office/drawing/2014/main" id="{A98F6749-AB25-40E3-B211-DFC612B956CC}"/>
              </a:ext>
            </a:extLst>
          </p:cNvPr>
          <p:cNvSpPr>
            <a:spLocks xmlns:a="http://schemas.openxmlformats.org/drawingml/2006/main" noGrp="1"/>
          </p:cNvSpPr>
          <p:nvPr/>
        </p:nvSpPr>
        <p:spPr>
          <a:xfrm xmlns:a="http://schemas.openxmlformats.org/drawingml/2006/main">
            <a:off x="45720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4" name="concept-title-subscription">
            <a:extLst xmlns:a="http://schemas.openxmlformats.org/drawingml/2006/main">
              <a:ext uri="{FF2B5EF4-FFF2-40B4-BE49-F238E27FC236}">
                <a16:creationId xmlns:a16="http://schemas.microsoft.com/office/drawing/2014/main" id="{BE5DA7CA-0AD0-4D0D-B653-ADB4042547A3}"/>
              </a:ext>
            </a:extLst>
          </p:cNvPr>
          <p:cNvSpPr>
            <a:spLocks xmlns:a="http://schemas.openxmlformats.org/drawingml/2006/main" noGrp="1"/>
          </p:cNvSpPr>
          <p:nvPr/>
        </p:nvSpPr>
        <p:spPr>
          <a:xfrm xmlns:a="http://schemas.openxmlformats.org/drawingml/2006/main">
            <a:off x="46863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订阅／账户</a:t>
            </a:r>
          </a:p>
        </p:txBody>
      </p:sp>
      <p:sp>
        <p:nvSpPr>
          <p:cNvPr id="65" name="concept-alias-subscription">
            <a:extLst xmlns:a="http://schemas.openxmlformats.org/drawingml/2006/main">
              <a:ext uri="{FF2B5EF4-FFF2-40B4-BE49-F238E27FC236}">
                <a16:creationId xmlns:a16="http://schemas.microsoft.com/office/drawing/2014/main" id="{019EC5F6-FD8F-41C5-95A2-7F4A138952CC}"/>
              </a:ext>
            </a:extLst>
          </p:cNvPr>
          <p:cNvSpPr>
            <a:spLocks xmlns:a="http://schemas.openxmlformats.org/drawingml/2006/main" noGrp="1"/>
          </p:cNvSpPr>
          <p:nvPr/>
        </p:nvSpPr>
        <p:spPr>
          <a:xfrm xmlns:a="http://schemas.openxmlformats.org/drawingml/2006/main">
            <a:off x="46863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Subscription</a:t>
            </a:r>
          </a:p>
        </p:txBody>
      </p:sp>
      <p:sp>
        <p:nvSpPr>
          <p:cNvPr id="66" name="concept-function-subscription">
            <a:extLst xmlns:a="http://schemas.openxmlformats.org/drawingml/2006/main">
              <a:ext uri="{FF2B5EF4-FFF2-40B4-BE49-F238E27FC236}">
                <a16:creationId xmlns:a16="http://schemas.microsoft.com/office/drawing/2014/main" id="{CFBEF31F-5E35-4FC7-BC6A-F56A1E5B60E3}"/>
              </a:ext>
            </a:extLst>
          </p:cNvPr>
          <p:cNvSpPr>
            <a:spLocks xmlns:a="http://schemas.openxmlformats.org/drawingml/2006/main" noGrp="1"/>
          </p:cNvSpPr>
          <p:nvPr/>
        </p:nvSpPr>
        <p:spPr>
          <a:xfrm xmlns:a="http://schemas.openxmlformats.org/drawingml/2006/main">
            <a:off x="46863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S-A：沿用既有 simId</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维护账户身份与资料</a:t>
            </a:r>
          </a:p>
        </p:txBody>
      </p:sp>
      <p:sp>
        <p:nvSpPr>
          <p:cNvPr id="67" name="concept-operation">
            <a:extLst xmlns:a="http://schemas.openxmlformats.org/drawingml/2006/main">
              <a:ext uri="{FF2B5EF4-FFF2-40B4-BE49-F238E27FC236}">
                <a16:creationId xmlns:a16="http://schemas.microsoft.com/office/drawing/2014/main" id="{B1412AB8-D84C-4810-8B3C-87ED901E9334}"/>
              </a:ext>
            </a:extLst>
          </p:cNvPr>
          <p:cNvSpPr>
            <a:spLocks xmlns:a="http://schemas.openxmlformats.org/drawingml/2006/main" noGrp="1"/>
          </p:cNvSpPr>
          <p:nvPr/>
        </p:nvSpPr>
        <p:spPr>
          <a:xfrm xmlns:a="http://schemas.openxmlformats.org/drawingml/2006/main">
            <a:off x="8648700" y="20002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68" name="concept-title-operation">
            <a:extLst xmlns:a="http://schemas.openxmlformats.org/drawingml/2006/main">
              <a:ext uri="{FF2B5EF4-FFF2-40B4-BE49-F238E27FC236}">
                <a16:creationId xmlns:a16="http://schemas.microsoft.com/office/drawing/2014/main" id="{FF87BADB-3CE7-458F-B295-91A34A18E041}"/>
              </a:ext>
            </a:extLst>
          </p:cNvPr>
          <p:cNvSpPr>
            <a:spLocks xmlns:a="http://schemas.openxmlformats.org/drawingml/2006/main" noGrp="1"/>
          </p:cNvSpPr>
          <p:nvPr/>
        </p:nvSpPr>
        <p:spPr>
          <a:xfrm xmlns:a="http://schemas.openxmlformats.org/drawingml/2006/main">
            <a:off x="87630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[O ①] 本地业务操作</a:t>
            </a:r>
          </a:p>
        </p:txBody>
      </p:sp>
      <p:sp>
        <p:nvSpPr>
          <p:cNvPr id="69" name="concept-alias-operation">
            <a:extLst xmlns:a="http://schemas.openxmlformats.org/drawingml/2006/main">
              <a:ext uri="{FF2B5EF4-FFF2-40B4-BE49-F238E27FC236}">
                <a16:creationId xmlns:a16="http://schemas.microsoft.com/office/drawing/2014/main" id="{92648BB6-7DD0-474D-A212-00089BF58609}"/>
              </a:ext>
            </a:extLst>
          </p:cNvPr>
          <p:cNvSpPr>
            <a:spLocks xmlns:a="http://schemas.openxmlformats.org/drawingml/2006/main" noGrp="1"/>
          </p:cNvSpPr>
          <p:nvPr/>
        </p:nvSpPr>
        <p:spPr>
          <a:xfrm xmlns:a="http://schemas.openxmlformats.org/drawingml/2006/main">
            <a:off x="87630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Operation</a:t>
            </a:r>
          </a:p>
        </p:txBody>
      </p:sp>
      <p:sp>
        <p:nvSpPr>
          <p:cNvPr id="70" name="concept-function-operation">
            <a:extLst xmlns:a="http://schemas.openxmlformats.org/drawingml/2006/main">
              <a:ext uri="{FF2B5EF4-FFF2-40B4-BE49-F238E27FC236}">
                <a16:creationId xmlns:a16="http://schemas.microsoft.com/office/drawing/2014/main" id="{3F82156A-A9B7-4868-A739-5485991A9458}"/>
              </a:ext>
            </a:extLst>
          </p:cNvPr>
          <p:cNvSpPr>
            <a:spLocks xmlns:a="http://schemas.openxmlformats.org/drawingml/2006/main" noGrp="1"/>
          </p:cNvSpPr>
          <p:nvPr/>
        </p:nvSpPr>
        <p:spPr>
          <a:xfrm xmlns:a="http://schemas.openxmlformats.org/drawingml/2006/main">
            <a:off x="87630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接收号码设置用例</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受理不等于业务完成</a:t>
            </a:r>
          </a:p>
        </p:txBody>
      </p:sp>
      <p:sp>
        <p:nvSpPr>
          <p:cNvPr id="71" name="concept-euicc">
            <a:extLst xmlns:a="http://schemas.openxmlformats.org/drawingml/2006/main">
              <a:ext uri="{FF2B5EF4-FFF2-40B4-BE49-F238E27FC236}">
                <a16:creationId xmlns:a16="http://schemas.microsoft.com/office/drawing/2014/main" id="{EF5AAFB6-5D92-4EDD-A9F0-CA0E161B5B35}"/>
              </a:ext>
            </a:extLst>
          </p:cNvPr>
          <p:cNvSpPr>
            <a:spLocks xmlns:a="http://schemas.openxmlformats.org/drawingml/2006/main" noGrp="1"/>
          </p:cNvSpPr>
          <p:nvPr/>
        </p:nvSpPr>
        <p:spPr>
          <a:xfrm xmlns:a="http://schemas.openxmlformats.org/drawingml/2006/main">
            <a:off x="4953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72" name="concept-title-euicc">
            <a:extLst xmlns:a="http://schemas.openxmlformats.org/drawingml/2006/main">
              <a:ext uri="{FF2B5EF4-FFF2-40B4-BE49-F238E27FC236}">
                <a16:creationId xmlns:a16="http://schemas.microsoft.com/office/drawing/2014/main" id="{E08F61C4-BBC3-4686-A08C-6C4EA771FE18}"/>
              </a:ext>
            </a:extLst>
          </p:cNvPr>
          <p:cNvSpPr>
            <a:spLocks xmlns:a="http://schemas.openxmlformats.org/drawingml/2006/main" noGrp="1"/>
          </p:cNvSpPr>
          <p:nvPr/>
        </p:nvSpPr>
        <p:spPr>
          <a:xfrm xmlns:a="http://schemas.openxmlformats.org/drawingml/2006/main">
            <a:off x="6096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[R/H] eUICC 与物理接入</a:t>
            </a:r>
          </a:p>
        </p:txBody>
      </p:sp>
      <p:sp>
        <p:nvSpPr>
          <p:cNvPr id="73" name="concept-alias-euicc">
            <a:extLst xmlns:a="http://schemas.openxmlformats.org/drawingml/2006/main">
              <a:ext uri="{FF2B5EF4-FFF2-40B4-BE49-F238E27FC236}">
                <a16:creationId xmlns:a16="http://schemas.microsoft.com/office/drawing/2014/main" id="{79A69BB6-464C-4E6F-85BA-F714058BD5BE}"/>
              </a:ext>
            </a:extLst>
          </p:cNvPr>
          <p:cNvSpPr>
            <a:spLocks xmlns:a="http://schemas.openxmlformats.org/drawingml/2006/main" noGrp="1"/>
          </p:cNvSpPr>
          <p:nvPr/>
        </p:nvSpPr>
        <p:spPr>
          <a:xfrm xmlns:a="http://schemas.openxmlformats.org/drawingml/2006/main">
            <a:off x="6096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Endpoint</a:t>
            </a:r>
          </a:p>
        </p:txBody>
      </p:sp>
      <p:sp>
        <p:nvSpPr>
          <p:cNvPr id="74" name="concept-function-euicc">
            <a:extLst xmlns:a="http://schemas.openxmlformats.org/drawingml/2006/main">
              <a:ext uri="{FF2B5EF4-FFF2-40B4-BE49-F238E27FC236}">
                <a16:creationId xmlns:a16="http://schemas.microsoft.com/office/drawing/2014/main" id="{67567B55-FB8A-4355-94C1-4492F92CAA3D}"/>
              </a:ext>
            </a:extLst>
          </p:cNvPr>
          <p:cNvSpPr>
            <a:spLocks xmlns:a="http://schemas.openxmlformats.org/drawingml/2006/main" noGrp="1"/>
          </p:cNvSpPr>
          <p:nvPr/>
        </p:nvSpPr>
        <p:spPr>
          <a:xfrm xmlns:a="http://schemas.openxmlformats.org/drawingml/2006/main">
            <a:off x="6096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EID-E / 物理接入 P-E</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安全元件与实际共享设备</a:t>
            </a:r>
          </a:p>
        </p:txBody>
      </p:sp>
      <p:sp>
        <p:nvSpPr>
          <p:cNvPr id="75" name="concept-binding">
            <a:extLst xmlns:a="http://schemas.openxmlformats.org/drawingml/2006/main">
              <a:ext uri="{FF2B5EF4-FFF2-40B4-BE49-F238E27FC236}">
                <a16:creationId xmlns:a16="http://schemas.microsoft.com/office/drawing/2014/main" id="{50AFAD09-D6E9-4FB5-90FE-C62A05E91A70}"/>
              </a:ext>
            </a:extLst>
          </p:cNvPr>
          <p:cNvSpPr>
            <a:spLocks xmlns:a="http://schemas.openxmlformats.org/drawingml/2006/main" noGrp="1"/>
          </p:cNvSpPr>
          <p:nvPr/>
        </p:nvSpPr>
        <p:spPr>
          <a:xfrm xmlns:a="http://schemas.openxmlformats.org/drawingml/2006/main">
            <a:off x="45720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76" name="concept-title-binding">
            <a:extLst xmlns:a="http://schemas.openxmlformats.org/drawingml/2006/main">
              <a:ext uri="{FF2B5EF4-FFF2-40B4-BE49-F238E27FC236}">
                <a16:creationId xmlns:a16="http://schemas.microsoft.com/office/drawing/2014/main" id="{08067EC2-0832-41D8-8C01-44B76529C4B4}"/>
              </a:ext>
            </a:extLst>
          </p:cNvPr>
          <p:cNvSpPr>
            <a:spLocks xmlns:a="http://schemas.openxmlformats.org/drawingml/2006/main" noGrp="1"/>
          </p:cNvSpPr>
          <p:nvPr/>
        </p:nvSpPr>
        <p:spPr>
          <a:xfrm xmlns:a="http://schemas.openxmlformats.org/drawingml/2006/main">
            <a:off x="46863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当前连接绑定</a:t>
            </a:r>
          </a:p>
        </p:txBody>
      </p:sp>
      <p:sp>
        <p:nvSpPr>
          <p:cNvPr id="77" name="concept-alias-binding">
            <a:extLst xmlns:a="http://schemas.openxmlformats.org/drawingml/2006/main">
              <a:ext uri="{FF2B5EF4-FFF2-40B4-BE49-F238E27FC236}">
                <a16:creationId xmlns:a16="http://schemas.microsoft.com/office/drawing/2014/main" id="{14406C6A-3B2C-41D4-99A4-FF00C07A430C}"/>
              </a:ext>
            </a:extLst>
          </p:cNvPr>
          <p:cNvSpPr>
            <a:spLocks xmlns:a="http://schemas.openxmlformats.org/drawingml/2006/main" noGrp="1"/>
          </p:cNvSpPr>
          <p:nvPr/>
        </p:nvSpPr>
        <p:spPr>
          <a:xfrm xmlns:a="http://schemas.openxmlformats.org/drawingml/2006/main">
            <a:off x="46863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Binding</a:t>
            </a:r>
          </a:p>
        </p:txBody>
      </p:sp>
      <p:sp>
        <p:nvSpPr>
          <p:cNvPr id="78" name="concept-function-binding">
            <a:extLst xmlns:a="http://schemas.openxmlformats.org/drawingml/2006/main">
              <a:ext uri="{FF2B5EF4-FFF2-40B4-BE49-F238E27FC236}">
                <a16:creationId xmlns:a16="http://schemas.microsoft.com/office/drawing/2014/main" id="{A4AFC344-93DE-41D5-B433-CF3E8FE6B520}"/>
              </a:ext>
            </a:extLst>
          </p:cNvPr>
          <p:cNvSpPr>
            <a:spLocks xmlns:a="http://schemas.openxmlformats.org/drawingml/2006/main" noGrp="1"/>
          </p:cNvSpPr>
          <p:nvPr/>
        </p:nvSpPr>
        <p:spPr>
          <a:xfrm xmlns:a="http://schemas.openxmlformats.org/drawingml/2006/main">
            <a:off x="46863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S-A ↔ Profile-A / Port-0</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路由 slot-1 / 相关绑定版本</a:t>
            </a:r>
          </a:p>
        </p:txBody>
      </p:sp>
      <p:sp>
        <p:nvSpPr>
          <p:cNvPr id="79" name="concept-request">
            <a:extLst xmlns:a="http://schemas.openxmlformats.org/drawingml/2006/main">
              <a:ext uri="{FF2B5EF4-FFF2-40B4-BE49-F238E27FC236}">
                <a16:creationId xmlns:a16="http://schemas.microsoft.com/office/drawing/2014/main" id="{ED1AF53A-3418-4329-B15E-F49550330B41}"/>
              </a:ext>
            </a:extLst>
          </p:cNvPr>
          <p:cNvSpPr>
            <a:spLocks xmlns:a="http://schemas.openxmlformats.org/drawingml/2006/main" noGrp="1"/>
          </p:cNvSpPr>
          <p:nvPr/>
        </p:nvSpPr>
        <p:spPr>
          <a:xfrm xmlns:a="http://schemas.openxmlformats.org/drawingml/2006/main">
            <a:off x="86487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0" name="concept-title-request">
            <a:extLst xmlns:a="http://schemas.openxmlformats.org/drawingml/2006/main">
              <a:ext uri="{FF2B5EF4-FFF2-40B4-BE49-F238E27FC236}">
                <a16:creationId xmlns:a16="http://schemas.microsoft.com/office/drawing/2014/main" id="{99413A00-141D-4F33-954B-87CC97BDD251}"/>
              </a:ext>
            </a:extLst>
          </p:cNvPr>
          <p:cNvSpPr>
            <a:spLocks xmlns:a="http://schemas.openxmlformats.org/drawingml/2006/main" noGrp="1"/>
          </p:cNvSpPr>
          <p:nvPr/>
        </p:nvSpPr>
        <p:spPr>
          <a:xfrm xmlns:a="http://schemas.openxmlformats.org/drawingml/2006/main">
            <a:off x="87630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[应用/R] 单次请求关联</a:t>
            </a:r>
          </a:p>
        </p:txBody>
      </p:sp>
      <p:sp>
        <p:nvSpPr>
          <p:cNvPr id="81" name="concept-alias-request">
            <a:extLst xmlns:a="http://schemas.openxmlformats.org/drawingml/2006/main">
              <a:ext uri="{FF2B5EF4-FFF2-40B4-BE49-F238E27FC236}">
                <a16:creationId xmlns:a16="http://schemas.microsoft.com/office/drawing/2014/main" id="{53890A90-4EB4-4F0B-81CB-382C8C1ADD29}"/>
              </a:ext>
            </a:extLst>
          </p:cNvPr>
          <p:cNvSpPr>
            <a:spLocks xmlns:a="http://schemas.openxmlformats.org/drawingml/2006/main" noGrp="1"/>
          </p:cNvSpPr>
          <p:nvPr/>
        </p:nvSpPr>
        <p:spPr>
          <a:xfrm xmlns:a="http://schemas.openxmlformats.org/drawingml/2006/main">
            <a:off x="87630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RequestContext</a:t>
            </a:r>
          </a:p>
        </p:txBody>
      </p:sp>
      <p:sp>
        <p:nvSpPr>
          <p:cNvPr id="82" name="concept-function-request">
            <a:extLst xmlns:a="http://schemas.openxmlformats.org/drawingml/2006/main">
              <a:ext uri="{FF2B5EF4-FFF2-40B4-BE49-F238E27FC236}">
                <a16:creationId xmlns:a16="http://schemas.microsoft.com/office/drawing/2014/main" id="{657D60C3-A506-4A08-96A5-AB5D18260099}"/>
              </a:ext>
            </a:extLst>
          </p:cNvPr>
          <p:cNvSpPr>
            <a:spLocks xmlns:a="http://schemas.openxmlformats.org/drawingml/2006/main" noGrp="1"/>
          </p:cNvSpPr>
          <p:nvPr/>
        </p:nvSpPr>
        <p:spPr>
          <a:xfrm xmlns:a="http://schemas.openxmlformats.org/drawingml/2006/main">
            <a:off x="87630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原目标 S-A / 原会话 g8</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step / attempt / RIL serial</a:t>
            </a:r>
          </a:p>
        </p:txBody>
      </p:sp>
      <p:sp>
        <p:nvSpPr>
          <p:cNvPr id="83" name="concept-profile">
            <a:extLst xmlns:a="http://schemas.openxmlformats.org/drawingml/2006/main">
              <a:ext uri="{FF2B5EF4-FFF2-40B4-BE49-F238E27FC236}">
                <a16:creationId xmlns:a16="http://schemas.microsoft.com/office/drawing/2014/main" id="{21D1C552-16C3-4B12-B6CB-90947F8397DB}"/>
              </a:ext>
            </a:extLst>
          </p:cNvPr>
          <p:cNvSpPr>
            <a:spLocks xmlns:a="http://schemas.openxmlformats.org/drawingml/2006/main" noGrp="1"/>
          </p:cNvSpPr>
          <p:nvPr/>
        </p:nvSpPr>
        <p:spPr>
          <a:xfrm xmlns:a="http://schemas.openxmlformats.org/drawingml/2006/main">
            <a:off x="4953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4" name="concept-title-profile">
            <a:extLst xmlns:a="http://schemas.openxmlformats.org/drawingml/2006/main">
              <a:ext uri="{FF2B5EF4-FFF2-40B4-BE49-F238E27FC236}">
                <a16:creationId xmlns:a16="http://schemas.microsoft.com/office/drawing/2014/main" id="{0C1F3580-4AD2-4FE5-B674-201A0A804CA1}"/>
              </a:ext>
            </a:extLst>
          </p:cNvPr>
          <p:cNvSpPr>
            <a:spLocks xmlns:a="http://schemas.openxmlformats.org/drawingml/2006/main" noGrp="1"/>
          </p:cNvSpPr>
          <p:nvPr/>
        </p:nvSpPr>
        <p:spPr>
          <a:xfrm xmlns:a="http://schemas.openxmlformats.org/drawingml/2006/main">
            <a:off x="6096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eSIM 配置</a:t>
            </a:r>
          </a:p>
        </p:txBody>
      </p:sp>
      <p:sp>
        <p:nvSpPr>
          <p:cNvPr id="85" name="concept-alias-profile">
            <a:extLst xmlns:a="http://schemas.openxmlformats.org/drawingml/2006/main">
              <a:ext uri="{FF2B5EF4-FFF2-40B4-BE49-F238E27FC236}">
                <a16:creationId xmlns:a16="http://schemas.microsoft.com/office/drawing/2014/main" id="{04D82A39-F279-4870-A35F-1DB6537FB562}"/>
              </a:ext>
            </a:extLst>
          </p:cNvPr>
          <p:cNvSpPr>
            <a:spLocks xmlns:a="http://schemas.openxmlformats.org/drawingml/2006/main" noGrp="1"/>
          </p:cNvSpPr>
          <p:nvPr/>
        </p:nvSpPr>
        <p:spPr>
          <a:xfrm xmlns:a="http://schemas.openxmlformats.org/drawingml/2006/main">
            <a:off x="6096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Profile</a:t>
            </a:r>
          </a:p>
        </p:txBody>
      </p:sp>
      <p:sp>
        <p:nvSpPr>
          <p:cNvPr id="86" name="concept-function-profile">
            <a:extLst xmlns:a="http://schemas.openxmlformats.org/drawingml/2006/main">
              <a:ext uri="{FF2B5EF4-FFF2-40B4-BE49-F238E27FC236}">
                <a16:creationId xmlns:a16="http://schemas.microsoft.com/office/drawing/2014/main" id="{4231BB50-3CF8-4A82-BEC0-5E0E2AB494C1}"/>
              </a:ext>
            </a:extLst>
          </p:cNvPr>
          <p:cNvSpPr>
            <a:spLocks xmlns:a="http://schemas.openxmlformats.org/drawingml/2006/main" noGrp="1"/>
          </p:cNvSpPr>
          <p:nvPr/>
        </p:nvSpPr>
        <p:spPr>
          <a:xfrm xmlns:a="http://schemas.openxmlformats.org/drawingml/2006/main">
            <a:off x="6096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Profile-A / ICCID-A（示意）</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已启用，存于 eUICC-E</a:t>
            </a:r>
          </a:p>
        </p:txBody>
      </p:sp>
      <p:sp>
        <p:nvSpPr>
          <p:cNvPr id="87" name="concept-session">
            <a:extLst xmlns:a="http://schemas.openxmlformats.org/drawingml/2006/main">
              <a:ext uri="{FF2B5EF4-FFF2-40B4-BE49-F238E27FC236}">
                <a16:creationId xmlns:a16="http://schemas.microsoft.com/office/drawing/2014/main" id="{8F0DB66E-86A5-4B44-9F47-6D0FD594FB16}"/>
              </a:ext>
            </a:extLst>
          </p:cNvPr>
          <p:cNvSpPr>
            <a:spLocks xmlns:a="http://schemas.openxmlformats.org/drawingml/2006/main" noGrp="1"/>
          </p:cNvSpPr>
          <p:nvPr/>
        </p:nvSpPr>
        <p:spPr>
          <a:xfrm xmlns:a="http://schemas.openxmlformats.org/drawingml/2006/main">
            <a:off x="45720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8" name="concept-title-session">
            <a:extLst xmlns:a="http://schemas.openxmlformats.org/drawingml/2006/main">
              <a:ext uri="{FF2B5EF4-FFF2-40B4-BE49-F238E27FC236}">
                <a16:creationId xmlns:a16="http://schemas.microsoft.com/office/drawing/2014/main" id="{F0242AD6-D134-488B-83D0-B3D71EB67F41}"/>
              </a:ext>
            </a:extLst>
          </p:cNvPr>
          <p:cNvSpPr>
            <a:spLocks xmlns:a="http://schemas.openxmlformats.org/drawingml/2006/main" noGrp="1"/>
          </p:cNvSpPr>
          <p:nvPr/>
        </p:nvSpPr>
        <p:spPr>
          <a:xfrm xmlns:a="http://schemas.openxmlformats.org/drawingml/2006/main">
            <a:off x="46863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卡应用会话</a:t>
            </a:r>
          </a:p>
        </p:txBody>
      </p:sp>
      <p:sp>
        <p:nvSpPr>
          <p:cNvPr id="89" name="concept-alias-session">
            <a:extLst xmlns:a="http://schemas.openxmlformats.org/drawingml/2006/main">
              <a:ext uri="{FF2B5EF4-FFF2-40B4-BE49-F238E27FC236}">
                <a16:creationId xmlns:a16="http://schemas.microsoft.com/office/drawing/2014/main" id="{2756E2D0-2692-4664-A834-92EE516867A7}"/>
              </a:ext>
            </a:extLst>
          </p:cNvPr>
          <p:cNvSpPr>
            <a:spLocks xmlns:a="http://schemas.openxmlformats.org/drawingml/2006/main" noGrp="1"/>
          </p:cNvSpPr>
          <p:nvPr/>
        </p:nvSpPr>
        <p:spPr>
          <a:xfrm xmlns:a="http://schemas.openxmlformats.org/drawingml/2006/main">
            <a:off x="46863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SessionRef</a:t>
            </a:r>
          </a:p>
        </p:txBody>
      </p:sp>
      <p:sp>
        <p:nvSpPr>
          <p:cNvPr id="90" name="concept-function-session">
            <a:extLst xmlns:a="http://schemas.openxmlformats.org/drawingml/2006/main">
              <a:ext uri="{FF2B5EF4-FFF2-40B4-BE49-F238E27FC236}">
                <a16:creationId xmlns:a16="http://schemas.microsoft.com/office/drawing/2014/main" id="{845E7D55-FB4B-4593-8F63-F10B4A8D8CEB}"/>
              </a:ext>
            </a:extLst>
          </p:cNvPr>
          <p:cNvSpPr>
            <a:spLocks xmlns:a="http://schemas.openxmlformats.org/drawingml/2006/main" noGrp="1"/>
          </p:cNvSpPr>
          <p:nvPr/>
        </p:nvSpPr>
        <p:spPr>
          <a:xfrm xmlns:a="http://schemas.openxmlformats.org/drawingml/2006/main">
            <a:off x="46863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SessionRef：应用代次 g8</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文件加载另有 LoadScope</a:t>
            </a:r>
          </a:p>
        </p:txBody>
      </p:sp>
      <p:sp>
        <p:nvSpPr>
          <p:cNvPr id="91" name="concept-store">
            <a:extLst xmlns:a="http://schemas.openxmlformats.org/drawingml/2006/main">
              <a:ext uri="{FF2B5EF4-FFF2-40B4-BE49-F238E27FC236}">
                <a16:creationId xmlns:a16="http://schemas.microsoft.com/office/drawing/2014/main" id="{BC951131-CE00-474D-932B-4403AFCF94B0}"/>
              </a:ext>
            </a:extLst>
          </p:cNvPr>
          <p:cNvSpPr>
            <a:spLocks xmlns:a="http://schemas.openxmlformats.org/drawingml/2006/main" noGrp="1"/>
          </p:cNvSpPr>
          <p:nvPr/>
        </p:nvSpPr>
        <p:spPr>
          <a:xfrm xmlns:a="http://schemas.openxmlformats.org/drawingml/2006/main">
            <a:off x="86487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92" name="concept-title-store">
            <a:extLst xmlns:a="http://schemas.openxmlformats.org/drawingml/2006/main">
              <a:ext uri="{FF2B5EF4-FFF2-40B4-BE49-F238E27FC236}">
                <a16:creationId xmlns:a16="http://schemas.microsoft.com/office/drawing/2014/main" id="{28701A27-64C5-4457-8BAC-752A0BA5D0A4}"/>
              </a:ext>
            </a:extLst>
          </p:cNvPr>
          <p:cNvSpPr>
            <a:spLocks xmlns:a="http://schemas.openxmlformats.org/drawingml/2006/main" noGrp="1"/>
          </p:cNvSpPr>
          <p:nvPr/>
        </p:nvSpPr>
        <p:spPr>
          <a:xfrm xmlns:a="http://schemas.openxmlformats.org/drawingml/2006/main">
            <a:off x="87630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[I] 账户存储适配</a:t>
            </a:r>
          </a:p>
        </p:txBody>
      </p:sp>
      <p:sp>
        <p:nvSpPr>
          <p:cNvPr id="93" name="concept-alias-store">
            <a:extLst xmlns:a="http://schemas.openxmlformats.org/drawingml/2006/main">
              <a:ext uri="{FF2B5EF4-FFF2-40B4-BE49-F238E27FC236}">
                <a16:creationId xmlns:a16="http://schemas.microsoft.com/office/drawing/2014/main" id="{F8383C57-6E1D-4305-BA7E-32D402E333C3}"/>
              </a:ext>
            </a:extLst>
          </p:cNvPr>
          <p:cNvSpPr>
            <a:spLocks xmlns:a="http://schemas.openxmlformats.org/drawingml/2006/main" noGrp="1"/>
          </p:cNvSpPr>
          <p:nvPr/>
        </p:nvSpPr>
        <p:spPr>
          <a:xfrm xmlns:a="http://schemas.openxmlformats.org/drawingml/2006/main">
            <a:off x="87630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AccountStore</a:t>
            </a:r>
          </a:p>
        </p:txBody>
      </p:sp>
      <p:sp>
        <p:nvSpPr>
          <p:cNvPr id="94" name="concept-function-store">
            <a:extLst xmlns:a="http://schemas.openxmlformats.org/drawingml/2006/main">
              <a:ext uri="{FF2B5EF4-FFF2-40B4-BE49-F238E27FC236}">
                <a16:creationId xmlns:a16="http://schemas.microsoft.com/office/drawing/2014/main" id="{F57C9B8E-57B6-49F0-A3A5-348CDEB89E12}"/>
              </a:ext>
            </a:extLst>
          </p:cNvPr>
          <p:cNvSpPr>
            <a:spLocks xmlns:a="http://schemas.openxmlformats.org/drawingml/2006/main" noGrp="1"/>
          </p:cNvSpPr>
          <p:nvPr/>
        </p:nvSpPr>
        <p:spPr>
          <a:xfrm xmlns:a="http://schemas.openxmlformats.org/drawingml/2006/main">
            <a:off x="87630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按 T 的字段计划使用 DataShare</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不提供跨卡与 DB 的事务</a:t>
            </a:r>
          </a:p>
        </p:txBody>
      </p:sp>
      <p:sp>
        <p:nvSpPr>
          <p:cNvPr id="95" name="concept-port">
            <a:extLst xmlns:a="http://schemas.openxmlformats.org/drawingml/2006/main">
              <a:ext uri="{FF2B5EF4-FFF2-40B4-BE49-F238E27FC236}">
                <a16:creationId xmlns:a16="http://schemas.microsoft.com/office/drawing/2014/main" id="{16DB4C75-FF2A-4052-BE61-AA1C9FF841CB}"/>
              </a:ext>
            </a:extLst>
          </p:cNvPr>
          <p:cNvSpPr>
            <a:spLocks xmlns:a="http://schemas.openxmlformats.org/drawingml/2006/main" noGrp="1"/>
          </p:cNvSpPr>
          <p:nvPr/>
        </p:nvSpPr>
        <p:spPr>
          <a:xfrm xmlns:a="http://schemas.openxmlformats.org/drawingml/2006/main">
            <a:off x="4953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96" name="concept-title-port">
            <a:extLst xmlns:a="http://schemas.openxmlformats.org/drawingml/2006/main">
              <a:ext uri="{FF2B5EF4-FFF2-40B4-BE49-F238E27FC236}">
                <a16:creationId xmlns:a16="http://schemas.microsoft.com/office/drawing/2014/main" id="{F79B476C-3EC6-480E-8F40-AFDB8EC89DE6}"/>
              </a:ext>
            </a:extLst>
          </p:cNvPr>
          <p:cNvSpPr>
            <a:spLocks xmlns:a="http://schemas.openxmlformats.org/drawingml/2006/main" noGrp="1"/>
          </p:cNvSpPr>
          <p:nvPr/>
        </p:nvSpPr>
        <p:spPr>
          <a:xfrm xmlns:a="http://schemas.openxmlformats.org/drawingml/2006/main">
            <a:off x="6096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eSIM 连接端口</a:t>
            </a:r>
          </a:p>
        </p:txBody>
      </p:sp>
      <p:sp>
        <p:nvSpPr>
          <p:cNvPr id="97" name="concept-alias-port">
            <a:extLst xmlns:a="http://schemas.openxmlformats.org/drawingml/2006/main">
              <a:ext uri="{FF2B5EF4-FFF2-40B4-BE49-F238E27FC236}">
                <a16:creationId xmlns:a16="http://schemas.microsoft.com/office/drawing/2014/main" id="{894362E4-A848-465B-AE62-675145005356}"/>
              </a:ext>
            </a:extLst>
          </p:cNvPr>
          <p:cNvSpPr>
            <a:spLocks xmlns:a="http://schemas.openxmlformats.org/drawingml/2006/main" noGrp="1"/>
          </p:cNvSpPr>
          <p:nvPr/>
        </p:nvSpPr>
        <p:spPr>
          <a:xfrm xmlns:a="http://schemas.openxmlformats.org/drawingml/2006/main">
            <a:off x="6096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Port</a:t>
            </a:r>
          </a:p>
        </p:txBody>
      </p:sp>
      <p:sp>
        <p:nvSpPr>
          <p:cNvPr id="98" name="concept-function-port">
            <a:extLst xmlns:a="http://schemas.openxmlformats.org/drawingml/2006/main">
              <a:ext uri="{FF2B5EF4-FFF2-40B4-BE49-F238E27FC236}">
                <a16:creationId xmlns:a16="http://schemas.microsoft.com/office/drawing/2014/main" id="{8540FAD8-8962-4F23-8651-1D9E1C9BE9EF}"/>
              </a:ext>
            </a:extLst>
          </p:cNvPr>
          <p:cNvSpPr>
            <a:spLocks xmlns:a="http://schemas.openxmlformats.org/drawingml/2006/main" noGrp="1"/>
          </p:cNvSpPr>
          <p:nvPr/>
        </p:nvSpPr>
        <p:spPr>
          <a:xfrm xmlns:a="http://schemas.openxmlformats.org/drawingml/2006/main">
            <a:off x="6096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Port-0 当前承载 Profile-A</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按真实设备约束访问</a:t>
            </a:r>
          </a:p>
        </p:txBody>
      </p:sp>
      <p:sp>
        <p:nvSpPr>
          <p:cNvPr id="99" name="concept-slot">
            <a:extLst xmlns:a="http://schemas.openxmlformats.org/drawingml/2006/main">
              <a:ext uri="{FF2B5EF4-FFF2-40B4-BE49-F238E27FC236}">
                <a16:creationId xmlns:a16="http://schemas.microsoft.com/office/drawing/2014/main" id="{5E07AF57-F4C9-4C44-A2C8-46807B2E7B64}"/>
              </a:ext>
            </a:extLst>
          </p:cNvPr>
          <p:cNvSpPr>
            <a:spLocks xmlns:a="http://schemas.openxmlformats.org/drawingml/2006/main" noGrp="1"/>
          </p:cNvSpPr>
          <p:nvPr/>
        </p:nvSpPr>
        <p:spPr>
          <a:xfrm xmlns:a="http://schemas.openxmlformats.org/drawingml/2006/main">
            <a:off x="45720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100" name="concept-title-slot">
            <a:extLst xmlns:a="http://schemas.openxmlformats.org/drawingml/2006/main">
              <a:ext uri="{FF2B5EF4-FFF2-40B4-BE49-F238E27FC236}">
                <a16:creationId xmlns:a16="http://schemas.microsoft.com/office/drawing/2014/main" id="{FD8669CE-5B59-43DF-B852-D3FB90E6E786}"/>
              </a:ext>
            </a:extLst>
          </p:cNvPr>
          <p:cNvSpPr>
            <a:spLocks xmlns:a="http://schemas.openxmlformats.org/drawingml/2006/main" noGrp="1"/>
          </p:cNvSpPr>
          <p:nvPr/>
        </p:nvSpPr>
        <p:spPr>
          <a:xfrm xmlns:a="http://schemas.openxmlformats.org/drawingml/2006/main">
            <a:off x="46863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[C/R] 逻辑槽／软件路由</a:t>
            </a:r>
          </a:p>
        </p:txBody>
      </p:sp>
      <p:sp>
        <p:nvSpPr>
          <p:cNvPr id="101" name="concept-alias-slot">
            <a:extLst xmlns:a="http://schemas.openxmlformats.org/drawingml/2006/main">
              <a:ext uri="{FF2B5EF4-FFF2-40B4-BE49-F238E27FC236}">
                <a16:creationId xmlns:a16="http://schemas.microsoft.com/office/drawing/2014/main" id="{8F7B0F45-7FA4-41F7-B359-3186C81F3EF1}"/>
              </a:ext>
            </a:extLst>
          </p:cNvPr>
          <p:cNvSpPr>
            <a:spLocks xmlns:a="http://schemas.openxmlformats.org/drawingml/2006/main" noGrp="1"/>
          </p:cNvSpPr>
          <p:nvPr/>
        </p:nvSpPr>
        <p:spPr>
          <a:xfrm xmlns:a="http://schemas.openxmlformats.org/drawingml/2006/main">
            <a:off x="46863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Logical Slot</a:t>
            </a:r>
          </a:p>
        </p:txBody>
      </p:sp>
      <p:sp>
        <p:nvSpPr>
          <p:cNvPr id="102" name="concept-function-slot">
            <a:extLst xmlns:a="http://schemas.openxmlformats.org/drawingml/2006/main">
              <a:ext uri="{FF2B5EF4-FFF2-40B4-BE49-F238E27FC236}">
                <a16:creationId xmlns:a16="http://schemas.microsoft.com/office/drawing/2014/main" id="{3A32E8D9-3C92-4543-B5BA-D58B60A09C46}"/>
              </a:ext>
            </a:extLst>
          </p:cNvPr>
          <p:cNvSpPr>
            <a:spLocks xmlns:a="http://schemas.openxmlformats.org/drawingml/2006/main" noGrp="1"/>
          </p:cNvSpPr>
          <p:nvPr/>
        </p:nvSpPr>
        <p:spPr>
          <a:xfrm xmlns:a="http://schemas.openxmlformats.org/drawingml/2006/main">
            <a:off x="46863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逻辑 slot-1 可复用</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保持原路由与兼容参数含义</a:t>
            </a:r>
          </a:p>
        </p:txBody>
      </p:sp>
      <p:sp>
        <p:nvSpPr>
          <p:cNvPr id="103" name="concept-compat">
            <a:extLst xmlns:a="http://schemas.openxmlformats.org/drawingml/2006/main">
              <a:ext uri="{FF2B5EF4-FFF2-40B4-BE49-F238E27FC236}">
                <a16:creationId xmlns:a16="http://schemas.microsoft.com/office/drawing/2014/main" id="{25ED37C5-BD9A-403B-9638-0E2406288CFE}"/>
              </a:ext>
            </a:extLst>
          </p:cNvPr>
          <p:cNvSpPr>
            <a:spLocks xmlns:a="http://schemas.openxmlformats.org/drawingml/2006/main" noGrp="1"/>
          </p:cNvSpPr>
          <p:nvPr/>
        </p:nvSpPr>
        <p:spPr>
          <a:xfrm xmlns:a="http://schemas.openxmlformats.org/drawingml/2006/main">
            <a:off x="8648700" y="52006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104" name="concept-title-compat">
            <a:extLst xmlns:a="http://schemas.openxmlformats.org/drawingml/2006/main">
              <a:ext uri="{FF2B5EF4-FFF2-40B4-BE49-F238E27FC236}">
                <a16:creationId xmlns:a16="http://schemas.microsoft.com/office/drawing/2014/main" id="{F6EAF3F1-C39D-487F-BDFA-AAEE2CFF9C7D}"/>
              </a:ext>
            </a:extLst>
          </p:cNvPr>
          <p:cNvSpPr>
            <a:spLocks xmlns:a="http://schemas.openxmlformats.org/drawingml/2006/main" noGrp="1"/>
          </p:cNvSpPr>
          <p:nvPr/>
        </p:nvSpPr>
        <p:spPr>
          <a:xfrm xmlns:a="http://schemas.openxmlformats.org/drawingml/2006/main">
            <a:off x="87630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 ①] 旧接口与完成出口</a:t>
            </a:r>
          </a:p>
        </p:txBody>
      </p:sp>
      <p:sp>
        <p:nvSpPr>
          <p:cNvPr id="105" name="concept-alias-compat">
            <a:extLst xmlns:a="http://schemas.openxmlformats.org/drawingml/2006/main">
              <a:ext uri="{FF2B5EF4-FFF2-40B4-BE49-F238E27FC236}">
                <a16:creationId xmlns:a16="http://schemas.microsoft.com/office/drawing/2014/main" id="{C97A2F0B-96D0-4007-9F68-EED510467F2D}"/>
              </a:ext>
            </a:extLst>
          </p:cNvPr>
          <p:cNvSpPr>
            <a:spLocks xmlns:a="http://schemas.openxmlformats.org/drawingml/2006/main" noGrp="1"/>
          </p:cNvSpPr>
          <p:nvPr/>
        </p:nvSpPr>
        <p:spPr>
          <a:xfrm xmlns:a="http://schemas.openxmlformats.org/drawingml/2006/main">
            <a:off x="87630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Compatibility</a:t>
            </a:r>
          </a:p>
        </p:txBody>
      </p:sp>
      <p:sp>
        <p:nvSpPr>
          <p:cNvPr id="106" name="concept-function-compat">
            <a:extLst xmlns:a="http://schemas.openxmlformats.org/drawingml/2006/main">
              <a:ext uri="{FF2B5EF4-FFF2-40B4-BE49-F238E27FC236}">
                <a16:creationId xmlns:a16="http://schemas.microsoft.com/office/drawing/2014/main" id="{7296B35A-C440-47B4-A813-BEE7606E3D3C}"/>
              </a:ext>
            </a:extLst>
          </p:cNvPr>
          <p:cNvSpPr>
            <a:spLocks xmlns:a="http://schemas.openxmlformats.org/drawingml/2006/main" noGrp="1"/>
          </p:cNvSpPr>
          <p:nvPr/>
        </p:nvSpPr>
        <p:spPr>
          <a:xfrm xmlns:a="http://schemas.openxmlformats.org/drawingml/2006/main">
            <a:off x="87630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保持原检查与调用者上下文</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输出受理结果 / 原检查错误</a:t>
            </a:r>
          </a:p>
        </p:txBody>
      </p:sp>
      <p:sp>
        <p:nvSpPr>
          <p:cNvPr id="107" name="footer-rule">
            <a:extLst xmlns:a="http://schemas.openxmlformats.org/drawingml/2006/main">
              <a:ext uri="{FF2B5EF4-FFF2-40B4-BE49-F238E27FC236}">
                <a16:creationId xmlns:a16="http://schemas.microsoft.com/office/drawing/2014/main" id="{836C60FA-AAAD-48D3-9F8E-B5B8CB1018F5}"/>
              </a:ext>
            </a:extLst>
          </p:cNvPr>
          <p:cNvSpPr>
            <a:spLocks xmlns:a="http://schemas.openxmlformats.org/drawingml/2006/main" noGrp="1"/>
          </p:cNvSpPr>
          <p:nvPr/>
        </p:nvSpPr>
        <p:spPr>
          <a:xfrm xmlns:a="http://schemas.openxmlformats.org/drawingml/2006/main">
            <a:off x="495300" y="62198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8" name="owner-legend">
            <a:extLst xmlns:a="http://schemas.openxmlformats.org/drawingml/2006/main">
              <a:ext uri="{FF2B5EF4-FFF2-40B4-BE49-F238E27FC236}">
                <a16:creationId xmlns:a16="http://schemas.microsoft.com/office/drawing/2014/main" id="{5B047791-03AA-42B0-827A-601808CF9BE1}"/>
              </a:ext>
            </a:extLst>
          </p:cNvPr>
          <p:cNvSpPr>
            <a:spLocks xmlns:a="http://schemas.openxmlformats.org/drawingml/2006/main" noGrp="1"/>
          </p:cNvSpPr>
          <p:nvPr/>
        </p:nvSpPr>
        <p:spPr>
          <a:xfrm xmlns:a="http://schemas.openxmlformats.org/drawingml/2006/main">
            <a:off x="495300" y="63055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buNone/>
              <a:defRPr sz="1050" b="0">
                <a:solidFill>
                  <a:srgbClr val="56657A"/>
                </a:solidFill>
                <a:latin typeface="Microsoft YaHei"/>
                <a:ea typeface="Microsoft YaHei"/>
                <a:cs typeface="Microsoft YaHei"/>
              </a:defRPr>
            </a:lvl1pPr>
            <a:lvl2pPr algn="l">
              <a:buNone/>
              <a:defRPr sz="1050" b="0">
                <a:solidFill>
                  <a:srgbClr val="56657A"/>
                </a:solidFill>
                <a:latin typeface="Microsoft YaHei"/>
                <a:ea typeface="Microsoft YaHei"/>
                <a:cs typeface="Microsoft YaHei"/>
              </a:defRPr>
            </a:lvl2pPr>
            <a:lvl3pPr algn="l">
              <a:buNone/>
              <a:defRPr sz="1050" b="0">
                <a:solidFill>
                  <a:srgbClr val="56657A"/>
                </a:solidFill>
                <a:latin typeface="Microsoft YaHei"/>
                <a:ea typeface="Microsoft YaHei"/>
                <a:cs typeface="Microsoft YaHei"/>
              </a:defRPr>
            </a:lvl3pPr>
            <a:lvl4pPr algn="l">
              <a:buNone/>
              <a:defRPr sz="1050" b="0">
                <a:solidFill>
                  <a:srgbClr val="56657A"/>
                </a:solidFill>
                <a:latin typeface="Microsoft YaHei"/>
                <a:ea typeface="Microsoft YaHei"/>
                <a:cs typeface="Microsoft YaHei"/>
              </a:defRPr>
            </a:lvl4pPr>
            <a:lvl5pPr algn="l">
              <a:buNone/>
              <a:defRPr sz="1050" b="0">
                <a:solidFill>
                  <a:srgbClr val="56657A"/>
                </a:solidFill>
                <a:latin typeface="Microsoft YaHei"/>
                <a:ea typeface="Microsoft YaHei"/>
                <a:cs typeface="Microsoft YaHei"/>
              </a:defRPr>
            </a:lvl5pPr>
            <a:lvl6pPr algn="l">
              <a:buNone/>
              <a:defRPr sz="1050" b="0">
                <a:solidFill>
                  <a:srgbClr val="56657A"/>
                </a:solidFill>
                <a:latin typeface="Microsoft YaHei"/>
                <a:ea typeface="Microsoft YaHei"/>
                <a:cs typeface="Microsoft YaHei"/>
              </a:defRPr>
            </a:lvl6pPr>
            <a:lvl7pPr algn="l">
              <a:buNone/>
              <a:defRPr sz="1050" b="0">
                <a:solidFill>
                  <a:srgbClr val="56657A"/>
                </a:solidFill>
                <a:latin typeface="Microsoft YaHei"/>
                <a:ea typeface="Microsoft YaHei"/>
                <a:cs typeface="Microsoft YaHei"/>
              </a:defRPr>
            </a:lvl7pPr>
            <a:lvl8pPr algn="l">
              <a:buNone/>
              <a:defRPr sz="1050" b="0">
                <a:solidFill>
                  <a:srgbClr val="56657A"/>
                </a:solidFill>
                <a:latin typeface="Microsoft YaHei"/>
                <a:ea typeface="Microsoft YaHei"/>
                <a:cs typeface="Microsoft YaHei"/>
              </a:defRPr>
            </a:lvl8pPr>
            <a:lvl9pPr algn="l">
              <a:buNone/>
              <a:defRPr sz="1050" b="0">
                <a:solidFill>
                  <a:srgbClr val="56657A"/>
                </a:solidFill>
                <a:latin typeface="Microsoft YaHei"/>
                <a:ea typeface="Microsoft YaHei"/>
                <a:cs typeface="Microsoft YaHei"/>
              </a:defRPr>
            </a:lvl9pPr>
          </a:lstStyle>
          <a:p xmlns:a="http://schemas.openxmlformats.org/drawingml/2006/main">
            <a:pPr algn="l">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T 账户拓扑　A 角色资源　O 本地操作　R 卡运行　I 适配　C 兼容　H 宿主</a:t>
            </a:r>
          </a:p>
        </p:txBody>
      </p:sp>
      <p:sp>
        <p:nvSpPr>
          <p:cNvPr id="109" name="relation-legend">
            <a:extLst xmlns:a="http://schemas.openxmlformats.org/drawingml/2006/main">
              <a:ext uri="{FF2B5EF4-FFF2-40B4-BE49-F238E27FC236}">
                <a16:creationId xmlns:a16="http://schemas.microsoft.com/office/drawing/2014/main" id="{0E54C562-BAC2-4A05-86A3-EEE246BF08C4}"/>
              </a:ext>
            </a:extLst>
          </p:cNvPr>
          <p:cNvSpPr>
            <a:spLocks xmlns:a="http://schemas.openxmlformats.org/drawingml/2006/main" noGrp="1"/>
          </p:cNvSpPr>
          <p:nvPr/>
        </p:nvSpPr>
        <p:spPr>
          <a:xfrm xmlns:a="http://schemas.openxmlformats.org/drawingml/2006/main">
            <a:off x="7848600" y="6305550"/>
            <a:ext cx="3848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实线：概念关系　虚线：入口协作</a:t>
            </a:r>
          </a:p>
        </p:txBody>
      </p:sp>
      <p:sp>
        <p:nvSpPr>
          <p:cNvPr id="110" name="footer">
            <a:extLst xmlns:a="http://schemas.openxmlformats.org/drawingml/2006/main">
              <a:ext uri="{FF2B5EF4-FFF2-40B4-BE49-F238E27FC236}">
                <a16:creationId xmlns:a16="http://schemas.microsoft.com/office/drawing/2014/main" id="{B635C2AA-C9F6-4885-97A7-F572A518E2C5}"/>
              </a:ext>
            </a:extLst>
          </p:cNvPr>
          <p:cNvSpPr>
            <a:spLocks xmlns:a="http://schemas.openxmlformats.org/drawingml/2006/main" noGrp="1"/>
          </p:cNvSpPr>
          <p:nvPr/>
        </p:nvSpPr>
        <p:spPr>
          <a:xfrm xmlns:a="http://schemas.openxmlformats.org/drawingml/2006/main">
            <a:off x="495300" y="65913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111" name="page-number">
            <a:extLst xmlns:a="http://schemas.openxmlformats.org/drawingml/2006/main">
              <a:ext uri="{FF2B5EF4-FFF2-40B4-BE49-F238E27FC236}">
                <a16:creationId xmlns:a16="http://schemas.microsoft.com/office/drawing/2014/main" id="{C9722A16-B2C3-461D-BCF9-64FC89DD4145}"/>
              </a:ext>
            </a:extLst>
          </p:cNvPr>
          <p:cNvSpPr>
            <a:spLocks xmlns:a="http://schemas.openxmlformats.org/drawingml/2006/main" noGrp="1"/>
          </p:cNvSpPr>
          <p:nvPr/>
        </p:nvSpPr>
        <p:spPr>
          <a:xfrm xmlns:a="http://schemas.openxmlformats.org/drawingml/2006/main">
            <a:off x="9486900" y="65913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buNone/>
              <a:defRPr sz="900" b="0">
                <a:solidFill>
                  <a:srgbClr val="56657A"/>
                </a:solidFill>
                <a:latin typeface="Microsoft YaHei"/>
                <a:ea typeface="Microsoft YaHei"/>
                <a:cs typeface="Microsoft YaHei"/>
              </a:defRPr>
            </a:lvl1pPr>
            <a:lvl2pPr algn="r">
              <a:buNone/>
              <a:defRPr sz="900" b="0">
                <a:solidFill>
                  <a:srgbClr val="56657A"/>
                </a:solidFill>
                <a:latin typeface="Microsoft YaHei"/>
                <a:ea typeface="Microsoft YaHei"/>
                <a:cs typeface="Microsoft YaHei"/>
              </a:defRPr>
            </a:lvl2pPr>
            <a:lvl3pPr algn="r">
              <a:buNone/>
              <a:defRPr sz="900" b="0">
                <a:solidFill>
                  <a:srgbClr val="56657A"/>
                </a:solidFill>
                <a:latin typeface="Microsoft YaHei"/>
                <a:ea typeface="Microsoft YaHei"/>
                <a:cs typeface="Microsoft YaHei"/>
              </a:defRPr>
            </a:lvl3pPr>
            <a:lvl4pPr algn="r">
              <a:buNone/>
              <a:defRPr sz="900" b="0">
                <a:solidFill>
                  <a:srgbClr val="56657A"/>
                </a:solidFill>
                <a:latin typeface="Microsoft YaHei"/>
                <a:ea typeface="Microsoft YaHei"/>
                <a:cs typeface="Microsoft YaHei"/>
              </a:defRPr>
            </a:lvl4pPr>
            <a:lvl5pPr algn="r">
              <a:buNone/>
              <a:defRPr sz="900" b="0">
                <a:solidFill>
                  <a:srgbClr val="56657A"/>
                </a:solidFill>
                <a:latin typeface="Microsoft YaHei"/>
                <a:ea typeface="Microsoft YaHei"/>
                <a:cs typeface="Microsoft YaHei"/>
              </a:defRPr>
            </a:lvl5pPr>
            <a:lvl6pPr algn="r">
              <a:buNone/>
              <a:defRPr sz="900" b="0">
                <a:solidFill>
                  <a:srgbClr val="56657A"/>
                </a:solidFill>
                <a:latin typeface="Microsoft YaHei"/>
                <a:ea typeface="Microsoft YaHei"/>
                <a:cs typeface="Microsoft YaHei"/>
              </a:defRPr>
            </a:lvl6pPr>
            <a:lvl7pPr algn="r">
              <a:buNone/>
              <a:defRPr sz="900" b="0">
                <a:solidFill>
                  <a:srgbClr val="56657A"/>
                </a:solidFill>
                <a:latin typeface="Microsoft YaHei"/>
                <a:ea typeface="Microsoft YaHei"/>
                <a:cs typeface="Microsoft YaHei"/>
              </a:defRPr>
            </a:lvl7pPr>
            <a:lvl8pPr algn="r">
              <a:buNone/>
              <a:defRPr sz="900" b="0">
                <a:solidFill>
                  <a:srgbClr val="56657A"/>
                </a:solidFill>
                <a:latin typeface="Microsoft YaHei"/>
                <a:ea typeface="Microsoft YaHei"/>
                <a:cs typeface="Microsoft YaHei"/>
              </a:defRPr>
            </a:lvl8pPr>
            <a:lvl9pPr algn="r">
              <a:buNone/>
              <a:defRPr sz="900" b="0">
                <a:solidFill>
                  <a:srgbClr val="56657A"/>
                </a:solidFill>
                <a:latin typeface="Microsoft YaHei"/>
                <a:ea typeface="Microsoft YaHei"/>
                <a:cs typeface="Microsoft YaHei"/>
              </a:defRPr>
            </a:lvl9pPr>
          </a:lstStyle>
          <a:p xmlns:a="http://schemas.openxmlformats.org/drawingml/2006/main">
            <a:pPr algn="r">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09 · 步骤 1 / 7</a:t>
            </a:r>
          </a:p>
        </p:txBody>
      </p:sp>
      <p:sp>
        <p:nvSpPr>
          <p:cNvPr id="113" name="open-compare">
            <ns0:hlinkClick xmlns:ns0="http://schemas.openxmlformats.org/drawingml/2006/main" xmlns:ns1="http://schemas.openxmlformats.org/officeDocument/2006/relationships" ns1:id="rIdCompareNav12" action="ppaction://hlinksldjump" tooltip="架构前后对照"/>
            <a:extLst xmlns:a="http://schemas.openxmlformats.org/drawingml/2006/main">
              <a:ext uri="{FF2B5EF4-FFF2-40B4-BE49-F238E27FC236}">
                <a16:creationId xmlns:a16="http://schemas.microsoft.com/office/drawing/2014/main" id="{8B8CD132-0D03-4B51-B798-336ADAE632F4}"/>
              </a:ext>
            </a:extLst>
          </p:cNvPr>
          <p:cNvSpPr>
            <a:spLocks xmlns:a="http://schemas.openxmlformats.org/drawingml/2006/main" noGrp="1"/>
          </p:cNvSpPr>
          <p:nvPr/>
        </p:nvSpPr>
        <p:spPr>
          <a:xfrm xmlns:a="http://schemas.openxmlformats.org/drawingml/2006/main">
            <a:off x="10248900" y="209550"/>
            <a:ext cx="1447800" cy="2667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架构前后对照</a:t>
            </a:r>
          </a:p>
        </p:txBody>
      </p:sp>
    </p:spTree>
    <p:extLst>
      <p:ext uri="{BB962C8B-B14F-4D97-AF65-F5344CB8AC3E}">
        <p14:creationId xmlns:p14="http://schemas.microsoft.com/office/powerpoint/2010/main" val="1519946485"/>
      </p:ext>
    </p:extLst>
  </p:cSld>
  <p:transition spd="fast" advClick="0">
    <p:fade/>
  </p:transition>
</p:sld>
</file>

<file path=ppt/slides/slide11.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2" name="accent">
            <a:extLst xmlns:a="http://schemas.openxmlformats.org/drawingml/2006/main">
              <a:ext uri="{FF2B5EF4-FFF2-40B4-BE49-F238E27FC236}">
                <a16:creationId xmlns:a16="http://schemas.microsoft.com/office/drawing/2014/main" id="{74873AA3-62F7-4C66-99E8-16EB840B7BC0}"/>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24837CA7-90FB-400D-BCAE-D311D636DD0F}"/>
              </a:ext>
            </a:extLst>
          </p:cNvPr>
          <p:cNvSpPr>
            <a:spLocks xmlns:a="http://schemas.openxmlformats.org/drawingml/2006/main" noGrp="1"/>
          </p:cNvSpPr>
          <p:nvPr/>
        </p:nvSpPr>
        <p:spPr>
          <a:xfrm xmlns:a="http://schemas.openxmlformats.org/drawingml/2006/main">
            <a:off x="495300" y="238125"/>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04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683294B1-D4B6-419C-BBE2-F070C0ED7142}"/>
              </a:ext>
            </a:extLst>
          </p:cNvPr>
          <p:cNvSpPr>
            <a:spLocks xmlns:a="http://schemas.openxmlformats.org/drawingml/2006/main" noGrp="1"/>
          </p:cNvSpPr>
          <p:nvPr/>
        </p:nvSpPr>
        <p:spPr>
          <a:xfrm xmlns:a="http://schemas.openxmlformats.org/drawingml/2006/main">
            <a:off x="8248650" y="238125"/>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点步骤看概念间协作</a:t>
            </a:r>
          </a:p>
        </p:txBody>
      </p:sp>
      <p:sp>
        <p:nvSpPr>
          <p:cNvPr id="4" name="title">
            <a:extLst xmlns:a="http://schemas.openxmlformats.org/drawingml/2006/main">
              <a:ext uri="{FF2B5EF4-FFF2-40B4-BE49-F238E27FC236}">
                <a16:creationId xmlns:a16="http://schemas.microsoft.com/office/drawing/2014/main" id="{CACB6CB4-2B62-4AAE-944C-DA235F3D79ED}"/>
              </a:ext>
            </a:extLst>
          </p:cNvPr>
          <p:cNvSpPr>
            <a:spLocks xmlns:a="http://schemas.openxmlformats.org/drawingml/2006/main" noGrp="1"/>
          </p:cNvSpPr>
          <p:nvPr/>
        </p:nvSpPr>
        <p:spPr>
          <a:xfrm xmlns:a="http://schemas.openxmlformats.org/drawingml/2006/main">
            <a:off x="495300" y="58102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buNone/>
              <a:defRPr sz="2550" b="1">
                <a:solidFill>
                  <a:srgbClr val="081426"/>
                </a:solidFill>
                <a:latin typeface="Microsoft YaHei"/>
                <a:ea typeface="Microsoft YaHei"/>
                <a:cs typeface="Microsoft YaHei"/>
              </a:defRPr>
            </a:lvl1pPr>
            <a:lvl2pPr algn="l">
              <a:buNone/>
              <a:defRPr sz="2550" b="1">
                <a:solidFill>
                  <a:srgbClr val="081426"/>
                </a:solidFill>
                <a:latin typeface="Microsoft YaHei"/>
                <a:ea typeface="Microsoft YaHei"/>
                <a:cs typeface="Microsoft YaHei"/>
              </a:defRPr>
            </a:lvl2pPr>
            <a:lvl3pPr algn="l">
              <a:buNone/>
              <a:defRPr sz="2550" b="1">
                <a:solidFill>
                  <a:srgbClr val="081426"/>
                </a:solidFill>
                <a:latin typeface="Microsoft YaHei"/>
                <a:ea typeface="Microsoft YaHei"/>
                <a:cs typeface="Microsoft YaHei"/>
              </a:defRPr>
            </a:lvl3pPr>
            <a:lvl4pPr algn="l">
              <a:buNone/>
              <a:defRPr sz="2550" b="1">
                <a:solidFill>
                  <a:srgbClr val="081426"/>
                </a:solidFill>
                <a:latin typeface="Microsoft YaHei"/>
                <a:ea typeface="Microsoft YaHei"/>
                <a:cs typeface="Microsoft YaHei"/>
              </a:defRPr>
            </a:lvl4pPr>
            <a:lvl5pPr algn="l">
              <a:buNone/>
              <a:defRPr sz="2550" b="1">
                <a:solidFill>
                  <a:srgbClr val="081426"/>
                </a:solidFill>
                <a:latin typeface="Microsoft YaHei"/>
                <a:ea typeface="Microsoft YaHei"/>
                <a:cs typeface="Microsoft YaHei"/>
              </a:defRPr>
            </a:lvl5pPr>
            <a:lvl6pPr algn="l">
              <a:buNone/>
              <a:defRPr sz="2550" b="1">
                <a:solidFill>
                  <a:srgbClr val="081426"/>
                </a:solidFill>
                <a:latin typeface="Microsoft YaHei"/>
                <a:ea typeface="Microsoft YaHei"/>
                <a:cs typeface="Microsoft YaHei"/>
              </a:defRPr>
            </a:lvl6pPr>
            <a:lvl7pPr algn="l">
              <a:buNone/>
              <a:defRPr sz="2550" b="1">
                <a:solidFill>
                  <a:srgbClr val="081426"/>
                </a:solidFill>
                <a:latin typeface="Microsoft YaHei"/>
                <a:ea typeface="Microsoft YaHei"/>
                <a:cs typeface="Microsoft YaHei"/>
              </a:defRPr>
            </a:lvl7pPr>
            <a:lvl8pPr algn="l">
              <a:buNone/>
              <a:defRPr sz="2550" b="1">
                <a:solidFill>
                  <a:srgbClr val="081426"/>
                </a:solidFill>
                <a:latin typeface="Microsoft YaHei"/>
                <a:ea typeface="Microsoft YaHei"/>
                <a:cs typeface="Microsoft YaHei"/>
              </a:defRPr>
            </a:lvl8pPr>
            <a:lvl9pPr algn="l">
              <a:buNone/>
              <a:defRPr sz="2550" b="1">
                <a:solidFill>
                  <a:srgbClr val="081426"/>
                </a:solidFill>
                <a:latin typeface="Microsoft YaHei"/>
                <a:ea typeface="Microsoft YaHei"/>
                <a:cs typeface="Microsoft YaHei"/>
              </a:defRPr>
            </a:lvl9pPr>
          </a:lstStyle>
          <a:p xmlns:a="http://schemas.openxmlformats.org/drawingml/2006/main">
            <a:pPr algn="l">
              <a:lnSpc>
                <a:spcPct val="104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订阅、位置与执行：概念关系和号码设置流程</a:t>
            </a:r>
          </a:p>
        </p:txBody>
      </p:sp>
      <p:sp>
        <p:nvSpPr>
          <p:cNvPr id="5" name="flow-nav-0">
            <ns0:hlinkClick xmlns:ns0="http://schemas.openxmlformats.org/drawingml/2006/main" xmlns:ns1="http://schemas.openxmlformats.org/officeDocument/2006/relationships" ns1:id="rIdCompareNav0" action="ppaction://hlinksldjump" tooltip="概念图：概念总览"/>
            <a:extLst xmlns:a="http://schemas.openxmlformats.org/drawingml/2006/main">
              <a:ext uri="{FF2B5EF4-FFF2-40B4-BE49-F238E27FC236}">
                <a16:creationId xmlns:a16="http://schemas.microsoft.com/office/drawing/2014/main" id="{E30C254E-24C8-45F5-B38F-71F14681FC25}"/>
              </a:ext>
            </a:extLst>
          </p:cNvPr>
          <p:cNvSpPr>
            <a:spLocks xmlns:a="http://schemas.openxmlformats.org/drawingml/2006/main" noGrp="1"/>
          </p:cNvSpPr>
          <p:nvPr/>
        </p:nvSpPr>
        <p:spPr>
          <a:xfrm xmlns:a="http://schemas.openxmlformats.org/drawingml/2006/main">
            <a:off x="495300" y="1104900"/>
            <a:ext cx="9715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概念总览</a:t>
            </a:r>
          </a:p>
        </p:txBody>
      </p:sp>
      <p:sp>
        <p:nvSpPr>
          <p:cNvPr id="6" name="flow-nav-1">
            <ns0:hlinkClick xmlns:ns0="http://schemas.openxmlformats.org/drawingml/2006/main" xmlns:ns1="http://schemas.openxmlformats.org/officeDocument/2006/relationships" ns1:id="rIdCompareNav1" action="ppaction://hlinksldjump" tooltip="概念图：① 受理"/>
            <a:extLst xmlns:a="http://schemas.openxmlformats.org/drawingml/2006/main">
              <a:ext uri="{FF2B5EF4-FFF2-40B4-BE49-F238E27FC236}">
                <a16:creationId xmlns:a16="http://schemas.microsoft.com/office/drawing/2014/main" id="{DD4B841D-7AA6-42C2-BA7A-623A7D4AF09C}"/>
              </a:ext>
            </a:extLst>
          </p:cNvPr>
          <p:cNvSpPr>
            <a:spLocks xmlns:a="http://schemas.openxmlformats.org/drawingml/2006/main" noGrp="1"/>
          </p:cNvSpPr>
          <p:nvPr/>
        </p:nvSpPr>
        <p:spPr>
          <a:xfrm xmlns:a="http://schemas.openxmlformats.org/drawingml/2006/main">
            <a:off x="15430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① 受理</a:t>
            </a:r>
          </a:p>
        </p:txBody>
      </p:sp>
      <p:sp>
        <p:nvSpPr>
          <p:cNvPr id="7" name="flow-nav-2">
            <ns0:hlinkClick xmlns:ns0="http://schemas.openxmlformats.org/drawingml/2006/main" xmlns:ns1="http://schemas.openxmlformats.org/officeDocument/2006/relationships" ns1:id="rIdCompareNav2" action="ppaction://hlinksldjump" tooltip="概念图：② 目标"/>
            <a:extLst xmlns:a="http://schemas.openxmlformats.org/drawingml/2006/main">
              <a:ext uri="{FF2B5EF4-FFF2-40B4-BE49-F238E27FC236}">
                <a16:creationId xmlns:a16="http://schemas.microsoft.com/office/drawing/2014/main" id="{8FDDBF77-5A1C-4BF0-AAB1-366035215C25}"/>
              </a:ext>
            </a:extLst>
          </p:cNvPr>
          <p:cNvSpPr>
            <a:spLocks xmlns:a="http://schemas.openxmlformats.org/drawingml/2006/main" noGrp="1"/>
          </p:cNvSpPr>
          <p:nvPr/>
        </p:nvSpPr>
        <p:spPr>
          <a:xfrm xmlns:a="http://schemas.openxmlformats.org/drawingml/2006/main">
            <a:off x="2514600" y="1104900"/>
            <a:ext cx="895350"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buNone/>
              <a:defRPr sz="1275" b="1">
                <a:solidFill>
                  <a:srgbClr val="FFFFFF"/>
                </a:solidFill>
                <a:latin typeface="Microsoft YaHei"/>
                <a:ea typeface="Microsoft YaHei"/>
                <a:cs typeface="Microsoft YaHei"/>
              </a:defRPr>
            </a:lvl1pPr>
            <a:lvl2pPr algn="ctr">
              <a:buNone/>
              <a:defRPr sz="1275" b="1">
                <a:solidFill>
                  <a:srgbClr val="FFFFFF"/>
                </a:solidFill>
                <a:latin typeface="Microsoft YaHei"/>
                <a:ea typeface="Microsoft YaHei"/>
                <a:cs typeface="Microsoft YaHei"/>
              </a:defRPr>
            </a:lvl2pPr>
            <a:lvl3pPr algn="ctr">
              <a:buNone/>
              <a:defRPr sz="1275" b="1">
                <a:solidFill>
                  <a:srgbClr val="FFFFFF"/>
                </a:solidFill>
                <a:latin typeface="Microsoft YaHei"/>
                <a:ea typeface="Microsoft YaHei"/>
                <a:cs typeface="Microsoft YaHei"/>
              </a:defRPr>
            </a:lvl3pPr>
            <a:lvl4pPr algn="ctr">
              <a:buNone/>
              <a:defRPr sz="1275" b="1">
                <a:solidFill>
                  <a:srgbClr val="FFFFFF"/>
                </a:solidFill>
                <a:latin typeface="Microsoft YaHei"/>
                <a:ea typeface="Microsoft YaHei"/>
                <a:cs typeface="Microsoft YaHei"/>
              </a:defRPr>
            </a:lvl4pPr>
            <a:lvl5pPr algn="ctr">
              <a:buNone/>
              <a:defRPr sz="1275" b="1">
                <a:solidFill>
                  <a:srgbClr val="FFFFFF"/>
                </a:solidFill>
                <a:latin typeface="Microsoft YaHei"/>
                <a:ea typeface="Microsoft YaHei"/>
                <a:cs typeface="Microsoft YaHei"/>
              </a:defRPr>
            </a:lvl5pPr>
            <a:lvl6pPr algn="ctr">
              <a:buNone/>
              <a:defRPr sz="1275" b="1">
                <a:solidFill>
                  <a:srgbClr val="FFFFFF"/>
                </a:solidFill>
                <a:latin typeface="Microsoft YaHei"/>
                <a:ea typeface="Microsoft YaHei"/>
                <a:cs typeface="Microsoft YaHei"/>
              </a:defRPr>
            </a:lvl6pPr>
            <a:lvl7pPr algn="ctr">
              <a:buNone/>
              <a:defRPr sz="1275" b="1">
                <a:solidFill>
                  <a:srgbClr val="FFFFFF"/>
                </a:solidFill>
                <a:latin typeface="Microsoft YaHei"/>
                <a:ea typeface="Microsoft YaHei"/>
                <a:cs typeface="Microsoft YaHei"/>
              </a:defRPr>
            </a:lvl7pPr>
            <a:lvl8pPr algn="ctr">
              <a:buNone/>
              <a:defRPr sz="1275" b="1">
                <a:solidFill>
                  <a:srgbClr val="FFFFFF"/>
                </a:solidFill>
                <a:latin typeface="Microsoft YaHei"/>
                <a:ea typeface="Microsoft YaHei"/>
                <a:cs typeface="Microsoft YaHei"/>
              </a:defRPr>
            </a:lvl8pPr>
            <a:lvl9pPr algn="ctr">
              <a:buNone/>
              <a:defRPr sz="1275" b="1">
                <a:solidFill>
                  <a:srgbClr val="FFFFFF"/>
                </a:solidFill>
                <a:latin typeface="Microsoft YaHei"/>
                <a:ea typeface="Microsoft YaHei"/>
                <a:cs typeface="Microsoft YaHei"/>
              </a:defRPr>
            </a:lvl9pPr>
          </a:lstStyle>
          <a:p xmlns:a="http://schemas.openxmlformats.org/drawingml/2006/main">
            <a:pPr algn="ctr">
              <a:buNone/>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② 目标</a:t>
            </a:r>
          </a:p>
        </p:txBody>
      </p:sp>
      <p:sp>
        <p:nvSpPr>
          <p:cNvPr id="8" name="flow-nav-3">
            <ns0:hlinkClick xmlns:ns0="http://schemas.openxmlformats.org/drawingml/2006/main" xmlns:ns1="http://schemas.openxmlformats.org/officeDocument/2006/relationships" ns1:id="rIdCompareNav3" action="ppaction://hlinksldjump" tooltip="概念图：③ 关联"/>
            <a:extLst xmlns:a="http://schemas.openxmlformats.org/drawingml/2006/main">
              <a:ext uri="{FF2B5EF4-FFF2-40B4-BE49-F238E27FC236}">
                <a16:creationId xmlns:a16="http://schemas.microsoft.com/office/drawing/2014/main" id="{50703E45-99DD-470C-A3B9-CA8D63B8EBDE}"/>
              </a:ext>
            </a:extLst>
          </p:cNvPr>
          <p:cNvSpPr>
            <a:spLocks xmlns:a="http://schemas.openxmlformats.org/drawingml/2006/main" noGrp="1"/>
          </p:cNvSpPr>
          <p:nvPr/>
        </p:nvSpPr>
        <p:spPr>
          <a:xfrm xmlns:a="http://schemas.openxmlformats.org/drawingml/2006/main">
            <a:off x="34861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③ 关联</a:t>
            </a:r>
          </a:p>
        </p:txBody>
      </p:sp>
      <p:sp>
        <p:nvSpPr>
          <p:cNvPr id="9" name="flow-nav-4">
            <ns0:hlinkClick xmlns:ns0="http://schemas.openxmlformats.org/drawingml/2006/main" xmlns:ns1="http://schemas.openxmlformats.org/officeDocument/2006/relationships" ns1:id="rIdCompareNav4" action="ppaction://hlinksldjump" tooltip="概念图：④ 写卡"/>
            <a:extLst xmlns:a="http://schemas.openxmlformats.org/drawingml/2006/main">
              <a:ext uri="{FF2B5EF4-FFF2-40B4-BE49-F238E27FC236}">
                <a16:creationId xmlns:a16="http://schemas.microsoft.com/office/drawing/2014/main" id="{941809E3-F165-4D5A-A1E7-E88DAE6742F9}"/>
              </a:ext>
            </a:extLst>
          </p:cNvPr>
          <p:cNvSpPr>
            <a:spLocks xmlns:a="http://schemas.openxmlformats.org/drawingml/2006/main" noGrp="1"/>
          </p:cNvSpPr>
          <p:nvPr/>
        </p:nvSpPr>
        <p:spPr>
          <a:xfrm xmlns:a="http://schemas.openxmlformats.org/drawingml/2006/main">
            <a:off x="44577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④ 写卡</a:t>
            </a:r>
          </a:p>
        </p:txBody>
      </p:sp>
      <p:sp>
        <p:nvSpPr>
          <p:cNvPr id="10" name="flow-nav-5">
            <ns0:hlinkClick xmlns:ns0="http://schemas.openxmlformats.org/drawingml/2006/main" xmlns:ns1="http://schemas.openxmlformats.org/officeDocument/2006/relationships" ns1:id="rIdCompareNav5" action="ppaction://hlinksldjump" tooltip="概念图：⑤ 准入"/>
            <a:extLst xmlns:a="http://schemas.openxmlformats.org/drawingml/2006/main">
              <a:ext uri="{FF2B5EF4-FFF2-40B4-BE49-F238E27FC236}">
                <a16:creationId xmlns:a16="http://schemas.microsoft.com/office/drawing/2014/main" id="{5431F52F-7949-42CC-B555-FCE4C583CCF9}"/>
              </a:ext>
            </a:extLst>
          </p:cNvPr>
          <p:cNvSpPr>
            <a:spLocks xmlns:a="http://schemas.openxmlformats.org/drawingml/2006/main" noGrp="1"/>
          </p:cNvSpPr>
          <p:nvPr/>
        </p:nvSpPr>
        <p:spPr>
          <a:xfrm xmlns:a="http://schemas.openxmlformats.org/drawingml/2006/main">
            <a:off x="54292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⑤ 准入</a:t>
            </a:r>
          </a:p>
        </p:txBody>
      </p:sp>
      <p:sp>
        <p:nvSpPr>
          <p:cNvPr id="11" name="flow-nav-6">
            <ns0:hlinkClick xmlns:ns0="http://schemas.openxmlformats.org/drawingml/2006/main" xmlns:ns1="http://schemas.openxmlformats.org/officeDocument/2006/relationships" ns1:id="rIdCompareNav6" action="ppaction://hlinksldjump" tooltip="概念图：⑥ 账户"/>
            <a:extLst xmlns:a="http://schemas.openxmlformats.org/drawingml/2006/main">
              <a:ext uri="{FF2B5EF4-FFF2-40B4-BE49-F238E27FC236}">
                <a16:creationId xmlns:a16="http://schemas.microsoft.com/office/drawing/2014/main" id="{4F6FDE20-AD56-4D1C-9DD8-AE4EA2C1E600}"/>
              </a:ext>
            </a:extLst>
          </p:cNvPr>
          <p:cNvSpPr>
            <a:spLocks xmlns:a="http://schemas.openxmlformats.org/drawingml/2006/main" noGrp="1"/>
          </p:cNvSpPr>
          <p:nvPr/>
        </p:nvSpPr>
        <p:spPr>
          <a:xfrm xmlns:a="http://schemas.openxmlformats.org/drawingml/2006/main">
            <a:off x="64008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⑥ 账户</a:t>
            </a:r>
          </a:p>
        </p:txBody>
      </p:sp>
      <p:sp>
        <p:nvSpPr>
          <p:cNvPr id="12" name="flow-nav-7">
            <ns0:hlinkClick xmlns:ns0="http://schemas.openxmlformats.org/drawingml/2006/main" xmlns:ns1="http://schemas.openxmlformats.org/officeDocument/2006/relationships" ns1:id="rIdCompareNav7" action="ppaction://hlinksldjump" tooltip="概念图：⑦ 完成"/>
            <a:extLst xmlns:a="http://schemas.openxmlformats.org/drawingml/2006/main">
              <a:ext uri="{FF2B5EF4-FFF2-40B4-BE49-F238E27FC236}">
                <a16:creationId xmlns:a16="http://schemas.microsoft.com/office/drawing/2014/main" id="{944B23EE-3812-4463-B80C-1D4813C06CD9}"/>
              </a:ext>
            </a:extLst>
          </p:cNvPr>
          <p:cNvSpPr>
            <a:spLocks xmlns:a="http://schemas.openxmlformats.org/drawingml/2006/main" noGrp="1"/>
          </p:cNvSpPr>
          <p:nvPr/>
        </p:nvSpPr>
        <p:spPr>
          <a:xfrm xmlns:a="http://schemas.openxmlformats.org/drawingml/2006/main">
            <a:off x="73723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⑦ 完成</a:t>
            </a:r>
          </a:p>
        </p:txBody>
      </p:sp>
      <p:sp>
        <p:nvSpPr>
          <p:cNvPr id="13" name="flow-nav-8">
            <ns0:hlinkClick xmlns:ns0="http://schemas.openxmlformats.org/drawingml/2006/main" xmlns:ns1="http://schemas.openxmlformats.org/officeDocument/2006/relationships" ns1:id="rIdCompareNav8" action="ppaction://hlinksldjump" tooltip="概念图：失败 / 迟到"/>
            <a:extLst xmlns:a="http://schemas.openxmlformats.org/drawingml/2006/main">
              <a:ext uri="{FF2B5EF4-FFF2-40B4-BE49-F238E27FC236}">
                <a16:creationId xmlns:a16="http://schemas.microsoft.com/office/drawing/2014/main" id="{61FC487F-D659-42F2-8402-3B31D571E52E}"/>
              </a:ext>
            </a:extLst>
          </p:cNvPr>
          <p:cNvSpPr>
            <a:spLocks xmlns:a="http://schemas.openxmlformats.org/drawingml/2006/main" noGrp="1"/>
          </p:cNvSpPr>
          <p:nvPr/>
        </p:nvSpPr>
        <p:spPr>
          <a:xfrm xmlns:a="http://schemas.openxmlformats.org/drawingml/2006/main">
            <a:off x="8343900" y="1104900"/>
            <a:ext cx="11049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失败 / 迟到</a:t>
            </a:r>
          </a:p>
        </p:txBody>
      </p:sp>
      <p:sp>
        <p:nvSpPr>
          <p:cNvPr id="14" name="flow-prev">
            <ns0:hlinkClick xmlns:ns0="http://schemas.openxmlformats.org/drawingml/2006/main" xmlns:ns1="http://schemas.openxmlformats.org/officeDocument/2006/relationships" ns1:id="rIdCompareNav9" action="ppaction://hlinksldjump" tooltip="上一步"/>
            <a:extLst xmlns:a="http://schemas.openxmlformats.org/drawingml/2006/main">
              <a:ext uri="{FF2B5EF4-FFF2-40B4-BE49-F238E27FC236}">
                <a16:creationId xmlns:a16="http://schemas.microsoft.com/office/drawing/2014/main" id="{C60F89F3-CCD4-4B1C-BFA0-AB01A9B29E2E}"/>
              </a:ext>
            </a:extLst>
          </p:cNvPr>
          <p:cNvSpPr>
            <a:spLocks xmlns:a="http://schemas.openxmlformats.org/drawingml/2006/main" noGrp="1"/>
          </p:cNvSpPr>
          <p:nvPr/>
        </p:nvSpPr>
        <p:spPr>
          <a:xfrm xmlns:a="http://schemas.openxmlformats.org/drawingml/2006/main">
            <a:off x="95440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5" name="flow-next">
            <ns0:hlinkClick xmlns:ns0="http://schemas.openxmlformats.org/drawingml/2006/main" xmlns:ns1="http://schemas.openxmlformats.org/officeDocument/2006/relationships" ns1:id="rIdCompareNav10" action="ppaction://hlinksldjump" tooltip="下一步"/>
            <a:extLst xmlns:a="http://schemas.openxmlformats.org/drawingml/2006/main">
              <a:ext uri="{FF2B5EF4-FFF2-40B4-BE49-F238E27FC236}">
                <a16:creationId xmlns:a16="http://schemas.microsoft.com/office/drawing/2014/main" id="{F8D01120-AA6B-49AE-B16B-9B24742A7565}"/>
              </a:ext>
            </a:extLst>
          </p:cNvPr>
          <p:cNvSpPr>
            <a:spLocks xmlns:a="http://schemas.openxmlformats.org/drawingml/2006/main" noGrp="1"/>
          </p:cNvSpPr>
          <p:nvPr/>
        </p:nvSpPr>
        <p:spPr>
          <a:xfrm xmlns:a="http://schemas.openxmlformats.org/drawingml/2006/main">
            <a:off x="102298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16" name="flow-body">
            <ns0:hlinkClick xmlns:ns0="http://schemas.openxmlformats.org/drawingml/2006/main" xmlns:ns1="http://schemas.openxmlformats.org/officeDocument/2006/relationships" ns1:id="rIdCompareNav11" action="ppaction://hlinksldjump" tooltip="返回正文"/>
            <a:extLst xmlns:a="http://schemas.openxmlformats.org/drawingml/2006/main">
              <a:ext uri="{FF2B5EF4-FFF2-40B4-BE49-F238E27FC236}">
                <a16:creationId xmlns:a16="http://schemas.microsoft.com/office/drawing/2014/main" id="{5639A4EB-8C32-436B-8333-85812FC5535F}"/>
              </a:ext>
            </a:extLst>
          </p:cNvPr>
          <p:cNvSpPr>
            <a:spLocks xmlns:a="http://schemas.openxmlformats.org/drawingml/2006/main" noGrp="1"/>
          </p:cNvSpPr>
          <p:nvPr/>
        </p:nvSpPr>
        <p:spPr>
          <a:xfrm xmlns:a="http://schemas.openxmlformats.org/drawingml/2006/main">
            <a:off x="10915650" y="1104900"/>
            <a:ext cx="7810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返回正文</a:t>
            </a:r>
          </a:p>
        </p:txBody>
      </p:sp>
      <p:sp>
        <p:nvSpPr>
          <p:cNvPr id="17" name="step-summary">
            <a:extLst xmlns:a="http://schemas.openxmlformats.org/drawingml/2006/main">
              <a:ext uri="{FF2B5EF4-FFF2-40B4-BE49-F238E27FC236}">
                <a16:creationId xmlns:a16="http://schemas.microsoft.com/office/drawing/2014/main" id="{EBAB7EB0-25A3-476C-9D8B-50A0E4EE1E80}"/>
              </a:ext>
            </a:extLst>
          </p:cNvPr>
          <p:cNvSpPr>
            <a:spLocks xmlns:a="http://schemas.openxmlformats.org/drawingml/2006/main" noGrp="1"/>
          </p:cNvSpPr>
          <p:nvPr/>
        </p:nvSpPr>
        <p:spPr>
          <a:xfrm xmlns:a="http://schemas.openxmlformats.org/drawingml/2006/main">
            <a:off x="495300" y="15144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04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② 目标：在该方法明确的执行接纳点，T / R 确定原订阅 S-A、已接受绑定和当前卡应用路由。</a:t>
            </a:r>
          </a:p>
        </p:txBody>
      </p:sp>
      <p:sp>
        <p:nvSpPr>
          <p:cNvPr id="18" name="header-rule">
            <a:extLst xmlns:a="http://schemas.openxmlformats.org/drawingml/2006/main">
              <a:ext uri="{FF2B5EF4-FFF2-40B4-BE49-F238E27FC236}">
                <a16:creationId xmlns:a16="http://schemas.microsoft.com/office/drawing/2014/main" id="{E81720F6-5B2D-4E08-A285-16A8329790F7}"/>
              </a:ext>
            </a:extLst>
          </p:cNvPr>
          <p:cNvSpPr>
            <a:spLocks xmlns:a="http://schemas.openxmlformats.org/drawingml/2006/main" noGrp="1"/>
          </p:cNvSpPr>
          <p:nvPr/>
        </p:nvSpPr>
        <p:spPr>
          <a:xfrm xmlns:a="http://schemas.openxmlformats.org/drawingml/2006/main">
            <a:off x="495300" y="1924050"/>
            <a:ext cx="11201400" cy="10478"/>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9" name="relation-role-subscription">
            <a:extLst xmlns:a="http://schemas.openxmlformats.org/drawingml/2006/main">
              <a:ext uri="{FF2B5EF4-FFF2-40B4-BE49-F238E27FC236}">
                <a16:creationId xmlns:a16="http://schemas.microsoft.com/office/drawing/2014/main" id="{B9C92271-A5EA-4464-A62E-C175BAB3FC81}"/>
              </a:ext>
            </a:extLst>
          </p:cNvPr>
          <p:cNvSpPr>
            <a:spLocks xmlns:a="http://schemas.openxmlformats.org/drawingml/2006/main" noGrp="1"/>
          </p:cNvSpPr>
          <p:nvPr/>
        </p:nvSpPr>
        <p:spPr>
          <a:xfrm xmlns:a="http://schemas.openxmlformats.org/drawingml/2006/main">
            <a:off x="3543300" y="24431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20" name="arrow-0">
            <a:extLst xmlns:a="http://schemas.openxmlformats.org/drawingml/2006/main">
              <a:ext uri="{FF2B5EF4-FFF2-40B4-BE49-F238E27FC236}">
                <a16:creationId xmlns:a16="http://schemas.microsoft.com/office/drawing/2014/main" id="{2D5AF163-7F6C-4F3A-859A-6EBABD6910D2}"/>
              </a:ext>
            </a:extLst>
          </p:cNvPr>
          <p:cNvSpPr>
            <a:spLocks xmlns:a="http://schemas.openxmlformats.org/drawingml/2006/main" noGrp="1"/>
          </p:cNvSpPr>
          <p:nvPr/>
        </p:nvSpPr>
        <p:spPr>
          <a:xfrm xmlns:a="http://schemas.openxmlformats.org/drawingml/2006/main">
            <a:off x="4505325" y="24145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21" name="relation-label-0">
            <a:extLst xmlns:a="http://schemas.openxmlformats.org/drawingml/2006/main">
              <a:ext uri="{FF2B5EF4-FFF2-40B4-BE49-F238E27FC236}">
                <a16:creationId xmlns:a16="http://schemas.microsoft.com/office/drawing/2014/main" id="{73828C60-FDC1-4C66-9D2F-3CB5B07B9B50}"/>
              </a:ext>
            </a:extLst>
          </p:cNvPr>
          <p:cNvSpPr>
            <a:spLocks xmlns:a="http://schemas.openxmlformats.org/drawingml/2006/main" noGrp="1"/>
          </p:cNvSpPr>
          <p:nvPr/>
        </p:nvSpPr>
        <p:spPr>
          <a:xfrm xmlns:a="http://schemas.openxmlformats.org/drawingml/2006/main">
            <a:off x="3705225" y="2238375"/>
            <a:ext cx="7048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选择</a:t>
            </a:r>
          </a:p>
        </p:txBody>
      </p:sp>
      <p:sp>
        <p:nvSpPr>
          <p:cNvPr id="22" name="relation-operation-subscription">
            <a:extLst xmlns:a="http://schemas.openxmlformats.org/drawingml/2006/main">
              <a:ext uri="{FF2B5EF4-FFF2-40B4-BE49-F238E27FC236}">
                <a16:creationId xmlns:a16="http://schemas.microsoft.com/office/drawing/2014/main" id="{B544A4C6-B19B-45A9-B46F-ADF63F516CF7}"/>
              </a:ext>
            </a:extLst>
          </p:cNvPr>
          <p:cNvSpPr>
            <a:spLocks xmlns:a="http://schemas.openxmlformats.org/drawingml/2006/main" noGrp="1"/>
          </p:cNvSpPr>
          <p:nvPr/>
        </p:nvSpPr>
        <p:spPr>
          <a:xfrm xmlns:a="http://schemas.openxmlformats.org/drawingml/2006/main">
            <a:off x="7620000" y="2443163"/>
            <a:ext cx="1028700" cy="9525"/>
          </a:xfrm>
          <a:custGeom xmlns:a="http://schemas.openxmlformats.org/drawingml/2006/main">
            <a:pathLst>
              <a:path w="1028700" h="9525">
                <a:moveTo>
                  <a:pt x="1028700" y="4763"/>
                </a:moveTo>
                <a:lnTo>
                  <a:pt x="0" y="4763"/>
                </a:lnTo>
              </a:path>
            </a:pathLst>
          </a:custGeom>
          <a:noFill xmlns:a="http://schemas.openxmlformats.org/drawingml/2006/main"/>
          <a:ln xmlns:a="http://schemas.openxmlformats.org/drawingml/2006/main" w="11430">
            <a:solidFill>
              <a:srgbClr val="ABBBCB"/>
            </a:solidFill>
            <a:prstDash val="solid"/>
          </a:ln>
        </p:spPr>
      </p:sp>
      <p:sp>
        <p:nvSpPr>
          <p:cNvPr id="23" name="arrow-1">
            <a:extLst xmlns:a="http://schemas.openxmlformats.org/drawingml/2006/main">
              <a:ext uri="{FF2B5EF4-FFF2-40B4-BE49-F238E27FC236}">
                <a16:creationId xmlns:a16="http://schemas.microsoft.com/office/drawing/2014/main" id="{97C09E53-7C06-4E6A-A520-358C0214B5D5}"/>
              </a:ext>
            </a:extLst>
          </p:cNvPr>
          <p:cNvSpPr>
            <a:spLocks xmlns:a="http://schemas.openxmlformats.org/drawingml/2006/main" noGrp="1"/>
          </p:cNvSpPr>
          <p:nvPr/>
        </p:nvSpPr>
        <p:spPr>
          <a:xfrm xmlns:a="http://schemas.openxmlformats.org/drawingml/2006/main">
            <a:off x="76200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24" name="relation-label-1">
            <a:extLst xmlns:a="http://schemas.openxmlformats.org/drawingml/2006/main">
              <a:ext uri="{FF2B5EF4-FFF2-40B4-BE49-F238E27FC236}">
                <a16:creationId xmlns:a16="http://schemas.microsoft.com/office/drawing/2014/main" id="{F937A365-8727-4098-9643-6CFB66AE5B3D}"/>
              </a:ext>
            </a:extLst>
          </p:cNvPr>
          <p:cNvSpPr>
            <a:spLocks xmlns:a="http://schemas.openxmlformats.org/drawingml/2006/main" noGrp="1"/>
          </p:cNvSpPr>
          <p:nvPr/>
        </p:nvSpPr>
        <p:spPr>
          <a:xfrm xmlns:a="http://schemas.openxmlformats.org/drawingml/2006/main">
            <a:off x="7772400" y="2238375"/>
            <a:ext cx="7239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目标</a:t>
            </a:r>
          </a:p>
        </p:txBody>
      </p:sp>
      <p:sp>
        <p:nvSpPr>
          <p:cNvPr id="25" name="relation-subscription-binding">
            <a:extLst xmlns:a="http://schemas.openxmlformats.org/drawingml/2006/main">
              <a:ext uri="{FF2B5EF4-FFF2-40B4-BE49-F238E27FC236}">
                <a16:creationId xmlns:a16="http://schemas.microsoft.com/office/drawing/2014/main" id="{C9ECAD96-3283-4453-B31D-E15E6AFCE713}"/>
              </a:ext>
            </a:extLst>
          </p:cNvPr>
          <p:cNvSpPr>
            <a:spLocks xmlns:a="http://schemas.openxmlformats.org/drawingml/2006/main" noGrp="1"/>
          </p:cNvSpPr>
          <p:nvPr/>
        </p:nvSpPr>
        <p:spPr>
          <a:xfrm xmlns:a="http://schemas.openxmlformats.org/drawingml/2006/main">
            <a:off x="60912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26" name="arrow-2">
            <a:extLst xmlns:a="http://schemas.openxmlformats.org/drawingml/2006/main">
              <a:ext uri="{FF2B5EF4-FFF2-40B4-BE49-F238E27FC236}">
                <a16:creationId xmlns:a16="http://schemas.microsoft.com/office/drawing/2014/main" id="{BF06B062-1FED-43B0-B3CC-58E61E9032EA}"/>
              </a:ext>
            </a:extLst>
          </p:cNvPr>
          <p:cNvSpPr>
            <a:spLocks xmlns:a="http://schemas.openxmlformats.org/drawingml/2006/main" noGrp="1"/>
          </p:cNvSpPr>
          <p:nvPr/>
        </p:nvSpPr>
        <p:spPr>
          <a:xfrm xmlns:a="http://schemas.openxmlformats.org/drawingml/2006/main">
            <a:off x="60626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27" name="relation-label-2">
            <a:extLst xmlns:a="http://schemas.openxmlformats.org/drawingml/2006/main">
              <a:ext uri="{FF2B5EF4-FFF2-40B4-BE49-F238E27FC236}">
                <a16:creationId xmlns:a16="http://schemas.microsoft.com/office/drawing/2014/main" id="{F1C27225-24D3-4871-8E79-94DD82F99A07}"/>
              </a:ext>
            </a:extLst>
          </p:cNvPr>
          <p:cNvSpPr>
            <a:spLocks xmlns:a="http://schemas.openxmlformats.org/drawingml/2006/main" noGrp="1"/>
          </p:cNvSpPr>
          <p:nvPr/>
        </p:nvSpPr>
        <p:spPr>
          <a:xfrm xmlns:a="http://schemas.openxmlformats.org/drawingml/2006/main">
            <a:off x="6181725" y="28956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当前绑定</a:t>
            </a:r>
          </a:p>
        </p:txBody>
      </p:sp>
      <p:sp>
        <p:nvSpPr>
          <p:cNvPr id="28" name="relation-euicc-profile">
            <a:extLst xmlns:a="http://schemas.openxmlformats.org/drawingml/2006/main">
              <a:ext uri="{FF2B5EF4-FFF2-40B4-BE49-F238E27FC236}">
                <a16:creationId xmlns:a16="http://schemas.microsoft.com/office/drawing/2014/main" id="{7B3C40D3-002E-498E-B95B-22DEEBFB2399}"/>
              </a:ext>
            </a:extLst>
          </p:cNvPr>
          <p:cNvSpPr>
            <a:spLocks xmlns:a="http://schemas.openxmlformats.org/drawingml/2006/main" noGrp="1"/>
          </p:cNvSpPr>
          <p:nvPr/>
        </p:nvSpPr>
        <p:spPr>
          <a:xfrm xmlns:a="http://schemas.openxmlformats.org/drawingml/2006/main">
            <a:off x="20145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29" name="arrow-3">
            <a:extLst xmlns:a="http://schemas.openxmlformats.org/drawingml/2006/main">
              <a:ext uri="{FF2B5EF4-FFF2-40B4-BE49-F238E27FC236}">
                <a16:creationId xmlns:a16="http://schemas.microsoft.com/office/drawing/2014/main" id="{FCE5DB3C-588B-41D6-A898-B99238BE45E5}"/>
              </a:ext>
            </a:extLst>
          </p:cNvPr>
          <p:cNvSpPr>
            <a:spLocks xmlns:a="http://schemas.openxmlformats.org/drawingml/2006/main" noGrp="1"/>
          </p:cNvSpPr>
          <p:nvPr/>
        </p:nvSpPr>
        <p:spPr>
          <a:xfrm xmlns:a="http://schemas.openxmlformats.org/drawingml/2006/main">
            <a:off x="19859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0" name="relation-label-3">
            <a:extLst xmlns:a="http://schemas.openxmlformats.org/drawingml/2006/main">
              <a:ext uri="{FF2B5EF4-FFF2-40B4-BE49-F238E27FC236}">
                <a16:creationId xmlns:a16="http://schemas.microsoft.com/office/drawing/2014/main" id="{A01D993C-E26B-44E0-AA08-2B91090B3982}"/>
              </a:ext>
            </a:extLst>
          </p:cNvPr>
          <p:cNvSpPr>
            <a:spLocks xmlns:a="http://schemas.openxmlformats.org/drawingml/2006/main" noGrp="1"/>
          </p:cNvSpPr>
          <p:nvPr/>
        </p:nvSpPr>
        <p:spPr>
          <a:xfrm xmlns:a="http://schemas.openxmlformats.org/drawingml/2006/main">
            <a:off x="2124075" y="3962400"/>
            <a:ext cx="8763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容纳配置</a:t>
            </a:r>
          </a:p>
        </p:txBody>
      </p:sp>
      <p:sp>
        <p:nvSpPr>
          <p:cNvPr id="31" name="relation-profile-port">
            <a:extLst xmlns:a="http://schemas.openxmlformats.org/drawingml/2006/main">
              <a:ext uri="{FF2B5EF4-FFF2-40B4-BE49-F238E27FC236}">
                <a16:creationId xmlns:a16="http://schemas.microsoft.com/office/drawing/2014/main" id="{EADF8AA6-C787-4ADE-AA88-5860CBFCA37C}"/>
              </a:ext>
            </a:extLst>
          </p:cNvPr>
          <p:cNvSpPr>
            <a:spLocks xmlns:a="http://schemas.openxmlformats.org/drawingml/2006/main" noGrp="1"/>
          </p:cNvSpPr>
          <p:nvPr/>
        </p:nvSpPr>
        <p:spPr>
          <a:xfrm xmlns:a="http://schemas.openxmlformats.org/drawingml/2006/main">
            <a:off x="20145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32" name="arrow-4">
            <a:extLst xmlns:a="http://schemas.openxmlformats.org/drawingml/2006/main">
              <a:ext uri="{FF2B5EF4-FFF2-40B4-BE49-F238E27FC236}">
                <a16:creationId xmlns:a16="http://schemas.microsoft.com/office/drawing/2014/main" id="{DACCFA36-6466-4BAA-A780-A020A6860ECD}"/>
              </a:ext>
            </a:extLst>
          </p:cNvPr>
          <p:cNvSpPr>
            <a:spLocks xmlns:a="http://schemas.openxmlformats.org/drawingml/2006/main" noGrp="1"/>
          </p:cNvSpPr>
          <p:nvPr/>
        </p:nvSpPr>
        <p:spPr>
          <a:xfrm xmlns:a="http://schemas.openxmlformats.org/drawingml/2006/main">
            <a:off x="19859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33" name="relation-label-4">
            <a:extLst xmlns:a="http://schemas.openxmlformats.org/drawingml/2006/main">
              <a:ext uri="{FF2B5EF4-FFF2-40B4-BE49-F238E27FC236}">
                <a16:creationId xmlns:a16="http://schemas.microsoft.com/office/drawing/2014/main" id="{F4620D3F-9723-442F-99F9-9EFE025755CB}"/>
              </a:ext>
            </a:extLst>
          </p:cNvPr>
          <p:cNvSpPr>
            <a:spLocks xmlns:a="http://schemas.openxmlformats.org/drawingml/2006/main" noGrp="1"/>
          </p:cNvSpPr>
          <p:nvPr/>
        </p:nvSpPr>
        <p:spPr>
          <a:xfrm xmlns:a="http://schemas.openxmlformats.org/drawingml/2006/main">
            <a:off x="2124075" y="50292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使能于</a:t>
            </a:r>
          </a:p>
        </p:txBody>
      </p:sp>
      <p:sp>
        <p:nvSpPr>
          <p:cNvPr id="34" name="relation-port-slot">
            <a:extLst xmlns:a="http://schemas.openxmlformats.org/drawingml/2006/main">
              <a:ext uri="{FF2B5EF4-FFF2-40B4-BE49-F238E27FC236}">
                <a16:creationId xmlns:a16="http://schemas.microsoft.com/office/drawing/2014/main" id="{8B852D28-D184-450C-860C-286D0B0368C8}"/>
              </a:ext>
            </a:extLst>
          </p:cNvPr>
          <p:cNvSpPr>
            <a:spLocks xmlns:a="http://schemas.openxmlformats.org/drawingml/2006/main" noGrp="1"/>
          </p:cNvSpPr>
          <p:nvPr/>
        </p:nvSpPr>
        <p:spPr>
          <a:xfrm xmlns:a="http://schemas.openxmlformats.org/drawingml/2006/main">
            <a:off x="3543300" y="56435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7145">
            <a:solidFill>
              <a:srgbClr val="246AB8"/>
            </a:solidFill>
            <a:prstDash val="solid"/>
          </a:ln>
        </p:spPr>
      </p:sp>
      <p:sp>
        <p:nvSpPr>
          <p:cNvPr id="35" name="arrow-5">
            <a:extLst xmlns:a="http://schemas.openxmlformats.org/drawingml/2006/main">
              <a:ext uri="{FF2B5EF4-FFF2-40B4-BE49-F238E27FC236}">
                <a16:creationId xmlns:a16="http://schemas.microsoft.com/office/drawing/2014/main" id="{3EAEE0E2-F632-45AB-AACC-BC62C852FC54}"/>
              </a:ext>
            </a:extLst>
          </p:cNvPr>
          <p:cNvSpPr>
            <a:spLocks xmlns:a="http://schemas.openxmlformats.org/drawingml/2006/main" noGrp="1"/>
          </p:cNvSpPr>
          <p:nvPr/>
        </p:nvSpPr>
        <p:spPr>
          <a:xfrm xmlns:a="http://schemas.openxmlformats.org/drawingml/2006/main">
            <a:off x="4505325" y="56149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246AB8"/>
            </a:solidFill>
            <a:prstDash val="solid"/>
          </a:ln>
        </p:spPr>
      </p:sp>
      <p:sp>
        <p:nvSpPr>
          <p:cNvPr id="36" name="relation-label-5">
            <a:extLst xmlns:a="http://schemas.openxmlformats.org/drawingml/2006/main">
              <a:ext uri="{FF2B5EF4-FFF2-40B4-BE49-F238E27FC236}">
                <a16:creationId xmlns:a16="http://schemas.microsoft.com/office/drawing/2014/main" id="{30955B0D-90A6-42ED-9BE6-B177427899C9}"/>
              </a:ext>
            </a:extLst>
          </p:cNvPr>
          <p:cNvSpPr>
            <a:spLocks xmlns:a="http://schemas.openxmlformats.org/drawingml/2006/main" noGrp="1"/>
          </p:cNvSpPr>
          <p:nvPr/>
        </p:nvSpPr>
        <p:spPr>
          <a:xfrm xmlns:a="http://schemas.openxmlformats.org/drawingml/2006/main">
            <a:off x="3657600" y="54387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映射到</a:t>
            </a:r>
          </a:p>
        </p:txBody>
      </p:sp>
      <p:sp>
        <p:nvSpPr>
          <p:cNvPr id="37" name="relation-binding-session">
            <a:extLst xmlns:a="http://schemas.openxmlformats.org/drawingml/2006/main">
              <a:ext uri="{FF2B5EF4-FFF2-40B4-BE49-F238E27FC236}">
                <a16:creationId xmlns:a16="http://schemas.microsoft.com/office/drawing/2014/main" id="{3A390E9E-32FD-4739-BD65-274538D5434D}"/>
              </a:ext>
            </a:extLst>
          </p:cNvPr>
          <p:cNvSpPr>
            <a:spLocks xmlns:a="http://schemas.openxmlformats.org/drawingml/2006/main" noGrp="1"/>
          </p:cNvSpPr>
          <p:nvPr/>
        </p:nvSpPr>
        <p:spPr>
          <a:xfrm xmlns:a="http://schemas.openxmlformats.org/drawingml/2006/main">
            <a:off x="60912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38" name="arrow-6">
            <a:extLst xmlns:a="http://schemas.openxmlformats.org/drawingml/2006/main">
              <a:ext uri="{FF2B5EF4-FFF2-40B4-BE49-F238E27FC236}">
                <a16:creationId xmlns:a16="http://schemas.microsoft.com/office/drawing/2014/main" id="{BD68B722-A996-4358-9C8A-F7746965CDA6}"/>
              </a:ext>
            </a:extLst>
          </p:cNvPr>
          <p:cNvSpPr>
            <a:spLocks xmlns:a="http://schemas.openxmlformats.org/drawingml/2006/main" noGrp="1"/>
          </p:cNvSpPr>
          <p:nvPr/>
        </p:nvSpPr>
        <p:spPr>
          <a:xfrm xmlns:a="http://schemas.openxmlformats.org/drawingml/2006/main">
            <a:off x="60626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39" name="relation-label-6">
            <a:extLst xmlns:a="http://schemas.openxmlformats.org/drawingml/2006/main">
              <a:ext uri="{FF2B5EF4-FFF2-40B4-BE49-F238E27FC236}">
                <a16:creationId xmlns:a16="http://schemas.microsoft.com/office/drawing/2014/main" id="{4DE46FF5-A444-4446-8576-916A2994FF3D}"/>
              </a:ext>
            </a:extLst>
          </p:cNvPr>
          <p:cNvSpPr>
            <a:spLocks xmlns:a="http://schemas.openxmlformats.org/drawingml/2006/main" noGrp="1"/>
          </p:cNvSpPr>
          <p:nvPr/>
        </p:nvSpPr>
        <p:spPr>
          <a:xfrm xmlns:a="http://schemas.openxmlformats.org/drawingml/2006/main">
            <a:off x="6181725" y="39624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当前应用</a:t>
            </a:r>
          </a:p>
        </p:txBody>
      </p:sp>
      <p:sp>
        <p:nvSpPr>
          <p:cNvPr id="40" name="relation-profile-session">
            <a:extLst xmlns:a="http://schemas.openxmlformats.org/drawingml/2006/main">
              <a:ext uri="{FF2B5EF4-FFF2-40B4-BE49-F238E27FC236}">
                <a16:creationId xmlns:a16="http://schemas.microsoft.com/office/drawing/2014/main" id="{6D25D2B3-50AB-48DF-B029-98D43401657F}"/>
              </a:ext>
            </a:extLst>
          </p:cNvPr>
          <p:cNvSpPr>
            <a:spLocks xmlns:a="http://schemas.openxmlformats.org/drawingml/2006/main" noGrp="1"/>
          </p:cNvSpPr>
          <p:nvPr/>
        </p:nvSpPr>
        <p:spPr>
          <a:xfrm xmlns:a="http://schemas.openxmlformats.org/drawingml/2006/main">
            <a:off x="3543300" y="45767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7145">
            <a:solidFill>
              <a:srgbClr val="246AB8"/>
            </a:solidFill>
            <a:prstDash val="solid"/>
          </a:ln>
        </p:spPr>
      </p:sp>
      <p:sp>
        <p:nvSpPr>
          <p:cNvPr id="41" name="arrow-7">
            <a:extLst xmlns:a="http://schemas.openxmlformats.org/drawingml/2006/main">
              <a:ext uri="{FF2B5EF4-FFF2-40B4-BE49-F238E27FC236}">
                <a16:creationId xmlns:a16="http://schemas.microsoft.com/office/drawing/2014/main" id="{ECF55305-1C50-4769-BA45-A0301E54B0BF}"/>
              </a:ext>
            </a:extLst>
          </p:cNvPr>
          <p:cNvSpPr>
            <a:spLocks xmlns:a="http://schemas.openxmlformats.org/drawingml/2006/main" noGrp="1"/>
          </p:cNvSpPr>
          <p:nvPr/>
        </p:nvSpPr>
        <p:spPr>
          <a:xfrm xmlns:a="http://schemas.openxmlformats.org/drawingml/2006/main">
            <a:off x="4505325" y="45481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246AB8"/>
            </a:solidFill>
            <a:prstDash val="solid"/>
          </a:ln>
        </p:spPr>
      </p:sp>
      <p:sp>
        <p:nvSpPr>
          <p:cNvPr id="42" name="relation-label-7">
            <a:extLst xmlns:a="http://schemas.openxmlformats.org/drawingml/2006/main">
              <a:ext uri="{FF2B5EF4-FFF2-40B4-BE49-F238E27FC236}">
                <a16:creationId xmlns:a16="http://schemas.microsoft.com/office/drawing/2014/main" id="{FEAC3901-2930-4FE9-809A-A07F4A166B2A}"/>
              </a:ext>
            </a:extLst>
          </p:cNvPr>
          <p:cNvSpPr>
            <a:spLocks xmlns:a="http://schemas.openxmlformats.org/drawingml/2006/main" noGrp="1"/>
          </p:cNvSpPr>
          <p:nvPr/>
        </p:nvSpPr>
        <p:spPr>
          <a:xfrm xmlns:a="http://schemas.openxmlformats.org/drawingml/2006/main">
            <a:off x="3657600" y="43719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卡应用</a:t>
            </a:r>
          </a:p>
        </p:txBody>
      </p:sp>
      <p:sp>
        <p:nvSpPr>
          <p:cNvPr id="43" name="relation-session-slot">
            <a:extLst xmlns:a="http://schemas.openxmlformats.org/drawingml/2006/main">
              <a:ext uri="{FF2B5EF4-FFF2-40B4-BE49-F238E27FC236}">
                <a16:creationId xmlns:a16="http://schemas.microsoft.com/office/drawing/2014/main" id="{E11E1CE4-6BF9-446C-B886-E29334AD2ACE}"/>
              </a:ext>
            </a:extLst>
          </p:cNvPr>
          <p:cNvSpPr>
            <a:spLocks xmlns:a="http://schemas.openxmlformats.org/drawingml/2006/main" noGrp="1"/>
          </p:cNvSpPr>
          <p:nvPr/>
        </p:nvSpPr>
        <p:spPr>
          <a:xfrm xmlns:a="http://schemas.openxmlformats.org/drawingml/2006/main">
            <a:off x="60912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44" name="arrow-8">
            <a:extLst xmlns:a="http://schemas.openxmlformats.org/drawingml/2006/main">
              <a:ext uri="{FF2B5EF4-FFF2-40B4-BE49-F238E27FC236}">
                <a16:creationId xmlns:a16="http://schemas.microsoft.com/office/drawing/2014/main" id="{CB8CA958-67C1-4673-8CED-D8F74D47038F}"/>
              </a:ext>
            </a:extLst>
          </p:cNvPr>
          <p:cNvSpPr>
            <a:spLocks xmlns:a="http://schemas.openxmlformats.org/drawingml/2006/main" noGrp="1"/>
          </p:cNvSpPr>
          <p:nvPr/>
        </p:nvSpPr>
        <p:spPr>
          <a:xfrm xmlns:a="http://schemas.openxmlformats.org/drawingml/2006/main">
            <a:off x="60626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45" name="relation-label-8">
            <a:extLst xmlns:a="http://schemas.openxmlformats.org/drawingml/2006/main">
              <a:ext uri="{FF2B5EF4-FFF2-40B4-BE49-F238E27FC236}">
                <a16:creationId xmlns:a16="http://schemas.microsoft.com/office/drawing/2014/main" id="{F287FA90-D7F1-4902-888A-84D77AB2BF5F}"/>
              </a:ext>
            </a:extLst>
          </p:cNvPr>
          <p:cNvSpPr>
            <a:spLocks xmlns:a="http://schemas.openxmlformats.org/drawingml/2006/main" noGrp="1"/>
          </p:cNvSpPr>
          <p:nvPr/>
        </p:nvSpPr>
        <p:spPr>
          <a:xfrm xmlns:a="http://schemas.openxmlformats.org/drawingml/2006/main">
            <a:off x="6181725" y="5029200"/>
            <a:ext cx="7620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路由</a:t>
            </a:r>
          </a:p>
        </p:txBody>
      </p:sp>
      <p:sp>
        <p:nvSpPr>
          <p:cNvPr id="46" name="relation-operation-request">
            <a:extLst xmlns:a="http://schemas.openxmlformats.org/drawingml/2006/main">
              <a:ext uri="{FF2B5EF4-FFF2-40B4-BE49-F238E27FC236}">
                <a16:creationId xmlns:a16="http://schemas.microsoft.com/office/drawing/2014/main" id="{4CF663C6-D932-4872-80FF-9563D4328324}"/>
              </a:ext>
            </a:extLst>
          </p:cNvPr>
          <p:cNvSpPr>
            <a:spLocks xmlns:a="http://schemas.openxmlformats.org/drawingml/2006/main" noGrp="1"/>
          </p:cNvSpPr>
          <p:nvPr/>
        </p:nvSpPr>
        <p:spPr>
          <a:xfrm xmlns:a="http://schemas.openxmlformats.org/drawingml/2006/main">
            <a:off x="101679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47" name="arrow-9">
            <a:extLst xmlns:a="http://schemas.openxmlformats.org/drawingml/2006/main">
              <a:ext uri="{FF2B5EF4-FFF2-40B4-BE49-F238E27FC236}">
                <a16:creationId xmlns:a16="http://schemas.microsoft.com/office/drawing/2014/main" id="{2432BA83-BF64-4F12-930F-CBFD871E912F}"/>
              </a:ext>
            </a:extLst>
          </p:cNvPr>
          <p:cNvSpPr>
            <a:spLocks xmlns:a="http://schemas.openxmlformats.org/drawingml/2006/main" noGrp="1"/>
          </p:cNvSpPr>
          <p:nvPr/>
        </p:nvSpPr>
        <p:spPr>
          <a:xfrm xmlns:a="http://schemas.openxmlformats.org/drawingml/2006/main">
            <a:off x="101393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48" name="relation-label-9">
            <a:extLst xmlns:a="http://schemas.openxmlformats.org/drawingml/2006/main">
              <a:ext uri="{FF2B5EF4-FFF2-40B4-BE49-F238E27FC236}">
                <a16:creationId xmlns:a16="http://schemas.microsoft.com/office/drawing/2014/main" id="{7838FF94-E4C1-4E59-970D-8C904D9005A6}"/>
              </a:ext>
            </a:extLst>
          </p:cNvPr>
          <p:cNvSpPr>
            <a:spLocks xmlns:a="http://schemas.openxmlformats.org/drawingml/2006/main" noGrp="1"/>
          </p:cNvSpPr>
          <p:nvPr/>
        </p:nvSpPr>
        <p:spPr>
          <a:xfrm xmlns:a="http://schemas.openxmlformats.org/drawingml/2006/main">
            <a:off x="10258425" y="2895600"/>
            <a:ext cx="10668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步骤关联</a:t>
            </a:r>
          </a:p>
        </p:txBody>
      </p:sp>
      <p:sp>
        <p:nvSpPr>
          <p:cNvPr id="49" name="relation-request-session">
            <a:extLst xmlns:a="http://schemas.openxmlformats.org/drawingml/2006/main">
              <a:ext uri="{FF2B5EF4-FFF2-40B4-BE49-F238E27FC236}">
                <a16:creationId xmlns:a16="http://schemas.microsoft.com/office/drawing/2014/main" id="{18CE4E34-2F19-46A9-9B28-8B58DE19A6DA}"/>
              </a:ext>
            </a:extLst>
          </p:cNvPr>
          <p:cNvSpPr>
            <a:spLocks xmlns:a="http://schemas.openxmlformats.org/drawingml/2006/main" noGrp="1"/>
          </p:cNvSpPr>
          <p:nvPr/>
        </p:nvSpPr>
        <p:spPr>
          <a:xfrm xmlns:a="http://schemas.openxmlformats.org/drawingml/2006/main">
            <a:off x="7620000" y="3514725"/>
            <a:ext cx="1028700" cy="1066800"/>
          </a:xfrm>
          <a:custGeom xmlns:a="http://schemas.openxmlformats.org/drawingml/2006/main">
            <a:pathLst>
              <a:path w="1028700" h="1066800">
                <a:moveTo>
                  <a:pt x="1028700" y="0"/>
                </a:moveTo>
                <a:lnTo>
                  <a:pt x="438150" y="0"/>
                </a:lnTo>
                <a:lnTo>
                  <a:pt x="438150" y="1066800"/>
                </a:lnTo>
                <a:lnTo>
                  <a:pt x="0" y="1066800"/>
                </a:lnTo>
              </a:path>
            </a:pathLst>
          </a:custGeom>
          <a:noFill xmlns:a="http://schemas.openxmlformats.org/drawingml/2006/main"/>
          <a:ln xmlns:a="http://schemas.openxmlformats.org/drawingml/2006/main" w="11430">
            <a:solidFill>
              <a:srgbClr val="ABBBCB"/>
            </a:solidFill>
            <a:prstDash val="solid"/>
          </a:ln>
        </p:spPr>
      </p:sp>
      <p:sp>
        <p:nvSpPr>
          <p:cNvPr id="50" name="arrow-10">
            <a:extLst xmlns:a="http://schemas.openxmlformats.org/drawingml/2006/main">
              <a:ext uri="{FF2B5EF4-FFF2-40B4-BE49-F238E27FC236}">
                <a16:creationId xmlns:a16="http://schemas.microsoft.com/office/drawing/2014/main" id="{0F032068-2FAA-4FA0-A354-5CC0EEB69A44}"/>
              </a:ext>
            </a:extLst>
          </p:cNvPr>
          <p:cNvSpPr>
            <a:spLocks xmlns:a="http://schemas.openxmlformats.org/drawingml/2006/main" noGrp="1"/>
          </p:cNvSpPr>
          <p:nvPr/>
        </p:nvSpPr>
        <p:spPr>
          <a:xfrm xmlns:a="http://schemas.openxmlformats.org/drawingml/2006/main">
            <a:off x="7620000" y="45481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1" name="relation-label-10">
            <a:extLst xmlns:a="http://schemas.openxmlformats.org/drawingml/2006/main">
              <a:ext uri="{FF2B5EF4-FFF2-40B4-BE49-F238E27FC236}">
                <a16:creationId xmlns:a16="http://schemas.microsoft.com/office/drawing/2014/main" id="{065F1D7C-364F-4019-A954-8561A72044BF}"/>
              </a:ext>
            </a:extLst>
          </p:cNvPr>
          <p:cNvSpPr>
            <a:spLocks xmlns:a="http://schemas.openxmlformats.org/drawingml/2006/main" noGrp="1"/>
          </p:cNvSpPr>
          <p:nvPr/>
        </p:nvSpPr>
        <p:spPr>
          <a:xfrm xmlns:a="http://schemas.openxmlformats.org/drawingml/2006/main">
            <a:off x="7734300" y="3886200"/>
            <a:ext cx="6667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原会话</a:t>
            </a:r>
          </a:p>
        </p:txBody>
      </p:sp>
      <p:sp>
        <p:nvSpPr>
          <p:cNvPr id="52" name="relation-subscription-store">
            <a:extLst xmlns:a="http://schemas.openxmlformats.org/drawingml/2006/main">
              <a:ext uri="{FF2B5EF4-FFF2-40B4-BE49-F238E27FC236}">
                <a16:creationId xmlns:a16="http://schemas.microsoft.com/office/drawing/2014/main" id="{EC8ABB93-CDEB-4AC8-84BA-DE3282B69C93}"/>
              </a:ext>
            </a:extLst>
          </p:cNvPr>
          <p:cNvSpPr>
            <a:spLocks xmlns:a="http://schemas.openxmlformats.org/drawingml/2006/main" noGrp="1"/>
          </p:cNvSpPr>
          <p:nvPr/>
        </p:nvSpPr>
        <p:spPr>
          <a:xfrm xmlns:a="http://schemas.openxmlformats.org/drawingml/2006/main">
            <a:off x="7620000" y="2447925"/>
            <a:ext cx="2552700" cy="1685925"/>
          </a:xfrm>
          <a:custGeom xmlns:a="http://schemas.openxmlformats.org/drawingml/2006/main">
            <a:pathLst>
              <a:path w="2552700" h="1685925">
                <a:moveTo>
                  <a:pt x="0" y="0"/>
                </a:moveTo>
                <a:lnTo>
                  <a:pt x="800100" y="0"/>
                </a:lnTo>
                <a:lnTo>
                  <a:pt x="800100" y="1590675"/>
                </a:lnTo>
                <a:lnTo>
                  <a:pt x="2552700" y="1590675"/>
                </a:lnTo>
                <a:lnTo>
                  <a:pt x="2552700" y="1685925"/>
                </a:lnTo>
              </a:path>
            </a:pathLst>
          </a:custGeom>
          <a:noFill xmlns:a="http://schemas.openxmlformats.org/drawingml/2006/main"/>
          <a:ln xmlns:a="http://schemas.openxmlformats.org/drawingml/2006/main" w="11430">
            <a:solidFill>
              <a:srgbClr val="ABBBCB"/>
            </a:solidFill>
            <a:prstDash val="solid"/>
          </a:ln>
        </p:spPr>
      </p:sp>
      <p:sp>
        <p:nvSpPr>
          <p:cNvPr id="53" name="arrow-11">
            <a:extLst xmlns:a="http://schemas.openxmlformats.org/drawingml/2006/main">
              <a:ext uri="{FF2B5EF4-FFF2-40B4-BE49-F238E27FC236}">
                <a16:creationId xmlns:a16="http://schemas.microsoft.com/office/drawing/2014/main" id="{E2286959-498B-46AB-9766-5415242C8006}"/>
              </a:ext>
            </a:extLst>
          </p:cNvPr>
          <p:cNvSpPr>
            <a:spLocks xmlns:a="http://schemas.openxmlformats.org/drawingml/2006/main" noGrp="1"/>
          </p:cNvSpPr>
          <p:nvPr/>
        </p:nvSpPr>
        <p:spPr>
          <a:xfrm xmlns:a="http://schemas.openxmlformats.org/drawingml/2006/main">
            <a:off x="101393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54" name="relation-label-11">
            <a:extLst xmlns:a="http://schemas.openxmlformats.org/drawingml/2006/main">
              <a:ext uri="{FF2B5EF4-FFF2-40B4-BE49-F238E27FC236}">
                <a16:creationId xmlns:a16="http://schemas.microsoft.com/office/drawing/2014/main" id="{53DE9A9A-4145-4CB2-90AE-0EA9DF3C03C3}"/>
              </a:ext>
            </a:extLst>
          </p:cNvPr>
          <p:cNvSpPr>
            <a:spLocks xmlns:a="http://schemas.openxmlformats.org/drawingml/2006/main" noGrp="1"/>
          </p:cNvSpPr>
          <p:nvPr/>
        </p:nvSpPr>
        <p:spPr>
          <a:xfrm xmlns:a="http://schemas.openxmlformats.org/drawingml/2006/main">
            <a:off x="7696200" y="2895600"/>
            <a:ext cx="9715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账户字段存取</a:t>
            </a:r>
          </a:p>
        </p:txBody>
      </p:sp>
      <p:sp>
        <p:nvSpPr>
          <p:cNvPr id="55" name="relation-compat-operation">
            <a:extLst xmlns:a="http://schemas.openxmlformats.org/drawingml/2006/main">
              <a:ext uri="{FF2B5EF4-FFF2-40B4-BE49-F238E27FC236}">
                <a16:creationId xmlns:a16="http://schemas.microsoft.com/office/drawing/2014/main" id="{C4ED1DC1-34E6-46DE-94FE-77EABC984588}"/>
              </a:ext>
            </a:extLst>
          </p:cNvPr>
          <p:cNvSpPr>
            <a:spLocks xmlns:a="http://schemas.openxmlformats.org/drawingml/2006/main" noGrp="1"/>
          </p:cNvSpPr>
          <p:nvPr/>
        </p:nvSpPr>
        <p:spPr>
          <a:xfrm xmlns:a="http://schemas.openxmlformats.org/drawingml/2006/main">
            <a:off x="11696700" y="2447925"/>
            <a:ext cx="171450" cy="3200400"/>
          </a:xfrm>
          <a:custGeom xmlns:a="http://schemas.openxmlformats.org/drawingml/2006/main">
            <a:pathLst>
              <a:path w="171450" h="3200400">
                <a:moveTo>
                  <a:pt x="0" y="3200400"/>
                </a:moveTo>
                <a:lnTo>
                  <a:pt x="171450" y="3200400"/>
                </a:lnTo>
                <a:lnTo>
                  <a:pt x="171450" y="0"/>
                </a:lnTo>
                <a:lnTo>
                  <a:pt x="0" y="0"/>
                </a:lnTo>
              </a:path>
            </a:pathLst>
          </a:custGeom>
          <a:noFill xmlns:a="http://schemas.openxmlformats.org/drawingml/2006/main"/>
          <a:ln xmlns:a="http://schemas.openxmlformats.org/drawingml/2006/main" w="11430">
            <a:solidFill>
              <a:srgbClr val="ABBBCB"/>
            </a:solidFill>
            <a:prstDash val="dash"/>
          </a:ln>
        </p:spPr>
      </p:sp>
      <p:sp>
        <p:nvSpPr>
          <p:cNvPr id="56" name="arrow-12">
            <a:extLst xmlns:a="http://schemas.openxmlformats.org/drawingml/2006/main">
              <a:ext uri="{FF2B5EF4-FFF2-40B4-BE49-F238E27FC236}">
                <a16:creationId xmlns:a16="http://schemas.microsoft.com/office/drawing/2014/main" id="{45560719-C166-439E-AD96-438CC8409C74}"/>
              </a:ext>
            </a:extLst>
          </p:cNvPr>
          <p:cNvSpPr>
            <a:spLocks xmlns:a="http://schemas.openxmlformats.org/drawingml/2006/main" noGrp="1"/>
          </p:cNvSpPr>
          <p:nvPr/>
        </p:nvSpPr>
        <p:spPr>
          <a:xfrm xmlns:a="http://schemas.openxmlformats.org/drawingml/2006/main">
            <a:off x="116967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7" name="back-arrow-12">
            <a:extLst xmlns:a="http://schemas.openxmlformats.org/drawingml/2006/main">
              <a:ext uri="{FF2B5EF4-FFF2-40B4-BE49-F238E27FC236}">
                <a16:creationId xmlns:a16="http://schemas.microsoft.com/office/drawing/2014/main" id="{9F7A9213-6053-4F4C-B30D-4DBF07AC01DE}"/>
              </a:ext>
            </a:extLst>
          </p:cNvPr>
          <p:cNvSpPr>
            <a:spLocks xmlns:a="http://schemas.openxmlformats.org/drawingml/2006/main" noGrp="1"/>
          </p:cNvSpPr>
          <p:nvPr/>
        </p:nvSpPr>
        <p:spPr>
          <a:xfrm xmlns:a="http://schemas.openxmlformats.org/drawingml/2006/main">
            <a:off x="11696700" y="56149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8" name="relation-label-12">
            <a:extLst xmlns:a="http://schemas.openxmlformats.org/drawingml/2006/main">
              <a:ext uri="{FF2B5EF4-FFF2-40B4-BE49-F238E27FC236}">
                <a16:creationId xmlns:a16="http://schemas.microsoft.com/office/drawing/2014/main" id="{66394AB1-A99E-48F9-BC14-41FED3224B20}"/>
              </a:ext>
            </a:extLst>
          </p:cNvPr>
          <p:cNvSpPr>
            <a:spLocks xmlns:a="http://schemas.openxmlformats.org/drawingml/2006/main" noGrp="1"/>
          </p:cNvSpPr>
          <p:nvPr/>
        </p:nvSpPr>
        <p:spPr>
          <a:xfrm xmlns:a="http://schemas.openxmlformats.org/drawingml/2006/main">
            <a:off x="10791825" y="5029200"/>
            <a:ext cx="1076325"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受理 / 完成</a:t>
            </a:r>
          </a:p>
        </p:txBody>
      </p:sp>
      <p:sp>
        <p:nvSpPr>
          <p:cNvPr id="59" name="concept-role">
            <a:extLst xmlns:a="http://schemas.openxmlformats.org/drawingml/2006/main">
              <a:ext uri="{FF2B5EF4-FFF2-40B4-BE49-F238E27FC236}">
                <a16:creationId xmlns:a16="http://schemas.microsoft.com/office/drawing/2014/main" id="{DEC2CF3B-059C-445E-AAFF-F413BC415AFE}"/>
              </a:ext>
            </a:extLst>
          </p:cNvPr>
          <p:cNvSpPr>
            <a:spLocks xmlns:a="http://schemas.openxmlformats.org/drawingml/2006/main" noGrp="1"/>
          </p:cNvSpPr>
          <p:nvPr/>
        </p:nvSpPr>
        <p:spPr>
          <a:xfrm xmlns:a="http://schemas.openxmlformats.org/drawingml/2006/main">
            <a:off x="4953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0" name="concept-title-role">
            <a:extLst xmlns:a="http://schemas.openxmlformats.org/drawingml/2006/main">
              <a:ext uri="{FF2B5EF4-FFF2-40B4-BE49-F238E27FC236}">
                <a16:creationId xmlns:a16="http://schemas.microsoft.com/office/drawing/2014/main" id="{9AD0CBBA-EFEF-4B7B-86C9-09DD3096EF5A}"/>
              </a:ext>
            </a:extLst>
          </p:cNvPr>
          <p:cNvSpPr>
            <a:spLocks xmlns:a="http://schemas.openxmlformats.org/drawingml/2006/main" noGrp="1"/>
          </p:cNvSpPr>
          <p:nvPr/>
        </p:nvSpPr>
        <p:spPr>
          <a:xfrm xmlns:a="http://schemas.openxmlformats.org/drawingml/2006/main">
            <a:off x="6096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[A] 角色与资源选择</a:t>
            </a:r>
          </a:p>
        </p:txBody>
      </p:sp>
      <p:sp>
        <p:nvSpPr>
          <p:cNvPr id="61" name="concept-alias-role">
            <a:extLst xmlns:a="http://schemas.openxmlformats.org/drawingml/2006/main">
              <a:ext uri="{FF2B5EF4-FFF2-40B4-BE49-F238E27FC236}">
                <a16:creationId xmlns:a16="http://schemas.microsoft.com/office/drawing/2014/main" id="{97C00186-C91E-4AD9-ADDE-205D49F115C6}"/>
              </a:ext>
            </a:extLst>
          </p:cNvPr>
          <p:cNvSpPr>
            <a:spLocks xmlns:a="http://schemas.openxmlformats.org/drawingml/2006/main" noGrp="1"/>
          </p:cNvSpPr>
          <p:nvPr/>
        </p:nvSpPr>
        <p:spPr>
          <a:xfrm xmlns:a="http://schemas.openxmlformats.org/drawingml/2006/main">
            <a:off x="6096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Assignment</a:t>
            </a:r>
          </a:p>
        </p:txBody>
      </p:sp>
      <p:sp>
        <p:nvSpPr>
          <p:cNvPr id="62" name="concept-function-role">
            <a:extLst xmlns:a="http://schemas.openxmlformats.org/drawingml/2006/main">
              <a:ext uri="{FF2B5EF4-FFF2-40B4-BE49-F238E27FC236}">
                <a16:creationId xmlns:a16="http://schemas.microsoft.com/office/drawing/2014/main" id="{99411E45-DFDB-4875-A48C-23287AE37EAA}"/>
              </a:ext>
            </a:extLst>
          </p:cNvPr>
          <p:cNvSpPr>
            <a:spLocks xmlns:a="http://schemas.openxmlformats.org/drawingml/2006/main" noGrp="1"/>
          </p:cNvSpPr>
          <p:nvPr/>
        </p:nvSpPr>
        <p:spPr>
          <a:xfrm xmlns:a="http://schemas.openxmlformats.org/drawingml/2006/main">
            <a:off x="6096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Voice / SMS / Data / Primary</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选择订阅，本用例不改角色</a:t>
            </a:r>
          </a:p>
        </p:txBody>
      </p:sp>
      <p:sp>
        <p:nvSpPr>
          <p:cNvPr id="63" name="concept-subscription">
            <a:extLst xmlns:a="http://schemas.openxmlformats.org/drawingml/2006/main">
              <a:ext uri="{FF2B5EF4-FFF2-40B4-BE49-F238E27FC236}">
                <a16:creationId xmlns:a16="http://schemas.microsoft.com/office/drawing/2014/main" id="{09583E35-A43A-4552-A23C-8E00096A1378}"/>
              </a:ext>
            </a:extLst>
          </p:cNvPr>
          <p:cNvSpPr>
            <a:spLocks xmlns:a="http://schemas.openxmlformats.org/drawingml/2006/main" noGrp="1"/>
          </p:cNvSpPr>
          <p:nvPr/>
        </p:nvSpPr>
        <p:spPr>
          <a:xfrm xmlns:a="http://schemas.openxmlformats.org/drawingml/2006/main">
            <a:off x="4572000" y="20002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64" name="concept-title-subscription">
            <a:extLst xmlns:a="http://schemas.openxmlformats.org/drawingml/2006/main">
              <a:ext uri="{FF2B5EF4-FFF2-40B4-BE49-F238E27FC236}">
                <a16:creationId xmlns:a16="http://schemas.microsoft.com/office/drawing/2014/main" id="{25B59656-7E04-471E-98C0-A6699E810EDD}"/>
              </a:ext>
            </a:extLst>
          </p:cNvPr>
          <p:cNvSpPr>
            <a:spLocks xmlns:a="http://schemas.openxmlformats.org/drawingml/2006/main" noGrp="1"/>
          </p:cNvSpPr>
          <p:nvPr/>
        </p:nvSpPr>
        <p:spPr>
          <a:xfrm xmlns:a="http://schemas.openxmlformats.org/drawingml/2006/main">
            <a:off x="46863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②] 订阅／账户</a:t>
            </a:r>
          </a:p>
        </p:txBody>
      </p:sp>
      <p:sp>
        <p:nvSpPr>
          <p:cNvPr id="65" name="concept-alias-subscription">
            <a:extLst xmlns:a="http://schemas.openxmlformats.org/drawingml/2006/main">
              <a:ext uri="{FF2B5EF4-FFF2-40B4-BE49-F238E27FC236}">
                <a16:creationId xmlns:a16="http://schemas.microsoft.com/office/drawing/2014/main" id="{847C80FD-065C-4156-9702-D927AAEE72C8}"/>
              </a:ext>
            </a:extLst>
          </p:cNvPr>
          <p:cNvSpPr>
            <a:spLocks xmlns:a="http://schemas.openxmlformats.org/drawingml/2006/main" noGrp="1"/>
          </p:cNvSpPr>
          <p:nvPr/>
        </p:nvSpPr>
        <p:spPr>
          <a:xfrm xmlns:a="http://schemas.openxmlformats.org/drawingml/2006/main">
            <a:off x="46863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Subscription</a:t>
            </a:r>
          </a:p>
        </p:txBody>
      </p:sp>
      <p:sp>
        <p:nvSpPr>
          <p:cNvPr id="66" name="concept-function-subscription">
            <a:extLst xmlns:a="http://schemas.openxmlformats.org/drawingml/2006/main">
              <a:ext uri="{FF2B5EF4-FFF2-40B4-BE49-F238E27FC236}">
                <a16:creationId xmlns:a16="http://schemas.microsoft.com/office/drawing/2014/main" id="{4C908128-D7E4-4886-B7DC-BD8B543A2D8E}"/>
              </a:ext>
            </a:extLst>
          </p:cNvPr>
          <p:cNvSpPr>
            <a:spLocks xmlns:a="http://schemas.openxmlformats.org/drawingml/2006/main" noGrp="1"/>
          </p:cNvSpPr>
          <p:nvPr/>
        </p:nvSpPr>
        <p:spPr>
          <a:xfrm xmlns:a="http://schemas.openxmlformats.org/drawingml/2006/main">
            <a:off x="46863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确定原目标账户 S-A</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身份沿用既有 simId</a:t>
            </a:r>
          </a:p>
        </p:txBody>
      </p:sp>
      <p:sp>
        <p:nvSpPr>
          <p:cNvPr id="67" name="concept-operation">
            <a:extLst xmlns:a="http://schemas.openxmlformats.org/drawingml/2006/main">
              <a:ext uri="{FF2B5EF4-FFF2-40B4-BE49-F238E27FC236}">
                <a16:creationId xmlns:a16="http://schemas.microsoft.com/office/drawing/2014/main" id="{D58F101B-6FF9-4472-B860-4B2AFF80310A}"/>
              </a:ext>
            </a:extLst>
          </p:cNvPr>
          <p:cNvSpPr>
            <a:spLocks xmlns:a="http://schemas.openxmlformats.org/drawingml/2006/main" noGrp="1"/>
          </p:cNvSpPr>
          <p:nvPr/>
        </p:nvSpPr>
        <p:spPr>
          <a:xfrm xmlns:a="http://schemas.openxmlformats.org/drawingml/2006/main">
            <a:off x="86487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8" name="concept-title-operation">
            <a:extLst xmlns:a="http://schemas.openxmlformats.org/drawingml/2006/main">
              <a:ext uri="{FF2B5EF4-FFF2-40B4-BE49-F238E27FC236}">
                <a16:creationId xmlns:a16="http://schemas.microsoft.com/office/drawing/2014/main" id="{53FBC99F-58D5-48EB-A596-0AA4614645D5}"/>
              </a:ext>
            </a:extLst>
          </p:cNvPr>
          <p:cNvSpPr>
            <a:spLocks xmlns:a="http://schemas.openxmlformats.org/drawingml/2006/main" noGrp="1"/>
          </p:cNvSpPr>
          <p:nvPr/>
        </p:nvSpPr>
        <p:spPr>
          <a:xfrm xmlns:a="http://schemas.openxmlformats.org/drawingml/2006/main">
            <a:off x="87630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[O] 本地业务操作</a:t>
            </a:r>
          </a:p>
        </p:txBody>
      </p:sp>
      <p:sp>
        <p:nvSpPr>
          <p:cNvPr id="69" name="concept-alias-operation">
            <a:extLst xmlns:a="http://schemas.openxmlformats.org/drawingml/2006/main">
              <a:ext uri="{FF2B5EF4-FFF2-40B4-BE49-F238E27FC236}">
                <a16:creationId xmlns:a16="http://schemas.microsoft.com/office/drawing/2014/main" id="{9249592F-D5A0-40C1-830B-41C7BCA40CB8}"/>
              </a:ext>
            </a:extLst>
          </p:cNvPr>
          <p:cNvSpPr>
            <a:spLocks xmlns:a="http://schemas.openxmlformats.org/drawingml/2006/main" noGrp="1"/>
          </p:cNvSpPr>
          <p:nvPr/>
        </p:nvSpPr>
        <p:spPr>
          <a:xfrm xmlns:a="http://schemas.openxmlformats.org/drawingml/2006/main">
            <a:off x="87630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Operation</a:t>
            </a:r>
          </a:p>
        </p:txBody>
      </p:sp>
      <p:sp>
        <p:nvSpPr>
          <p:cNvPr id="70" name="concept-function-operation">
            <a:extLst xmlns:a="http://schemas.openxmlformats.org/drawingml/2006/main">
              <a:ext uri="{FF2B5EF4-FFF2-40B4-BE49-F238E27FC236}">
                <a16:creationId xmlns:a16="http://schemas.microsoft.com/office/drawing/2014/main" id="{52F97491-F28E-48E1-952A-B37010D9E4A1}"/>
              </a:ext>
            </a:extLst>
          </p:cNvPr>
          <p:cNvSpPr>
            <a:spLocks xmlns:a="http://schemas.openxmlformats.org/drawingml/2006/main" noGrp="1"/>
          </p:cNvSpPr>
          <p:nvPr/>
        </p:nvSpPr>
        <p:spPr>
          <a:xfrm xmlns:a="http://schemas.openxmlformats.org/drawingml/2006/main">
            <a:off x="87630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先写卡，再更新账户</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步骤 / 效果 / 等待 / 终态</a:t>
            </a:r>
          </a:p>
        </p:txBody>
      </p:sp>
      <p:sp>
        <p:nvSpPr>
          <p:cNvPr id="71" name="concept-euicc">
            <a:extLst xmlns:a="http://schemas.openxmlformats.org/drawingml/2006/main">
              <a:ext uri="{FF2B5EF4-FFF2-40B4-BE49-F238E27FC236}">
                <a16:creationId xmlns:a16="http://schemas.microsoft.com/office/drawing/2014/main" id="{6252AEC0-5C91-47A6-B0A2-2EDBC4ED8141}"/>
              </a:ext>
            </a:extLst>
          </p:cNvPr>
          <p:cNvSpPr>
            <a:spLocks xmlns:a="http://schemas.openxmlformats.org/drawingml/2006/main" noGrp="1"/>
          </p:cNvSpPr>
          <p:nvPr/>
        </p:nvSpPr>
        <p:spPr>
          <a:xfrm xmlns:a="http://schemas.openxmlformats.org/drawingml/2006/main">
            <a:off x="4953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72" name="concept-title-euicc">
            <a:extLst xmlns:a="http://schemas.openxmlformats.org/drawingml/2006/main">
              <a:ext uri="{FF2B5EF4-FFF2-40B4-BE49-F238E27FC236}">
                <a16:creationId xmlns:a16="http://schemas.microsoft.com/office/drawing/2014/main" id="{ECDBAC0D-9CFF-4D87-924D-8E0053177591}"/>
              </a:ext>
            </a:extLst>
          </p:cNvPr>
          <p:cNvSpPr>
            <a:spLocks xmlns:a="http://schemas.openxmlformats.org/drawingml/2006/main" noGrp="1"/>
          </p:cNvSpPr>
          <p:nvPr/>
        </p:nvSpPr>
        <p:spPr>
          <a:xfrm xmlns:a="http://schemas.openxmlformats.org/drawingml/2006/main">
            <a:off x="6096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[R/H] eUICC 与物理接入</a:t>
            </a:r>
          </a:p>
        </p:txBody>
      </p:sp>
      <p:sp>
        <p:nvSpPr>
          <p:cNvPr id="73" name="concept-alias-euicc">
            <a:extLst xmlns:a="http://schemas.openxmlformats.org/drawingml/2006/main">
              <a:ext uri="{FF2B5EF4-FFF2-40B4-BE49-F238E27FC236}">
                <a16:creationId xmlns:a16="http://schemas.microsoft.com/office/drawing/2014/main" id="{8FAB207D-B585-46BF-9AC4-9DA7E137F999}"/>
              </a:ext>
            </a:extLst>
          </p:cNvPr>
          <p:cNvSpPr>
            <a:spLocks xmlns:a="http://schemas.openxmlformats.org/drawingml/2006/main" noGrp="1"/>
          </p:cNvSpPr>
          <p:nvPr/>
        </p:nvSpPr>
        <p:spPr>
          <a:xfrm xmlns:a="http://schemas.openxmlformats.org/drawingml/2006/main">
            <a:off x="6096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Endpoint</a:t>
            </a:r>
          </a:p>
        </p:txBody>
      </p:sp>
      <p:sp>
        <p:nvSpPr>
          <p:cNvPr id="74" name="concept-function-euicc">
            <a:extLst xmlns:a="http://schemas.openxmlformats.org/drawingml/2006/main">
              <a:ext uri="{FF2B5EF4-FFF2-40B4-BE49-F238E27FC236}">
                <a16:creationId xmlns:a16="http://schemas.microsoft.com/office/drawing/2014/main" id="{AEAD1B2C-3526-458A-AE2C-8B78382FDC06}"/>
              </a:ext>
            </a:extLst>
          </p:cNvPr>
          <p:cNvSpPr>
            <a:spLocks xmlns:a="http://schemas.openxmlformats.org/drawingml/2006/main" noGrp="1"/>
          </p:cNvSpPr>
          <p:nvPr/>
        </p:nvSpPr>
        <p:spPr>
          <a:xfrm xmlns:a="http://schemas.openxmlformats.org/drawingml/2006/main">
            <a:off x="6096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EID-E / 物理接入 P-E</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安全元件与实际共享设备</a:t>
            </a:r>
          </a:p>
        </p:txBody>
      </p:sp>
      <p:sp>
        <p:nvSpPr>
          <p:cNvPr id="75" name="concept-binding">
            <a:extLst xmlns:a="http://schemas.openxmlformats.org/drawingml/2006/main">
              <a:ext uri="{FF2B5EF4-FFF2-40B4-BE49-F238E27FC236}">
                <a16:creationId xmlns:a16="http://schemas.microsoft.com/office/drawing/2014/main" id="{7F33A751-7618-42AE-8A31-78EE30B0F966}"/>
              </a:ext>
            </a:extLst>
          </p:cNvPr>
          <p:cNvSpPr>
            <a:spLocks xmlns:a="http://schemas.openxmlformats.org/drawingml/2006/main" noGrp="1"/>
          </p:cNvSpPr>
          <p:nvPr/>
        </p:nvSpPr>
        <p:spPr>
          <a:xfrm xmlns:a="http://schemas.openxmlformats.org/drawingml/2006/main">
            <a:off x="4572000" y="30670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76" name="concept-title-binding">
            <a:extLst xmlns:a="http://schemas.openxmlformats.org/drawingml/2006/main">
              <a:ext uri="{FF2B5EF4-FFF2-40B4-BE49-F238E27FC236}">
                <a16:creationId xmlns:a16="http://schemas.microsoft.com/office/drawing/2014/main" id="{4CEF5DD4-3EDB-48C3-A466-667B3319C3C7}"/>
              </a:ext>
            </a:extLst>
          </p:cNvPr>
          <p:cNvSpPr>
            <a:spLocks xmlns:a="http://schemas.openxmlformats.org/drawingml/2006/main" noGrp="1"/>
          </p:cNvSpPr>
          <p:nvPr/>
        </p:nvSpPr>
        <p:spPr>
          <a:xfrm xmlns:a="http://schemas.openxmlformats.org/drawingml/2006/main">
            <a:off x="46863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②] 当前连接绑定</a:t>
            </a:r>
          </a:p>
        </p:txBody>
      </p:sp>
      <p:sp>
        <p:nvSpPr>
          <p:cNvPr id="77" name="concept-alias-binding">
            <a:extLst xmlns:a="http://schemas.openxmlformats.org/drawingml/2006/main">
              <a:ext uri="{FF2B5EF4-FFF2-40B4-BE49-F238E27FC236}">
                <a16:creationId xmlns:a16="http://schemas.microsoft.com/office/drawing/2014/main" id="{ADBDF399-DCAE-4C83-BF22-C63069B63A5F}"/>
              </a:ext>
            </a:extLst>
          </p:cNvPr>
          <p:cNvSpPr>
            <a:spLocks xmlns:a="http://schemas.openxmlformats.org/drawingml/2006/main" noGrp="1"/>
          </p:cNvSpPr>
          <p:nvPr/>
        </p:nvSpPr>
        <p:spPr>
          <a:xfrm xmlns:a="http://schemas.openxmlformats.org/drawingml/2006/main">
            <a:off x="46863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Binding</a:t>
            </a:r>
          </a:p>
        </p:txBody>
      </p:sp>
      <p:sp>
        <p:nvSpPr>
          <p:cNvPr id="78" name="concept-function-binding">
            <a:extLst xmlns:a="http://schemas.openxmlformats.org/drawingml/2006/main">
              <a:ext uri="{FF2B5EF4-FFF2-40B4-BE49-F238E27FC236}">
                <a16:creationId xmlns:a16="http://schemas.microsoft.com/office/drawing/2014/main" id="{E923C286-451F-455F-999F-4E68A22304F5}"/>
              </a:ext>
            </a:extLst>
          </p:cNvPr>
          <p:cNvSpPr>
            <a:spLocks xmlns:a="http://schemas.openxmlformats.org/drawingml/2006/main" noGrp="1"/>
          </p:cNvSpPr>
          <p:nvPr/>
        </p:nvSpPr>
        <p:spPr>
          <a:xfrm xmlns:a="http://schemas.openxmlformats.org/drawingml/2006/main">
            <a:off x="46863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S-A ↔ Profile-A / Port-0</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解析已接受的绑定与版本</a:t>
            </a:r>
          </a:p>
        </p:txBody>
      </p:sp>
      <p:sp>
        <p:nvSpPr>
          <p:cNvPr id="79" name="concept-request">
            <a:extLst xmlns:a="http://schemas.openxmlformats.org/drawingml/2006/main">
              <a:ext uri="{FF2B5EF4-FFF2-40B4-BE49-F238E27FC236}">
                <a16:creationId xmlns:a16="http://schemas.microsoft.com/office/drawing/2014/main" id="{6D5B3A2B-95CA-4912-901B-6756247F7A3F}"/>
              </a:ext>
            </a:extLst>
          </p:cNvPr>
          <p:cNvSpPr>
            <a:spLocks xmlns:a="http://schemas.openxmlformats.org/drawingml/2006/main" noGrp="1"/>
          </p:cNvSpPr>
          <p:nvPr/>
        </p:nvSpPr>
        <p:spPr>
          <a:xfrm xmlns:a="http://schemas.openxmlformats.org/drawingml/2006/main">
            <a:off x="86487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0" name="concept-title-request">
            <a:extLst xmlns:a="http://schemas.openxmlformats.org/drawingml/2006/main">
              <a:ext uri="{FF2B5EF4-FFF2-40B4-BE49-F238E27FC236}">
                <a16:creationId xmlns:a16="http://schemas.microsoft.com/office/drawing/2014/main" id="{0BB3CB22-3520-421B-B5B6-C327F1507E3E}"/>
              </a:ext>
            </a:extLst>
          </p:cNvPr>
          <p:cNvSpPr>
            <a:spLocks xmlns:a="http://schemas.openxmlformats.org/drawingml/2006/main" noGrp="1"/>
          </p:cNvSpPr>
          <p:nvPr/>
        </p:nvSpPr>
        <p:spPr>
          <a:xfrm xmlns:a="http://schemas.openxmlformats.org/drawingml/2006/main">
            <a:off x="87630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[应用/R] 单次请求关联</a:t>
            </a:r>
          </a:p>
        </p:txBody>
      </p:sp>
      <p:sp>
        <p:nvSpPr>
          <p:cNvPr id="81" name="concept-alias-request">
            <a:extLst xmlns:a="http://schemas.openxmlformats.org/drawingml/2006/main">
              <a:ext uri="{FF2B5EF4-FFF2-40B4-BE49-F238E27FC236}">
                <a16:creationId xmlns:a16="http://schemas.microsoft.com/office/drawing/2014/main" id="{C81E2AF7-F2DA-4C3D-B8D3-9F7A3043EF12}"/>
              </a:ext>
            </a:extLst>
          </p:cNvPr>
          <p:cNvSpPr>
            <a:spLocks xmlns:a="http://schemas.openxmlformats.org/drawingml/2006/main" noGrp="1"/>
          </p:cNvSpPr>
          <p:nvPr/>
        </p:nvSpPr>
        <p:spPr>
          <a:xfrm xmlns:a="http://schemas.openxmlformats.org/drawingml/2006/main">
            <a:off x="87630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RequestContext</a:t>
            </a:r>
          </a:p>
        </p:txBody>
      </p:sp>
      <p:sp>
        <p:nvSpPr>
          <p:cNvPr id="82" name="concept-function-request">
            <a:extLst xmlns:a="http://schemas.openxmlformats.org/drawingml/2006/main">
              <a:ext uri="{FF2B5EF4-FFF2-40B4-BE49-F238E27FC236}">
                <a16:creationId xmlns:a16="http://schemas.microsoft.com/office/drawing/2014/main" id="{F4666CAD-5FF3-4AC9-95EF-6EA7EEE4B183}"/>
              </a:ext>
            </a:extLst>
          </p:cNvPr>
          <p:cNvSpPr>
            <a:spLocks xmlns:a="http://schemas.openxmlformats.org/drawingml/2006/main" noGrp="1"/>
          </p:cNvSpPr>
          <p:nvPr/>
        </p:nvSpPr>
        <p:spPr>
          <a:xfrm xmlns:a="http://schemas.openxmlformats.org/drawingml/2006/main">
            <a:off x="87630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原目标 S-A / 原会话 g8</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step / attempt / RIL serial</a:t>
            </a:r>
          </a:p>
        </p:txBody>
      </p:sp>
      <p:sp>
        <p:nvSpPr>
          <p:cNvPr id="83" name="concept-profile">
            <a:extLst xmlns:a="http://schemas.openxmlformats.org/drawingml/2006/main">
              <a:ext uri="{FF2B5EF4-FFF2-40B4-BE49-F238E27FC236}">
                <a16:creationId xmlns:a16="http://schemas.microsoft.com/office/drawing/2014/main" id="{709C3C53-6547-4147-B76B-02D009887EBD}"/>
              </a:ext>
            </a:extLst>
          </p:cNvPr>
          <p:cNvSpPr>
            <a:spLocks xmlns:a="http://schemas.openxmlformats.org/drawingml/2006/main" noGrp="1"/>
          </p:cNvSpPr>
          <p:nvPr/>
        </p:nvSpPr>
        <p:spPr>
          <a:xfrm xmlns:a="http://schemas.openxmlformats.org/drawingml/2006/main">
            <a:off x="495300" y="41338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84" name="concept-title-profile">
            <a:extLst xmlns:a="http://schemas.openxmlformats.org/drawingml/2006/main">
              <a:ext uri="{FF2B5EF4-FFF2-40B4-BE49-F238E27FC236}">
                <a16:creationId xmlns:a16="http://schemas.microsoft.com/office/drawing/2014/main" id="{87741C60-9BA9-4081-B3E7-92D371C657AE}"/>
              </a:ext>
            </a:extLst>
          </p:cNvPr>
          <p:cNvSpPr>
            <a:spLocks xmlns:a="http://schemas.openxmlformats.org/drawingml/2006/main" noGrp="1"/>
          </p:cNvSpPr>
          <p:nvPr/>
        </p:nvSpPr>
        <p:spPr>
          <a:xfrm xmlns:a="http://schemas.openxmlformats.org/drawingml/2006/main">
            <a:off x="6096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②] eSIM 配置</a:t>
            </a:r>
          </a:p>
        </p:txBody>
      </p:sp>
      <p:sp>
        <p:nvSpPr>
          <p:cNvPr id="85" name="concept-alias-profile">
            <a:extLst xmlns:a="http://schemas.openxmlformats.org/drawingml/2006/main">
              <a:ext uri="{FF2B5EF4-FFF2-40B4-BE49-F238E27FC236}">
                <a16:creationId xmlns:a16="http://schemas.microsoft.com/office/drawing/2014/main" id="{A49B5B5F-05BD-4797-93F3-3456C7007209}"/>
              </a:ext>
            </a:extLst>
          </p:cNvPr>
          <p:cNvSpPr>
            <a:spLocks xmlns:a="http://schemas.openxmlformats.org/drawingml/2006/main" noGrp="1"/>
          </p:cNvSpPr>
          <p:nvPr/>
        </p:nvSpPr>
        <p:spPr>
          <a:xfrm xmlns:a="http://schemas.openxmlformats.org/drawingml/2006/main">
            <a:off x="6096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Profile</a:t>
            </a:r>
          </a:p>
        </p:txBody>
      </p:sp>
      <p:sp>
        <p:nvSpPr>
          <p:cNvPr id="86" name="concept-function-profile">
            <a:extLst xmlns:a="http://schemas.openxmlformats.org/drawingml/2006/main">
              <a:ext uri="{FF2B5EF4-FFF2-40B4-BE49-F238E27FC236}">
                <a16:creationId xmlns:a16="http://schemas.microsoft.com/office/drawing/2014/main" id="{57898831-DAAA-41FC-B2F2-2AE0C4313496}"/>
              </a:ext>
            </a:extLst>
          </p:cNvPr>
          <p:cNvSpPr>
            <a:spLocks xmlns:a="http://schemas.openxmlformats.org/drawingml/2006/main" noGrp="1"/>
          </p:cNvSpPr>
          <p:nvPr/>
        </p:nvSpPr>
        <p:spPr>
          <a:xfrm xmlns:a="http://schemas.openxmlformats.org/drawingml/2006/main">
            <a:off x="6096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确认当前已启用 Profile-A</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取得有关身份与卡应用观察</a:t>
            </a:r>
          </a:p>
        </p:txBody>
      </p:sp>
      <p:sp>
        <p:nvSpPr>
          <p:cNvPr id="87" name="concept-session">
            <a:extLst xmlns:a="http://schemas.openxmlformats.org/drawingml/2006/main">
              <a:ext uri="{FF2B5EF4-FFF2-40B4-BE49-F238E27FC236}">
                <a16:creationId xmlns:a16="http://schemas.microsoft.com/office/drawing/2014/main" id="{0029CFED-CF76-47D0-AD0C-A49823452713}"/>
              </a:ext>
            </a:extLst>
          </p:cNvPr>
          <p:cNvSpPr>
            <a:spLocks xmlns:a="http://schemas.openxmlformats.org/drawingml/2006/main" noGrp="1"/>
          </p:cNvSpPr>
          <p:nvPr/>
        </p:nvSpPr>
        <p:spPr>
          <a:xfrm xmlns:a="http://schemas.openxmlformats.org/drawingml/2006/main">
            <a:off x="4572000" y="41338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88" name="concept-title-session">
            <a:extLst xmlns:a="http://schemas.openxmlformats.org/drawingml/2006/main">
              <a:ext uri="{FF2B5EF4-FFF2-40B4-BE49-F238E27FC236}">
                <a16:creationId xmlns:a16="http://schemas.microsoft.com/office/drawing/2014/main" id="{AE75FB03-C5BA-4D24-A8DE-7139A0EFD8ED}"/>
              </a:ext>
            </a:extLst>
          </p:cNvPr>
          <p:cNvSpPr>
            <a:spLocks xmlns:a="http://schemas.openxmlformats.org/drawingml/2006/main" noGrp="1"/>
          </p:cNvSpPr>
          <p:nvPr/>
        </p:nvSpPr>
        <p:spPr>
          <a:xfrm xmlns:a="http://schemas.openxmlformats.org/drawingml/2006/main">
            <a:off x="46863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②] 卡应用会话</a:t>
            </a:r>
          </a:p>
        </p:txBody>
      </p:sp>
      <p:sp>
        <p:nvSpPr>
          <p:cNvPr id="89" name="concept-alias-session">
            <a:extLst xmlns:a="http://schemas.openxmlformats.org/drawingml/2006/main">
              <a:ext uri="{FF2B5EF4-FFF2-40B4-BE49-F238E27FC236}">
                <a16:creationId xmlns:a16="http://schemas.microsoft.com/office/drawing/2014/main" id="{566F1CB7-6088-4326-9849-E4DEB5005447}"/>
              </a:ext>
            </a:extLst>
          </p:cNvPr>
          <p:cNvSpPr>
            <a:spLocks xmlns:a="http://schemas.openxmlformats.org/drawingml/2006/main" noGrp="1"/>
          </p:cNvSpPr>
          <p:nvPr/>
        </p:nvSpPr>
        <p:spPr>
          <a:xfrm xmlns:a="http://schemas.openxmlformats.org/drawingml/2006/main">
            <a:off x="46863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SessionRef</a:t>
            </a:r>
          </a:p>
        </p:txBody>
      </p:sp>
      <p:sp>
        <p:nvSpPr>
          <p:cNvPr id="90" name="concept-function-session">
            <a:extLst xmlns:a="http://schemas.openxmlformats.org/drawingml/2006/main">
              <a:ext uri="{FF2B5EF4-FFF2-40B4-BE49-F238E27FC236}">
                <a16:creationId xmlns:a16="http://schemas.microsoft.com/office/drawing/2014/main" id="{E2336D49-7F30-4F94-BA72-37E633498640}"/>
              </a:ext>
            </a:extLst>
          </p:cNvPr>
          <p:cNvSpPr>
            <a:spLocks xmlns:a="http://schemas.openxmlformats.org/drawingml/2006/main" noGrp="1"/>
          </p:cNvSpPr>
          <p:nvPr/>
        </p:nvSpPr>
        <p:spPr>
          <a:xfrm xmlns:a="http://schemas.openxmlformats.org/drawingml/2006/main">
            <a:off x="46863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关联当前有效卡应用 g8</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无有效目标按旧契约处理</a:t>
            </a:r>
          </a:p>
        </p:txBody>
      </p:sp>
      <p:sp>
        <p:nvSpPr>
          <p:cNvPr id="91" name="concept-store">
            <a:extLst xmlns:a="http://schemas.openxmlformats.org/drawingml/2006/main">
              <a:ext uri="{FF2B5EF4-FFF2-40B4-BE49-F238E27FC236}">
                <a16:creationId xmlns:a16="http://schemas.microsoft.com/office/drawing/2014/main" id="{4E4148BE-35F1-4DC4-BDAD-55A62045DFC2}"/>
              </a:ext>
            </a:extLst>
          </p:cNvPr>
          <p:cNvSpPr>
            <a:spLocks xmlns:a="http://schemas.openxmlformats.org/drawingml/2006/main" noGrp="1"/>
          </p:cNvSpPr>
          <p:nvPr/>
        </p:nvSpPr>
        <p:spPr>
          <a:xfrm xmlns:a="http://schemas.openxmlformats.org/drawingml/2006/main">
            <a:off x="86487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92" name="concept-title-store">
            <a:extLst xmlns:a="http://schemas.openxmlformats.org/drawingml/2006/main">
              <a:ext uri="{FF2B5EF4-FFF2-40B4-BE49-F238E27FC236}">
                <a16:creationId xmlns:a16="http://schemas.microsoft.com/office/drawing/2014/main" id="{680FA3F4-3126-48A2-A993-6030BC2C3DAF}"/>
              </a:ext>
            </a:extLst>
          </p:cNvPr>
          <p:cNvSpPr>
            <a:spLocks xmlns:a="http://schemas.openxmlformats.org/drawingml/2006/main" noGrp="1"/>
          </p:cNvSpPr>
          <p:nvPr/>
        </p:nvSpPr>
        <p:spPr>
          <a:xfrm xmlns:a="http://schemas.openxmlformats.org/drawingml/2006/main">
            <a:off x="87630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[I] 账户存储适配</a:t>
            </a:r>
          </a:p>
        </p:txBody>
      </p:sp>
      <p:sp>
        <p:nvSpPr>
          <p:cNvPr id="93" name="concept-alias-store">
            <a:extLst xmlns:a="http://schemas.openxmlformats.org/drawingml/2006/main">
              <a:ext uri="{FF2B5EF4-FFF2-40B4-BE49-F238E27FC236}">
                <a16:creationId xmlns:a16="http://schemas.microsoft.com/office/drawing/2014/main" id="{6CF3E5C3-030A-4C47-BDF9-A44A1972E593}"/>
              </a:ext>
            </a:extLst>
          </p:cNvPr>
          <p:cNvSpPr>
            <a:spLocks xmlns:a="http://schemas.openxmlformats.org/drawingml/2006/main" noGrp="1"/>
          </p:cNvSpPr>
          <p:nvPr/>
        </p:nvSpPr>
        <p:spPr>
          <a:xfrm xmlns:a="http://schemas.openxmlformats.org/drawingml/2006/main">
            <a:off x="87630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AccountStore</a:t>
            </a:r>
          </a:p>
        </p:txBody>
      </p:sp>
      <p:sp>
        <p:nvSpPr>
          <p:cNvPr id="94" name="concept-function-store">
            <a:extLst xmlns:a="http://schemas.openxmlformats.org/drawingml/2006/main">
              <a:ext uri="{FF2B5EF4-FFF2-40B4-BE49-F238E27FC236}">
                <a16:creationId xmlns:a16="http://schemas.microsoft.com/office/drawing/2014/main" id="{C9BF39AE-DB2F-4A32-871C-527A917CC8E2}"/>
              </a:ext>
            </a:extLst>
          </p:cNvPr>
          <p:cNvSpPr>
            <a:spLocks xmlns:a="http://schemas.openxmlformats.org/drawingml/2006/main" noGrp="1"/>
          </p:cNvSpPr>
          <p:nvPr/>
        </p:nvSpPr>
        <p:spPr>
          <a:xfrm xmlns:a="http://schemas.openxmlformats.org/drawingml/2006/main">
            <a:off x="87630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按 T 的字段计划使用 DataShare</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不提供跨卡与 DB 的事务</a:t>
            </a:r>
          </a:p>
        </p:txBody>
      </p:sp>
      <p:sp>
        <p:nvSpPr>
          <p:cNvPr id="95" name="concept-port">
            <a:extLst xmlns:a="http://schemas.openxmlformats.org/drawingml/2006/main">
              <a:ext uri="{FF2B5EF4-FFF2-40B4-BE49-F238E27FC236}">
                <a16:creationId xmlns:a16="http://schemas.microsoft.com/office/drawing/2014/main" id="{E2978D8A-7D98-47BB-A7DF-AF76A015DB4D}"/>
              </a:ext>
            </a:extLst>
          </p:cNvPr>
          <p:cNvSpPr>
            <a:spLocks xmlns:a="http://schemas.openxmlformats.org/drawingml/2006/main" noGrp="1"/>
          </p:cNvSpPr>
          <p:nvPr/>
        </p:nvSpPr>
        <p:spPr>
          <a:xfrm xmlns:a="http://schemas.openxmlformats.org/drawingml/2006/main">
            <a:off x="495300" y="52006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96" name="concept-title-port">
            <a:extLst xmlns:a="http://schemas.openxmlformats.org/drawingml/2006/main">
              <a:ext uri="{FF2B5EF4-FFF2-40B4-BE49-F238E27FC236}">
                <a16:creationId xmlns:a16="http://schemas.microsoft.com/office/drawing/2014/main" id="{6448C862-F1D6-4DA8-A82A-6F56584C75B3}"/>
              </a:ext>
            </a:extLst>
          </p:cNvPr>
          <p:cNvSpPr>
            <a:spLocks xmlns:a="http://schemas.openxmlformats.org/drawingml/2006/main" noGrp="1"/>
          </p:cNvSpPr>
          <p:nvPr/>
        </p:nvSpPr>
        <p:spPr>
          <a:xfrm xmlns:a="http://schemas.openxmlformats.org/drawingml/2006/main">
            <a:off x="6096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②] eSIM 连接端口</a:t>
            </a:r>
          </a:p>
        </p:txBody>
      </p:sp>
      <p:sp>
        <p:nvSpPr>
          <p:cNvPr id="97" name="concept-alias-port">
            <a:extLst xmlns:a="http://schemas.openxmlformats.org/drawingml/2006/main">
              <a:ext uri="{FF2B5EF4-FFF2-40B4-BE49-F238E27FC236}">
                <a16:creationId xmlns:a16="http://schemas.microsoft.com/office/drawing/2014/main" id="{1FC1F5A7-09FF-48C0-A686-6A9A00416FC5}"/>
              </a:ext>
            </a:extLst>
          </p:cNvPr>
          <p:cNvSpPr>
            <a:spLocks xmlns:a="http://schemas.openxmlformats.org/drawingml/2006/main" noGrp="1"/>
          </p:cNvSpPr>
          <p:nvPr/>
        </p:nvSpPr>
        <p:spPr>
          <a:xfrm xmlns:a="http://schemas.openxmlformats.org/drawingml/2006/main">
            <a:off x="6096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Port</a:t>
            </a:r>
          </a:p>
        </p:txBody>
      </p:sp>
      <p:sp>
        <p:nvSpPr>
          <p:cNvPr id="98" name="concept-function-port">
            <a:extLst xmlns:a="http://schemas.openxmlformats.org/drawingml/2006/main">
              <a:ext uri="{FF2B5EF4-FFF2-40B4-BE49-F238E27FC236}">
                <a16:creationId xmlns:a16="http://schemas.microsoft.com/office/drawing/2014/main" id="{6D96F9AC-41EF-49EB-A80B-1A5A286D9677}"/>
              </a:ext>
            </a:extLst>
          </p:cNvPr>
          <p:cNvSpPr>
            <a:spLocks xmlns:a="http://schemas.openxmlformats.org/drawingml/2006/main" noGrp="1"/>
          </p:cNvSpPr>
          <p:nvPr/>
        </p:nvSpPr>
        <p:spPr>
          <a:xfrm xmlns:a="http://schemas.openxmlformats.org/drawingml/2006/main">
            <a:off x="6096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定位当前连接 Port-0</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按真实设备能力解释</a:t>
            </a:r>
          </a:p>
        </p:txBody>
      </p:sp>
      <p:sp>
        <p:nvSpPr>
          <p:cNvPr id="99" name="concept-slot">
            <a:extLst xmlns:a="http://schemas.openxmlformats.org/drawingml/2006/main">
              <a:ext uri="{FF2B5EF4-FFF2-40B4-BE49-F238E27FC236}">
                <a16:creationId xmlns:a16="http://schemas.microsoft.com/office/drawing/2014/main" id="{CCF7776C-0DFB-4994-A0CD-8239DB0E9547}"/>
              </a:ext>
            </a:extLst>
          </p:cNvPr>
          <p:cNvSpPr>
            <a:spLocks xmlns:a="http://schemas.openxmlformats.org/drawingml/2006/main" noGrp="1"/>
          </p:cNvSpPr>
          <p:nvPr/>
        </p:nvSpPr>
        <p:spPr>
          <a:xfrm xmlns:a="http://schemas.openxmlformats.org/drawingml/2006/main">
            <a:off x="4572000" y="52006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100" name="concept-title-slot">
            <a:extLst xmlns:a="http://schemas.openxmlformats.org/drawingml/2006/main">
              <a:ext uri="{FF2B5EF4-FFF2-40B4-BE49-F238E27FC236}">
                <a16:creationId xmlns:a16="http://schemas.microsoft.com/office/drawing/2014/main" id="{FCCB3993-2AE9-492D-BE65-1CAC00D9624C}"/>
              </a:ext>
            </a:extLst>
          </p:cNvPr>
          <p:cNvSpPr>
            <a:spLocks xmlns:a="http://schemas.openxmlformats.org/drawingml/2006/main" noGrp="1"/>
          </p:cNvSpPr>
          <p:nvPr/>
        </p:nvSpPr>
        <p:spPr>
          <a:xfrm xmlns:a="http://schemas.openxmlformats.org/drawingml/2006/main">
            <a:off x="46863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[C/R ②] 逻辑槽／软件路由</a:t>
            </a:r>
          </a:p>
        </p:txBody>
      </p:sp>
      <p:sp>
        <p:nvSpPr>
          <p:cNvPr id="101" name="concept-alias-slot">
            <a:extLst xmlns:a="http://schemas.openxmlformats.org/drawingml/2006/main">
              <a:ext uri="{FF2B5EF4-FFF2-40B4-BE49-F238E27FC236}">
                <a16:creationId xmlns:a16="http://schemas.microsoft.com/office/drawing/2014/main" id="{814A4BEA-5211-47B8-95E4-3FAC32CFA799}"/>
              </a:ext>
            </a:extLst>
          </p:cNvPr>
          <p:cNvSpPr>
            <a:spLocks xmlns:a="http://schemas.openxmlformats.org/drawingml/2006/main" noGrp="1"/>
          </p:cNvSpPr>
          <p:nvPr/>
        </p:nvSpPr>
        <p:spPr>
          <a:xfrm xmlns:a="http://schemas.openxmlformats.org/drawingml/2006/main">
            <a:off x="46863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Logical Slot</a:t>
            </a:r>
          </a:p>
        </p:txBody>
      </p:sp>
      <p:sp>
        <p:nvSpPr>
          <p:cNvPr id="102" name="concept-function-slot">
            <a:extLst xmlns:a="http://schemas.openxmlformats.org/drawingml/2006/main">
              <a:ext uri="{FF2B5EF4-FFF2-40B4-BE49-F238E27FC236}">
                <a16:creationId xmlns:a16="http://schemas.microsoft.com/office/drawing/2014/main" id="{F8DE6E65-34A0-43C5-B316-3F84D84187D5}"/>
              </a:ext>
            </a:extLst>
          </p:cNvPr>
          <p:cNvSpPr>
            <a:spLocks xmlns:a="http://schemas.openxmlformats.org/drawingml/2006/main" noGrp="1"/>
          </p:cNvSpPr>
          <p:nvPr/>
        </p:nvSpPr>
        <p:spPr>
          <a:xfrm xmlns:a="http://schemas.openxmlformats.org/drawingml/2006/main">
            <a:off x="46863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确认当前执行路由 slot-1</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不从位置重新生成账户身份</a:t>
            </a:r>
          </a:p>
        </p:txBody>
      </p:sp>
      <p:sp>
        <p:nvSpPr>
          <p:cNvPr id="103" name="concept-compat">
            <a:extLst xmlns:a="http://schemas.openxmlformats.org/drawingml/2006/main">
              <a:ext uri="{FF2B5EF4-FFF2-40B4-BE49-F238E27FC236}">
                <a16:creationId xmlns:a16="http://schemas.microsoft.com/office/drawing/2014/main" id="{590E3B0C-F837-4F84-84FF-0FD4AB15019C}"/>
              </a:ext>
            </a:extLst>
          </p:cNvPr>
          <p:cNvSpPr>
            <a:spLocks xmlns:a="http://schemas.openxmlformats.org/drawingml/2006/main" noGrp="1"/>
          </p:cNvSpPr>
          <p:nvPr/>
        </p:nvSpPr>
        <p:spPr>
          <a:xfrm xmlns:a="http://schemas.openxmlformats.org/drawingml/2006/main">
            <a:off x="86487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104" name="concept-title-compat">
            <a:extLst xmlns:a="http://schemas.openxmlformats.org/drawingml/2006/main">
              <a:ext uri="{FF2B5EF4-FFF2-40B4-BE49-F238E27FC236}">
                <a16:creationId xmlns:a16="http://schemas.microsoft.com/office/drawing/2014/main" id="{6FF9D496-A0E9-4A42-ABA8-7DF87CD14012}"/>
              </a:ext>
            </a:extLst>
          </p:cNvPr>
          <p:cNvSpPr>
            <a:spLocks xmlns:a="http://schemas.openxmlformats.org/drawingml/2006/main" noGrp="1"/>
          </p:cNvSpPr>
          <p:nvPr/>
        </p:nvSpPr>
        <p:spPr>
          <a:xfrm xmlns:a="http://schemas.openxmlformats.org/drawingml/2006/main">
            <a:off x="87630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 旧接口与完成出口</a:t>
            </a:r>
          </a:p>
        </p:txBody>
      </p:sp>
      <p:sp>
        <p:nvSpPr>
          <p:cNvPr id="105" name="concept-alias-compat">
            <a:extLst xmlns:a="http://schemas.openxmlformats.org/drawingml/2006/main">
              <a:ext uri="{FF2B5EF4-FFF2-40B4-BE49-F238E27FC236}">
                <a16:creationId xmlns:a16="http://schemas.microsoft.com/office/drawing/2014/main" id="{2CE4FB27-9948-4A63-B2A2-2B85F0F924EE}"/>
              </a:ext>
            </a:extLst>
          </p:cNvPr>
          <p:cNvSpPr>
            <a:spLocks xmlns:a="http://schemas.openxmlformats.org/drawingml/2006/main" noGrp="1"/>
          </p:cNvSpPr>
          <p:nvPr/>
        </p:nvSpPr>
        <p:spPr>
          <a:xfrm xmlns:a="http://schemas.openxmlformats.org/drawingml/2006/main">
            <a:off x="87630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Compatibility</a:t>
            </a:r>
          </a:p>
        </p:txBody>
      </p:sp>
      <p:sp>
        <p:nvSpPr>
          <p:cNvPr id="106" name="concept-function-compat">
            <a:extLst xmlns:a="http://schemas.openxmlformats.org/drawingml/2006/main">
              <a:ext uri="{FF2B5EF4-FFF2-40B4-BE49-F238E27FC236}">
                <a16:creationId xmlns:a16="http://schemas.microsoft.com/office/drawing/2014/main" id="{DA0DF8B7-FD47-404A-8158-A105F410C2BF}"/>
              </a:ext>
            </a:extLst>
          </p:cNvPr>
          <p:cNvSpPr>
            <a:spLocks xmlns:a="http://schemas.openxmlformats.org/drawingml/2006/main" noGrp="1"/>
          </p:cNvSpPr>
          <p:nvPr/>
        </p:nvSpPr>
        <p:spPr>
          <a:xfrm xmlns:a="http://schemas.openxmlformats.org/drawingml/2006/main">
            <a:off x="87630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旧 slot 参数 / 权限 / 原错误</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受理返回与业务完成分开</a:t>
            </a:r>
          </a:p>
        </p:txBody>
      </p:sp>
      <p:sp>
        <p:nvSpPr>
          <p:cNvPr id="107" name="footer-rule">
            <a:extLst xmlns:a="http://schemas.openxmlformats.org/drawingml/2006/main">
              <a:ext uri="{FF2B5EF4-FFF2-40B4-BE49-F238E27FC236}">
                <a16:creationId xmlns:a16="http://schemas.microsoft.com/office/drawing/2014/main" id="{11E05BBE-FC21-4405-82D1-C3D909E9823D}"/>
              </a:ext>
            </a:extLst>
          </p:cNvPr>
          <p:cNvSpPr>
            <a:spLocks xmlns:a="http://schemas.openxmlformats.org/drawingml/2006/main" noGrp="1"/>
          </p:cNvSpPr>
          <p:nvPr/>
        </p:nvSpPr>
        <p:spPr>
          <a:xfrm xmlns:a="http://schemas.openxmlformats.org/drawingml/2006/main">
            <a:off x="495300" y="62198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8" name="owner-legend">
            <a:extLst xmlns:a="http://schemas.openxmlformats.org/drawingml/2006/main">
              <a:ext uri="{FF2B5EF4-FFF2-40B4-BE49-F238E27FC236}">
                <a16:creationId xmlns:a16="http://schemas.microsoft.com/office/drawing/2014/main" id="{882DEAC3-5491-4B4D-B299-6326E9E90E76}"/>
              </a:ext>
            </a:extLst>
          </p:cNvPr>
          <p:cNvSpPr>
            <a:spLocks xmlns:a="http://schemas.openxmlformats.org/drawingml/2006/main" noGrp="1"/>
          </p:cNvSpPr>
          <p:nvPr/>
        </p:nvSpPr>
        <p:spPr>
          <a:xfrm xmlns:a="http://schemas.openxmlformats.org/drawingml/2006/main">
            <a:off x="495300" y="63055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buNone/>
              <a:defRPr sz="1050" b="0">
                <a:solidFill>
                  <a:srgbClr val="56657A"/>
                </a:solidFill>
                <a:latin typeface="Microsoft YaHei"/>
                <a:ea typeface="Microsoft YaHei"/>
                <a:cs typeface="Microsoft YaHei"/>
              </a:defRPr>
            </a:lvl1pPr>
            <a:lvl2pPr algn="l">
              <a:buNone/>
              <a:defRPr sz="1050" b="0">
                <a:solidFill>
                  <a:srgbClr val="56657A"/>
                </a:solidFill>
                <a:latin typeface="Microsoft YaHei"/>
                <a:ea typeface="Microsoft YaHei"/>
                <a:cs typeface="Microsoft YaHei"/>
              </a:defRPr>
            </a:lvl2pPr>
            <a:lvl3pPr algn="l">
              <a:buNone/>
              <a:defRPr sz="1050" b="0">
                <a:solidFill>
                  <a:srgbClr val="56657A"/>
                </a:solidFill>
                <a:latin typeface="Microsoft YaHei"/>
                <a:ea typeface="Microsoft YaHei"/>
                <a:cs typeface="Microsoft YaHei"/>
              </a:defRPr>
            </a:lvl3pPr>
            <a:lvl4pPr algn="l">
              <a:buNone/>
              <a:defRPr sz="1050" b="0">
                <a:solidFill>
                  <a:srgbClr val="56657A"/>
                </a:solidFill>
                <a:latin typeface="Microsoft YaHei"/>
                <a:ea typeface="Microsoft YaHei"/>
                <a:cs typeface="Microsoft YaHei"/>
              </a:defRPr>
            </a:lvl4pPr>
            <a:lvl5pPr algn="l">
              <a:buNone/>
              <a:defRPr sz="1050" b="0">
                <a:solidFill>
                  <a:srgbClr val="56657A"/>
                </a:solidFill>
                <a:latin typeface="Microsoft YaHei"/>
                <a:ea typeface="Microsoft YaHei"/>
                <a:cs typeface="Microsoft YaHei"/>
              </a:defRPr>
            </a:lvl5pPr>
            <a:lvl6pPr algn="l">
              <a:buNone/>
              <a:defRPr sz="1050" b="0">
                <a:solidFill>
                  <a:srgbClr val="56657A"/>
                </a:solidFill>
                <a:latin typeface="Microsoft YaHei"/>
                <a:ea typeface="Microsoft YaHei"/>
                <a:cs typeface="Microsoft YaHei"/>
              </a:defRPr>
            </a:lvl6pPr>
            <a:lvl7pPr algn="l">
              <a:buNone/>
              <a:defRPr sz="1050" b="0">
                <a:solidFill>
                  <a:srgbClr val="56657A"/>
                </a:solidFill>
                <a:latin typeface="Microsoft YaHei"/>
                <a:ea typeface="Microsoft YaHei"/>
                <a:cs typeface="Microsoft YaHei"/>
              </a:defRPr>
            </a:lvl7pPr>
            <a:lvl8pPr algn="l">
              <a:buNone/>
              <a:defRPr sz="1050" b="0">
                <a:solidFill>
                  <a:srgbClr val="56657A"/>
                </a:solidFill>
                <a:latin typeface="Microsoft YaHei"/>
                <a:ea typeface="Microsoft YaHei"/>
                <a:cs typeface="Microsoft YaHei"/>
              </a:defRPr>
            </a:lvl8pPr>
            <a:lvl9pPr algn="l">
              <a:buNone/>
              <a:defRPr sz="1050" b="0">
                <a:solidFill>
                  <a:srgbClr val="56657A"/>
                </a:solidFill>
                <a:latin typeface="Microsoft YaHei"/>
                <a:ea typeface="Microsoft YaHei"/>
                <a:cs typeface="Microsoft YaHei"/>
              </a:defRPr>
            </a:lvl9pPr>
          </a:lstStyle>
          <a:p xmlns:a="http://schemas.openxmlformats.org/drawingml/2006/main">
            <a:pPr algn="l">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T 账户拓扑　A 角色资源　O 本地操作　R 卡运行　I 适配　C 兼容　H 宿主</a:t>
            </a:r>
          </a:p>
        </p:txBody>
      </p:sp>
      <p:sp>
        <p:nvSpPr>
          <p:cNvPr id="109" name="relation-legend">
            <a:extLst xmlns:a="http://schemas.openxmlformats.org/drawingml/2006/main">
              <a:ext uri="{FF2B5EF4-FFF2-40B4-BE49-F238E27FC236}">
                <a16:creationId xmlns:a16="http://schemas.microsoft.com/office/drawing/2014/main" id="{79A80093-5B6C-4FEF-8339-AC6F51F46255}"/>
              </a:ext>
            </a:extLst>
          </p:cNvPr>
          <p:cNvSpPr>
            <a:spLocks xmlns:a="http://schemas.openxmlformats.org/drawingml/2006/main" noGrp="1"/>
          </p:cNvSpPr>
          <p:nvPr/>
        </p:nvSpPr>
        <p:spPr>
          <a:xfrm xmlns:a="http://schemas.openxmlformats.org/drawingml/2006/main">
            <a:off x="7848600" y="6305550"/>
            <a:ext cx="3848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实线：概念关系　虚线：入口协作</a:t>
            </a:r>
          </a:p>
        </p:txBody>
      </p:sp>
      <p:sp>
        <p:nvSpPr>
          <p:cNvPr id="110" name="footer">
            <a:extLst xmlns:a="http://schemas.openxmlformats.org/drawingml/2006/main">
              <a:ext uri="{FF2B5EF4-FFF2-40B4-BE49-F238E27FC236}">
                <a16:creationId xmlns:a16="http://schemas.microsoft.com/office/drawing/2014/main" id="{3D902BE5-278E-437C-81B0-5190F3BC81C7}"/>
              </a:ext>
            </a:extLst>
          </p:cNvPr>
          <p:cNvSpPr>
            <a:spLocks xmlns:a="http://schemas.openxmlformats.org/drawingml/2006/main" noGrp="1"/>
          </p:cNvSpPr>
          <p:nvPr/>
        </p:nvSpPr>
        <p:spPr>
          <a:xfrm xmlns:a="http://schemas.openxmlformats.org/drawingml/2006/main">
            <a:off x="495300" y="65913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111" name="page-number">
            <a:extLst xmlns:a="http://schemas.openxmlformats.org/drawingml/2006/main">
              <a:ext uri="{FF2B5EF4-FFF2-40B4-BE49-F238E27FC236}">
                <a16:creationId xmlns:a16="http://schemas.microsoft.com/office/drawing/2014/main" id="{089DDD42-DF9A-4244-BE72-0B714BEB0004}"/>
              </a:ext>
            </a:extLst>
          </p:cNvPr>
          <p:cNvSpPr>
            <a:spLocks xmlns:a="http://schemas.openxmlformats.org/drawingml/2006/main" noGrp="1"/>
          </p:cNvSpPr>
          <p:nvPr/>
        </p:nvSpPr>
        <p:spPr>
          <a:xfrm xmlns:a="http://schemas.openxmlformats.org/drawingml/2006/main">
            <a:off x="9486900" y="65913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buNone/>
              <a:defRPr sz="900" b="0">
                <a:solidFill>
                  <a:srgbClr val="56657A"/>
                </a:solidFill>
                <a:latin typeface="Microsoft YaHei"/>
                <a:ea typeface="Microsoft YaHei"/>
                <a:cs typeface="Microsoft YaHei"/>
              </a:defRPr>
            </a:lvl1pPr>
            <a:lvl2pPr algn="r">
              <a:buNone/>
              <a:defRPr sz="900" b="0">
                <a:solidFill>
                  <a:srgbClr val="56657A"/>
                </a:solidFill>
                <a:latin typeface="Microsoft YaHei"/>
                <a:ea typeface="Microsoft YaHei"/>
                <a:cs typeface="Microsoft YaHei"/>
              </a:defRPr>
            </a:lvl2pPr>
            <a:lvl3pPr algn="r">
              <a:buNone/>
              <a:defRPr sz="900" b="0">
                <a:solidFill>
                  <a:srgbClr val="56657A"/>
                </a:solidFill>
                <a:latin typeface="Microsoft YaHei"/>
                <a:ea typeface="Microsoft YaHei"/>
                <a:cs typeface="Microsoft YaHei"/>
              </a:defRPr>
            </a:lvl3pPr>
            <a:lvl4pPr algn="r">
              <a:buNone/>
              <a:defRPr sz="900" b="0">
                <a:solidFill>
                  <a:srgbClr val="56657A"/>
                </a:solidFill>
                <a:latin typeface="Microsoft YaHei"/>
                <a:ea typeface="Microsoft YaHei"/>
                <a:cs typeface="Microsoft YaHei"/>
              </a:defRPr>
            </a:lvl4pPr>
            <a:lvl5pPr algn="r">
              <a:buNone/>
              <a:defRPr sz="900" b="0">
                <a:solidFill>
                  <a:srgbClr val="56657A"/>
                </a:solidFill>
                <a:latin typeface="Microsoft YaHei"/>
                <a:ea typeface="Microsoft YaHei"/>
                <a:cs typeface="Microsoft YaHei"/>
              </a:defRPr>
            </a:lvl5pPr>
            <a:lvl6pPr algn="r">
              <a:buNone/>
              <a:defRPr sz="900" b="0">
                <a:solidFill>
                  <a:srgbClr val="56657A"/>
                </a:solidFill>
                <a:latin typeface="Microsoft YaHei"/>
                <a:ea typeface="Microsoft YaHei"/>
                <a:cs typeface="Microsoft YaHei"/>
              </a:defRPr>
            </a:lvl6pPr>
            <a:lvl7pPr algn="r">
              <a:buNone/>
              <a:defRPr sz="900" b="0">
                <a:solidFill>
                  <a:srgbClr val="56657A"/>
                </a:solidFill>
                <a:latin typeface="Microsoft YaHei"/>
                <a:ea typeface="Microsoft YaHei"/>
                <a:cs typeface="Microsoft YaHei"/>
              </a:defRPr>
            </a:lvl7pPr>
            <a:lvl8pPr algn="r">
              <a:buNone/>
              <a:defRPr sz="900" b="0">
                <a:solidFill>
                  <a:srgbClr val="56657A"/>
                </a:solidFill>
                <a:latin typeface="Microsoft YaHei"/>
                <a:ea typeface="Microsoft YaHei"/>
                <a:cs typeface="Microsoft YaHei"/>
              </a:defRPr>
            </a:lvl8pPr>
            <a:lvl9pPr algn="r">
              <a:buNone/>
              <a:defRPr sz="900" b="0">
                <a:solidFill>
                  <a:srgbClr val="56657A"/>
                </a:solidFill>
                <a:latin typeface="Microsoft YaHei"/>
                <a:ea typeface="Microsoft YaHei"/>
                <a:cs typeface="Microsoft YaHei"/>
              </a:defRPr>
            </a:lvl9pPr>
          </a:lstStyle>
          <a:p xmlns:a="http://schemas.openxmlformats.org/drawingml/2006/main">
            <a:pPr algn="r">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09 · 步骤 2 / 7</a:t>
            </a:r>
          </a:p>
        </p:txBody>
      </p:sp>
      <p:sp>
        <p:nvSpPr>
          <p:cNvPr id="113" name="open-compare">
            <ns0:hlinkClick xmlns:ns0="http://schemas.openxmlformats.org/drawingml/2006/main" xmlns:ns1="http://schemas.openxmlformats.org/officeDocument/2006/relationships" ns1:id="rIdCompareNav12" action="ppaction://hlinksldjump" tooltip="架构前后对照"/>
            <a:extLst xmlns:a="http://schemas.openxmlformats.org/drawingml/2006/main">
              <a:ext uri="{FF2B5EF4-FFF2-40B4-BE49-F238E27FC236}">
                <a16:creationId xmlns:a16="http://schemas.microsoft.com/office/drawing/2014/main" id="{E150B63F-FB6D-4D14-B014-965587D7A096}"/>
              </a:ext>
            </a:extLst>
          </p:cNvPr>
          <p:cNvSpPr>
            <a:spLocks xmlns:a="http://schemas.openxmlformats.org/drawingml/2006/main" noGrp="1"/>
          </p:cNvSpPr>
          <p:nvPr/>
        </p:nvSpPr>
        <p:spPr>
          <a:xfrm xmlns:a="http://schemas.openxmlformats.org/drawingml/2006/main">
            <a:off x="10248900" y="209550"/>
            <a:ext cx="1447800" cy="2667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架构前后对照</a:t>
            </a:r>
          </a:p>
        </p:txBody>
      </p:sp>
    </p:spTree>
    <p:extLst>
      <p:ext uri="{BB962C8B-B14F-4D97-AF65-F5344CB8AC3E}">
        <p14:creationId xmlns:p14="http://schemas.microsoft.com/office/powerpoint/2010/main" val="2120615857"/>
      </p:ext>
    </p:extLst>
  </p:cSld>
  <p:transition spd="fast" advClick="0">
    <p:fade/>
  </p:transition>
</p:sld>
</file>

<file path=ppt/slides/slide12.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2" name="accent">
            <a:extLst xmlns:a="http://schemas.openxmlformats.org/drawingml/2006/main">
              <a:ext uri="{FF2B5EF4-FFF2-40B4-BE49-F238E27FC236}">
                <a16:creationId xmlns:a16="http://schemas.microsoft.com/office/drawing/2014/main" id="{11CFB410-D51D-4BEE-A6EB-767AAF13093D}"/>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E52C8F09-B2D2-49FB-B8C1-AA8051837046}"/>
              </a:ext>
            </a:extLst>
          </p:cNvPr>
          <p:cNvSpPr>
            <a:spLocks xmlns:a="http://schemas.openxmlformats.org/drawingml/2006/main" noGrp="1"/>
          </p:cNvSpPr>
          <p:nvPr/>
        </p:nvSpPr>
        <p:spPr>
          <a:xfrm xmlns:a="http://schemas.openxmlformats.org/drawingml/2006/main">
            <a:off x="495300" y="238125"/>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04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DA6FA890-4074-4259-84C2-280D0134F738}"/>
              </a:ext>
            </a:extLst>
          </p:cNvPr>
          <p:cNvSpPr>
            <a:spLocks xmlns:a="http://schemas.openxmlformats.org/drawingml/2006/main" noGrp="1"/>
          </p:cNvSpPr>
          <p:nvPr/>
        </p:nvSpPr>
        <p:spPr>
          <a:xfrm xmlns:a="http://schemas.openxmlformats.org/drawingml/2006/main">
            <a:off x="8248650" y="238125"/>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点步骤看概念间协作</a:t>
            </a:r>
          </a:p>
        </p:txBody>
      </p:sp>
      <p:sp>
        <p:nvSpPr>
          <p:cNvPr id="4" name="title">
            <a:extLst xmlns:a="http://schemas.openxmlformats.org/drawingml/2006/main">
              <a:ext uri="{FF2B5EF4-FFF2-40B4-BE49-F238E27FC236}">
                <a16:creationId xmlns:a16="http://schemas.microsoft.com/office/drawing/2014/main" id="{21002494-BD3F-437D-9053-BB49B2140C81}"/>
              </a:ext>
            </a:extLst>
          </p:cNvPr>
          <p:cNvSpPr>
            <a:spLocks xmlns:a="http://schemas.openxmlformats.org/drawingml/2006/main" noGrp="1"/>
          </p:cNvSpPr>
          <p:nvPr/>
        </p:nvSpPr>
        <p:spPr>
          <a:xfrm xmlns:a="http://schemas.openxmlformats.org/drawingml/2006/main">
            <a:off x="495300" y="58102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buNone/>
              <a:defRPr sz="2550" b="1">
                <a:solidFill>
                  <a:srgbClr val="081426"/>
                </a:solidFill>
                <a:latin typeface="Microsoft YaHei"/>
                <a:ea typeface="Microsoft YaHei"/>
                <a:cs typeface="Microsoft YaHei"/>
              </a:defRPr>
            </a:lvl1pPr>
            <a:lvl2pPr algn="l">
              <a:buNone/>
              <a:defRPr sz="2550" b="1">
                <a:solidFill>
                  <a:srgbClr val="081426"/>
                </a:solidFill>
                <a:latin typeface="Microsoft YaHei"/>
                <a:ea typeface="Microsoft YaHei"/>
                <a:cs typeface="Microsoft YaHei"/>
              </a:defRPr>
            </a:lvl2pPr>
            <a:lvl3pPr algn="l">
              <a:buNone/>
              <a:defRPr sz="2550" b="1">
                <a:solidFill>
                  <a:srgbClr val="081426"/>
                </a:solidFill>
                <a:latin typeface="Microsoft YaHei"/>
                <a:ea typeface="Microsoft YaHei"/>
                <a:cs typeface="Microsoft YaHei"/>
              </a:defRPr>
            </a:lvl3pPr>
            <a:lvl4pPr algn="l">
              <a:buNone/>
              <a:defRPr sz="2550" b="1">
                <a:solidFill>
                  <a:srgbClr val="081426"/>
                </a:solidFill>
                <a:latin typeface="Microsoft YaHei"/>
                <a:ea typeface="Microsoft YaHei"/>
                <a:cs typeface="Microsoft YaHei"/>
              </a:defRPr>
            </a:lvl4pPr>
            <a:lvl5pPr algn="l">
              <a:buNone/>
              <a:defRPr sz="2550" b="1">
                <a:solidFill>
                  <a:srgbClr val="081426"/>
                </a:solidFill>
                <a:latin typeface="Microsoft YaHei"/>
                <a:ea typeface="Microsoft YaHei"/>
                <a:cs typeface="Microsoft YaHei"/>
              </a:defRPr>
            </a:lvl5pPr>
            <a:lvl6pPr algn="l">
              <a:buNone/>
              <a:defRPr sz="2550" b="1">
                <a:solidFill>
                  <a:srgbClr val="081426"/>
                </a:solidFill>
                <a:latin typeface="Microsoft YaHei"/>
                <a:ea typeface="Microsoft YaHei"/>
                <a:cs typeface="Microsoft YaHei"/>
              </a:defRPr>
            </a:lvl6pPr>
            <a:lvl7pPr algn="l">
              <a:buNone/>
              <a:defRPr sz="2550" b="1">
                <a:solidFill>
                  <a:srgbClr val="081426"/>
                </a:solidFill>
                <a:latin typeface="Microsoft YaHei"/>
                <a:ea typeface="Microsoft YaHei"/>
                <a:cs typeface="Microsoft YaHei"/>
              </a:defRPr>
            </a:lvl7pPr>
            <a:lvl8pPr algn="l">
              <a:buNone/>
              <a:defRPr sz="2550" b="1">
                <a:solidFill>
                  <a:srgbClr val="081426"/>
                </a:solidFill>
                <a:latin typeface="Microsoft YaHei"/>
                <a:ea typeface="Microsoft YaHei"/>
                <a:cs typeface="Microsoft YaHei"/>
              </a:defRPr>
            </a:lvl8pPr>
            <a:lvl9pPr algn="l">
              <a:buNone/>
              <a:defRPr sz="2550" b="1">
                <a:solidFill>
                  <a:srgbClr val="081426"/>
                </a:solidFill>
                <a:latin typeface="Microsoft YaHei"/>
                <a:ea typeface="Microsoft YaHei"/>
                <a:cs typeface="Microsoft YaHei"/>
              </a:defRPr>
            </a:lvl9pPr>
          </a:lstStyle>
          <a:p xmlns:a="http://schemas.openxmlformats.org/drawingml/2006/main">
            <a:pPr algn="l">
              <a:lnSpc>
                <a:spcPct val="104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订阅、位置与执行：概念关系和号码设置流程</a:t>
            </a:r>
          </a:p>
        </p:txBody>
      </p:sp>
      <p:sp>
        <p:nvSpPr>
          <p:cNvPr id="5" name="flow-nav-0">
            <ns0:hlinkClick xmlns:ns0="http://schemas.openxmlformats.org/drawingml/2006/main" xmlns:ns1="http://schemas.openxmlformats.org/officeDocument/2006/relationships" ns1:id="rIdCompareNav0" action="ppaction://hlinksldjump" tooltip="概念图：概念总览"/>
            <a:extLst xmlns:a="http://schemas.openxmlformats.org/drawingml/2006/main">
              <a:ext uri="{FF2B5EF4-FFF2-40B4-BE49-F238E27FC236}">
                <a16:creationId xmlns:a16="http://schemas.microsoft.com/office/drawing/2014/main" id="{7067C671-3F03-4C4C-A6D9-B093D9B08B9B}"/>
              </a:ext>
            </a:extLst>
          </p:cNvPr>
          <p:cNvSpPr>
            <a:spLocks xmlns:a="http://schemas.openxmlformats.org/drawingml/2006/main" noGrp="1"/>
          </p:cNvSpPr>
          <p:nvPr/>
        </p:nvSpPr>
        <p:spPr>
          <a:xfrm xmlns:a="http://schemas.openxmlformats.org/drawingml/2006/main">
            <a:off x="495300" y="1104900"/>
            <a:ext cx="9715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概念总览</a:t>
            </a:r>
          </a:p>
        </p:txBody>
      </p:sp>
      <p:sp>
        <p:nvSpPr>
          <p:cNvPr id="6" name="flow-nav-1">
            <ns0:hlinkClick xmlns:ns0="http://schemas.openxmlformats.org/drawingml/2006/main" xmlns:ns1="http://schemas.openxmlformats.org/officeDocument/2006/relationships" ns1:id="rIdCompareNav1" action="ppaction://hlinksldjump" tooltip="概念图：① 受理"/>
            <a:extLst xmlns:a="http://schemas.openxmlformats.org/drawingml/2006/main">
              <a:ext uri="{FF2B5EF4-FFF2-40B4-BE49-F238E27FC236}">
                <a16:creationId xmlns:a16="http://schemas.microsoft.com/office/drawing/2014/main" id="{7A74096F-76EB-415C-90DA-4AABCD9ADA98}"/>
              </a:ext>
            </a:extLst>
          </p:cNvPr>
          <p:cNvSpPr>
            <a:spLocks xmlns:a="http://schemas.openxmlformats.org/drawingml/2006/main" noGrp="1"/>
          </p:cNvSpPr>
          <p:nvPr/>
        </p:nvSpPr>
        <p:spPr>
          <a:xfrm xmlns:a="http://schemas.openxmlformats.org/drawingml/2006/main">
            <a:off x="15430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① 受理</a:t>
            </a:r>
          </a:p>
        </p:txBody>
      </p:sp>
      <p:sp>
        <p:nvSpPr>
          <p:cNvPr id="7" name="flow-nav-2">
            <ns0:hlinkClick xmlns:ns0="http://schemas.openxmlformats.org/drawingml/2006/main" xmlns:ns1="http://schemas.openxmlformats.org/officeDocument/2006/relationships" ns1:id="rIdCompareNav2" action="ppaction://hlinksldjump" tooltip="概念图：② 目标"/>
            <a:extLst xmlns:a="http://schemas.openxmlformats.org/drawingml/2006/main">
              <a:ext uri="{FF2B5EF4-FFF2-40B4-BE49-F238E27FC236}">
                <a16:creationId xmlns:a16="http://schemas.microsoft.com/office/drawing/2014/main" id="{6EB9D205-5ABA-4AFE-998E-44A845C5F483}"/>
              </a:ext>
            </a:extLst>
          </p:cNvPr>
          <p:cNvSpPr>
            <a:spLocks xmlns:a="http://schemas.openxmlformats.org/drawingml/2006/main" noGrp="1"/>
          </p:cNvSpPr>
          <p:nvPr/>
        </p:nvSpPr>
        <p:spPr>
          <a:xfrm xmlns:a="http://schemas.openxmlformats.org/drawingml/2006/main">
            <a:off x="25146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② 目标</a:t>
            </a:r>
          </a:p>
        </p:txBody>
      </p:sp>
      <p:sp>
        <p:nvSpPr>
          <p:cNvPr id="8" name="flow-nav-3">
            <ns0:hlinkClick xmlns:ns0="http://schemas.openxmlformats.org/drawingml/2006/main" xmlns:ns1="http://schemas.openxmlformats.org/officeDocument/2006/relationships" ns1:id="rIdCompareNav3" action="ppaction://hlinksldjump" tooltip="概念图：③ 关联"/>
            <a:extLst xmlns:a="http://schemas.openxmlformats.org/drawingml/2006/main">
              <a:ext uri="{FF2B5EF4-FFF2-40B4-BE49-F238E27FC236}">
                <a16:creationId xmlns:a16="http://schemas.microsoft.com/office/drawing/2014/main" id="{90B215D5-5ABD-4953-8DE6-416E3BBE76A9}"/>
              </a:ext>
            </a:extLst>
          </p:cNvPr>
          <p:cNvSpPr>
            <a:spLocks xmlns:a="http://schemas.openxmlformats.org/drawingml/2006/main" noGrp="1"/>
          </p:cNvSpPr>
          <p:nvPr/>
        </p:nvSpPr>
        <p:spPr>
          <a:xfrm xmlns:a="http://schemas.openxmlformats.org/drawingml/2006/main">
            <a:off x="3486150" y="1104900"/>
            <a:ext cx="895350"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buNone/>
              <a:defRPr sz="1275" b="1">
                <a:solidFill>
                  <a:srgbClr val="FFFFFF"/>
                </a:solidFill>
                <a:latin typeface="Microsoft YaHei"/>
                <a:ea typeface="Microsoft YaHei"/>
                <a:cs typeface="Microsoft YaHei"/>
              </a:defRPr>
            </a:lvl1pPr>
            <a:lvl2pPr algn="ctr">
              <a:buNone/>
              <a:defRPr sz="1275" b="1">
                <a:solidFill>
                  <a:srgbClr val="FFFFFF"/>
                </a:solidFill>
                <a:latin typeface="Microsoft YaHei"/>
                <a:ea typeface="Microsoft YaHei"/>
                <a:cs typeface="Microsoft YaHei"/>
              </a:defRPr>
            </a:lvl2pPr>
            <a:lvl3pPr algn="ctr">
              <a:buNone/>
              <a:defRPr sz="1275" b="1">
                <a:solidFill>
                  <a:srgbClr val="FFFFFF"/>
                </a:solidFill>
                <a:latin typeface="Microsoft YaHei"/>
                <a:ea typeface="Microsoft YaHei"/>
                <a:cs typeface="Microsoft YaHei"/>
              </a:defRPr>
            </a:lvl3pPr>
            <a:lvl4pPr algn="ctr">
              <a:buNone/>
              <a:defRPr sz="1275" b="1">
                <a:solidFill>
                  <a:srgbClr val="FFFFFF"/>
                </a:solidFill>
                <a:latin typeface="Microsoft YaHei"/>
                <a:ea typeface="Microsoft YaHei"/>
                <a:cs typeface="Microsoft YaHei"/>
              </a:defRPr>
            </a:lvl4pPr>
            <a:lvl5pPr algn="ctr">
              <a:buNone/>
              <a:defRPr sz="1275" b="1">
                <a:solidFill>
                  <a:srgbClr val="FFFFFF"/>
                </a:solidFill>
                <a:latin typeface="Microsoft YaHei"/>
                <a:ea typeface="Microsoft YaHei"/>
                <a:cs typeface="Microsoft YaHei"/>
              </a:defRPr>
            </a:lvl5pPr>
            <a:lvl6pPr algn="ctr">
              <a:buNone/>
              <a:defRPr sz="1275" b="1">
                <a:solidFill>
                  <a:srgbClr val="FFFFFF"/>
                </a:solidFill>
                <a:latin typeface="Microsoft YaHei"/>
                <a:ea typeface="Microsoft YaHei"/>
                <a:cs typeface="Microsoft YaHei"/>
              </a:defRPr>
            </a:lvl6pPr>
            <a:lvl7pPr algn="ctr">
              <a:buNone/>
              <a:defRPr sz="1275" b="1">
                <a:solidFill>
                  <a:srgbClr val="FFFFFF"/>
                </a:solidFill>
                <a:latin typeface="Microsoft YaHei"/>
                <a:ea typeface="Microsoft YaHei"/>
                <a:cs typeface="Microsoft YaHei"/>
              </a:defRPr>
            </a:lvl7pPr>
            <a:lvl8pPr algn="ctr">
              <a:buNone/>
              <a:defRPr sz="1275" b="1">
                <a:solidFill>
                  <a:srgbClr val="FFFFFF"/>
                </a:solidFill>
                <a:latin typeface="Microsoft YaHei"/>
                <a:ea typeface="Microsoft YaHei"/>
                <a:cs typeface="Microsoft YaHei"/>
              </a:defRPr>
            </a:lvl8pPr>
            <a:lvl9pPr algn="ctr">
              <a:buNone/>
              <a:defRPr sz="1275" b="1">
                <a:solidFill>
                  <a:srgbClr val="FFFFFF"/>
                </a:solidFill>
                <a:latin typeface="Microsoft YaHei"/>
                <a:ea typeface="Microsoft YaHei"/>
                <a:cs typeface="Microsoft YaHei"/>
              </a:defRPr>
            </a:lvl9pPr>
          </a:lstStyle>
          <a:p xmlns:a="http://schemas.openxmlformats.org/drawingml/2006/main">
            <a:pPr algn="ctr">
              <a:buNone/>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③ 关联</a:t>
            </a:r>
          </a:p>
        </p:txBody>
      </p:sp>
      <p:sp>
        <p:nvSpPr>
          <p:cNvPr id="9" name="flow-nav-4">
            <ns0:hlinkClick xmlns:ns0="http://schemas.openxmlformats.org/drawingml/2006/main" xmlns:ns1="http://schemas.openxmlformats.org/officeDocument/2006/relationships" ns1:id="rIdCompareNav4" action="ppaction://hlinksldjump" tooltip="概念图：④ 写卡"/>
            <a:extLst xmlns:a="http://schemas.openxmlformats.org/drawingml/2006/main">
              <a:ext uri="{FF2B5EF4-FFF2-40B4-BE49-F238E27FC236}">
                <a16:creationId xmlns:a16="http://schemas.microsoft.com/office/drawing/2014/main" id="{19C69100-2A43-46D5-8C78-00A2990ED68B}"/>
              </a:ext>
            </a:extLst>
          </p:cNvPr>
          <p:cNvSpPr>
            <a:spLocks xmlns:a="http://schemas.openxmlformats.org/drawingml/2006/main" noGrp="1"/>
          </p:cNvSpPr>
          <p:nvPr/>
        </p:nvSpPr>
        <p:spPr>
          <a:xfrm xmlns:a="http://schemas.openxmlformats.org/drawingml/2006/main">
            <a:off x="44577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④ 写卡</a:t>
            </a:r>
          </a:p>
        </p:txBody>
      </p:sp>
      <p:sp>
        <p:nvSpPr>
          <p:cNvPr id="10" name="flow-nav-5">
            <ns0:hlinkClick xmlns:ns0="http://schemas.openxmlformats.org/drawingml/2006/main" xmlns:ns1="http://schemas.openxmlformats.org/officeDocument/2006/relationships" ns1:id="rIdCompareNav5" action="ppaction://hlinksldjump" tooltip="概念图：⑤ 准入"/>
            <a:extLst xmlns:a="http://schemas.openxmlformats.org/drawingml/2006/main">
              <a:ext uri="{FF2B5EF4-FFF2-40B4-BE49-F238E27FC236}">
                <a16:creationId xmlns:a16="http://schemas.microsoft.com/office/drawing/2014/main" id="{467FE527-0B84-4E0B-8E97-BEFF3A948648}"/>
              </a:ext>
            </a:extLst>
          </p:cNvPr>
          <p:cNvSpPr>
            <a:spLocks xmlns:a="http://schemas.openxmlformats.org/drawingml/2006/main" noGrp="1"/>
          </p:cNvSpPr>
          <p:nvPr/>
        </p:nvSpPr>
        <p:spPr>
          <a:xfrm xmlns:a="http://schemas.openxmlformats.org/drawingml/2006/main">
            <a:off x="54292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⑤ 准入</a:t>
            </a:r>
          </a:p>
        </p:txBody>
      </p:sp>
      <p:sp>
        <p:nvSpPr>
          <p:cNvPr id="11" name="flow-nav-6">
            <ns0:hlinkClick xmlns:ns0="http://schemas.openxmlformats.org/drawingml/2006/main" xmlns:ns1="http://schemas.openxmlformats.org/officeDocument/2006/relationships" ns1:id="rIdCompareNav6" action="ppaction://hlinksldjump" tooltip="概念图：⑥ 账户"/>
            <a:extLst xmlns:a="http://schemas.openxmlformats.org/drawingml/2006/main">
              <a:ext uri="{FF2B5EF4-FFF2-40B4-BE49-F238E27FC236}">
                <a16:creationId xmlns:a16="http://schemas.microsoft.com/office/drawing/2014/main" id="{E6A21EB3-96C1-420B-A467-3CFA1A0496E0}"/>
              </a:ext>
            </a:extLst>
          </p:cNvPr>
          <p:cNvSpPr>
            <a:spLocks xmlns:a="http://schemas.openxmlformats.org/drawingml/2006/main" noGrp="1"/>
          </p:cNvSpPr>
          <p:nvPr/>
        </p:nvSpPr>
        <p:spPr>
          <a:xfrm xmlns:a="http://schemas.openxmlformats.org/drawingml/2006/main">
            <a:off x="64008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⑥ 账户</a:t>
            </a:r>
          </a:p>
        </p:txBody>
      </p:sp>
      <p:sp>
        <p:nvSpPr>
          <p:cNvPr id="12" name="flow-nav-7">
            <ns0:hlinkClick xmlns:ns0="http://schemas.openxmlformats.org/drawingml/2006/main" xmlns:ns1="http://schemas.openxmlformats.org/officeDocument/2006/relationships" ns1:id="rIdCompareNav7" action="ppaction://hlinksldjump" tooltip="概念图：⑦ 完成"/>
            <a:extLst xmlns:a="http://schemas.openxmlformats.org/drawingml/2006/main">
              <a:ext uri="{FF2B5EF4-FFF2-40B4-BE49-F238E27FC236}">
                <a16:creationId xmlns:a16="http://schemas.microsoft.com/office/drawing/2014/main" id="{EFB994BE-A5BA-47C8-9D7D-D63734781546}"/>
              </a:ext>
            </a:extLst>
          </p:cNvPr>
          <p:cNvSpPr>
            <a:spLocks xmlns:a="http://schemas.openxmlformats.org/drawingml/2006/main" noGrp="1"/>
          </p:cNvSpPr>
          <p:nvPr/>
        </p:nvSpPr>
        <p:spPr>
          <a:xfrm xmlns:a="http://schemas.openxmlformats.org/drawingml/2006/main">
            <a:off x="73723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⑦ 完成</a:t>
            </a:r>
          </a:p>
        </p:txBody>
      </p:sp>
      <p:sp>
        <p:nvSpPr>
          <p:cNvPr id="13" name="flow-nav-8">
            <ns0:hlinkClick xmlns:ns0="http://schemas.openxmlformats.org/drawingml/2006/main" xmlns:ns1="http://schemas.openxmlformats.org/officeDocument/2006/relationships" ns1:id="rIdCompareNav8" action="ppaction://hlinksldjump" tooltip="概念图：失败 / 迟到"/>
            <a:extLst xmlns:a="http://schemas.openxmlformats.org/drawingml/2006/main">
              <a:ext uri="{FF2B5EF4-FFF2-40B4-BE49-F238E27FC236}">
                <a16:creationId xmlns:a16="http://schemas.microsoft.com/office/drawing/2014/main" id="{C8FB7D50-61F1-4257-AFDA-89A844EF3D98}"/>
              </a:ext>
            </a:extLst>
          </p:cNvPr>
          <p:cNvSpPr>
            <a:spLocks xmlns:a="http://schemas.openxmlformats.org/drawingml/2006/main" noGrp="1"/>
          </p:cNvSpPr>
          <p:nvPr/>
        </p:nvSpPr>
        <p:spPr>
          <a:xfrm xmlns:a="http://schemas.openxmlformats.org/drawingml/2006/main">
            <a:off x="8343900" y="1104900"/>
            <a:ext cx="11049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失败 / 迟到</a:t>
            </a:r>
          </a:p>
        </p:txBody>
      </p:sp>
      <p:sp>
        <p:nvSpPr>
          <p:cNvPr id="14" name="flow-prev">
            <ns0:hlinkClick xmlns:ns0="http://schemas.openxmlformats.org/drawingml/2006/main" xmlns:ns1="http://schemas.openxmlformats.org/officeDocument/2006/relationships" ns1:id="rIdCompareNav9" action="ppaction://hlinksldjump" tooltip="上一步"/>
            <a:extLst xmlns:a="http://schemas.openxmlformats.org/drawingml/2006/main">
              <a:ext uri="{FF2B5EF4-FFF2-40B4-BE49-F238E27FC236}">
                <a16:creationId xmlns:a16="http://schemas.microsoft.com/office/drawing/2014/main" id="{D3E9F172-D502-404B-A844-B57E23616260}"/>
              </a:ext>
            </a:extLst>
          </p:cNvPr>
          <p:cNvSpPr>
            <a:spLocks xmlns:a="http://schemas.openxmlformats.org/drawingml/2006/main" noGrp="1"/>
          </p:cNvSpPr>
          <p:nvPr/>
        </p:nvSpPr>
        <p:spPr>
          <a:xfrm xmlns:a="http://schemas.openxmlformats.org/drawingml/2006/main">
            <a:off x="95440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5" name="flow-next">
            <ns0:hlinkClick xmlns:ns0="http://schemas.openxmlformats.org/drawingml/2006/main" xmlns:ns1="http://schemas.openxmlformats.org/officeDocument/2006/relationships" ns1:id="rIdCompareNav10" action="ppaction://hlinksldjump" tooltip="下一步"/>
            <a:extLst xmlns:a="http://schemas.openxmlformats.org/drawingml/2006/main">
              <a:ext uri="{FF2B5EF4-FFF2-40B4-BE49-F238E27FC236}">
                <a16:creationId xmlns:a16="http://schemas.microsoft.com/office/drawing/2014/main" id="{F5A12661-6FFB-49FA-A07E-35F4ADBCE704}"/>
              </a:ext>
            </a:extLst>
          </p:cNvPr>
          <p:cNvSpPr>
            <a:spLocks xmlns:a="http://schemas.openxmlformats.org/drawingml/2006/main" noGrp="1"/>
          </p:cNvSpPr>
          <p:nvPr/>
        </p:nvSpPr>
        <p:spPr>
          <a:xfrm xmlns:a="http://schemas.openxmlformats.org/drawingml/2006/main">
            <a:off x="102298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16" name="flow-body">
            <ns0:hlinkClick xmlns:ns0="http://schemas.openxmlformats.org/drawingml/2006/main" xmlns:ns1="http://schemas.openxmlformats.org/officeDocument/2006/relationships" ns1:id="rIdCompareNav11" action="ppaction://hlinksldjump" tooltip="返回正文"/>
            <a:extLst xmlns:a="http://schemas.openxmlformats.org/drawingml/2006/main">
              <a:ext uri="{FF2B5EF4-FFF2-40B4-BE49-F238E27FC236}">
                <a16:creationId xmlns:a16="http://schemas.microsoft.com/office/drawing/2014/main" id="{E2204E40-A7E5-45CC-89C9-8911C4FA9126}"/>
              </a:ext>
            </a:extLst>
          </p:cNvPr>
          <p:cNvSpPr>
            <a:spLocks xmlns:a="http://schemas.openxmlformats.org/drawingml/2006/main" noGrp="1"/>
          </p:cNvSpPr>
          <p:nvPr/>
        </p:nvSpPr>
        <p:spPr>
          <a:xfrm xmlns:a="http://schemas.openxmlformats.org/drawingml/2006/main">
            <a:off x="10915650" y="1104900"/>
            <a:ext cx="7810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返回正文</a:t>
            </a:r>
          </a:p>
        </p:txBody>
      </p:sp>
      <p:sp>
        <p:nvSpPr>
          <p:cNvPr id="17" name="step-summary">
            <a:extLst xmlns:a="http://schemas.openxmlformats.org/drawingml/2006/main">
              <a:ext uri="{FF2B5EF4-FFF2-40B4-BE49-F238E27FC236}">
                <a16:creationId xmlns:a16="http://schemas.microsoft.com/office/drawing/2014/main" id="{374D49B4-FAA8-4D6B-8BFC-AF9F171354FC}"/>
              </a:ext>
            </a:extLst>
          </p:cNvPr>
          <p:cNvSpPr>
            <a:spLocks xmlns:a="http://schemas.openxmlformats.org/drawingml/2006/main" noGrp="1"/>
          </p:cNvSpPr>
          <p:nvPr/>
        </p:nvSpPr>
        <p:spPr>
          <a:xfrm xmlns:a="http://schemas.openxmlformats.org/drawingml/2006/main">
            <a:off x="495300" y="15144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04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③ 关联：O 保存步骤与效果认知，R 保留原会话和传输关联，回包时恢复原上下文。</a:t>
            </a:r>
          </a:p>
        </p:txBody>
      </p:sp>
      <p:sp>
        <p:nvSpPr>
          <p:cNvPr id="18" name="header-rule">
            <a:extLst xmlns:a="http://schemas.openxmlformats.org/drawingml/2006/main">
              <a:ext uri="{FF2B5EF4-FFF2-40B4-BE49-F238E27FC236}">
                <a16:creationId xmlns:a16="http://schemas.microsoft.com/office/drawing/2014/main" id="{B452D314-5FC4-40AA-8A78-DDD82B9AE829}"/>
              </a:ext>
            </a:extLst>
          </p:cNvPr>
          <p:cNvSpPr>
            <a:spLocks xmlns:a="http://schemas.openxmlformats.org/drawingml/2006/main" noGrp="1"/>
          </p:cNvSpPr>
          <p:nvPr/>
        </p:nvSpPr>
        <p:spPr>
          <a:xfrm xmlns:a="http://schemas.openxmlformats.org/drawingml/2006/main">
            <a:off x="495300" y="1924050"/>
            <a:ext cx="11201400" cy="10478"/>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9" name="relation-role-subscription">
            <a:extLst xmlns:a="http://schemas.openxmlformats.org/drawingml/2006/main">
              <a:ext uri="{FF2B5EF4-FFF2-40B4-BE49-F238E27FC236}">
                <a16:creationId xmlns:a16="http://schemas.microsoft.com/office/drawing/2014/main" id="{56469D45-E73E-4291-9413-012B0B489A17}"/>
              </a:ext>
            </a:extLst>
          </p:cNvPr>
          <p:cNvSpPr>
            <a:spLocks xmlns:a="http://schemas.openxmlformats.org/drawingml/2006/main" noGrp="1"/>
          </p:cNvSpPr>
          <p:nvPr/>
        </p:nvSpPr>
        <p:spPr>
          <a:xfrm xmlns:a="http://schemas.openxmlformats.org/drawingml/2006/main">
            <a:off x="3543300" y="24431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20" name="arrow-0">
            <a:extLst xmlns:a="http://schemas.openxmlformats.org/drawingml/2006/main">
              <a:ext uri="{FF2B5EF4-FFF2-40B4-BE49-F238E27FC236}">
                <a16:creationId xmlns:a16="http://schemas.microsoft.com/office/drawing/2014/main" id="{6A0138F2-F8C6-4ADB-90F3-A6CE07BA7CBB}"/>
              </a:ext>
            </a:extLst>
          </p:cNvPr>
          <p:cNvSpPr>
            <a:spLocks xmlns:a="http://schemas.openxmlformats.org/drawingml/2006/main" noGrp="1"/>
          </p:cNvSpPr>
          <p:nvPr/>
        </p:nvSpPr>
        <p:spPr>
          <a:xfrm xmlns:a="http://schemas.openxmlformats.org/drawingml/2006/main">
            <a:off x="4505325" y="24145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21" name="relation-label-0">
            <a:extLst xmlns:a="http://schemas.openxmlformats.org/drawingml/2006/main">
              <a:ext uri="{FF2B5EF4-FFF2-40B4-BE49-F238E27FC236}">
                <a16:creationId xmlns:a16="http://schemas.microsoft.com/office/drawing/2014/main" id="{DBB22481-C817-456A-9546-A9B5668AD624}"/>
              </a:ext>
            </a:extLst>
          </p:cNvPr>
          <p:cNvSpPr>
            <a:spLocks xmlns:a="http://schemas.openxmlformats.org/drawingml/2006/main" noGrp="1"/>
          </p:cNvSpPr>
          <p:nvPr/>
        </p:nvSpPr>
        <p:spPr>
          <a:xfrm xmlns:a="http://schemas.openxmlformats.org/drawingml/2006/main">
            <a:off x="3705225" y="2238375"/>
            <a:ext cx="7048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选择</a:t>
            </a:r>
          </a:p>
        </p:txBody>
      </p:sp>
      <p:sp>
        <p:nvSpPr>
          <p:cNvPr id="22" name="relation-operation-subscription">
            <a:extLst xmlns:a="http://schemas.openxmlformats.org/drawingml/2006/main">
              <a:ext uri="{FF2B5EF4-FFF2-40B4-BE49-F238E27FC236}">
                <a16:creationId xmlns:a16="http://schemas.microsoft.com/office/drawing/2014/main" id="{C94E1D8D-71E9-43C5-8201-4185909B0A69}"/>
              </a:ext>
            </a:extLst>
          </p:cNvPr>
          <p:cNvSpPr>
            <a:spLocks xmlns:a="http://schemas.openxmlformats.org/drawingml/2006/main" noGrp="1"/>
          </p:cNvSpPr>
          <p:nvPr/>
        </p:nvSpPr>
        <p:spPr>
          <a:xfrm xmlns:a="http://schemas.openxmlformats.org/drawingml/2006/main">
            <a:off x="7620000" y="2443163"/>
            <a:ext cx="1028700" cy="9525"/>
          </a:xfrm>
          <a:custGeom xmlns:a="http://schemas.openxmlformats.org/drawingml/2006/main">
            <a:pathLst>
              <a:path w="1028700" h="9525">
                <a:moveTo>
                  <a:pt x="1028700" y="4763"/>
                </a:moveTo>
                <a:lnTo>
                  <a:pt x="0" y="4763"/>
                </a:lnTo>
              </a:path>
            </a:pathLst>
          </a:custGeom>
          <a:noFill xmlns:a="http://schemas.openxmlformats.org/drawingml/2006/main"/>
          <a:ln xmlns:a="http://schemas.openxmlformats.org/drawingml/2006/main" w="11430">
            <a:solidFill>
              <a:srgbClr val="ABBBCB"/>
            </a:solidFill>
            <a:prstDash val="solid"/>
          </a:ln>
        </p:spPr>
      </p:sp>
      <p:sp>
        <p:nvSpPr>
          <p:cNvPr id="23" name="arrow-1">
            <a:extLst xmlns:a="http://schemas.openxmlformats.org/drawingml/2006/main">
              <a:ext uri="{FF2B5EF4-FFF2-40B4-BE49-F238E27FC236}">
                <a16:creationId xmlns:a16="http://schemas.microsoft.com/office/drawing/2014/main" id="{4B7CF0C1-C3A5-4216-B17A-371E84B382FB}"/>
              </a:ext>
            </a:extLst>
          </p:cNvPr>
          <p:cNvSpPr>
            <a:spLocks xmlns:a="http://schemas.openxmlformats.org/drawingml/2006/main" noGrp="1"/>
          </p:cNvSpPr>
          <p:nvPr/>
        </p:nvSpPr>
        <p:spPr>
          <a:xfrm xmlns:a="http://schemas.openxmlformats.org/drawingml/2006/main">
            <a:off x="76200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24" name="relation-label-1">
            <a:extLst xmlns:a="http://schemas.openxmlformats.org/drawingml/2006/main">
              <a:ext uri="{FF2B5EF4-FFF2-40B4-BE49-F238E27FC236}">
                <a16:creationId xmlns:a16="http://schemas.microsoft.com/office/drawing/2014/main" id="{DB728881-A4AE-4F2D-A524-C03AACD84581}"/>
              </a:ext>
            </a:extLst>
          </p:cNvPr>
          <p:cNvSpPr>
            <a:spLocks xmlns:a="http://schemas.openxmlformats.org/drawingml/2006/main" noGrp="1"/>
          </p:cNvSpPr>
          <p:nvPr/>
        </p:nvSpPr>
        <p:spPr>
          <a:xfrm xmlns:a="http://schemas.openxmlformats.org/drawingml/2006/main">
            <a:off x="7772400" y="2238375"/>
            <a:ext cx="7239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目标</a:t>
            </a:r>
          </a:p>
        </p:txBody>
      </p:sp>
      <p:sp>
        <p:nvSpPr>
          <p:cNvPr id="25" name="relation-subscription-binding">
            <a:extLst xmlns:a="http://schemas.openxmlformats.org/drawingml/2006/main">
              <a:ext uri="{FF2B5EF4-FFF2-40B4-BE49-F238E27FC236}">
                <a16:creationId xmlns:a16="http://schemas.microsoft.com/office/drawing/2014/main" id="{1BB827E9-26E4-4931-A652-2A96654197BB}"/>
              </a:ext>
            </a:extLst>
          </p:cNvPr>
          <p:cNvSpPr>
            <a:spLocks xmlns:a="http://schemas.openxmlformats.org/drawingml/2006/main" noGrp="1"/>
          </p:cNvSpPr>
          <p:nvPr/>
        </p:nvSpPr>
        <p:spPr>
          <a:xfrm xmlns:a="http://schemas.openxmlformats.org/drawingml/2006/main">
            <a:off x="60912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26" name="arrow-2">
            <a:extLst xmlns:a="http://schemas.openxmlformats.org/drawingml/2006/main">
              <a:ext uri="{FF2B5EF4-FFF2-40B4-BE49-F238E27FC236}">
                <a16:creationId xmlns:a16="http://schemas.microsoft.com/office/drawing/2014/main" id="{4B6D14A4-D93D-494A-B50D-30CDBA7C1EBB}"/>
              </a:ext>
            </a:extLst>
          </p:cNvPr>
          <p:cNvSpPr>
            <a:spLocks xmlns:a="http://schemas.openxmlformats.org/drawingml/2006/main" noGrp="1"/>
          </p:cNvSpPr>
          <p:nvPr/>
        </p:nvSpPr>
        <p:spPr>
          <a:xfrm xmlns:a="http://schemas.openxmlformats.org/drawingml/2006/main">
            <a:off x="60626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27" name="relation-label-2">
            <a:extLst xmlns:a="http://schemas.openxmlformats.org/drawingml/2006/main">
              <a:ext uri="{FF2B5EF4-FFF2-40B4-BE49-F238E27FC236}">
                <a16:creationId xmlns:a16="http://schemas.microsoft.com/office/drawing/2014/main" id="{2A1B2360-08C9-43DA-AB05-3B5D654B9BAE}"/>
              </a:ext>
            </a:extLst>
          </p:cNvPr>
          <p:cNvSpPr>
            <a:spLocks xmlns:a="http://schemas.openxmlformats.org/drawingml/2006/main" noGrp="1"/>
          </p:cNvSpPr>
          <p:nvPr/>
        </p:nvSpPr>
        <p:spPr>
          <a:xfrm xmlns:a="http://schemas.openxmlformats.org/drawingml/2006/main">
            <a:off x="6181725" y="28956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当前绑定</a:t>
            </a:r>
          </a:p>
        </p:txBody>
      </p:sp>
      <p:sp>
        <p:nvSpPr>
          <p:cNvPr id="28" name="relation-euicc-profile">
            <a:extLst xmlns:a="http://schemas.openxmlformats.org/drawingml/2006/main">
              <a:ext uri="{FF2B5EF4-FFF2-40B4-BE49-F238E27FC236}">
                <a16:creationId xmlns:a16="http://schemas.microsoft.com/office/drawing/2014/main" id="{B2673116-19FD-43C5-8FE0-214D5A839FB7}"/>
              </a:ext>
            </a:extLst>
          </p:cNvPr>
          <p:cNvSpPr>
            <a:spLocks xmlns:a="http://schemas.openxmlformats.org/drawingml/2006/main" noGrp="1"/>
          </p:cNvSpPr>
          <p:nvPr/>
        </p:nvSpPr>
        <p:spPr>
          <a:xfrm xmlns:a="http://schemas.openxmlformats.org/drawingml/2006/main">
            <a:off x="20145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29" name="arrow-3">
            <a:extLst xmlns:a="http://schemas.openxmlformats.org/drawingml/2006/main">
              <a:ext uri="{FF2B5EF4-FFF2-40B4-BE49-F238E27FC236}">
                <a16:creationId xmlns:a16="http://schemas.microsoft.com/office/drawing/2014/main" id="{293D94C8-BC2C-4D25-8564-E100253CD192}"/>
              </a:ext>
            </a:extLst>
          </p:cNvPr>
          <p:cNvSpPr>
            <a:spLocks xmlns:a="http://schemas.openxmlformats.org/drawingml/2006/main" noGrp="1"/>
          </p:cNvSpPr>
          <p:nvPr/>
        </p:nvSpPr>
        <p:spPr>
          <a:xfrm xmlns:a="http://schemas.openxmlformats.org/drawingml/2006/main">
            <a:off x="19859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0" name="relation-label-3">
            <a:extLst xmlns:a="http://schemas.openxmlformats.org/drawingml/2006/main">
              <a:ext uri="{FF2B5EF4-FFF2-40B4-BE49-F238E27FC236}">
                <a16:creationId xmlns:a16="http://schemas.microsoft.com/office/drawing/2014/main" id="{5F63FADB-6A6C-44C2-8A9C-289801EC715A}"/>
              </a:ext>
            </a:extLst>
          </p:cNvPr>
          <p:cNvSpPr>
            <a:spLocks xmlns:a="http://schemas.openxmlformats.org/drawingml/2006/main" noGrp="1"/>
          </p:cNvSpPr>
          <p:nvPr/>
        </p:nvSpPr>
        <p:spPr>
          <a:xfrm xmlns:a="http://schemas.openxmlformats.org/drawingml/2006/main">
            <a:off x="2124075" y="3962400"/>
            <a:ext cx="8763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容纳配置</a:t>
            </a:r>
          </a:p>
        </p:txBody>
      </p:sp>
      <p:sp>
        <p:nvSpPr>
          <p:cNvPr id="31" name="relation-profile-port">
            <a:extLst xmlns:a="http://schemas.openxmlformats.org/drawingml/2006/main">
              <a:ext uri="{FF2B5EF4-FFF2-40B4-BE49-F238E27FC236}">
                <a16:creationId xmlns:a16="http://schemas.microsoft.com/office/drawing/2014/main" id="{F4DD2B44-930E-43E8-8936-5D7E72016016}"/>
              </a:ext>
            </a:extLst>
          </p:cNvPr>
          <p:cNvSpPr>
            <a:spLocks xmlns:a="http://schemas.openxmlformats.org/drawingml/2006/main" noGrp="1"/>
          </p:cNvSpPr>
          <p:nvPr/>
        </p:nvSpPr>
        <p:spPr>
          <a:xfrm xmlns:a="http://schemas.openxmlformats.org/drawingml/2006/main">
            <a:off x="20145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32" name="arrow-4">
            <a:extLst xmlns:a="http://schemas.openxmlformats.org/drawingml/2006/main">
              <a:ext uri="{FF2B5EF4-FFF2-40B4-BE49-F238E27FC236}">
                <a16:creationId xmlns:a16="http://schemas.microsoft.com/office/drawing/2014/main" id="{3D896D1F-48AB-48BE-B230-60DAD7F4AB50}"/>
              </a:ext>
            </a:extLst>
          </p:cNvPr>
          <p:cNvSpPr>
            <a:spLocks xmlns:a="http://schemas.openxmlformats.org/drawingml/2006/main" noGrp="1"/>
          </p:cNvSpPr>
          <p:nvPr/>
        </p:nvSpPr>
        <p:spPr>
          <a:xfrm xmlns:a="http://schemas.openxmlformats.org/drawingml/2006/main">
            <a:off x="19859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3" name="relation-label-4">
            <a:extLst xmlns:a="http://schemas.openxmlformats.org/drawingml/2006/main">
              <a:ext uri="{FF2B5EF4-FFF2-40B4-BE49-F238E27FC236}">
                <a16:creationId xmlns:a16="http://schemas.microsoft.com/office/drawing/2014/main" id="{2AFED4E3-91F8-4DA0-9DFE-EFB3DA6A6049}"/>
              </a:ext>
            </a:extLst>
          </p:cNvPr>
          <p:cNvSpPr>
            <a:spLocks xmlns:a="http://schemas.openxmlformats.org/drawingml/2006/main" noGrp="1"/>
          </p:cNvSpPr>
          <p:nvPr/>
        </p:nvSpPr>
        <p:spPr>
          <a:xfrm xmlns:a="http://schemas.openxmlformats.org/drawingml/2006/main">
            <a:off x="2124075" y="50292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使能于</a:t>
            </a:r>
          </a:p>
        </p:txBody>
      </p:sp>
      <p:sp>
        <p:nvSpPr>
          <p:cNvPr id="34" name="relation-port-slot">
            <a:extLst xmlns:a="http://schemas.openxmlformats.org/drawingml/2006/main">
              <a:ext uri="{FF2B5EF4-FFF2-40B4-BE49-F238E27FC236}">
                <a16:creationId xmlns:a16="http://schemas.microsoft.com/office/drawing/2014/main" id="{183A2E06-899D-4055-81FB-D4B5ADAF9085}"/>
              </a:ext>
            </a:extLst>
          </p:cNvPr>
          <p:cNvSpPr>
            <a:spLocks xmlns:a="http://schemas.openxmlformats.org/drawingml/2006/main" noGrp="1"/>
          </p:cNvSpPr>
          <p:nvPr/>
        </p:nvSpPr>
        <p:spPr>
          <a:xfrm xmlns:a="http://schemas.openxmlformats.org/drawingml/2006/main">
            <a:off x="3543300" y="56435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35" name="arrow-5">
            <a:extLst xmlns:a="http://schemas.openxmlformats.org/drawingml/2006/main">
              <a:ext uri="{FF2B5EF4-FFF2-40B4-BE49-F238E27FC236}">
                <a16:creationId xmlns:a16="http://schemas.microsoft.com/office/drawing/2014/main" id="{4483184E-DAE0-4F79-BEBC-05D9FDACDB4B}"/>
              </a:ext>
            </a:extLst>
          </p:cNvPr>
          <p:cNvSpPr>
            <a:spLocks xmlns:a="http://schemas.openxmlformats.org/drawingml/2006/main" noGrp="1"/>
          </p:cNvSpPr>
          <p:nvPr/>
        </p:nvSpPr>
        <p:spPr>
          <a:xfrm xmlns:a="http://schemas.openxmlformats.org/drawingml/2006/main">
            <a:off x="4505325" y="56149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36" name="relation-label-5">
            <a:extLst xmlns:a="http://schemas.openxmlformats.org/drawingml/2006/main">
              <a:ext uri="{FF2B5EF4-FFF2-40B4-BE49-F238E27FC236}">
                <a16:creationId xmlns:a16="http://schemas.microsoft.com/office/drawing/2014/main" id="{2631F0F5-75E4-49E9-931D-8AC78F66E908}"/>
              </a:ext>
            </a:extLst>
          </p:cNvPr>
          <p:cNvSpPr>
            <a:spLocks xmlns:a="http://schemas.openxmlformats.org/drawingml/2006/main" noGrp="1"/>
          </p:cNvSpPr>
          <p:nvPr/>
        </p:nvSpPr>
        <p:spPr>
          <a:xfrm xmlns:a="http://schemas.openxmlformats.org/drawingml/2006/main">
            <a:off x="3657600" y="54387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映射到</a:t>
            </a:r>
          </a:p>
        </p:txBody>
      </p:sp>
      <p:sp>
        <p:nvSpPr>
          <p:cNvPr id="37" name="relation-binding-session">
            <a:extLst xmlns:a="http://schemas.openxmlformats.org/drawingml/2006/main">
              <a:ext uri="{FF2B5EF4-FFF2-40B4-BE49-F238E27FC236}">
                <a16:creationId xmlns:a16="http://schemas.microsoft.com/office/drawing/2014/main" id="{BF0496DD-7CB8-4A77-9255-75EF7FC762A8}"/>
              </a:ext>
            </a:extLst>
          </p:cNvPr>
          <p:cNvSpPr>
            <a:spLocks xmlns:a="http://schemas.openxmlformats.org/drawingml/2006/main" noGrp="1"/>
          </p:cNvSpPr>
          <p:nvPr/>
        </p:nvSpPr>
        <p:spPr>
          <a:xfrm xmlns:a="http://schemas.openxmlformats.org/drawingml/2006/main">
            <a:off x="60912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38" name="arrow-6">
            <a:extLst xmlns:a="http://schemas.openxmlformats.org/drawingml/2006/main">
              <a:ext uri="{FF2B5EF4-FFF2-40B4-BE49-F238E27FC236}">
                <a16:creationId xmlns:a16="http://schemas.microsoft.com/office/drawing/2014/main" id="{093FAC3F-346D-480F-8050-116D2EA7C39A}"/>
              </a:ext>
            </a:extLst>
          </p:cNvPr>
          <p:cNvSpPr>
            <a:spLocks xmlns:a="http://schemas.openxmlformats.org/drawingml/2006/main" noGrp="1"/>
          </p:cNvSpPr>
          <p:nvPr/>
        </p:nvSpPr>
        <p:spPr>
          <a:xfrm xmlns:a="http://schemas.openxmlformats.org/drawingml/2006/main">
            <a:off x="60626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39" name="relation-label-6">
            <a:extLst xmlns:a="http://schemas.openxmlformats.org/drawingml/2006/main">
              <a:ext uri="{FF2B5EF4-FFF2-40B4-BE49-F238E27FC236}">
                <a16:creationId xmlns:a16="http://schemas.microsoft.com/office/drawing/2014/main" id="{1DB0FBFC-A5D6-4768-A06D-492143DA3656}"/>
              </a:ext>
            </a:extLst>
          </p:cNvPr>
          <p:cNvSpPr>
            <a:spLocks xmlns:a="http://schemas.openxmlformats.org/drawingml/2006/main" noGrp="1"/>
          </p:cNvSpPr>
          <p:nvPr/>
        </p:nvSpPr>
        <p:spPr>
          <a:xfrm xmlns:a="http://schemas.openxmlformats.org/drawingml/2006/main">
            <a:off x="6181725" y="39624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当前应用</a:t>
            </a:r>
          </a:p>
        </p:txBody>
      </p:sp>
      <p:sp>
        <p:nvSpPr>
          <p:cNvPr id="40" name="relation-profile-session">
            <a:extLst xmlns:a="http://schemas.openxmlformats.org/drawingml/2006/main">
              <a:ext uri="{FF2B5EF4-FFF2-40B4-BE49-F238E27FC236}">
                <a16:creationId xmlns:a16="http://schemas.microsoft.com/office/drawing/2014/main" id="{83D6752A-FD70-4436-B45A-F7B040E3C5AB}"/>
              </a:ext>
            </a:extLst>
          </p:cNvPr>
          <p:cNvSpPr>
            <a:spLocks xmlns:a="http://schemas.openxmlformats.org/drawingml/2006/main" noGrp="1"/>
          </p:cNvSpPr>
          <p:nvPr/>
        </p:nvSpPr>
        <p:spPr>
          <a:xfrm xmlns:a="http://schemas.openxmlformats.org/drawingml/2006/main">
            <a:off x="3543300" y="45767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41" name="arrow-7">
            <a:extLst xmlns:a="http://schemas.openxmlformats.org/drawingml/2006/main">
              <a:ext uri="{FF2B5EF4-FFF2-40B4-BE49-F238E27FC236}">
                <a16:creationId xmlns:a16="http://schemas.microsoft.com/office/drawing/2014/main" id="{86E530E1-CFB3-4EE3-8017-87BF0697267C}"/>
              </a:ext>
            </a:extLst>
          </p:cNvPr>
          <p:cNvSpPr>
            <a:spLocks xmlns:a="http://schemas.openxmlformats.org/drawingml/2006/main" noGrp="1"/>
          </p:cNvSpPr>
          <p:nvPr/>
        </p:nvSpPr>
        <p:spPr>
          <a:xfrm xmlns:a="http://schemas.openxmlformats.org/drawingml/2006/main">
            <a:off x="4505325" y="45481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42" name="relation-label-7">
            <a:extLst xmlns:a="http://schemas.openxmlformats.org/drawingml/2006/main">
              <a:ext uri="{FF2B5EF4-FFF2-40B4-BE49-F238E27FC236}">
                <a16:creationId xmlns:a16="http://schemas.microsoft.com/office/drawing/2014/main" id="{D2996209-D77D-4262-9B1D-4D4E064C88A5}"/>
              </a:ext>
            </a:extLst>
          </p:cNvPr>
          <p:cNvSpPr>
            <a:spLocks xmlns:a="http://schemas.openxmlformats.org/drawingml/2006/main" noGrp="1"/>
          </p:cNvSpPr>
          <p:nvPr/>
        </p:nvSpPr>
        <p:spPr>
          <a:xfrm xmlns:a="http://schemas.openxmlformats.org/drawingml/2006/main">
            <a:off x="3657600" y="43719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卡应用</a:t>
            </a:r>
          </a:p>
        </p:txBody>
      </p:sp>
      <p:sp>
        <p:nvSpPr>
          <p:cNvPr id="43" name="relation-session-slot">
            <a:extLst xmlns:a="http://schemas.openxmlformats.org/drawingml/2006/main">
              <a:ext uri="{FF2B5EF4-FFF2-40B4-BE49-F238E27FC236}">
                <a16:creationId xmlns:a16="http://schemas.microsoft.com/office/drawing/2014/main" id="{D09C0202-8406-4C72-8CEE-5BB40CCDD537}"/>
              </a:ext>
            </a:extLst>
          </p:cNvPr>
          <p:cNvSpPr>
            <a:spLocks xmlns:a="http://schemas.openxmlformats.org/drawingml/2006/main" noGrp="1"/>
          </p:cNvSpPr>
          <p:nvPr/>
        </p:nvSpPr>
        <p:spPr>
          <a:xfrm xmlns:a="http://schemas.openxmlformats.org/drawingml/2006/main">
            <a:off x="60912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44" name="arrow-8">
            <a:extLst xmlns:a="http://schemas.openxmlformats.org/drawingml/2006/main">
              <a:ext uri="{FF2B5EF4-FFF2-40B4-BE49-F238E27FC236}">
                <a16:creationId xmlns:a16="http://schemas.microsoft.com/office/drawing/2014/main" id="{88D9F877-2D4C-4ADA-AB5D-23CAE75B2AEC}"/>
              </a:ext>
            </a:extLst>
          </p:cNvPr>
          <p:cNvSpPr>
            <a:spLocks xmlns:a="http://schemas.openxmlformats.org/drawingml/2006/main" noGrp="1"/>
          </p:cNvSpPr>
          <p:nvPr/>
        </p:nvSpPr>
        <p:spPr>
          <a:xfrm xmlns:a="http://schemas.openxmlformats.org/drawingml/2006/main">
            <a:off x="60626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45" name="relation-label-8">
            <a:extLst xmlns:a="http://schemas.openxmlformats.org/drawingml/2006/main">
              <a:ext uri="{FF2B5EF4-FFF2-40B4-BE49-F238E27FC236}">
                <a16:creationId xmlns:a16="http://schemas.microsoft.com/office/drawing/2014/main" id="{A9935B7B-5729-4C4D-98F0-5922FFF278AB}"/>
              </a:ext>
            </a:extLst>
          </p:cNvPr>
          <p:cNvSpPr>
            <a:spLocks xmlns:a="http://schemas.openxmlformats.org/drawingml/2006/main" noGrp="1"/>
          </p:cNvSpPr>
          <p:nvPr/>
        </p:nvSpPr>
        <p:spPr>
          <a:xfrm xmlns:a="http://schemas.openxmlformats.org/drawingml/2006/main">
            <a:off x="6181725" y="5029200"/>
            <a:ext cx="7620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路由</a:t>
            </a:r>
          </a:p>
        </p:txBody>
      </p:sp>
      <p:sp>
        <p:nvSpPr>
          <p:cNvPr id="46" name="relation-operation-request">
            <a:extLst xmlns:a="http://schemas.openxmlformats.org/drawingml/2006/main">
              <a:ext uri="{FF2B5EF4-FFF2-40B4-BE49-F238E27FC236}">
                <a16:creationId xmlns:a16="http://schemas.microsoft.com/office/drawing/2014/main" id="{1125B6BB-A371-4808-A6D1-65981730F073}"/>
              </a:ext>
            </a:extLst>
          </p:cNvPr>
          <p:cNvSpPr>
            <a:spLocks xmlns:a="http://schemas.openxmlformats.org/drawingml/2006/main" noGrp="1"/>
          </p:cNvSpPr>
          <p:nvPr/>
        </p:nvSpPr>
        <p:spPr>
          <a:xfrm xmlns:a="http://schemas.openxmlformats.org/drawingml/2006/main">
            <a:off x="101679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47" name="arrow-9">
            <a:extLst xmlns:a="http://schemas.openxmlformats.org/drawingml/2006/main">
              <a:ext uri="{FF2B5EF4-FFF2-40B4-BE49-F238E27FC236}">
                <a16:creationId xmlns:a16="http://schemas.microsoft.com/office/drawing/2014/main" id="{CBE3FDCB-1982-4397-8537-571DDE653EB2}"/>
              </a:ext>
            </a:extLst>
          </p:cNvPr>
          <p:cNvSpPr>
            <a:spLocks xmlns:a="http://schemas.openxmlformats.org/drawingml/2006/main" noGrp="1"/>
          </p:cNvSpPr>
          <p:nvPr/>
        </p:nvSpPr>
        <p:spPr>
          <a:xfrm xmlns:a="http://schemas.openxmlformats.org/drawingml/2006/main">
            <a:off x="101393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48" name="relation-label-9">
            <a:extLst xmlns:a="http://schemas.openxmlformats.org/drawingml/2006/main">
              <a:ext uri="{FF2B5EF4-FFF2-40B4-BE49-F238E27FC236}">
                <a16:creationId xmlns:a16="http://schemas.microsoft.com/office/drawing/2014/main" id="{6A879E77-5BF3-498E-819B-9B47D2E77651}"/>
              </a:ext>
            </a:extLst>
          </p:cNvPr>
          <p:cNvSpPr>
            <a:spLocks xmlns:a="http://schemas.openxmlformats.org/drawingml/2006/main" noGrp="1"/>
          </p:cNvSpPr>
          <p:nvPr/>
        </p:nvSpPr>
        <p:spPr>
          <a:xfrm xmlns:a="http://schemas.openxmlformats.org/drawingml/2006/main">
            <a:off x="10258425" y="2895600"/>
            <a:ext cx="10668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步骤关联</a:t>
            </a:r>
          </a:p>
        </p:txBody>
      </p:sp>
      <p:sp>
        <p:nvSpPr>
          <p:cNvPr id="49" name="relation-request-session">
            <a:extLst xmlns:a="http://schemas.openxmlformats.org/drawingml/2006/main">
              <a:ext uri="{FF2B5EF4-FFF2-40B4-BE49-F238E27FC236}">
                <a16:creationId xmlns:a16="http://schemas.microsoft.com/office/drawing/2014/main" id="{45B3AB4C-A37F-4873-BE23-CE9B7703FFE9}"/>
              </a:ext>
            </a:extLst>
          </p:cNvPr>
          <p:cNvSpPr>
            <a:spLocks xmlns:a="http://schemas.openxmlformats.org/drawingml/2006/main" noGrp="1"/>
          </p:cNvSpPr>
          <p:nvPr/>
        </p:nvSpPr>
        <p:spPr>
          <a:xfrm xmlns:a="http://schemas.openxmlformats.org/drawingml/2006/main">
            <a:off x="7620000" y="3514725"/>
            <a:ext cx="1028700" cy="1066800"/>
          </a:xfrm>
          <a:custGeom xmlns:a="http://schemas.openxmlformats.org/drawingml/2006/main">
            <a:pathLst>
              <a:path w="1028700" h="1066800">
                <a:moveTo>
                  <a:pt x="1028700" y="0"/>
                </a:moveTo>
                <a:lnTo>
                  <a:pt x="438150" y="0"/>
                </a:lnTo>
                <a:lnTo>
                  <a:pt x="438150" y="1066800"/>
                </a:lnTo>
                <a:lnTo>
                  <a:pt x="0" y="1066800"/>
                </a:lnTo>
              </a:path>
            </a:pathLst>
          </a:custGeom>
          <a:noFill xmlns:a="http://schemas.openxmlformats.org/drawingml/2006/main"/>
          <a:ln xmlns:a="http://schemas.openxmlformats.org/drawingml/2006/main" w="17145">
            <a:solidFill>
              <a:srgbClr val="246AB8"/>
            </a:solidFill>
            <a:prstDash val="solid"/>
          </a:ln>
        </p:spPr>
      </p:sp>
      <p:sp>
        <p:nvSpPr>
          <p:cNvPr id="50" name="arrow-10">
            <a:extLst xmlns:a="http://schemas.openxmlformats.org/drawingml/2006/main">
              <a:ext uri="{FF2B5EF4-FFF2-40B4-BE49-F238E27FC236}">
                <a16:creationId xmlns:a16="http://schemas.microsoft.com/office/drawing/2014/main" id="{15646184-FE75-4488-B359-BC095AF1E992}"/>
              </a:ext>
            </a:extLst>
          </p:cNvPr>
          <p:cNvSpPr>
            <a:spLocks xmlns:a="http://schemas.openxmlformats.org/drawingml/2006/main" noGrp="1"/>
          </p:cNvSpPr>
          <p:nvPr/>
        </p:nvSpPr>
        <p:spPr>
          <a:xfrm xmlns:a="http://schemas.openxmlformats.org/drawingml/2006/main">
            <a:off x="7620000" y="45481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246AB8"/>
            </a:solidFill>
            <a:prstDash val="solid"/>
          </a:ln>
        </p:spPr>
      </p:sp>
      <p:sp>
        <p:nvSpPr>
          <p:cNvPr id="51" name="relation-label-10">
            <a:extLst xmlns:a="http://schemas.openxmlformats.org/drawingml/2006/main">
              <a:ext uri="{FF2B5EF4-FFF2-40B4-BE49-F238E27FC236}">
                <a16:creationId xmlns:a16="http://schemas.microsoft.com/office/drawing/2014/main" id="{6101CDE7-937C-450B-8336-E127EFB1BDE3}"/>
              </a:ext>
            </a:extLst>
          </p:cNvPr>
          <p:cNvSpPr>
            <a:spLocks xmlns:a="http://schemas.openxmlformats.org/drawingml/2006/main" noGrp="1"/>
          </p:cNvSpPr>
          <p:nvPr/>
        </p:nvSpPr>
        <p:spPr>
          <a:xfrm xmlns:a="http://schemas.openxmlformats.org/drawingml/2006/main">
            <a:off x="7734300" y="3886200"/>
            <a:ext cx="6667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原会话</a:t>
            </a:r>
          </a:p>
        </p:txBody>
      </p:sp>
      <p:sp>
        <p:nvSpPr>
          <p:cNvPr id="52" name="relation-subscription-store">
            <a:extLst xmlns:a="http://schemas.openxmlformats.org/drawingml/2006/main">
              <a:ext uri="{FF2B5EF4-FFF2-40B4-BE49-F238E27FC236}">
                <a16:creationId xmlns:a16="http://schemas.microsoft.com/office/drawing/2014/main" id="{C5E2056B-5B7B-4B5A-9AC9-622D623BD3A8}"/>
              </a:ext>
            </a:extLst>
          </p:cNvPr>
          <p:cNvSpPr>
            <a:spLocks xmlns:a="http://schemas.openxmlformats.org/drawingml/2006/main" noGrp="1"/>
          </p:cNvSpPr>
          <p:nvPr/>
        </p:nvSpPr>
        <p:spPr>
          <a:xfrm xmlns:a="http://schemas.openxmlformats.org/drawingml/2006/main">
            <a:off x="7620000" y="2447925"/>
            <a:ext cx="2552700" cy="1685925"/>
          </a:xfrm>
          <a:custGeom xmlns:a="http://schemas.openxmlformats.org/drawingml/2006/main">
            <a:pathLst>
              <a:path w="2552700" h="1685925">
                <a:moveTo>
                  <a:pt x="0" y="0"/>
                </a:moveTo>
                <a:lnTo>
                  <a:pt x="800100" y="0"/>
                </a:lnTo>
                <a:lnTo>
                  <a:pt x="800100" y="1590675"/>
                </a:lnTo>
                <a:lnTo>
                  <a:pt x="2552700" y="1590675"/>
                </a:lnTo>
                <a:lnTo>
                  <a:pt x="2552700" y="1685925"/>
                </a:lnTo>
              </a:path>
            </a:pathLst>
          </a:custGeom>
          <a:noFill xmlns:a="http://schemas.openxmlformats.org/drawingml/2006/main"/>
          <a:ln xmlns:a="http://schemas.openxmlformats.org/drawingml/2006/main" w="11430">
            <a:solidFill>
              <a:srgbClr val="ABBBCB"/>
            </a:solidFill>
            <a:prstDash val="solid"/>
          </a:ln>
        </p:spPr>
      </p:sp>
      <p:sp>
        <p:nvSpPr>
          <p:cNvPr id="53" name="arrow-11">
            <a:extLst xmlns:a="http://schemas.openxmlformats.org/drawingml/2006/main">
              <a:ext uri="{FF2B5EF4-FFF2-40B4-BE49-F238E27FC236}">
                <a16:creationId xmlns:a16="http://schemas.microsoft.com/office/drawing/2014/main" id="{30C0C0DE-DE7E-4F3E-9FBE-D85814A85854}"/>
              </a:ext>
            </a:extLst>
          </p:cNvPr>
          <p:cNvSpPr>
            <a:spLocks xmlns:a="http://schemas.openxmlformats.org/drawingml/2006/main" noGrp="1"/>
          </p:cNvSpPr>
          <p:nvPr/>
        </p:nvSpPr>
        <p:spPr>
          <a:xfrm xmlns:a="http://schemas.openxmlformats.org/drawingml/2006/main">
            <a:off x="101393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54" name="relation-label-11">
            <a:extLst xmlns:a="http://schemas.openxmlformats.org/drawingml/2006/main">
              <a:ext uri="{FF2B5EF4-FFF2-40B4-BE49-F238E27FC236}">
                <a16:creationId xmlns:a16="http://schemas.microsoft.com/office/drawing/2014/main" id="{CE1F8BEC-90B8-44A0-9262-E90429C19643}"/>
              </a:ext>
            </a:extLst>
          </p:cNvPr>
          <p:cNvSpPr>
            <a:spLocks xmlns:a="http://schemas.openxmlformats.org/drawingml/2006/main" noGrp="1"/>
          </p:cNvSpPr>
          <p:nvPr/>
        </p:nvSpPr>
        <p:spPr>
          <a:xfrm xmlns:a="http://schemas.openxmlformats.org/drawingml/2006/main">
            <a:off x="7696200" y="2895600"/>
            <a:ext cx="9715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账户字段存取</a:t>
            </a:r>
          </a:p>
        </p:txBody>
      </p:sp>
      <p:sp>
        <p:nvSpPr>
          <p:cNvPr id="55" name="relation-compat-operation">
            <a:extLst xmlns:a="http://schemas.openxmlformats.org/drawingml/2006/main">
              <a:ext uri="{FF2B5EF4-FFF2-40B4-BE49-F238E27FC236}">
                <a16:creationId xmlns:a16="http://schemas.microsoft.com/office/drawing/2014/main" id="{B414896D-4AD8-443B-950D-62477108CAA7}"/>
              </a:ext>
            </a:extLst>
          </p:cNvPr>
          <p:cNvSpPr>
            <a:spLocks xmlns:a="http://schemas.openxmlformats.org/drawingml/2006/main" noGrp="1"/>
          </p:cNvSpPr>
          <p:nvPr/>
        </p:nvSpPr>
        <p:spPr>
          <a:xfrm xmlns:a="http://schemas.openxmlformats.org/drawingml/2006/main">
            <a:off x="11696700" y="2447925"/>
            <a:ext cx="171450" cy="3200400"/>
          </a:xfrm>
          <a:custGeom xmlns:a="http://schemas.openxmlformats.org/drawingml/2006/main">
            <a:pathLst>
              <a:path w="171450" h="3200400">
                <a:moveTo>
                  <a:pt x="0" y="3200400"/>
                </a:moveTo>
                <a:lnTo>
                  <a:pt x="171450" y="3200400"/>
                </a:lnTo>
                <a:lnTo>
                  <a:pt x="171450" y="0"/>
                </a:lnTo>
                <a:lnTo>
                  <a:pt x="0" y="0"/>
                </a:lnTo>
              </a:path>
            </a:pathLst>
          </a:custGeom>
          <a:noFill xmlns:a="http://schemas.openxmlformats.org/drawingml/2006/main"/>
          <a:ln xmlns:a="http://schemas.openxmlformats.org/drawingml/2006/main" w="11430">
            <a:solidFill>
              <a:srgbClr val="ABBBCB"/>
            </a:solidFill>
            <a:prstDash val="dash"/>
          </a:ln>
        </p:spPr>
      </p:sp>
      <p:sp>
        <p:nvSpPr>
          <p:cNvPr id="56" name="arrow-12">
            <a:extLst xmlns:a="http://schemas.openxmlformats.org/drawingml/2006/main">
              <a:ext uri="{FF2B5EF4-FFF2-40B4-BE49-F238E27FC236}">
                <a16:creationId xmlns:a16="http://schemas.microsoft.com/office/drawing/2014/main" id="{02D9E3C9-4CFE-4FDB-B105-A49C014C6285}"/>
              </a:ext>
            </a:extLst>
          </p:cNvPr>
          <p:cNvSpPr>
            <a:spLocks xmlns:a="http://schemas.openxmlformats.org/drawingml/2006/main" noGrp="1"/>
          </p:cNvSpPr>
          <p:nvPr/>
        </p:nvSpPr>
        <p:spPr>
          <a:xfrm xmlns:a="http://schemas.openxmlformats.org/drawingml/2006/main">
            <a:off x="116967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7" name="back-arrow-12">
            <a:extLst xmlns:a="http://schemas.openxmlformats.org/drawingml/2006/main">
              <a:ext uri="{FF2B5EF4-FFF2-40B4-BE49-F238E27FC236}">
                <a16:creationId xmlns:a16="http://schemas.microsoft.com/office/drawing/2014/main" id="{A7CDBB2C-1A06-42AF-B2BD-2F5ABF4E4D10}"/>
              </a:ext>
            </a:extLst>
          </p:cNvPr>
          <p:cNvSpPr>
            <a:spLocks xmlns:a="http://schemas.openxmlformats.org/drawingml/2006/main" noGrp="1"/>
          </p:cNvSpPr>
          <p:nvPr/>
        </p:nvSpPr>
        <p:spPr>
          <a:xfrm xmlns:a="http://schemas.openxmlformats.org/drawingml/2006/main">
            <a:off x="11696700" y="56149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8" name="relation-label-12">
            <a:extLst xmlns:a="http://schemas.openxmlformats.org/drawingml/2006/main">
              <a:ext uri="{FF2B5EF4-FFF2-40B4-BE49-F238E27FC236}">
                <a16:creationId xmlns:a16="http://schemas.microsoft.com/office/drawing/2014/main" id="{8383BDC2-D267-4632-BE8A-B9696AB7C396}"/>
              </a:ext>
            </a:extLst>
          </p:cNvPr>
          <p:cNvSpPr>
            <a:spLocks xmlns:a="http://schemas.openxmlformats.org/drawingml/2006/main" noGrp="1"/>
          </p:cNvSpPr>
          <p:nvPr/>
        </p:nvSpPr>
        <p:spPr>
          <a:xfrm xmlns:a="http://schemas.openxmlformats.org/drawingml/2006/main">
            <a:off x="10791825" y="5029200"/>
            <a:ext cx="1076325"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受理 / 完成</a:t>
            </a:r>
          </a:p>
        </p:txBody>
      </p:sp>
      <p:sp>
        <p:nvSpPr>
          <p:cNvPr id="59" name="concept-role">
            <a:extLst xmlns:a="http://schemas.openxmlformats.org/drawingml/2006/main">
              <a:ext uri="{FF2B5EF4-FFF2-40B4-BE49-F238E27FC236}">
                <a16:creationId xmlns:a16="http://schemas.microsoft.com/office/drawing/2014/main" id="{50BC775C-2E0C-4452-A34E-8A33A5360877}"/>
              </a:ext>
            </a:extLst>
          </p:cNvPr>
          <p:cNvSpPr>
            <a:spLocks xmlns:a="http://schemas.openxmlformats.org/drawingml/2006/main" noGrp="1"/>
          </p:cNvSpPr>
          <p:nvPr/>
        </p:nvSpPr>
        <p:spPr>
          <a:xfrm xmlns:a="http://schemas.openxmlformats.org/drawingml/2006/main">
            <a:off x="4953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0" name="concept-title-role">
            <a:extLst xmlns:a="http://schemas.openxmlformats.org/drawingml/2006/main">
              <a:ext uri="{FF2B5EF4-FFF2-40B4-BE49-F238E27FC236}">
                <a16:creationId xmlns:a16="http://schemas.microsoft.com/office/drawing/2014/main" id="{B5F8ACA4-3069-4E8F-9CCE-83F5A81ADBB1}"/>
              </a:ext>
            </a:extLst>
          </p:cNvPr>
          <p:cNvSpPr>
            <a:spLocks xmlns:a="http://schemas.openxmlformats.org/drawingml/2006/main" noGrp="1"/>
          </p:cNvSpPr>
          <p:nvPr/>
        </p:nvSpPr>
        <p:spPr>
          <a:xfrm xmlns:a="http://schemas.openxmlformats.org/drawingml/2006/main">
            <a:off x="6096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[A] 角色与资源选择</a:t>
            </a:r>
          </a:p>
        </p:txBody>
      </p:sp>
      <p:sp>
        <p:nvSpPr>
          <p:cNvPr id="61" name="concept-alias-role">
            <a:extLst xmlns:a="http://schemas.openxmlformats.org/drawingml/2006/main">
              <a:ext uri="{FF2B5EF4-FFF2-40B4-BE49-F238E27FC236}">
                <a16:creationId xmlns:a16="http://schemas.microsoft.com/office/drawing/2014/main" id="{3A82155F-9137-4519-962F-EE1AC73F8E47}"/>
              </a:ext>
            </a:extLst>
          </p:cNvPr>
          <p:cNvSpPr>
            <a:spLocks xmlns:a="http://schemas.openxmlformats.org/drawingml/2006/main" noGrp="1"/>
          </p:cNvSpPr>
          <p:nvPr/>
        </p:nvSpPr>
        <p:spPr>
          <a:xfrm xmlns:a="http://schemas.openxmlformats.org/drawingml/2006/main">
            <a:off x="6096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Assignment</a:t>
            </a:r>
          </a:p>
        </p:txBody>
      </p:sp>
      <p:sp>
        <p:nvSpPr>
          <p:cNvPr id="62" name="concept-function-role">
            <a:extLst xmlns:a="http://schemas.openxmlformats.org/drawingml/2006/main">
              <a:ext uri="{FF2B5EF4-FFF2-40B4-BE49-F238E27FC236}">
                <a16:creationId xmlns:a16="http://schemas.microsoft.com/office/drawing/2014/main" id="{BDBE8E15-E1DB-47C0-8145-E4153B410DEE}"/>
              </a:ext>
            </a:extLst>
          </p:cNvPr>
          <p:cNvSpPr>
            <a:spLocks xmlns:a="http://schemas.openxmlformats.org/drawingml/2006/main" noGrp="1"/>
          </p:cNvSpPr>
          <p:nvPr/>
        </p:nvSpPr>
        <p:spPr>
          <a:xfrm xmlns:a="http://schemas.openxmlformats.org/drawingml/2006/main">
            <a:off x="6096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Voice / SMS / Data / Primary</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选择订阅，本用例不改角色</a:t>
            </a:r>
          </a:p>
        </p:txBody>
      </p:sp>
      <p:sp>
        <p:nvSpPr>
          <p:cNvPr id="63" name="concept-subscription">
            <a:extLst xmlns:a="http://schemas.openxmlformats.org/drawingml/2006/main">
              <a:ext uri="{FF2B5EF4-FFF2-40B4-BE49-F238E27FC236}">
                <a16:creationId xmlns:a16="http://schemas.microsoft.com/office/drawing/2014/main" id="{A9DD63E6-D118-4126-920D-12A32DA45FC4}"/>
              </a:ext>
            </a:extLst>
          </p:cNvPr>
          <p:cNvSpPr>
            <a:spLocks xmlns:a="http://schemas.openxmlformats.org/drawingml/2006/main" noGrp="1"/>
          </p:cNvSpPr>
          <p:nvPr/>
        </p:nvSpPr>
        <p:spPr>
          <a:xfrm xmlns:a="http://schemas.openxmlformats.org/drawingml/2006/main">
            <a:off x="45720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4" name="concept-title-subscription">
            <a:extLst xmlns:a="http://schemas.openxmlformats.org/drawingml/2006/main">
              <a:ext uri="{FF2B5EF4-FFF2-40B4-BE49-F238E27FC236}">
                <a16:creationId xmlns:a16="http://schemas.microsoft.com/office/drawing/2014/main" id="{CF367C43-D660-45BE-A417-E5CC4FD6DF24}"/>
              </a:ext>
            </a:extLst>
          </p:cNvPr>
          <p:cNvSpPr>
            <a:spLocks xmlns:a="http://schemas.openxmlformats.org/drawingml/2006/main" noGrp="1"/>
          </p:cNvSpPr>
          <p:nvPr/>
        </p:nvSpPr>
        <p:spPr>
          <a:xfrm xmlns:a="http://schemas.openxmlformats.org/drawingml/2006/main">
            <a:off x="46863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订阅／账户</a:t>
            </a:r>
          </a:p>
        </p:txBody>
      </p:sp>
      <p:sp>
        <p:nvSpPr>
          <p:cNvPr id="65" name="concept-alias-subscription">
            <a:extLst xmlns:a="http://schemas.openxmlformats.org/drawingml/2006/main">
              <a:ext uri="{FF2B5EF4-FFF2-40B4-BE49-F238E27FC236}">
                <a16:creationId xmlns:a16="http://schemas.microsoft.com/office/drawing/2014/main" id="{E4B96E78-E818-4ECB-BA67-D1E42B94C877}"/>
              </a:ext>
            </a:extLst>
          </p:cNvPr>
          <p:cNvSpPr>
            <a:spLocks xmlns:a="http://schemas.openxmlformats.org/drawingml/2006/main" noGrp="1"/>
          </p:cNvSpPr>
          <p:nvPr/>
        </p:nvSpPr>
        <p:spPr>
          <a:xfrm xmlns:a="http://schemas.openxmlformats.org/drawingml/2006/main">
            <a:off x="46863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Subscription</a:t>
            </a:r>
          </a:p>
        </p:txBody>
      </p:sp>
      <p:sp>
        <p:nvSpPr>
          <p:cNvPr id="66" name="concept-function-subscription">
            <a:extLst xmlns:a="http://schemas.openxmlformats.org/drawingml/2006/main">
              <a:ext uri="{FF2B5EF4-FFF2-40B4-BE49-F238E27FC236}">
                <a16:creationId xmlns:a16="http://schemas.microsoft.com/office/drawing/2014/main" id="{95276AB0-76E6-447F-A8DD-F7D626FA15DD}"/>
              </a:ext>
            </a:extLst>
          </p:cNvPr>
          <p:cNvSpPr>
            <a:spLocks xmlns:a="http://schemas.openxmlformats.org/drawingml/2006/main" noGrp="1"/>
          </p:cNvSpPr>
          <p:nvPr/>
        </p:nvSpPr>
        <p:spPr>
          <a:xfrm xmlns:a="http://schemas.openxmlformats.org/drawingml/2006/main">
            <a:off x="46863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S-A：沿用既有 simId</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维护账户身份与资料</a:t>
            </a:r>
          </a:p>
        </p:txBody>
      </p:sp>
      <p:sp>
        <p:nvSpPr>
          <p:cNvPr id="67" name="concept-operation">
            <a:extLst xmlns:a="http://schemas.openxmlformats.org/drawingml/2006/main">
              <a:ext uri="{FF2B5EF4-FFF2-40B4-BE49-F238E27FC236}">
                <a16:creationId xmlns:a16="http://schemas.microsoft.com/office/drawing/2014/main" id="{C6CA1D5E-991C-4BF2-B02E-CF79A6417FD8}"/>
              </a:ext>
            </a:extLst>
          </p:cNvPr>
          <p:cNvSpPr>
            <a:spLocks xmlns:a="http://schemas.openxmlformats.org/drawingml/2006/main" noGrp="1"/>
          </p:cNvSpPr>
          <p:nvPr/>
        </p:nvSpPr>
        <p:spPr>
          <a:xfrm xmlns:a="http://schemas.openxmlformats.org/drawingml/2006/main">
            <a:off x="8648700" y="20002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68" name="concept-title-operation">
            <a:extLst xmlns:a="http://schemas.openxmlformats.org/drawingml/2006/main">
              <a:ext uri="{FF2B5EF4-FFF2-40B4-BE49-F238E27FC236}">
                <a16:creationId xmlns:a16="http://schemas.microsoft.com/office/drawing/2014/main" id="{1D309A45-B72E-41F3-879E-340BE605F337}"/>
              </a:ext>
            </a:extLst>
          </p:cNvPr>
          <p:cNvSpPr>
            <a:spLocks xmlns:a="http://schemas.openxmlformats.org/drawingml/2006/main" noGrp="1"/>
          </p:cNvSpPr>
          <p:nvPr/>
        </p:nvSpPr>
        <p:spPr>
          <a:xfrm xmlns:a="http://schemas.openxmlformats.org/drawingml/2006/main">
            <a:off x="87630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[O ③] 本地业务操作</a:t>
            </a:r>
          </a:p>
        </p:txBody>
      </p:sp>
      <p:sp>
        <p:nvSpPr>
          <p:cNvPr id="69" name="concept-alias-operation">
            <a:extLst xmlns:a="http://schemas.openxmlformats.org/drawingml/2006/main">
              <a:ext uri="{FF2B5EF4-FFF2-40B4-BE49-F238E27FC236}">
                <a16:creationId xmlns:a16="http://schemas.microsoft.com/office/drawing/2014/main" id="{8B2B7778-308D-4074-9A38-26DB6BC2C689}"/>
              </a:ext>
            </a:extLst>
          </p:cNvPr>
          <p:cNvSpPr>
            <a:spLocks xmlns:a="http://schemas.openxmlformats.org/drawingml/2006/main" noGrp="1"/>
          </p:cNvSpPr>
          <p:nvPr/>
        </p:nvSpPr>
        <p:spPr>
          <a:xfrm xmlns:a="http://schemas.openxmlformats.org/drawingml/2006/main">
            <a:off x="87630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Operation</a:t>
            </a:r>
          </a:p>
        </p:txBody>
      </p:sp>
      <p:sp>
        <p:nvSpPr>
          <p:cNvPr id="70" name="concept-function-operation">
            <a:extLst xmlns:a="http://schemas.openxmlformats.org/drawingml/2006/main">
              <a:ext uri="{FF2B5EF4-FFF2-40B4-BE49-F238E27FC236}">
                <a16:creationId xmlns:a16="http://schemas.microsoft.com/office/drawing/2014/main" id="{6F2705BB-3341-4B30-92BE-5FE0BF3632DE}"/>
              </a:ext>
            </a:extLst>
          </p:cNvPr>
          <p:cNvSpPr>
            <a:spLocks xmlns:a="http://schemas.openxmlformats.org/drawingml/2006/main" noGrp="1"/>
          </p:cNvSpPr>
          <p:nvPr/>
        </p:nvSpPr>
        <p:spPr>
          <a:xfrm xmlns:a="http://schemas.openxmlformats.org/drawingml/2006/main">
            <a:off x="87630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步骤：写卡，attempt 1</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效果：尚未发出</a:t>
            </a:r>
          </a:p>
        </p:txBody>
      </p:sp>
      <p:sp>
        <p:nvSpPr>
          <p:cNvPr id="71" name="concept-euicc">
            <a:extLst xmlns:a="http://schemas.openxmlformats.org/drawingml/2006/main">
              <a:ext uri="{FF2B5EF4-FFF2-40B4-BE49-F238E27FC236}">
                <a16:creationId xmlns:a16="http://schemas.microsoft.com/office/drawing/2014/main" id="{EE980AF4-3976-45A1-8282-6C298A54A8E7}"/>
              </a:ext>
            </a:extLst>
          </p:cNvPr>
          <p:cNvSpPr>
            <a:spLocks xmlns:a="http://schemas.openxmlformats.org/drawingml/2006/main" noGrp="1"/>
          </p:cNvSpPr>
          <p:nvPr/>
        </p:nvSpPr>
        <p:spPr>
          <a:xfrm xmlns:a="http://schemas.openxmlformats.org/drawingml/2006/main">
            <a:off x="4953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72" name="concept-title-euicc">
            <a:extLst xmlns:a="http://schemas.openxmlformats.org/drawingml/2006/main">
              <a:ext uri="{FF2B5EF4-FFF2-40B4-BE49-F238E27FC236}">
                <a16:creationId xmlns:a16="http://schemas.microsoft.com/office/drawing/2014/main" id="{69DD31D7-5540-4C53-BB9B-140005410FD7}"/>
              </a:ext>
            </a:extLst>
          </p:cNvPr>
          <p:cNvSpPr>
            <a:spLocks xmlns:a="http://schemas.openxmlformats.org/drawingml/2006/main" noGrp="1"/>
          </p:cNvSpPr>
          <p:nvPr/>
        </p:nvSpPr>
        <p:spPr>
          <a:xfrm xmlns:a="http://schemas.openxmlformats.org/drawingml/2006/main">
            <a:off x="6096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[R/H] eUICC 与物理接入</a:t>
            </a:r>
          </a:p>
        </p:txBody>
      </p:sp>
      <p:sp>
        <p:nvSpPr>
          <p:cNvPr id="73" name="concept-alias-euicc">
            <a:extLst xmlns:a="http://schemas.openxmlformats.org/drawingml/2006/main">
              <a:ext uri="{FF2B5EF4-FFF2-40B4-BE49-F238E27FC236}">
                <a16:creationId xmlns:a16="http://schemas.microsoft.com/office/drawing/2014/main" id="{92C2CA41-AB45-4B7C-AD42-7D5C50A83631}"/>
              </a:ext>
            </a:extLst>
          </p:cNvPr>
          <p:cNvSpPr>
            <a:spLocks xmlns:a="http://schemas.openxmlformats.org/drawingml/2006/main" noGrp="1"/>
          </p:cNvSpPr>
          <p:nvPr/>
        </p:nvSpPr>
        <p:spPr>
          <a:xfrm xmlns:a="http://schemas.openxmlformats.org/drawingml/2006/main">
            <a:off x="6096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Endpoint</a:t>
            </a:r>
          </a:p>
        </p:txBody>
      </p:sp>
      <p:sp>
        <p:nvSpPr>
          <p:cNvPr id="74" name="concept-function-euicc">
            <a:extLst xmlns:a="http://schemas.openxmlformats.org/drawingml/2006/main">
              <a:ext uri="{FF2B5EF4-FFF2-40B4-BE49-F238E27FC236}">
                <a16:creationId xmlns:a16="http://schemas.microsoft.com/office/drawing/2014/main" id="{CB855856-82CC-4205-B074-CEC0A8A83683}"/>
              </a:ext>
            </a:extLst>
          </p:cNvPr>
          <p:cNvSpPr>
            <a:spLocks xmlns:a="http://schemas.openxmlformats.org/drawingml/2006/main" noGrp="1"/>
          </p:cNvSpPr>
          <p:nvPr/>
        </p:nvSpPr>
        <p:spPr>
          <a:xfrm xmlns:a="http://schemas.openxmlformats.org/drawingml/2006/main">
            <a:off x="6096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EID-E / 物理接入 P-E</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安全元件与实际共享设备</a:t>
            </a:r>
          </a:p>
        </p:txBody>
      </p:sp>
      <p:sp>
        <p:nvSpPr>
          <p:cNvPr id="75" name="concept-binding">
            <a:extLst xmlns:a="http://schemas.openxmlformats.org/drawingml/2006/main">
              <a:ext uri="{FF2B5EF4-FFF2-40B4-BE49-F238E27FC236}">
                <a16:creationId xmlns:a16="http://schemas.microsoft.com/office/drawing/2014/main" id="{F92624D7-9C6D-4FF6-9CFD-691C4D04FEF8}"/>
              </a:ext>
            </a:extLst>
          </p:cNvPr>
          <p:cNvSpPr>
            <a:spLocks xmlns:a="http://schemas.openxmlformats.org/drawingml/2006/main" noGrp="1"/>
          </p:cNvSpPr>
          <p:nvPr/>
        </p:nvSpPr>
        <p:spPr>
          <a:xfrm xmlns:a="http://schemas.openxmlformats.org/drawingml/2006/main">
            <a:off x="4572000" y="30670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76" name="concept-title-binding">
            <a:extLst xmlns:a="http://schemas.openxmlformats.org/drawingml/2006/main">
              <a:ext uri="{FF2B5EF4-FFF2-40B4-BE49-F238E27FC236}">
                <a16:creationId xmlns:a16="http://schemas.microsoft.com/office/drawing/2014/main" id="{FFA6943F-4B3D-4ABF-8C41-0B741E853DD4}"/>
              </a:ext>
            </a:extLst>
          </p:cNvPr>
          <p:cNvSpPr>
            <a:spLocks xmlns:a="http://schemas.openxmlformats.org/drawingml/2006/main" noGrp="1"/>
          </p:cNvSpPr>
          <p:nvPr/>
        </p:nvSpPr>
        <p:spPr>
          <a:xfrm xmlns:a="http://schemas.openxmlformats.org/drawingml/2006/main">
            <a:off x="46863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③] 当前连接绑定</a:t>
            </a:r>
          </a:p>
        </p:txBody>
      </p:sp>
      <p:sp>
        <p:nvSpPr>
          <p:cNvPr id="77" name="concept-alias-binding">
            <a:extLst xmlns:a="http://schemas.openxmlformats.org/drawingml/2006/main">
              <a:ext uri="{FF2B5EF4-FFF2-40B4-BE49-F238E27FC236}">
                <a16:creationId xmlns:a16="http://schemas.microsoft.com/office/drawing/2014/main" id="{D840F99B-7B94-46FF-9362-B2477794C44C}"/>
              </a:ext>
            </a:extLst>
          </p:cNvPr>
          <p:cNvSpPr>
            <a:spLocks xmlns:a="http://schemas.openxmlformats.org/drawingml/2006/main" noGrp="1"/>
          </p:cNvSpPr>
          <p:nvPr/>
        </p:nvSpPr>
        <p:spPr>
          <a:xfrm xmlns:a="http://schemas.openxmlformats.org/drawingml/2006/main">
            <a:off x="46863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Binding</a:t>
            </a:r>
          </a:p>
        </p:txBody>
      </p:sp>
      <p:sp>
        <p:nvSpPr>
          <p:cNvPr id="78" name="concept-function-binding">
            <a:extLst xmlns:a="http://schemas.openxmlformats.org/drawingml/2006/main">
              <a:ext uri="{FF2B5EF4-FFF2-40B4-BE49-F238E27FC236}">
                <a16:creationId xmlns:a16="http://schemas.microsoft.com/office/drawing/2014/main" id="{EDF5CB94-48D2-4F8B-8256-0509909A9290}"/>
              </a:ext>
            </a:extLst>
          </p:cNvPr>
          <p:cNvSpPr>
            <a:spLocks xmlns:a="http://schemas.openxmlformats.org/drawingml/2006/main" noGrp="1"/>
          </p:cNvSpPr>
          <p:nvPr/>
        </p:nvSpPr>
        <p:spPr>
          <a:xfrm xmlns:a="http://schemas.openxmlformats.org/drawingml/2006/main">
            <a:off x="46863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记录真正依赖的绑定版本</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后续接纳复核这些输入</a:t>
            </a:r>
          </a:p>
        </p:txBody>
      </p:sp>
      <p:sp>
        <p:nvSpPr>
          <p:cNvPr id="79" name="concept-request">
            <a:extLst xmlns:a="http://schemas.openxmlformats.org/drawingml/2006/main">
              <a:ext uri="{FF2B5EF4-FFF2-40B4-BE49-F238E27FC236}">
                <a16:creationId xmlns:a16="http://schemas.microsoft.com/office/drawing/2014/main" id="{C2A67A25-518B-49E5-85D3-21FB48AF4057}"/>
              </a:ext>
            </a:extLst>
          </p:cNvPr>
          <p:cNvSpPr>
            <a:spLocks xmlns:a="http://schemas.openxmlformats.org/drawingml/2006/main" noGrp="1"/>
          </p:cNvSpPr>
          <p:nvPr/>
        </p:nvSpPr>
        <p:spPr>
          <a:xfrm xmlns:a="http://schemas.openxmlformats.org/drawingml/2006/main">
            <a:off x="8648700" y="30670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80" name="concept-title-request">
            <a:extLst xmlns:a="http://schemas.openxmlformats.org/drawingml/2006/main">
              <a:ext uri="{FF2B5EF4-FFF2-40B4-BE49-F238E27FC236}">
                <a16:creationId xmlns:a16="http://schemas.microsoft.com/office/drawing/2014/main" id="{34DD1467-D251-4F26-85DE-21CBDEBD5F09}"/>
              </a:ext>
            </a:extLst>
          </p:cNvPr>
          <p:cNvSpPr>
            <a:spLocks xmlns:a="http://schemas.openxmlformats.org/drawingml/2006/main" noGrp="1"/>
          </p:cNvSpPr>
          <p:nvPr/>
        </p:nvSpPr>
        <p:spPr>
          <a:xfrm xmlns:a="http://schemas.openxmlformats.org/drawingml/2006/main">
            <a:off x="87630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[应用/R ③] 单次请求关联</a:t>
            </a:r>
          </a:p>
        </p:txBody>
      </p:sp>
      <p:sp>
        <p:nvSpPr>
          <p:cNvPr id="81" name="concept-alias-request">
            <a:extLst xmlns:a="http://schemas.openxmlformats.org/drawingml/2006/main">
              <a:ext uri="{FF2B5EF4-FFF2-40B4-BE49-F238E27FC236}">
                <a16:creationId xmlns:a16="http://schemas.microsoft.com/office/drawing/2014/main" id="{12533C03-FDF2-4B5D-B53A-4880771D3F80}"/>
              </a:ext>
            </a:extLst>
          </p:cNvPr>
          <p:cNvSpPr>
            <a:spLocks xmlns:a="http://schemas.openxmlformats.org/drawingml/2006/main" noGrp="1"/>
          </p:cNvSpPr>
          <p:nvPr/>
        </p:nvSpPr>
        <p:spPr>
          <a:xfrm xmlns:a="http://schemas.openxmlformats.org/drawingml/2006/main">
            <a:off x="87630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RequestContext</a:t>
            </a:r>
          </a:p>
        </p:txBody>
      </p:sp>
      <p:sp>
        <p:nvSpPr>
          <p:cNvPr id="82" name="concept-function-request">
            <a:extLst xmlns:a="http://schemas.openxmlformats.org/drawingml/2006/main">
              <a:ext uri="{FF2B5EF4-FFF2-40B4-BE49-F238E27FC236}">
                <a16:creationId xmlns:a16="http://schemas.microsoft.com/office/drawing/2014/main" id="{32C52F41-383C-4F65-A305-A56DDB43D8DD}"/>
              </a:ext>
            </a:extLst>
          </p:cNvPr>
          <p:cNvSpPr>
            <a:spLocks xmlns:a="http://schemas.openxmlformats.org/drawingml/2006/main" noGrp="1"/>
          </p:cNvSpPr>
          <p:nvPr/>
        </p:nvSpPr>
        <p:spPr>
          <a:xfrm xmlns:a="http://schemas.openxmlformats.org/drawingml/2006/main">
            <a:off x="87630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固定原目标 S-A / 原会话 g8</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关联步骤、尝试与原 serial</a:t>
            </a:r>
          </a:p>
        </p:txBody>
      </p:sp>
      <p:sp>
        <p:nvSpPr>
          <p:cNvPr id="83" name="concept-profile">
            <a:extLst xmlns:a="http://schemas.openxmlformats.org/drawingml/2006/main">
              <a:ext uri="{FF2B5EF4-FFF2-40B4-BE49-F238E27FC236}">
                <a16:creationId xmlns:a16="http://schemas.microsoft.com/office/drawing/2014/main" id="{BAB13315-B221-413D-A387-D969439535A0}"/>
              </a:ext>
            </a:extLst>
          </p:cNvPr>
          <p:cNvSpPr>
            <a:spLocks xmlns:a="http://schemas.openxmlformats.org/drawingml/2006/main" noGrp="1"/>
          </p:cNvSpPr>
          <p:nvPr/>
        </p:nvSpPr>
        <p:spPr>
          <a:xfrm xmlns:a="http://schemas.openxmlformats.org/drawingml/2006/main">
            <a:off x="4953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4" name="concept-title-profile">
            <a:extLst xmlns:a="http://schemas.openxmlformats.org/drawingml/2006/main">
              <a:ext uri="{FF2B5EF4-FFF2-40B4-BE49-F238E27FC236}">
                <a16:creationId xmlns:a16="http://schemas.microsoft.com/office/drawing/2014/main" id="{87C63D81-D36F-435B-8C3D-F5A3268A06F8}"/>
              </a:ext>
            </a:extLst>
          </p:cNvPr>
          <p:cNvSpPr>
            <a:spLocks xmlns:a="http://schemas.openxmlformats.org/drawingml/2006/main" noGrp="1"/>
          </p:cNvSpPr>
          <p:nvPr/>
        </p:nvSpPr>
        <p:spPr>
          <a:xfrm xmlns:a="http://schemas.openxmlformats.org/drawingml/2006/main">
            <a:off x="6096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eSIM 配置</a:t>
            </a:r>
          </a:p>
        </p:txBody>
      </p:sp>
      <p:sp>
        <p:nvSpPr>
          <p:cNvPr id="85" name="concept-alias-profile">
            <a:extLst xmlns:a="http://schemas.openxmlformats.org/drawingml/2006/main">
              <a:ext uri="{FF2B5EF4-FFF2-40B4-BE49-F238E27FC236}">
                <a16:creationId xmlns:a16="http://schemas.microsoft.com/office/drawing/2014/main" id="{A86ACBD8-7F6A-4A99-880A-65FF13831662}"/>
              </a:ext>
            </a:extLst>
          </p:cNvPr>
          <p:cNvSpPr>
            <a:spLocks xmlns:a="http://schemas.openxmlformats.org/drawingml/2006/main" noGrp="1"/>
          </p:cNvSpPr>
          <p:nvPr/>
        </p:nvSpPr>
        <p:spPr>
          <a:xfrm xmlns:a="http://schemas.openxmlformats.org/drawingml/2006/main">
            <a:off x="6096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Profile</a:t>
            </a:r>
          </a:p>
        </p:txBody>
      </p:sp>
      <p:sp>
        <p:nvSpPr>
          <p:cNvPr id="86" name="concept-function-profile">
            <a:extLst xmlns:a="http://schemas.openxmlformats.org/drawingml/2006/main">
              <a:ext uri="{FF2B5EF4-FFF2-40B4-BE49-F238E27FC236}">
                <a16:creationId xmlns:a16="http://schemas.microsoft.com/office/drawing/2014/main" id="{FBEFBAA3-5B4B-43DC-B491-583D355C9477}"/>
              </a:ext>
            </a:extLst>
          </p:cNvPr>
          <p:cNvSpPr>
            <a:spLocks xmlns:a="http://schemas.openxmlformats.org/drawingml/2006/main" noGrp="1"/>
          </p:cNvSpPr>
          <p:nvPr/>
        </p:nvSpPr>
        <p:spPr>
          <a:xfrm xmlns:a="http://schemas.openxmlformats.org/drawingml/2006/main">
            <a:off x="6096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Profile-A / ICCID-A（示意）</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已启用，存于 eUICC-E</a:t>
            </a:r>
          </a:p>
        </p:txBody>
      </p:sp>
      <p:sp>
        <p:nvSpPr>
          <p:cNvPr id="87" name="concept-session">
            <a:extLst xmlns:a="http://schemas.openxmlformats.org/drawingml/2006/main">
              <a:ext uri="{FF2B5EF4-FFF2-40B4-BE49-F238E27FC236}">
                <a16:creationId xmlns:a16="http://schemas.microsoft.com/office/drawing/2014/main" id="{9BF07D14-635C-42BA-88BE-95BEA02CBCB2}"/>
              </a:ext>
            </a:extLst>
          </p:cNvPr>
          <p:cNvSpPr>
            <a:spLocks xmlns:a="http://schemas.openxmlformats.org/drawingml/2006/main" noGrp="1"/>
          </p:cNvSpPr>
          <p:nvPr/>
        </p:nvSpPr>
        <p:spPr>
          <a:xfrm xmlns:a="http://schemas.openxmlformats.org/drawingml/2006/main">
            <a:off x="4572000" y="41338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88" name="concept-title-session">
            <a:extLst xmlns:a="http://schemas.openxmlformats.org/drawingml/2006/main">
              <a:ext uri="{FF2B5EF4-FFF2-40B4-BE49-F238E27FC236}">
                <a16:creationId xmlns:a16="http://schemas.microsoft.com/office/drawing/2014/main" id="{7AC16391-ABBD-40BF-BBF5-2A9B126F479E}"/>
              </a:ext>
            </a:extLst>
          </p:cNvPr>
          <p:cNvSpPr>
            <a:spLocks xmlns:a="http://schemas.openxmlformats.org/drawingml/2006/main" noGrp="1"/>
          </p:cNvSpPr>
          <p:nvPr/>
        </p:nvSpPr>
        <p:spPr>
          <a:xfrm xmlns:a="http://schemas.openxmlformats.org/drawingml/2006/main">
            <a:off x="46863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③] 卡应用会话</a:t>
            </a:r>
          </a:p>
        </p:txBody>
      </p:sp>
      <p:sp>
        <p:nvSpPr>
          <p:cNvPr id="89" name="concept-alias-session">
            <a:extLst xmlns:a="http://schemas.openxmlformats.org/drawingml/2006/main">
              <a:ext uri="{FF2B5EF4-FFF2-40B4-BE49-F238E27FC236}">
                <a16:creationId xmlns:a16="http://schemas.microsoft.com/office/drawing/2014/main" id="{ECEB597B-E181-401A-9BF0-BFC77D55874B}"/>
              </a:ext>
            </a:extLst>
          </p:cNvPr>
          <p:cNvSpPr>
            <a:spLocks xmlns:a="http://schemas.openxmlformats.org/drawingml/2006/main" noGrp="1"/>
          </p:cNvSpPr>
          <p:nvPr/>
        </p:nvSpPr>
        <p:spPr>
          <a:xfrm xmlns:a="http://schemas.openxmlformats.org/drawingml/2006/main">
            <a:off x="46863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SessionRef</a:t>
            </a:r>
          </a:p>
        </p:txBody>
      </p:sp>
      <p:sp>
        <p:nvSpPr>
          <p:cNvPr id="90" name="concept-function-session">
            <a:extLst xmlns:a="http://schemas.openxmlformats.org/drawingml/2006/main">
              <a:ext uri="{FF2B5EF4-FFF2-40B4-BE49-F238E27FC236}">
                <a16:creationId xmlns:a16="http://schemas.microsoft.com/office/drawing/2014/main" id="{2422B1FA-6CFB-48FD-8FE7-DBFE5E97AE8B}"/>
              </a:ext>
            </a:extLst>
          </p:cNvPr>
          <p:cNvSpPr>
            <a:spLocks xmlns:a="http://schemas.openxmlformats.org/drawingml/2006/main" noGrp="1"/>
          </p:cNvSpPr>
          <p:nvPr/>
        </p:nvSpPr>
        <p:spPr>
          <a:xfrm xmlns:a="http://schemas.openxmlformats.org/drawingml/2006/main">
            <a:off x="46863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保留实例 / 应用键 / 代次</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文件加载另有范围标识</a:t>
            </a:r>
          </a:p>
        </p:txBody>
      </p:sp>
      <p:sp>
        <p:nvSpPr>
          <p:cNvPr id="91" name="concept-store">
            <a:extLst xmlns:a="http://schemas.openxmlformats.org/drawingml/2006/main">
              <a:ext uri="{FF2B5EF4-FFF2-40B4-BE49-F238E27FC236}">
                <a16:creationId xmlns:a16="http://schemas.microsoft.com/office/drawing/2014/main" id="{E3451687-8A55-4331-A0A5-F45128D728E7}"/>
              </a:ext>
            </a:extLst>
          </p:cNvPr>
          <p:cNvSpPr>
            <a:spLocks xmlns:a="http://schemas.openxmlformats.org/drawingml/2006/main" noGrp="1"/>
          </p:cNvSpPr>
          <p:nvPr/>
        </p:nvSpPr>
        <p:spPr>
          <a:xfrm xmlns:a="http://schemas.openxmlformats.org/drawingml/2006/main">
            <a:off x="86487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92" name="concept-title-store">
            <a:extLst xmlns:a="http://schemas.openxmlformats.org/drawingml/2006/main">
              <a:ext uri="{FF2B5EF4-FFF2-40B4-BE49-F238E27FC236}">
                <a16:creationId xmlns:a16="http://schemas.microsoft.com/office/drawing/2014/main" id="{E2253F9C-CFF0-4234-A739-7CAC4558B7D5}"/>
              </a:ext>
            </a:extLst>
          </p:cNvPr>
          <p:cNvSpPr>
            <a:spLocks xmlns:a="http://schemas.openxmlformats.org/drawingml/2006/main" noGrp="1"/>
          </p:cNvSpPr>
          <p:nvPr/>
        </p:nvSpPr>
        <p:spPr>
          <a:xfrm xmlns:a="http://schemas.openxmlformats.org/drawingml/2006/main">
            <a:off x="87630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[I] 账户存储适配</a:t>
            </a:r>
          </a:p>
        </p:txBody>
      </p:sp>
      <p:sp>
        <p:nvSpPr>
          <p:cNvPr id="93" name="concept-alias-store">
            <a:extLst xmlns:a="http://schemas.openxmlformats.org/drawingml/2006/main">
              <a:ext uri="{FF2B5EF4-FFF2-40B4-BE49-F238E27FC236}">
                <a16:creationId xmlns:a16="http://schemas.microsoft.com/office/drawing/2014/main" id="{49AF9362-0C51-4424-A5FD-97C05FF7C036}"/>
              </a:ext>
            </a:extLst>
          </p:cNvPr>
          <p:cNvSpPr>
            <a:spLocks xmlns:a="http://schemas.openxmlformats.org/drawingml/2006/main" noGrp="1"/>
          </p:cNvSpPr>
          <p:nvPr/>
        </p:nvSpPr>
        <p:spPr>
          <a:xfrm xmlns:a="http://schemas.openxmlformats.org/drawingml/2006/main">
            <a:off x="87630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AccountStore</a:t>
            </a:r>
          </a:p>
        </p:txBody>
      </p:sp>
      <p:sp>
        <p:nvSpPr>
          <p:cNvPr id="94" name="concept-function-store">
            <a:extLst xmlns:a="http://schemas.openxmlformats.org/drawingml/2006/main">
              <a:ext uri="{FF2B5EF4-FFF2-40B4-BE49-F238E27FC236}">
                <a16:creationId xmlns:a16="http://schemas.microsoft.com/office/drawing/2014/main" id="{064B4491-A68C-4ECD-81F8-E70ED5BE3525}"/>
              </a:ext>
            </a:extLst>
          </p:cNvPr>
          <p:cNvSpPr>
            <a:spLocks xmlns:a="http://schemas.openxmlformats.org/drawingml/2006/main" noGrp="1"/>
          </p:cNvSpPr>
          <p:nvPr/>
        </p:nvSpPr>
        <p:spPr>
          <a:xfrm xmlns:a="http://schemas.openxmlformats.org/drawingml/2006/main">
            <a:off x="87630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按 T 的字段计划使用 DataShare</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不提供跨卡与 DB 的事务</a:t>
            </a:r>
          </a:p>
        </p:txBody>
      </p:sp>
      <p:sp>
        <p:nvSpPr>
          <p:cNvPr id="95" name="concept-port">
            <a:extLst xmlns:a="http://schemas.openxmlformats.org/drawingml/2006/main">
              <a:ext uri="{FF2B5EF4-FFF2-40B4-BE49-F238E27FC236}">
                <a16:creationId xmlns:a16="http://schemas.microsoft.com/office/drawing/2014/main" id="{567C92CA-25AB-4561-BA63-7DBF24B41C31}"/>
              </a:ext>
            </a:extLst>
          </p:cNvPr>
          <p:cNvSpPr>
            <a:spLocks xmlns:a="http://schemas.openxmlformats.org/drawingml/2006/main" noGrp="1"/>
          </p:cNvSpPr>
          <p:nvPr/>
        </p:nvSpPr>
        <p:spPr>
          <a:xfrm xmlns:a="http://schemas.openxmlformats.org/drawingml/2006/main">
            <a:off x="4953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96" name="concept-title-port">
            <a:extLst xmlns:a="http://schemas.openxmlformats.org/drawingml/2006/main">
              <a:ext uri="{FF2B5EF4-FFF2-40B4-BE49-F238E27FC236}">
                <a16:creationId xmlns:a16="http://schemas.microsoft.com/office/drawing/2014/main" id="{ED187408-836C-415C-876C-DECE75E8D481}"/>
              </a:ext>
            </a:extLst>
          </p:cNvPr>
          <p:cNvSpPr>
            <a:spLocks xmlns:a="http://schemas.openxmlformats.org/drawingml/2006/main" noGrp="1"/>
          </p:cNvSpPr>
          <p:nvPr/>
        </p:nvSpPr>
        <p:spPr>
          <a:xfrm xmlns:a="http://schemas.openxmlformats.org/drawingml/2006/main">
            <a:off x="6096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eSIM 连接端口</a:t>
            </a:r>
          </a:p>
        </p:txBody>
      </p:sp>
      <p:sp>
        <p:nvSpPr>
          <p:cNvPr id="97" name="concept-alias-port">
            <a:extLst xmlns:a="http://schemas.openxmlformats.org/drawingml/2006/main">
              <a:ext uri="{FF2B5EF4-FFF2-40B4-BE49-F238E27FC236}">
                <a16:creationId xmlns:a16="http://schemas.microsoft.com/office/drawing/2014/main" id="{9077A4A6-9503-4B3B-A227-4596BB4788D8}"/>
              </a:ext>
            </a:extLst>
          </p:cNvPr>
          <p:cNvSpPr>
            <a:spLocks xmlns:a="http://schemas.openxmlformats.org/drawingml/2006/main" noGrp="1"/>
          </p:cNvSpPr>
          <p:nvPr/>
        </p:nvSpPr>
        <p:spPr>
          <a:xfrm xmlns:a="http://schemas.openxmlformats.org/drawingml/2006/main">
            <a:off x="6096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Port</a:t>
            </a:r>
          </a:p>
        </p:txBody>
      </p:sp>
      <p:sp>
        <p:nvSpPr>
          <p:cNvPr id="98" name="concept-function-port">
            <a:extLst xmlns:a="http://schemas.openxmlformats.org/drawingml/2006/main">
              <a:ext uri="{FF2B5EF4-FFF2-40B4-BE49-F238E27FC236}">
                <a16:creationId xmlns:a16="http://schemas.microsoft.com/office/drawing/2014/main" id="{39A45931-EF6C-4163-853E-C0DAA4251553}"/>
              </a:ext>
            </a:extLst>
          </p:cNvPr>
          <p:cNvSpPr>
            <a:spLocks xmlns:a="http://schemas.openxmlformats.org/drawingml/2006/main" noGrp="1"/>
          </p:cNvSpPr>
          <p:nvPr/>
        </p:nvSpPr>
        <p:spPr>
          <a:xfrm xmlns:a="http://schemas.openxmlformats.org/drawingml/2006/main">
            <a:off x="6096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Port-0 当前承载 Profile-A</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按真实设备约束访问</a:t>
            </a:r>
          </a:p>
        </p:txBody>
      </p:sp>
      <p:sp>
        <p:nvSpPr>
          <p:cNvPr id="99" name="concept-slot">
            <a:extLst xmlns:a="http://schemas.openxmlformats.org/drawingml/2006/main">
              <a:ext uri="{FF2B5EF4-FFF2-40B4-BE49-F238E27FC236}">
                <a16:creationId xmlns:a16="http://schemas.microsoft.com/office/drawing/2014/main" id="{4F07F578-D245-4A1C-A364-35AFBC37B7B5}"/>
              </a:ext>
            </a:extLst>
          </p:cNvPr>
          <p:cNvSpPr>
            <a:spLocks xmlns:a="http://schemas.openxmlformats.org/drawingml/2006/main" noGrp="1"/>
          </p:cNvSpPr>
          <p:nvPr/>
        </p:nvSpPr>
        <p:spPr>
          <a:xfrm xmlns:a="http://schemas.openxmlformats.org/drawingml/2006/main">
            <a:off x="45720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100" name="concept-title-slot">
            <a:extLst xmlns:a="http://schemas.openxmlformats.org/drawingml/2006/main">
              <a:ext uri="{FF2B5EF4-FFF2-40B4-BE49-F238E27FC236}">
                <a16:creationId xmlns:a16="http://schemas.microsoft.com/office/drawing/2014/main" id="{842C600B-7ACB-43BA-830E-93656BEB018E}"/>
              </a:ext>
            </a:extLst>
          </p:cNvPr>
          <p:cNvSpPr>
            <a:spLocks xmlns:a="http://schemas.openxmlformats.org/drawingml/2006/main" noGrp="1"/>
          </p:cNvSpPr>
          <p:nvPr/>
        </p:nvSpPr>
        <p:spPr>
          <a:xfrm xmlns:a="http://schemas.openxmlformats.org/drawingml/2006/main">
            <a:off x="46863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[C/R] 逻辑槽／软件路由</a:t>
            </a:r>
          </a:p>
        </p:txBody>
      </p:sp>
      <p:sp>
        <p:nvSpPr>
          <p:cNvPr id="101" name="concept-alias-slot">
            <a:extLst xmlns:a="http://schemas.openxmlformats.org/drawingml/2006/main">
              <a:ext uri="{FF2B5EF4-FFF2-40B4-BE49-F238E27FC236}">
                <a16:creationId xmlns:a16="http://schemas.microsoft.com/office/drawing/2014/main" id="{1A793FF2-0EB3-4ABE-BBE2-23AC26E9CE43}"/>
              </a:ext>
            </a:extLst>
          </p:cNvPr>
          <p:cNvSpPr>
            <a:spLocks xmlns:a="http://schemas.openxmlformats.org/drawingml/2006/main" noGrp="1"/>
          </p:cNvSpPr>
          <p:nvPr/>
        </p:nvSpPr>
        <p:spPr>
          <a:xfrm xmlns:a="http://schemas.openxmlformats.org/drawingml/2006/main">
            <a:off x="46863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Logical Slot</a:t>
            </a:r>
          </a:p>
        </p:txBody>
      </p:sp>
      <p:sp>
        <p:nvSpPr>
          <p:cNvPr id="102" name="concept-function-slot">
            <a:extLst xmlns:a="http://schemas.openxmlformats.org/drawingml/2006/main">
              <a:ext uri="{FF2B5EF4-FFF2-40B4-BE49-F238E27FC236}">
                <a16:creationId xmlns:a16="http://schemas.microsoft.com/office/drawing/2014/main" id="{C7C7AC6D-8DD2-4733-B495-445CD270C5DE}"/>
              </a:ext>
            </a:extLst>
          </p:cNvPr>
          <p:cNvSpPr>
            <a:spLocks xmlns:a="http://schemas.openxmlformats.org/drawingml/2006/main" noGrp="1"/>
          </p:cNvSpPr>
          <p:nvPr/>
        </p:nvSpPr>
        <p:spPr>
          <a:xfrm xmlns:a="http://schemas.openxmlformats.org/drawingml/2006/main">
            <a:off x="46863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逻辑 slot-1 可复用</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保持原路由与兼容参数含义</a:t>
            </a:r>
          </a:p>
        </p:txBody>
      </p:sp>
      <p:sp>
        <p:nvSpPr>
          <p:cNvPr id="103" name="concept-compat">
            <a:extLst xmlns:a="http://schemas.openxmlformats.org/drawingml/2006/main">
              <a:ext uri="{FF2B5EF4-FFF2-40B4-BE49-F238E27FC236}">
                <a16:creationId xmlns:a16="http://schemas.microsoft.com/office/drawing/2014/main" id="{EFD4D027-5306-455D-B3DF-3033E8D885C8}"/>
              </a:ext>
            </a:extLst>
          </p:cNvPr>
          <p:cNvSpPr>
            <a:spLocks xmlns:a="http://schemas.openxmlformats.org/drawingml/2006/main" noGrp="1"/>
          </p:cNvSpPr>
          <p:nvPr/>
        </p:nvSpPr>
        <p:spPr>
          <a:xfrm xmlns:a="http://schemas.openxmlformats.org/drawingml/2006/main">
            <a:off x="86487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104" name="concept-title-compat">
            <a:extLst xmlns:a="http://schemas.openxmlformats.org/drawingml/2006/main">
              <a:ext uri="{FF2B5EF4-FFF2-40B4-BE49-F238E27FC236}">
                <a16:creationId xmlns:a16="http://schemas.microsoft.com/office/drawing/2014/main" id="{E11B41A1-80F7-4A0E-A57A-4FE97D3C1580}"/>
              </a:ext>
            </a:extLst>
          </p:cNvPr>
          <p:cNvSpPr>
            <a:spLocks xmlns:a="http://schemas.openxmlformats.org/drawingml/2006/main" noGrp="1"/>
          </p:cNvSpPr>
          <p:nvPr/>
        </p:nvSpPr>
        <p:spPr>
          <a:xfrm xmlns:a="http://schemas.openxmlformats.org/drawingml/2006/main">
            <a:off x="87630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 旧接口与完成出口</a:t>
            </a:r>
          </a:p>
        </p:txBody>
      </p:sp>
      <p:sp>
        <p:nvSpPr>
          <p:cNvPr id="105" name="concept-alias-compat">
            <a:extLst xmlns:a="http://schemas.openxmlformats.org/drawingml/2006/main">
              <a:ext uri="{FF2B5EF4-FFF2-40B4-BE49-F238E27FC236}">
                <a16:creationId xmlns:a16="http://schemas.microsoft.com/office/drawing/2014/main" id="{28422B91-EEFB-4A1D-841A-2D7F4090758F}"/>
              </a:ext>
            </a:extLst>
          </p:cNvPr>
          <p:cNvSpPr>
            <a:spLocks xmlns:a="http://schemas.openxmlformats.org/drawingml/2006/main" noGrp="1"/>
          </p:cNvSpPr>
          <p:nvPr/>
        </p:nvSpPr>
        <p:spPr>
          <a:xfrm xmlns:a="http://schemas.openxmlformats.org/drawingml/2006/main">
            <a:off x="87630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Compatibility</a:t>
            </a:r>
          </a:p>
        </p:txBody>
      </p:sp>
      <p:sp>
        <p:nvSpPr>
          <p:cNvPr id="106" name="concept-function-compat">
            <a:extLst xmlns:a="http://schemas.openxmlformats.org/drawingml/2006/main">
              <a:ext uri="{FF2B5EF4-FFF2-40B4-BE49-F238E27FC236}">
                <a16:creationId xmlns:a16="http://schemas.microsoft.com/office/drawing/2014/main" id="{2D80C16C-7942-4462-9211-331F4E0E8C9A}"/>
              </a:ext>
            </a:extLst>
          </p:cNvPr>
          <p:cNvSpPr>
            <a:spLocks xmlns:a="http://schemas.openxmlformats.org/drawingml/2006/main" noGrp="1"/>
          </p:cNvSpPr>
          <p:nvPr/>
        </p:nvSpPr>
        <p:spPr>
          <a:xfrm xmlns:a="http://schemas.openxmlformats.org/drawingml/2006/main">
            <a:off x="87630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旧 slot 参数 / 权限 / 原错误</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受理返回与业务完成分开</a:t>
            </a:r>
          </a:p>
        </p:txBody>
      </p:sp>
      <p:sp>
        <p:nvSpPr>
          <p:cNvPr id="107" name="footer-rule">
            <a:extLst xmlns:a="http://schemas.openxmlformats.org/drawingml/2006/main">
              <a:ext uri="{FF2B5EF4-FFF2-40B4-BE49-F238E27FC236}">
                <a16:creationId xmlns:a16="http://schemas.microsoft.com/office/drawing/2014/main" id="{E36789DA-7416-4433-B908-AA545AEAB3C6}"/>
              </a:ext>
            </a:extLst>
          </p:cNvPr>
          <p:cNvSpPr>
            <a:spLocks xmlns:a="http://schemas.openxmlformats.org/drawingml/2006/main" noGrp="1"/>
          </p:cNvSpPr>
          <p:nvPr/>
        </p:nvSpPr>
        <p:spPr>
          <a:xfrm xmlns:a="http://schemas.openxmlformats.org/drawingml/2006/main">
            <a:off x="495300" y="62198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8" name="owner-legend">
            <a:extLst xmlns:a="http://schemas.openxmlformats.org/drawingml/2006/main">
              <a:ext uri="{FF2B5EF4-FFF2-40B4-BE49-F238E27FC236}">
                <a16:creationId xmlns:a16="http://schemas.microsoft.com/office/drawing/2014/main" id="{D2645415-A80F-49C9-95D9-7C8A55107857}"/>
              </a:ext>
            </a:extLst>
          </p:cNvPr>
          <p:cNvSpPr>
            <a:spLocks xmlns:a="http://schemas.openxmlformats.org/drawingml/2006/main" noGrp="1"/>
          </p:cNvSpPr>
          <p:nvPr/>
        </p:nvSpPr>
        <p:spPr>
          <a:xfrm xmlns:a="http://schemas.openxmlformats.org/drawingml/2006/main">
            <a:off x="495300" y="63055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buNone/>
              <a:defRPr sz="1050" b="0">
                <a:solidFill>
                  <a:srgbClr val="56657A"/>
                </a:solidFill>
                <a:latin typeface="Microsoft YaHei"/>
                <a:ea typeface="Microsoft YaHei"/>
                <a:cs typeface="Microsoft YaHei"/>
              </a:defRPr>
            </a:lvl1pPr>
            <a:lvl2pPr algn="l">
              <a:buNone/>
              <a:defRPr sz="1050" b="0">
                <a:solidFill>
                  <a:srgbClr val="56657A"/>
                </a:solidFill>
                <a:latin typeface="Microsoft YaHei"/>
                <a:ea typeface="Microsoft YaHei"/>
                <a:cs typeface="Microsoft YaHei"/>
              </a:defRPr>
            </a:lvl2pPr>
            <a:lvl3pPr algn="l">
              <a:buNone/>
              <a:defRPr sz="1050" b="0">
                <a:solidFill>
                  <a:srgbClr val="56657A"/>
                </a:solidFill>
                <a:latin typeface="Microsoft YaHei"/>
                <a:ea typeface="Microsoft YaHei"/>
                <a:cs typeface="Microsoft YaHei"/>
              </a:defRPr>
            </a:lvl3pPr>
            <a:lvl4pPr algn="l">
              <a:buNone/>
              <a:defRPr sz="1050" b="0">
                <a:solidFill>
                  <a:srgbClr val="56657A"/>
                </a:solidFill>
                <a:latin typeface="Microsoft YaHei"/>
                <a:ea typeface="Microsoft YaHei"/>
                <a:cs typeface="Microsoft YaHei"/>
              </a:defRPr>
            </a:lvl4pPr>
            <a:lvl5pPr algn="l">
              <a:buNone/>
              <a:defRPr sz="1050" b="0">
                <a:solidFill>
                  <a:srgbClr val="56657A"/>
                </a:solidFill>
                <a:latin typeface="Microsoft YaHei"/>
                <a:ea typeface="Microsoft YaHei"/>
                <a:cs typeface="Microsoft YaHei"/>
              </a:defRPr>
            </a:lvl5pPr>
            <a:lvl6pPr algn="l">
              <a:buNone/>
              <a:defRPr sz="1050" b="0">
                <a:solidFill>
                  <a:srgbClr val="56657A"/>
                </a:solidFill>
                <a:latin typeface="Microsoft YaHei"/>
                <a:ea typeface="Microsoft YaHei"/>
                <a:cs typeface="Microsoft YaHei"/>
              </a:defRPr>
            </a:lvl6pPr>
            <a:lvl7pPr algn="l">
              <a:buNone/>
              <a:defRPr sz="1050" b="0">
                <a:solidFill>
                  <a:srgbClr val="56657A"/>
                </a:solidFill>
                <a:latin typeface="Microsoft YaHei"/>
                <a:ea typeface="Microsoft YaHei"/>
                <a:cs typeface="Microsoft YaHei"/>
              </a:defRPr>
            </a:lvl7pPr>
            <a:lvl8pPr algn="l">
              <a:buNone/>
              <a:defRPr sz="1050" b="0">
                <a:solidFill>
                  <a:srgbClr val="56657A"/>
                </a:solidFill>
                <a:latin typeface="Microsoft YaHei"/>
                <a:ea typeface="Microsoft YaHei"/>
                <a:cs typeface="Microsoft YaHei"/>
              </a:defRPr>
            </a:lvl8pPr>
            <a:lvl9pPr algn="l">
              <a:buNone/>
              <a:defRPr sz="1050" b="0">
                <a:solidFill>
                  <a:srgbClr val="56657A"/>
                </a:solidFill>
                <a:latin typeface="Microsoft YaHei"/>
                <a:ea typeface="Microsoft YaHei"/>
                <a:cs typeface="Microsoft YaHei"/>
              </a:defRPr>
            </a:lvl9pPr>
          </a:lstStyle>
          <a:p xmlns:a="http://schemas.openxmlformats.org/drawingml/2006/main">
            <a:pPr algn="l">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T 账户拓扑　A 角色资源　O 本地操作　R 卡运行　I 适配　C 兼容　H 宿主</a:t>
            </a:r>
          </a:p>
        </p:txBody>
      </p:sp>
      <p:sp>
        <p:nvSpPr>
          <p:cNvPr id="109" name="relation-legend">
            <a:extLst xmlns:a="http://schemas.openxmlformats.org/drawingml/2006/main">
              <a:ext uri="{FF2B5EF4-FFF2-40B4-BE49-F238E27FC236}">
                <a16:creationId xmlns:a16="http://schemas.microsoft.com/office/drawing/2014/main" id="{420A052D-E25F-43E6-8DC7-A09A7827412F}"/>
              </a:ext>
            </a:extLst>
          </p:cNvPr>
          <p:cNvSpPr>
            <a:spLocks xmlns:a="http://schemas.openxmlformats.org/drawingml/2006/main" noGrp="1"/>
          </p:cNvSpPr>
          <p:nvPr/>
        </p:nvSpPr>
        <p:spPr>
          <a:xfrm xmlns:a="http://schemas.openxmlformats.org/drawingml/2006/main">
            <a:off x="7848600" y="6305550"/>
            <a:ext cx="3848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实线：概念关系　虚线：入口协作</a:t>
            </a:r>
          </a:p>
        </p:txBody>
      </p:sp>
      <p:sp>
        <p:nvSpPr>
          <p:cNvPr id="110" name="footer">
            <a:extLst xmlns:a="http://schemas.openxmlformats.org/drawingml/2006/main">
              <a:ext uri="{FF2B5EF4-FFF2-40B4-BE49-F238E27FC236}">
                <a16:creationId xmlns:a16="http://schemas.microsoft.com/office/drawing/2014/main" id="{FD64377D-6ED6-44DE-8225-C26E983962FD}"/>
              </a:ext>
            </a:extLst>
          </p:cNvPr>
          <p:cNvSpPr>
            <a:spLocks xmlns:a="http://schemas.openxmlformats.org/drawingml/2006/main" noGrp="1"/>
          </p:cNvSpPr>
          <p:nvPr/>
        </p:nvSpPr>
        <p:spPr>
          <a:xfrm xmlns:a="http://schemas.openxmlformats.org/drawingml/2006/main">
            <a:off x="495300" y="65913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111" name="page-number">
            <a:extLst xmlns:a="http://schemas.openxmlformats.org/drawingml/2006/main">
              <a:ext uri="{FF2B5EF4-FFF2-40B4-BE49-F238E27FC236}">
                <a16:creationId xmlns:a16="http://schemas.microsoft.com/office/drawing/2014/main" id="{49A57403-1CA0-4346-81EF-644F424E5FD0}"/>
              </a:ext>
            </a:extLst>
          </p:cNvPr>
          <p:cNvSpPr>
            <a:spLocks xmlns:a="http://schemas.openxmlformats.org/drawingml/2006/main" noGrp="1"/>
          </p:cNvSpPr>
          <p:nvPr/>
        </p:nvSpPr>
        <p:spPr>
          <a:xfrm xmlns:a="http://schemas.openxmlformats.org/drawingml/2006/main">
            <a:off x="9486900" y="65913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buNone/>
              <a:defRPr sz="900" b="0">
                <a:solidFill>
                  <a:srgbClr val="56657A"/>
                </a:solidFill>
                <a:latin typeface="Microsoft YaHei"/>
                <a:ea typeface="Microsoft YaHei"/>
                <a:cs typeface="Microsoft YaHei"/>
              </a:defRPr>
            </a:lvl1pPr>
            <a:lvl2pPr algn="r">
              <a:buNone/>
              <a:defRPr sz="900" b="0">
                <a:solidFill>
                  <a:srgbClr val="56657A"/>
                </a:solidFill>
                <a:latin typeface="Microsoft YaHei"/>
                <a:ea typeface="Microsoft YaHei"/>
                <a:cs typeface="Microsoft YaHei"/>
              </a:defRPr>
            </a:lvl2pPr>
            <a:lvl3pPr algn="r">
              <a:buNone/>
              <a:defRPr sz="900" b="0">
                <a:solidFill>
                  <a:srgbClr val="56657A"/>
                </a:solidFill>
                <a:latin typeface="Microsoft YaHei"/>
                <a:ea typeface="Microsoft YaHei"/>
                <a:cs typeface="Microsoft YaHei"/>
              </a:defRPr>
            </a:lvl3pPr>
            <a:lvl4pPr algn="r">
              <a:buNone/>
              <a:defRPr sz="900" b="0">
                <a:solidFill>
                  <a:srgbClr val="56657A"/>
                </a:solidFill>
                <a:latin typeface="Microsoft YaHei"/>
                <a:ea typeface="Microsoft YaHei"/>
                <a:cs typeface="Microsoft YaHei"/>
              </a:defRPr>
            </a:lvl4pPr>
            <a:lvl5pPr algn="r">
              <a:buNone/>
              <a:defRPr sz="900" b="0">
                <a:solidFill>
                  <a:srgbClr val="56657A"/>
                </a:solidFill>
                <a:latin typeface="Microsoft YaHei"/>
                <a:ea typeface="Microsoft YaHei"/>
                <a:cs typeface="Microsoft YaHei"/>
              </a:defRPr>
            </a:lvl5pPr>
            <a:lvl6pPr algn="r">
              <a:buNone/>
              <a:defRPr sz="900" b="0">
                <a:solidFill>
                  <a:srgbClr val="56657A"/>
                </a:solidFill>
                <a:latin typeface="Microsoft YaHei"/>
                <a:ea typeface="Microsoft YaHei"/>
                <a:cs typeface="Microsoft YaHei"/>
              </a:defRPr>
            </a:lvl6pPr>
            <a:lvl7pPr algn="r">
              <a:buNone/>
              <a:defRPr sz="900" b="0">
                <a:solidFill>
                  <a:srgbClr val="56657A"/>
                </a:solidFill>
                <a:latin typeface="Microsoft YaHei"/>
                <a:ea typeface="Microsoft YaHei"/>
                <a:cs typeface="Microsoft YaHei"/>
              </a:defRPr>
            </a:lvl7pPr>
            <a:lvl8pPr algn="r">
              <a:buNone/>
              <a:defRPr sz="900" b="0">
                <a:solidFill>
                  <a:srgbClr val="56657A"/>
                </a:solidFill>
                <a:latin typeface="Microsoft YaHei"/>
                <a:ea typeface="Microsoft YaHei"/>
                <a:cs typeface="Microsoft YaHei"/>
              </a:defRPr>
            </a:lvl8pPr>
            <a:lvl9pPr algn="r">
              <a:buNone/>
              <a:defRPr sz="900" b="0">
                <a:solidFill>
                  <a:srgbClr val="56657A"/>
                </a:solidFill>
                <a:latin typeface="Microsoft YaHei"/>
                <a:ea typeface="Microsoft YaHei"/>
                <a:cs typeface="Microsoft YaHei"/>
              </a:defRPr>
            </a:lvl9pPr>
          </a:lstStyle>
          <a:p xmlns:a="http://schemas.openxmlformats.org/drawingml/2006/main">
            <a:pPr algn="r">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09 · 步骤 3 / 7</a:t>
            </a:r>
          </a:p>
        </p:txBody>
      </p:sp>
      <p:sp>
        <p:nvSpPr>
          <p:cNvPr id="113" name="open-compare">
            <ns0:hlinkClick xmlns:ns0="http://schemas.openxmlformats.org/drawingml/2006/main" xmlns:ns1="http://schemas.openxmlformats.org/officeDocument/2006/relationships" ns1:id="rIdCompareNav12" action="ppaction://hlinksldjump" tooltip="架构前后对照"/>
            <a:extLst xmlns:a="http://schemas.openxmlformats.org/drawingml/2006/main">
              <a:ext uri="{FF2B5EF4-FFF2-40B4-BE49-F238E27FC236}">
                <a16:creationId xmlns:a16="http://schemas.microsoft.com/office/drawing/2014/main" id="{CFD949DD-30B6-4C5F-8EBB-4B042050FF69}"/>
              </a:ext>
            </a:extLst>
          </p:cNvPr>
          <p:cNvSpPr>
            <a:spLocks xmlns:a="http://schemas.openxmlformats.org/drawingml/2006/main" noGrp="1"/>
          </p:cNvSpPr>
          <p:nvPr/>
        </p:nvSpPr>
        <p:spPr>
          <a:xfrm xmlns:a="http://schemas.openxmlformats.org/drawingml/2006/main">
            <a:off x="10248900" y="209550"/>
            <a:ext cx="1447800" cy="2667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架构前后对照</a:t>
            </a:r>
          </a:p>
        </p:txBody>
      </p:sp>
    </p:spTree>
    <p:extLst>
      <p:ext uri="{BB962C8B-B14F-4D97-AF65-F5344CB8AC3E}">
        <p14:creationId xmlns:p14="http://schemas.microsoft.com/office/powerpoint/2010/main" val="2046450361"/>
      </p:ext>
    </p:extLst>
  </p:cSld>
  <p:transition spd="fast" advClick="0">
    <p:fade/>
  </p:transition>
</p:sld>
</file>

<file path=ppt/slides/slide13.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2" name="accent">
            <a:extLst xmlns:a="http://schemas.openxmlformats.org/drawingml/2006/main">
              <a:ext uri="{FF2B5EF4-FFF2-40B4-BE49-F238E27FC236}">
                <a16:creationId xmlns:a16="http://schemas.microsoft.com/office/drawing/2014/main" id="{124EB996-B19C-4BD1-8DBE-501A39A47406}"/>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43F41821-524B-4284-953A-B88D1636AEFE}"/>
              </a:ext>
            </a:extLst>
          </p:cNvPr>
          <p:cNvSpPr>
            <a:spLocks xmlns:a="http://schemas.openxmlformats.org/drawingml/2006/main" noGrp="1"/>
          </p:cNvSpPr>
          <p:nvPr/>
        </p:nvSpPr>
        <p:spPr>
          <a:xfrm xmlns:a="http://schemas.openxmlformats.org/drawingml/2006/main">
            <a:off x="495300" y="238125"/>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04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43F3B0D5-ECAE-44A9-B5D1-6F31B1DCE3B3}"/>
              </a:ext>
            </a:extLst>
          </p:cNvPr>
          <p:cNvSpPr>
            <a:spLocks xmlns:a="http://schemas.openxmlformats.org/drawingml/2006/main" noGrp="1"/>
          </p:cNvSpPr>
          <p:nvPr/>
        </p:nvSpPr>
        <p:spPr>
          <a:xfrm xmlns:a="http://schemas.openxmlformats.org/drawingml/2006/main">
            <a:off x="8248650" y="238125"/>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点步骤看概念间协作</a:t>
            </a:r>
          </a:p>
        </p:txBody>
      </p:sp>
      <p:sp>
        <p:nvSpPr>
          <p:cNvPr id="4" name="title">
            <a:extLst xmlns:a="http://schemas.openxmlformats.org/drawingml/2006/main">
              <a:ext uri="{FF2B5EF4-FFF2-40B4-BE49-F238E27FC236}">
                <a16:creationId xmlns:a16="http://schemas.microsoft.com/office/drawing/2014/main" id="{8051A7C9-1819-4015-A51F-F932411D8548}"/>
              </a:ext>
            </a:extLst>
          </p:cNvPr>
          <p:cNvSpPr>
            <a:spLocks xmlns:a="http://schemas.openxmlformats.org/drawingml/2006/main" noGrp="1"/>
          </p:cNvSpPr>
          <p:nvPr/>
        </p:nvSpPr>
        <p:spPr>
          <a:xfrm xmlns:a="http://schemas.openxmlformats.org/drawingml/2006/main">
            <a:off x="495300" y="58102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buNone/>
              <a:defRPr sz="2550" b="1">
                <a:solidFill>
                  <a:srgbClr val="081426"/>
                </a:solidFill>
                <a:latin typeface="Microsoft YaHei"/>
                <a:ea typeface="Microsoft YaHei"/>
                <a:cs typeface="Microsoft YaHei"/>
              </a:defRPr>
            </a:lvl1pPr>
            <a:lvl2pPr algn="l">
              <a:buNone/>
              <a:defRPr sz="2550" b="1">
                <a:solidFill>
                  <a:srgbClr val="081426"/>
                </a:solidFill>
                <a:latin typeface="Microsoft YaHei"/>
                <a:ea typeface="Microsoft YaHei"/>
                <a:cs typeface="Microsoft YaHei"/>
              </a:defRPr>
            </a:lvl2pPr>
            <a:lvl3pPr algn="l">
              <a:buNone/>
              <a:defRPr sz="2550" b="1">
                <a:solidFill>
                  <a:srgbClr val="081426"/>
                </a:solidFill>
                <a:latin typeface="Microsoft YaHei"/>
                <a:ea typeface="Microsoft YaHei"/>
                <a:cs typeface="Microsoft YaHei"/>
              </a:defRPr>
            </a:lvl3pPr>
            <a:lvl4pPr algn="l">
              <a:buNone/>
              <a:defRPr sz="2550" b="1">
                <a:solidFill>
                  <a:srgbClr val="081426"/>
                </a:solidFill>
                <a:latin typeface="Microsoft YaHei"/>
                <a:ea typeface="Microsoft YaHei"/>
                <a:cs typeface="Microsoft YaHei"/>
              </a:defRPr>
            </a:lvl4pPr>
            <a:lvl5pPr algn="l">
              <a:buNone/>
              <a:defRPr sz="2550" b="1">
                <a:solidFill>
                  <a:srgbClr val="081426"/>
                </a:solidFill>
                <a:latin typeface="Microsoft YaHei"/>
                <a:ea typeface="Microsoft YaHei"/>
                <a:cs typeface="Microsoft YaHei"/>
              </a:defRPr>
            </a:lvl5pPr>
            <a:lvl6pPr algn="l">
              <a:buNone/>
              <a:defRPr sz="2550" b="1">
                <a:solidFill>
                  <a:srgbClr val="081426"/>
                </a:solidFill>
                <a:latin typeface="Microsoft YaHei"/>
                <a:ea typeface="Microsoft YaHei"/>
                <a:cs typeface="Microsoft YaHei"/>
              </a:defRPr>
            </a:lvl6pPr>
            <a:lvl7pPr algn="l">
              <a:buNone/>
              <a:defRPr sz="2550" b="1">
                <a:solidFill>
                  <a:srgbClr val="081426"/>
                </a:solidFill>
                <a:latin typeface="Microsoft YaHei"/>
                <a:ea typeface="Microsoft YaHei"/>
                <a:cs typeface="Microsoft YaHei"/>
              </a:defRPr>
            </a:lvl7pPr>
            <a:lvl8pPr algn="l">
              <a:buNone/>
              <a:defRPr sz="2550" b="1">
                <a:solidFill>
                  <a:srgbClr val="081426"/>
                </a:solidFill>
                <a:latin typeface="Microsoft YaHei"/>
                <a:ea typeface="Microsoft YaHei"/>
                <a:cs typeface="Microsoft YaHei"/>
              </a:defRPr>
            </a:lvl8pPr>
            <a:lvl9pPr algn="l">
              <a:buNone/>
              <a:defRPr sz="2550" b="1">
                <a:solidFill>
                  <a:srgbClr val="081426"/>
                </a:solidFill>
                <a:latin typeface="Microsoft YaHei"/>
                <a:ea typeface="Microsoft YaHei"/>
                <a:cs typeface="Microsoft YaHei"/>
              </a:defRPr>
            </a:lvl9pPr>
          </a:lstStyle>
          <a:p xmlns:a="http://schemas.openxmlformats.org/drawingml/2006/main">
            <a:pPr algn="l">
              <a:lnSpc>
                <a:spcPct val="104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订阅、位置与执行：概念关系和号码设置流程</a:t>
            </a:r>
          </a:p>
        </p:txBody>
      </p:sp>
      <p:sp>
        <p:nvSpPr>
          <p:cNvPr id="5" name="flow-nav-0">
            <ns0:hlinkClick xmlns:ns0="http://schemas.openxmlformats.org/drawingml/2006/main" xmlns:ns1="http://schemas.openxmlformats.org/officeDocument/2006/relationships" ns1:id="rIdCompareNav0" action="ppaction://hlinksldjump" tooltip="概念图：概念总览"/>
            <a:extLst xmlns:a="http://schemas.openxmlformats.org/drawingml/2006/main">
              <a:ext uri="{FF2B5EF4-FFF2-40B4-BE49-F238E27FC236}">
                <a16:creationId xmlns:a16="http://schemas.microsoft.com/office/drawing/2014/main" id="{9962661D-1FB7-4051-9542-944DD6E53174}"/>
              </a:ext>
            </a:extLst>
          </p:cNvPr>
          <p:cNvSpPr>
            <a:spLocks xmlns:a="http://schemas.openxmlformats.org/drawingml/2006/main" noGrp="1"/>
          </p:cNvSpPr>
          <p:nvPr/>
        </p:nvSpPr>
        <p:spPr>
          <a:xfrm xmlns:a="http://schemas.openxmlformats.org/drawingml/2006/main">
            <a:off x="495300" y="1104900"/>
            <a:ext cx="9715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概念总览</a:t>
            </a:r>
          </a:p>
        </p:txBody>
      </p:sp>
      <p:sp>
        <p:nvSpPr>
          <p:cNvPr id="6" name="flow-nav-1">
            <ns0:hlinkClick xmlns:ns0="http://schemas.openxmlformats.org/drawingml/2006/main" xmlns:ns1="http://schemas.openxmlformats.org/officeDocument/2006/relationships" ns1:id="rIdCompareNav1" action="ppaction://hlinksldjump" tooltip="概念图：① 受理"/>
            <a:extLst xmlns:a="http://schemas.openxmlformats.org/drawingml/2006/main">
              <a:ext uri="{FF2B5EF4-FFF2-40B4-BE49-F238E27FC236}">
                <a16:creationId xmlns:a16="http://schemas.microsoft.com/office/drawing/2014/main" id="{C77D93DB-CDA6-4029-86A8-6BBF37E957B6}"/>
              </a:ext>
            </a:extLst>
          </p:cNvPr>
          <p:cNvSpPr>
            <a:spLocks xmlns:a="http://schemas.openxmlformats.org/drawingml/2006/main" noGrp="1"/>
          </p:cNvSpPr>
          <p:nvPr/>
        </p:nvSpPr>
        <p:spPr>
          <a:xfrm xmlns:a="http://schemas.openxmlformats.org/drawingml/2006/main">
            <a:off x="15430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① 受理</a:t>
            </a:r>
          </a:p>
        </p:txBody>
      </p:sp>
      <p:sp>
        <p:nvSpPr>
          <p:cNvPr id="7" name="flow-nav-2">
            <ns0:hlinkClick xmlns:ns0="http://schemas.openxmlformats.org/drawingml/2006/main" xmlns:ns1="http://schemas.openxmlformats.org/officeDocument/2006/relationships" ns1:id="rIdCompareNav2" action="ppaction://hlinksldjump" tooltip="概念图：② 目标"/>
            <a:extLst xmlns:a="http://schemas.openxmlformats.org/drawingml/2006/main">
              <a:ext uri="{FF2B5EF4-FFF2-40B4-BE49-F238E27FC236}">
                <a16:creationId xmlns:a16="http://schemas.microsoft.com/office/drawing/2014/main" id="{D1ACBA1A-FCBB-42E6-AFE9-63217694457E}"/>
              </a:ext>
            </a:extLst>
          </p:cNvPr>
          <p:cNvSpPr>
            <a:spLocks xmlns:a="http://schemas.openxmlformats.org/drawingml/2006/main" noGrp="1"/>
          </p:cNvSpPr>
          <p:nvPr/>
        </p:nvSpPr>
        <p:spPr>
          <a:xfrm xmlns:a="http://schemas.openxmlformats.org/drawingml/2006/main">
            <a:off x="25146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② 目标</a:t>
            </a:r>
          </a:p>
        </p:txBody>
      </p:sp>
      <p:sp>
        <p:nvSpPr>
          <p:cNvPr id="8" name="flow-nav-3">
            <ns0:hlinkClick xmlns:ns0="http://schemas.openxmlformats.org/drawingml/2006/main" xmlns:ns1="http://schemas.openxmlformats.org/officeDocument/2006/relationships" ns1:id="rIdCompareNav3" action="ppaction://hlinksldjump" tooltip="概念图：③ 关联"/>
            <a:extLst xmlns:a="http://schemas.openxmlformats.org/drawingml/2006/main">
              <a:ext uri="{FF2B5EF4-FFF2-40B4-BE49-F238E27FC236}">
                <a16:creationId xmlns:a16="http://schemas.microsoft.com/office/drawing/2014/main" id="{8CE76454-AD19-42CF-AE48-6047D970BE76}"/>
              </a:ext>
            </a:extLst>
          </p:cNvPr>
          <p:cNvSpPr>
            <a:spLocks xmlns:a="http://schemas.openxmlformats.org/drawingml/2006/main" noGrp="1"/>
          </p:cNvSpPr>
          <p:nvPr/>
        </p:nvSpPr>
        <p:spPr>
          <a:xfrm xmlns:a="http://schemas.openxmlformats.org/drawingml/2006/main">
            <a:off x="34861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③ 关联</a:t>
            </a:r>
          </a:p>
        </p:txBody>
      </p:sp>
      <p:sp>
        <p:nvSpPr>
          <p:cNvPr id="9" name="flow-nav-4">
            <ns0:hlinkClick xmlns:ns0="http://schemas.openxmlformats.org/drawingml/2006/main" xmlns:ns1="http://schemas.openxmlformats.org/officeDocument/2006/relationships" ns1:id="rIdCompareNav4" action="ppaction://hlinksldjump" tooltip="概念图：④ 写卡"/>
            <a:extLst xmlns:a="http://schemas.openxmlformats.org/drawingml/2006/main">
              <a:ext uri="{FF2B5EF4-FFF2-40B4-BE49-F238E27FC236}">
                <a16:creationId xmlns:a16="http://schemas.microsoft.com/office/drawing/2014/main" id="{14F7B4D9-6E94-4948-B354-B734785DEA1C}"/>
              </a:ext>
            </a:extLst>
          </p:cNvPr>
          <p:cNvSpPr>
            <a:spLocks xmlns:a="http://schemas.openxmlformats.org/drawingml/2006/main" noGrp="1"/>
          </p:cNvSpPr>
          <p:nvPr/>
        </p:nvSpPr>
        <p:spPr>
          <a:xfrm xmlns:a="http://schemas.openxmlformats.org/drawingml/2006/main">
            <a:off x="4457700" y="1104900"/>
            <a:ext cx="895350"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buNone/>
              <a:defRPr sz="1275" b="1">
                <a:solidFill>
                  <a:srgbClr val="FFFFFF"/>
                </a:solidFill>
                <a:latin typeface="Microsoft YaHei"/>
                <a:ea typeface="Microsoft YaHei"/>
                <a:cs typeface="Microsoft YaHei"/>
              </a:defRPr>
            </a:lvl1pPr>
            <a:lvl2pPr algn="ctr">
              <a:buNone/>
              <a:defRPr sz="1275" b="1">
                <a:solidFill>
                  <a:srgbClr val="FFFFFF"/>
                </a:solidFill>
                <a:latin typeface="Microsoft YaHei"/>
                <a:ea typeface="Microsoft YaHei"/>
                <a:cs typeface="Microsoft YaHei"/>
              </a:defRPr>
            </a:lvl2pPr>
            <a:lvl3pPr algn="ctr">
              <a:buNone/>
              <a:defRPr sz="1275" b="1">
                <a:solidFill>
                  <a:srgbClr val="FFFFFF"/>
                </a:solidFill>
                <a:latin typeface="Microsoft YaHei"/>
                <a:ea typeface="Microsoft YaHei"/>
                <a:cs typeface="Microsoft YaHei"/>
              </a:defRPr>
            </a:lvl3pPr>
            <a:lvl4pPr algn="ctr">
              <a:buNone/>
              <a:defRPr sz="1275" b="1">
                <a:solidFill>
                  <a:srgbClr val="FFFFFF"/>
                </a:solidFill>
                <a:latin typeface="Microsoft YaHei"/>
                <a:ea typeface="Microsoft YaHei"/>
                <a:cs typeface="Microsoft YaHei"/>
              </a:defRPr>
            </a:lvl4pPr>
            <a:lvl5pPr algn="ctr">
              <a:buNone/>
              <a:defRPr sz="1275" b="1">
                <a:solidFill>
                  <a:srgbClr val="FFFFFF"/>
                </a:solidFill>
                <a:latin typeface="Microsoft YaHei"/>
                <a:ea typeface="Microsoft YaHei"/>
                <a:cs typeface="Microsoft YaHei"/>
              </a:defRPr>
            </a:lvl5pPr>
            <a:lvl6pPr algn="ctr">
              <a:buNone/>
              <a:defRPr sz="1275" b="1">
                <a:solidFill>
                  <a:srgbClr val="FFFFFF"/>
                </a:solidFill>
                <a:latin typeface="Microsoft YaHei"/>
                <a:ea typeface="Microsoft YaHei"/>
                <a:cs typeface="Microsoft YaHei"/>
              </a:defRPr>
            </a:lvl6pPr>
            <a:lvl7pPr algn="ctr">
              <a:buNone/>
              <a:defRPr sz="1275" b="1">
                <a:solidFill>
                  <a:srgbClr val="FFFFFF"/>
                </a:solidFill>
                <a:latin typeface="Microsoft YaHei"/>
                <a:ea typeface="Microsoft YaHei"/>
                <a:cs typeface="Microsoft YaHei"/>
              </a:defRPr>
            </a:lvl7pPr>
            <a:lvl8pPr algn="ctr">
              <a:buNone/>
              <a:defRPr sz="1275" b="1">
                <a:solidFill>
                  <a:srgbClr val="FFFFFF"/>
                </a:solidFill>
                <a:latin typeface="Microsoft YaHei"/>
                <a:ea typeface="Microsoft YaHei"/>
                <a:cs typeface="Microsoft YaHei"/>
              </a:defRPr>
            </a:lvl8pPr>
            <a:lvl9pPr algn="ctr">
              <a:buNone/>
              <a:defRPr sz="1275" b="1">
                <a:solidFill>
                  <a:srgbClr val="FFFFFF"/>
                </a:solidFill>
                <a:latin typeface="Microsoft YaHei"/>
                <a:ea typeface="Microsoft YaHei"/>
                <a:cs typeface="Microsoft YaHei"/>
              </a:defRPr>
            </a:lvl9pPr>
          </a:lstStyle>
          <a:p xmlns:a="http://schemas.openxmlformats.org/drawingml/2006/main">
            <a:pPr algn="ctr">
              <a:buNone/>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④ 写卡</a:t>
            </a:r>
          </a:p>
        </p:txBody>
      </p:sp>
      <p:sp>
        <p:nvSpPr>
          <p:cNvPr id="10" name="flow-nav-5">
            <ns0:hlinkClick xmlns:ns0="http://schemas.openxmlformats.org/drawingml/2006/main" xmlns:ns1="http://schemas.openxmlformats.org/officeDocument/2006/relationships" ns1:id="rIdCompareNav5" action="ppaction://hlinksldjump" tooltip="概念图：⑤ 准入"/>
            <a:extLst xmlns:a="http://schemas.openxmlformats.org/drawingml/2006/main">
              <a:ext uri="{FF2B5EF4-FFF2-40B4-BE49-F238E27FC236}">
                <a16:creationId xmlns:a16="http://schemas.microsoft.com/office/drawing/2014/main" id="{4DCCC953-3500-4A8B-913B-2D2395CF4F95}"/>
              </a:ext>
            </a:extLst>
          </p:cNvPr>
          <p:cNvSpPr>
            <a:spLocks xmlns:a="http://schemas.openxmlformats.org/drawingml/2006/main" noGrp="1"/>
          </p:cNvSpPr>
          <p:nvPr/>
        </p:nvSpPr>
        <p:spPr>
          <a:xfrm xmlns:a="http://schemas.openxmlformats.org/drawingml/2006/main">
            <a:off x="54292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⑤ 准入</a:t>
            </a:r>
          </a:p>
        </p:txBody>
      </p:sp>
      <p:sp>
        <p:nvSpPr>
          <p:cNvPr id="11" name="flow-nav-6">
            <ns0:hlinkClick xmlns:ns0="http://schemas.openxmlformats.org/drawingml/2006/main" xmlns:ns1="http://schemas.openxmlformats.org/officeDocument/2006/relationships" ns1:id="rIdCompareNav6" action="ppaction://hlinksldjump" tooltip="概念图：⑥ 账户"/>
            <a:extLst xmlns:a="http://schemas.openxmlformats.org/drawingml/2006/main">
              <a:ext uri="{FF2B5EF4-FFF2-40B4-BE49-F238E27FC236}">
                <a16:creationId xmlns:a16="http://schemas.microsoft.com/office/drawing/2014/main" id="{27FB4471-AD71-4767-8847-BE450AE1E887}"/>
              </a:ext>
            </a:extLst>
          </p:cNvPr>
          <p:cNvSpPr>
            <a:spLocks xmlns:a="http://schemas.openxmlformats.org/drawingml/2006/main" noGrp="1"/>
          </p:cNvSpPr>
          <p:nvPr/>
        </p:nvSpPr>
        <p:spPr>
          <a:xfrm xmlns:a="http://schemas.openxmlformats.org/drawingml/2006/main">
            <a:off x="64008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⑥ 账户</a:t>
            </a:r>
          </a:p>
        </p:txBody>
      </p:sp>
      <p:sp>
        <p:nvSpPr>
          <p:cNvPr id="12" name="flow-nav-7">
            <ns0:hlinkClick xmlns:ns0="http://schemas.openxmlformats.org/drawingml/2006/main" xmlns:ns1="http://schemas.openxmlformats.org/officeDocument/2006/relationships" ns1:id="rIdCompareNav7" action="ppaction://hlinksldjump" tooltip="概念图：⑦ 完成"/>
            <a:extLst xmlns:a="http://schemas.openxmlformats.org/drawingml/2006/main">
              <a:ext uri="{FF2B5EF4-FFF2-40B4-BE49-F238E27FC236}">
                <a16:creationId xmlns:a16="http://schemas.microsoft.com/office/drawing/2014/main" id="{11648EE3-921D-4F9B-86CA-A87DA132666B}"/>
              </a:ext>
            </a:extLst>
          </p:cNvPr>
          <p:cNvSpPr>
            <a:spLocks xmlns:a="http://schemas.openxmlformats.org/drawingml/2006/main" noGrp="1"/>
          </p:cNvSpPr>
          <p:nvPr/>
        </p:nvSpPr>
        <p:spPr>
          <a:xfrm xmlns:a="http://schemas.openxmlformats.org/drawingml/2006/main">
            <a:off x="73723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⑦ 完成</a:t>
            </a:r>
          </a:p>
        </p:txBody>
      </p:sp>
      <p:sp>
        <p:nvSpPr>
          <p:cNvPr id="13" name="flow-nav-8">
            <ns0:hlinkClick xmlns:ns0="http://schemas.openxmlformats.org/drawingml/2006/main" xmlns:ns1="http://schemas.openxmlformats.org/officeDocument/2006/relationships" ns1:id="rIdCompareNav8" action="ppaction://hlinksldjump" tooltip="概念图：失败 / 迟到"/>
            <a:extLst xmlns:a="http://schemas.openxmlformats.org/drawingml/2006/main">
              <a:ext uri="{FF2B5EF4-FFF2-40B4-BE49-F238E27FC236}">
                <a16:creationId xmlns:a16="http://schemas.microsoft.com/office/drawing/2014/main" id="{CDA55403-ECAC-49F0-ADCA-D6A6FAD14B29}"/>
              </a:ext>
            </a:extLst>
          </p:cNvPr>
          <p:cNvSpPr>
            <a:spLocks xmlns:a="http://schemas.openxmlformats.org/drawingml/2006/main" noGrp="1"/>
          </p:cNvSpPr>
          <p:nvPr/>
        </p:nvSpPr>
        <p:spPr>
          <a:xfrm xmlns:a="http://schemas.openxmlformats.org/drawingml/2006/main">
            <a:off x="8343900" y="1104900"/>
            <a:ext cx="11049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失败 / 迟到</a:t>
            </a:r>
          </a:p>
        </p:txBody>
      </p:sp>
      <p:sp>
        <p:nvSpPr>
          <p:cNvPr id="14" name="flow-prev">
            <ns0:hlinkClick xmlns:ns0="http://schemas.openxmlformats.org/drawingml/2006/main" xmlns:ns1="http://schemas.openxmlformats.org/officeDocument/2006/relationships" ns1:id="rIdCompareNav9" action="ppaction://hlinksldjump" tooltip="上一步"/>
            <a:extLst xmlns:a="http://schemas.openxmlformats.org/drawingml/2006/main">
              <a:ext uri="{FF2B5EF4-FFF2-40B4-BE49-F238E27FC236}">
                <a16:creationId xmlns:a16="http://schemas.microsoft.com/office/drawing/2014/main" id="{7DB39F1F-1272-421F-9B96-958A6431E274}"/>
              </a:ext>
            </a:extLst>
          </p:cNvPr>
          <p:cNvSpPr>
            <a:spLocks xmlns:a="http://schemas.openxmlformats.org/drawingml/2006/main" noGrp="1"/>
          </p:cNvSpPr>
          <p:nvPr/>
        </p:nvSpPr>
        <p:spPr>
          <a:xfrm xmlns:a="http://schemas.openxmlformats.org/drawingml/2006/main">
            <a:off x="95440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5" name="flow-next">
            <ns0:hlinkClick xmlns:ns0="http://schemas.openxmlformats.org/drawingml/2006/main" xmlns:ns1="http://schemas.openxmlformats.org/officeDocument/2006/relationships" ns1:id="rIdCompareNav10" action="ppaction://hlinksldjump" tooltip="下一步"/>
            <a:extLst xmlns:a="http://schemas.openxmlformats.org/drawingml/2006/main">
              <a:ext uri="{FF2B5EF4-FFF2-40B4-BE49-F238E27FC236}">
                <a16:creationId xmlns:a16="http://schemas.microsoft.com/office/drawing/2014/main" id="{5B756E7C-B804-4CF9-8B40-07E630716C9E}"/>
              </a:ext>
            </a:extLst>
          </p:cNvPr>
          <p:cNvSpPr>
            <a:spLocks xmlns:a="http://schemas.openxmlformats.org/drawingml/2006/main" noGrp="1"/>
          </p:cNvSpPr>
          <p:nvPr/>
        </p:nvSpPr>
        <p:spPr>
          <a:xfrm xmlns:a="http://schemas.openxmlformats.org/drawingml/2006/main">
            <a:off x="102298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16" name="flow-body">
            <ns0:hlinkClick xmlns:ns0="http://schemas.openxmlformats.org/drawingml/2006/main" xmlns:ns1="http://schemas.openxmlformats.org/officeDocument/2006/relationships" ns1:id="rIdCompareNav11" action="ppaction://hlinksldjump" tooltip="返回正文"/>
            <a:extLst xmlns:a="http://schemas.openxmlformats.org/drawingml/2006/main">
              <a:ext uri="{FF2B5EF4-FFF2-40B4-BE49-F238E27FC236}">
                <a16:creationId xmlns:a16="http://schemas.microsoft.com/office/drawing/2014/main" id="{D3C39D04-FE4A-4836-952A-8037A90D9209}"/>
              </a:ext>
            </a:extLst>
          </p:cNvPr>
          <p:cNvSpPr>
            <a:spLocks xmlns:a="http://schemas.openxmlformats.org/drawingml/2006/main" noGrp="1"/>
          </p:cNvSpPr>
          <p:nvPr/>
        </p:nvSpPr>
        <p:spPr>
          <a:xfrm xmlns:a="http://schemas.openxmlformats.org/drawingml/2006/main">
            <a:off x="10915650" y="1104900"/>
            <a:ext cx="7810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返回正文</a:t>
            </a:r>
          </a:p>
        </p:txBody>
      </p:sp>
      <p:sp>
        <p:nvSpPr>
          <p:cNvPr id="17" name="step-summary">
            <a:extLst xmlns:a="http://schemas.openxmlformats.org/drawingml/2006/main">
              <a:ext uri="{FF2B5EF4-FFF2-40B4-BE49-F238E27FC236}">
                <a16:creationId xmlns:a16="http://schemas.microsoft.com/office/drawing/2014/main" id="{195CD105-C916-4975-9A38-97124BB48611}"/>
              </a:ext>
            </a:extLst>
          </p:cNvPr>
          <p:cNvSpPr>
            <a:spLocks xmlns:a="http://schemas.openxmlformats.org/drawingml/2006/main" noGrp="1"/>
          </p:cNvSpPr>
          <p:nvPr/>
        </p:nvSpPr>
        <p:spPr>
          <a:xfrm xmlns:a="http://schemas.openxmlformats.org/drawingml/2006/main">
            <a:off x="495300" y="15144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04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④ 写卡：R 使用已复核路由，沿原 File / EF / APDU 写 MSISDN，此时尚不写账户 DB。</a:t>
            </a:r>
          </a:p>
        </p:txBody>
      </p:sp>
      <p:sp>
        <p:nvSpPr>
          <p:cNvPr id="18" name="header-rule">
            <a:extLst xmlns:a="http://schemas.openxmlformats.org/drawingml/2006/main">
              <a:ext uri="{FF2B5EF4-FFF2-40B4-BE49-F238E27FC236}">
                <a16:creationId xmlns:a16="http://schemas.microsoft.com/office/drawing/2014/main" id="{6EE54186-58B7-4BB7-8B33-88DDACB08EE4}"/>
              </a:ext>
            </a:extLst>
          </p:cNvPr>
          <p:cNvSpPr>
            <a:spLocks xmlns:a="http://schemas.openxmlformats.org/drawingml/2006/main" noGrp="1"/>
          </p:cNvSpPr>
          <p:nvPr/>
        </p:nvSpPr>
        <p:spPr>
          <a:xfrm xmlns:a="http://schemas.openxmlformats.org/drawingml/2006/main">
            <a:off x="495300" y="1924050"/>
            <a:ext cx="11201400" cy="10478"/>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9" name="relation-role-subscription">
            <a:extLst xmlns:a="http://schemas.openxmlformats.org/drawingml/2006/main">
              <a:ext uri="{FF2B5EF4-FFF2-40B4-BE49-F238E27FC236}">
                <a16:creationId xmlns:a16="http://schemas.microsoft.com/office/drawing/2014/main" id="{D040BC17-1477-40D2-A7F8-FDB0F6AE3CB2}"/>
              </a:ext>
            </a:extLst>
          </p:cNvPr>
          <p:cNvSpPr>
            <a:spLocks xmlns:a="http://schemas.openxmlformats.org/drawingml/2006/main" noGrp="1"/>
          </p:cNvSpPr>
          <p:nvPr/>
        </p:nvSpPr>
        <p:spPr>
          <a:xfrm xmlns:a="http://schemas.openxmlformats.org/drawingml/2006/main">
            <a:off x="3543300" y="24431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20" name="arrow-0">
            <a:extLst xmlns:a="http://schemas.openxmlformats.org/drawingml/2006/main">
              <a:ext uri="{FF2B5EF4-FFF2-40B4-BE49-F238E27FC236}">
                <a16:creationId xmlns:a16="http://schemas.microsoft.com/office/drawing/2014/main" id="{7B41402B-91B1-4082-8783-F3178096112B}"/>
              </a:ext>
            </a:extLst>
          </p:cNvPr>
          <p:cNvSpPr>
            <a:spLocks xmlns:a="http://schemas.openxmlformats.org/drawingml/2006/main" noGrp="1"/>
          </p:cNvSpPr>
          <p:nvPr/>
        </p:nvSpPr>
        <p:spPr>
          <a:xfrm xmlns:a="http://schemas.openxmlformats.org/drawingml/2006/main">
            <a:off x="4505325" y="24145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21" name="relation-label-0">
            <a:extLst xmlns:a="http://schemas.openxmlformats.org/drawingml/2006/main">
              <a:ext uri="{FF2B5EF4-FFF2-40B4-BE49-F238E27FC236}">
                <a16:creationId xmlns:a16="http://schemas.microsoft.com/office/drawing/2014/main" id="{5C53268C-BCA4-4D32-BEFF-B624D1103564}"/>
              </a:ext>
            </a:extLst>
          </p:cNvPr>
          <p:cNvSpPr>
            <a:spLocks xmlns:a="http://schemas.openxmlformats.org/drawingml/2006/main" noGrp="1"/>
          </p:cNvSpPr>
          <p:nvPr/>
        </p:nvSpPr>
        <p:spPr>
          <a:xfrm xmlns:a="http://schemas.openxmlformats.org/drawingml/2006/main">
            <a:off x="3705225" y="2238375"/>
            <a:ext cx="7048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选择</a:t>
            </a:r>
          </a:p>
        </p:txBody>
      </p:sp>
      <p:sp>
        <p:nvSpPr>
          <p:cNvPr id="22" name="relation-operation-subscription">
            <a:extLst xmlns:a="http://schemas.openxmlformats.org/drawingml/2006/main">
              <a:ext uri="{FF2B5EF4-FFF2-40B4-BE49-F238E27FC236}">
                <a16:creationId xmlns:a16="http://schemas.microsoft.com/office/drawing/2014/main" id="{928EC490-42F0-4C9A-B916-A2608047403B}"/>
              </a:ext>
            </a:extLst>
          </p:cNvPr>
          <p:cNvSpPr>
            <a:spLocks xmlns:a="http://schemas.openxmlformats.org/drawingml/2006/main" noGrp="1"/>
          </p:cNvSpPr>
          <p:nvPr/>
        </p:nvSpPr>
        <p:spPr>
          <a:xfrm xmlns:a="http://schemas.openxmlformats.org/drawingml/2006/main">
            <a:off x="7620000" y="2443163"/>
            <a:ext cx="1028700" cy="9525"/>
          </a:xfrm>
          <a:custGeom xmlns:a="http://schemas.openxmlformats.org/drawingml/2006/main">
            <a:pathLst>
              <a:path w="1028700" h="9525">
                <a:moveTo>
                  <a:pt x="1028700" y="4763"/>
                </a:moveTo>
                <a:lnTo>
                  <a:pt x="0" y="4763"/>
                </a:lnTo>
              </a:path>
            </a:pathLst>
          </a:custGeom>
          <a:noFill xmlns:a="http://schemas.openxmlformats.org/drawingml/2006/main"/>
          <a:ln xmlns:a="http://schemas.openxmlformats.org/drawingml/2006/main" w="11430">
            <a:solidFill>
              <a:srgbClr val="ABBBCB"/>
            </a:solidFill>
            <a:prstDash val="solid"/>
          </a:ln>
        </p:spPr>
      </p:sp>
      <p:sp>
        <p:nvSpPr>
          <p:cNvPr id="23" name="arrow-1">
            <a:extLst xmlns:a="http://schemas.openxmlformats.org/drawingml/2006/main">
              <a:ext uri="{FF2B5EF4-FFF2-40B4-BE49-F238E27FC236}">
                <a16:creationId xmlns:a16="http://schemas.microsoft.com/office/drawing/2014/main" id="{A4BEC816-5383-4FA2-95C7-043C3C1D1754}"/>
              </a:ext>
            </a:extLst>
          </p:cNvPr>
          <p:cNvSpPr>
            <a:spLocks xmlns:a="http://schemas.openxmlformats.org/drawingml/2006/main" noGrp="1"/>
          </p:cNvSpPr>
          <p:nvPr/>
        </p:nvSpPr>
        <p:spPr>
          <a:xfrm xmlns:a="http://schemas.openxmlformats.org/drawingml/2006/main">
            <a:off x="76200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24" name="relation-label-1">
            <a:extLst xmlns:a="http://schemas.openxmlformats.org/drawingml/2006/main">
              <a:ext uri="{FF2B5EF4-FFF2-40B4-BE49-F238E27FC236}">
                <a16:creationId xmlns:a16="http://schemas.microsoft.com/office/drawing/2014/main" id="{8FE80E4A-89DA-49AD-8851-C78F1083B0AA}"/>
              </a:ext>
            </a:extLst>
          </p:cNvPr>
          <p:cNvSpPr>
            <a:spLocks xmlns:a="http://schemas.openxmlformats.org/drawingml/2006/main" noGrp="1"/>
          </p:cNvSpPr>
          <p:nvPr/>
        </p:nvSpPr>
        <p:spPr>
          <a:xfrm xmlns:a="http://schemas.openxmlformats.org/drawingml/2006/main">
            <a:off x="7772400" y="2238375"/>
            <a:ext cx="7239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目标</a:t>
            </a:r>
          </a:p>
        </p:txBody>
      </p:sp>
      <p:sp>
        <p:nvSpPr>
          <p:cNvPr id="25" name="relation-subscription-binding">
            <a:extLst xmlns:a="http://schemas.openxmlformats.org/drawingml/2006/main">
              <a:ext uri="{FF2B5EF4-FFF2-40B4-BE49-F238E27FC236}">
                <a16:creationId xmlns:a16="http://schemas.microsoft.com/office/drawing/2014/main" id="{D9FDC232-0618-4AF4-98AD-41FFCE4B2835}"/>
              </a:ext>
            </a:extLst>
          </p:cNvPr>
          <p:cNvSpPr>
            <a:spLocks xmlns:a="http://schemas.openxmlformats.org/drawingml/2006/main" noGrp="1"/>
          </p:cNvSpPr>
          <p:nvPr/>
        </p:nvSpPr>
        <p:spPr>
          <a:xfrm xmlns:a="http://schemas.openxmlformats.org/drawingml/2006/main">
            <a:off x="60912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26" name="arrow-2">
            <a:extLst xmlns:a="http://schemas.openxmlformats.org/drawingml/2006/main">
              <a:ext uri="{FF2B5EF4-FFF2-40B4-BE49-F238E27FC236}">
                <a16:creationId xmlns:a16="http://schemas.microsoft.com/office/drawing/2014/main" id="{FF3229E3-EB02-4E07-89EE-CF16D4AF2085}"/>
              </a:ext>
            </a:extLst>
          </p:cNvPr>
          <p:cNvSpPr>
            <a:spLocks xmlns:a="http://schemas.openxmlformats.org/drawingml/2006/main" noGrp="1"/>
          </p:cNvSpPr>
          <p:nvPr/>
        </p:nvSpPr>
        <p:spPr>
          <a:xfrm xmlns:a="http://schemas.openxmlformats.org/drawingml/2006/main">
            <a:off x="60626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27" name="relation-label-2">
            <a:extLst xmlns:a="http://schemas.openxmlformats.org/drawingml/2006/main">
              <a:ext uri="{FF2B5EF4-FFF2-40B4-BE49-F238E27FC236}">
                <a16:creationId xmlns:a16="http://schemas.microsoft.com/office/drawing/2014/main" id="{F9CBC31C-968B-40AB-9FF8-C43C79523FD1}"/>
              </a:ext>
            </a:extLst>
          </p:cNvPr>
          <p:cNvSpPr>
            <a:spLocks xmlns:a="http://schemas.openxmlformats.org/drawingml/2006/main" noGrp="1"/>
          </p:cNvSpPr>
          <p:nvPr/>
        </p:nvSpPr>
        <p:spPr>
          <a:xfrm xmlns:a="http://schemas.openxmlformats.org/drawingml/2006/main">
            <a:off x="6181725" y="28956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当前绑定</a:t>
            </a:r>
          </a:p>
        </p:txBody>
      </p:sp>
      <p:sp>
        <p:nvSpPr>
          <p:cNvPr id="28" name="relation-euicc-profile">
            <a:extLst xmlns:a="http://schemas.openxmlformats.org/drawingml/2006/main">
              <a:ext uri="{FF2B5EF4-FFF2-40B4-BE49-F238E27FC236}">
                <a16:creationId xmlns:a16="http://schemas.microsoft.com/office/drawing/2014/main" id="{F99133EF-4C17-41A2-8AF7-504D8A09AA39}"/>
              </a:ext>
            </a:extLst>
          </p:cNvPr>
          <p:cNvSpPr>
            <a:spLocks xmlns:a="http://schemas.openxmlformats.org/drawingml/2006/main" noGrp="1"/>
          </p:cNvSpPr>
          <p:nvPr/>
        </p:nvSpPr>
        <p:spPr>
          <a:xfrm xmlns:a="http://schemas.openxmlformats.org/drawingml/2006/main">
            <a:off x="20145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29" name="arrow-3">
            <a:extLst xmlns:a="http://schemas.openxmlformats.org/drawingml/2006/main">
              <a:ext uri="{FF2B5EF4-FFF2-40B4-BE49-F238E27FC236}">
                <a16:creationId xmlns:a16="http://schemas.microsoft.com/office/drawing/2014/main" id="{5FBA8F6F-9CAB-4B35-9907-E9C9496E79C9}"/>
              </a:ext>
            </a:extLst>
          </p:cNvPr>
          <p:cNvSpPr>
            <a:spLocks xmlns:a="http://schemas.openxmlformats.org/drawingml/2006/main" noGrp="1"/>
          </p:cNvSpPr>
          <p:nvPr/>
        </p:nvSpPr>
        <p:spPr>
          <a:xfrm xmlns:a="http://schemas.openxmlformats.org/drawingml/2006/main">
            <a:off x="19859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30" name="relation-label-3">
            <a:extLst xmlns:a="http://schemas.openxmlformats.org/drawingml/2006/main">
              <a:ext uri="{FF2B5EF4-FFF2-40B4-BE49-F238E27FC236}">
                <a16:creationId xmlns:a16="http://schemas.microsoft.com/office/drawing/2014/main" id="{9A4F183C-40B4-4C68-BB70-FE4001877C7D}"/>
              </a:ext>
            </a:extLst>
          </p:cNvPr>
          <p:cNvSpPr>
            <a:spLocks xmlns:a="http://schemas.openxmlformats.org/drawingml/2006/main" noGrp="1"/>
          </p:cNvSpPr>
          <p:nvPr/>
        </p:nvSpPr>
        <p:spPr>
          <a:xfrm xmlns:a="http://schemas.openxmlformats.org/drawingml/2006/main">
            <a:off x="2124075" y="3962400"/>
            <a:ext cx="8763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容纳配置</a:t>
            </a:r>
          </a:p>
        </p:txBody>
      </p:sp>
      <p:sp>
        <p:nvSpPr>
          <p:cNvPr id="31" name="relation-profile-port">
            <a:extLst xmlns:a="http://schemas.openxmlformats.org/drawingml/2006/main">
              <a:ext uri="{FF2B5EF4-FFF2-40B4-BE49-F238E27FC236}">
                <a16:creationId xmlns:a16="http://schemas.microsoft.com/office/drawing/2014/main" id="{967543DE-5138-4988-9DB9-DA13E4E9441F}"/>
              </a:ext>
            </a:extLst>
          </p:cNvPr>
          <p:cNvSpPr>
            <a:spLocks xmlns:a="http://schemas.openxmlformats.org/drawingml/2006/main" noGrp="1"/>
          </p:cNvSpPr>
          <p:nvPr/>
        </p:nvSpPr>
        <p:spPr>
          <a:xfrm xmlns:a="http://schemas.openxmlformats.org/drawingml/2006/main">
            <a:off x="20145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32" name="arrow-4">
            <a:extLst xmlns:a="http://schemas.openxmlformats.org/drawingml/2006/main">
              <a:ext uri="{FF2B5EF4-FFF2-40B4-BE49-F238E27FC236}">
                <a16:creationId xmlns:a16="http://schemas.microsoft.com/office/drawing/2014/main" id="{F776B754-67C7-4E9B-892F-15E5931DA10D}"/>
              </a:ext>
            </a:extLst>
          </p:cNvPr>
          <p:cNvSpPr>
            <a:spLocks xmlns:a="http://schemas.openxmlformats.org/drawingml/2006/main" noGrp="1"/>
          </p:cNvSpPr>
          <p:nvPr/>
        </p:nvSpPr>
        <p:spPr>
          <a:xfrm xmlns:a="http://schemas.openxmlformats.org/drawingml/2006/main">
            <a:off x="19859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33" name="relation-label-4">
            <a:extLst xmlns:a="http://schemas.openxmlformats.org/drawingml/2006/main">
              <a:ext uri="{FF2B5EF4-FFF2-40B4-BE49-F238E27FC236}">
                <a16:creationId xmlns:a16="http://schemas.microsoft.com/office/drawing/2014/main" id="{228408DC-30A6-4EC3-B818-BE519E6A4E50}"/>
              </a:ext>
            </a:extLst>
          </p:cNvPr>
          <p:cNvSpPr>
            <a:spLocks xmlns:a="http://schemas.openxmlformats.org/drawingml/2006/main" noGrp="1"/>
          </p:cNvSpPr>
          <p:nvPr/>
        </p:nvSpPr>
        <p:spPr>
          <a:xfrm xmlns:a="http://schemas.openxmlformats.org/drawingml/2006/main">
            <a:off x="2124075" y="50292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使能于</a:t>
            </a:r>
          </a:p>
        </p:txBody>
      </p:sp>
      <p:sp>
        <p:nvSpPr>
          <p:cNvPr id="34" name="relation-port-slot">
            <a:extLst xmlns:a="http://schemas.openxmlformats.org/drawingml/2006/main">
              <a:ext uri="{FF2B5EF4-FFF2-40B4-BE49-F238E27FC236}">
                <a16:creationId xmlns:a16="http://schemas.microsoft.com/office/drawing/2014/main" id="{D6D7AF3A-857A-4390-8035-C12A6D0AC384}"/>
              </a:ext>
            </a:extLst>
          </p:cNvPr>
          <p:cNvSpPr>
            <a:spLocks xmlns:a="http://schemas.openxmlformats.org/drawingml/2006/main" noGrp="1"/>
          </p:cNvSpPr>
          <p:nvPr/>
        </p:nvSpPr>
        <p:spPr>
          <a:xfrm xmlns:a="http://schemas.openxmlformats.org/drawingml/2006/main">
            <a:off x="3543300" y="56435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7145">
            <a:solidFill>
              <a:srgbClr val="246AB8"/>
            </a:solidFill>
            <a:prstDash val="solid"/>
          </a:ln>
        </p:spPr>
      </p:sp>
      <p:sp>
        <p:nvSpPr>
          <p:cNvPr id="35" name="arrow-5">
            <a:extLst xmlns:a="http://schemas.openxmlformats.org/drawingml/2006/main">
              <a:ext uri="{FF2B5EF4-FFF2-40B4-BE49-F238E27FC236}">
                <a16:creationId xmlns:a16="http://schemas.microsoft.com/office/drawing/2014/main" id="{41AC53EA-F846-4F16-81EA-5ACFD8C303F2}"/>
              </a:ext>
            </a:extLst>
          </p:cNvPr>
          <p:cNvSpPr>
            <a:spLocks xmlns:a="http://schemas.openxmlformats.org/drawingml/2006/main" noGrp="1"/>
          </p:cNvSpPr>
          <p:nvPr/>
        </p:nvSpPr>
        <p:spPr>
          <a:xfrm xmlns:a="http://schemas.openxmlformats.org/drawingml/2006/main">
            <a:off x="4505325" y="56149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246AB8"/>
            </a:solidFill>
            <a:prstDash val="solid"/>
          </a:ln>
        </p:spPr>
      </p:sp>
      <p:sp>
        <p:nvSpPr>
          <p:cNvPr id="36" name="relation-label-5">
            <a:extLst xmlns:a="http://schemas.openxmlformats.org/drawingml/2006/main">
              <a:ext uri="{FF2B5EF4-FFF2-40B4-BE49-F238E27FC236}">
                <a16:creationId xmlns:a16="http://schemas.microsoft.com/office/drawing/2014/main" id="{F27E0BD9-CD5A-4541-A857-AD22339586BD}"/>
              </a:ext>
            </a:extLst>
          </p:cNvPr>
          <p:cNvSpPr>
            <a:spLocks xmlns:a="http://schemas.openxmlformats.org/drawingml/2006/main" noGrp="1"/>
          </p:cNvSpPr>
          <p:nvPr/>
        </p:nvSpPr>
        <p:spPr>
          <a:xfrm xmlns:a="http://schemas.openxmlformats.org/drawingml/2006/main">
            <a:off x="3657600" y="54387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映射到</a:t>
            </a:r>
          </a:p>
        </p:txBody>
      </p:sp>
      <p:sp>
        <p:nvSpPr>
          <p:cNvPr id="37" name="relation-binding-session">
            <a:extLst xmlns:a="http://schemas.openxmlformats.org/drawingml/2006/main">
              <a:ext uri="{FF2B5EF4-FFF2-40B4-BE49-F238E27FC236}">
                <a16:creationId xmlns:a16="http://schemas.microsoft.com/office/drawing/2014/main" id="{AEC316A0-E0C4-4656-A962-FD906AD1B057}"/>
              </a:ext>
            </a:extLst>
          </p:cNvPr>
          <p:cNvSpPr>
            <a:spLocks xmlns:a="http://schemas.openxmlformats.org/drawingml/2006/main" noGrp="1"/>
          </p:cNvSpPr>
          <p:nvPr/>
        </p:nvSpPr>
        <p:spPr>
          <a:xfrm xmlns:a="http://schemas.openxmlformats.org/drawingml/2006/main">
            <a:off x="60912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38" name="arrow-6">
            <a:extLst xmlns:a="http://schemas.openxmlformats.org/drawingml/2006/main">
              <a:ext uri="{FF2B5EF4-FFF2-40B4-BE49-F238E27FC236}">
                <a16:creationId xmlns:a16="http://schemas.microsoft.com/office/drawing/2014/main" id="{8BF7BBDB-4378-4DD5-BCD0-9309433F9F4B}"/>
              </a:ext>
            </a:extLst>
          </p:cNvPr>
          <p:cNvSpPr>
            <a:spLocks xmlns:a="http://schemas.openxmlformats.org/drawingml/2006/main" noGrp="1"/>
          </p:cNvSpPr>
          <p:nvPr/>
        </p:nvSpPr>
        <p:spPr>
          <a:xfrm xmlns:a="http://schemas.openxmlformats.org/drawingml/2006/main">
            <a:off x="60626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9" name="relation-label-6">
            <a:extLst xmlns:a="http://schemas.openxmlformats.org/drawingml/2006/main">
              <a:ext uri="{FF2B5EF4-FFF2-40B4-BE49-F238E27FC236}">
                <a16:creationId xmlns:a16="http://schemas.microsoft.com/office/drawing/2014/main" id="{04082E5F-0989-42FD-8F84-07FFA9067387}"/>
              </a:ext>
            </a:extLst>
          </p:cNvPr>
          <p:cNvSpPr>
            <a:spLocks xmlns:a="http://schemas.openxmlformats.org/drawingml/2006/main" noGrp="1"/>
          </p:cNvSpPr>
          <p:nvPr/>
        </p:nvSpPr>
        <p:spPr>
          <a:xfrm xmlns:a="http://schemas.openxmlformats.org/drawingml/2006/main">
            <a:off x="6181725" y="39624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当前应用</a:t>
            </a:r>
          </a:p>
        </p:txBody>
      </p:sp>
      <p:sp>
        <p:nvSpPr>
          <p:cNvPr id="40" name="relation-profile-session">
            <a:extLst xmlns:a="http://schemas.openxmlformats.org/drawingml/2006/main">
              <a:ext uri="{FF2B5EF4-FFF2-40B4-BE49-F238E27FC236}">
                <a16:creationId xmlns:a16="http://schemas.microsoft.com/office/drawing/2014/main" id="{FAAF5E78-7183-444D-A133-87B2256A23A1}"/>
              </a:ext>
            </a:extLst>
          </p:cNvPr>
          <p:cNvSpPr>
            <a:spLocks xmlns:a="http://schemas.openxmlformats.org/drawingml/2006/main" noGrp="1"/>
          </p:cNvSpPr>
          <p:nvPr/>
        </p:nvSpPr>
        <p:spPr>
          <a:xfrm xmlns:a="http://schemas.openxmlformats.org/drawingml/2006/main">
            <a:off x="3543300" y="45767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7145">
            <a:solidFill>
              <a:srgbClr val="246AB8"/>
            </a:solidFill>
            <a:prstDash val="solid"/>
          </a:ln>
        </p:spPr>
      </p:sp>
      <p:sp>
        <p:nvSpPr>
          <p:cNvPr id="41" name="arrow-7">
            <a:extLst xmlns:a="http://schemas.openxmlformats.org/drawingml/2006/main">
              <a:ext uri="{FF2B5EF4-FFF2-40B4-BE49-F238E27FC236}">
                <a16:creationId xmlns:a16="http://schemas.microsoft.com/office/drawing/2014/main" id="{FCCCE204-4FFE-44B4-93D1-72D7C5F369DF}"/>
              </a:ext>
            </a:extLst>
          </p:cNvPr>
          <p:cNvSpPr>
            <a:spLocks xmlns:a="http://schemas.openxmlformats.org/drawingml/2006/main" noGrp="1"/>
          </p:cNvSpPr>
          <p:nvPr/>
        </p:nvSpPr>
        <p:spPr>
          <a:xfrm xmlns:a="http://schemas.openxmlformats.org/drawingml/2006/main">
            <a:off x="4505325" y="45481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246AB8"/>
            </a:solidFill>
            <a:prstDash val="solid"/>
          </a:ln>
        </p:spPr>
      </p:sp>
      <p:sp>
        <p:nvSpPr>
          <p:cNvPr id="42" name="relation-label-7">
            <a:extLst xmlns:a="http://schemas.openxmlformats.org/drawingml/2006/main">
              <a:ext uri="{FF2B5EF4-FFF2-40B4-BE49-F238E27FC236}">
                <a16:creationId xmlns:a16="http://schemas.microsoft.com/office/drawing/2014/main" id="{F60CD6CB-6266-464A-BF49-B34B8DCABFFA}"/>
              </a:ext>
            </a:extLst>
          </p:cNvPr>
          <p:cNvSpPr>
            <a:spLocks xmlns:a="http://schemas.openxmlformats.org/drawingml/2006/main" noGrp="1"/>
          </p:cNvSpPr>
          <p:nvPr/>
        </p:nvSpPr>
        <p:spPr>
          <a:xfrm xmlns:a="http://schemas.openxmlformats.org/drawingml/2006/main">
            <a:off x="3657600" y="43719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卡应用</a:t>
            </a:r>
          </a:p>
        </p:txBody>
      </p:sp>
      <p:sp>
        <p:nvSpPr>
          <p:cNvPr id="43" name="relation-session-slot">
            <a:extLst xmlns:a="http://schemas.openxmlformats.org/drawingml/2006/main">
              <a:ext uri="{FF2B5EF4-FFF2-40B4-BE49-F238E27FC236}">
                <a16:creationId xmlns:a16="http://schemas.microsoft.com/office/drawing/2014/main" id="{17587AF9-4291-41DE-8B33-47D28879ACD7}"/>
              </a:ext>
            </a:extLst>
          </p:cNvPr>
          <p:cNvSpPr>
            <a:spLocks xmlns:a="http://schemas.openxmlformats.org/drawingml/2006/main" noGrp="1"/>
          </p:cNvSpPr>
          <p:nvPr/>
        </p:nvSpPr>
        <p:spPr>
          <a:xfrm xmlns:a="http://schemas.openxmlformats.org/drawingml/2006/main">
            <a:off x="60912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44" name="arrow-8">
            <a:extLst xmlns:a="http://schemas.openxmlformats.org/drawingml/2006/main">
              <a:ext uri="{FF2B5EF4-FFF2-40B4-BE49-F238E27FC236}">
                <a16:creationId xmlns:a16="http://schemas.microsoft.com/office/drawing/2014/main" id="{87E34DE9-BE8B-4F8A-84A1-128970D69812}"/>
              </a:ext>
            </a:extLst>
          </p:cNvPr>
          <p:cNvSpPr>
            <a:spLocks xmlns:a="http://schemas.openxmlformats.org/drawingml/2006/main" noGrp="1"/>
          </p:cNvSpPr>
          <p:nvPr/>
        </p:nvSpPr>
        <p:spPr>
          <a:xfrm xmlns:a="http://schemas.openxmlformats.org/drawingml/2006/main">
            <a:off x="60626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45" name="relation-label-8">
            <a:extLst xmlns:a="http://schemas.openxmlformats.org/drawingml/2006/main">
              <a:ext uri="{FF2B5EF4-FFF2-40B4-BE49-F238E27FC236}">
                <a16:creationId xmlns:a16="http://schemas.microsoft.com/office/drawing/2014/main" id="{AC96B291-494A-430B-8221-9AECE4F2A5F3}"/>
              </a:ext>
            </a:extLst>
          </p:cNvPr>
          <p:cNvSpPr>
            <a:spLocks xmlns:a="http://schemas.openxmlformats.org/drawingml/2006/main" noGrp="1"/>
          </p:cNvSpPr>
          <p:nvPr/>
        </p:nvSpPr>
        <p:spPr>
          <a:xfrm xmlns:a="http://schemas.openxmlformats.org/drawingml/2006/main">
            <a:off x="6181725" y="5029200"/>
            <a:ext cx="7620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路由</a:t>
            </a:r>
          </a:p>
        </p:txBody>
      </p:sp>
      <p:sp>
        <p:nvSpPr>
          <p:cNvPr id="46" name="relation-operation-request">
            <a:extLst xmlns:a="http://schemas.openxmlformats.org/drawingml/2006/main">
              <a:ext uri="{FF2B5EF4-FFF2-40B4-BE49-F238E27FC236}">
                <a16:creationId xmlns:a16="http://schemas.microsoft.com/office/drawing/2014/main" id="{0EC3109E-8B6C-4418-AC18-F1721E48C68D}"/>
              </a:ext>
            </a:extLst>
          </p:cNvPr>
          <p:cNvSpPr>
            <a:spLocks xmlns:a="http://schemas.openxmlformats.org/drawingml/2006/main" noGrp="1"/>
          </p:cNvSpPr>
          <p:nvPr/>
        </p:nvSpPr>
        <p:spPr>
          <a:xfrm xmlns:a="http://schemas.openxmlformats.org/drawingml/2006/main">
            <a:off x="101679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47" name="arrow-9">
            <a:extLst xmlns:a="http://schemas.openxmlformats.org/drawingml/2006/main">
              <a:ext uri="{FF2B5EF4-FFF2-40B4-BE49-F238E27FC236}">
                <a16:creationId xmlns:a16="http://schemas.microsoft.com/office/drawing/2014/main" id="{980221A8-9DE2-4CDD-BCD4-3A5796D88EB4}"/>
              </a:ext>
            </a:extLst>
          </p:cNvPr>
          <p:cNvSpPr>
            <a:spLocks xmlns:a="http://schemas.openxmlformats.org/drawingml/2006/main" noGrp="1"/>
          </p:cNvSpPr>
          <p:nvPr/>
        </p:nvSpPr>
        <p:spPr>
          <a:xfrm xmlns:a="http://schemas.openxmlformats.org/drawingml/2006/main">
            <a:off x="101393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48" name="relation-label-9">
            <a:extLst xmlns:a="http://schemas.openxmlformats.org/drawingml/2006/main">
              <a:ext uri="{FF2B5EF4-FFF2-40B4-BE49-F238E27FC236}">
                <a16:creationId xmlns:a16="http://schemas.microsoft.com/office/drawing/2014/main" id="{B286900A-C503-4D18-8C4D-9D57BE4EF176}"/>
              </a:ext>
            </a:extLst>
          </p:cNvPr>
          <p:cNvSpPr>
            <a:spLocks xmlns:a="http://schemas.openxmlformats.org/drawingml/2006/main" noGrp="1"/>
          </p:cNvSpPr>
          <p:nvPr/>
        </p:nvSpPr>
        <p:spPr>
          <a:xfrm xmlns:a="http://schemas.openxmlformats.org/drawingml/2006/main">
            <a:off x="10258425" y="2895600"/>
            <a:ext cx="10668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步骤关联</a:t>
            </a:r>
          </a:p>
        </p:txBody>
      </p:sp>
      <p:sp>
        <p:nvSpPr>
          <p:cNvPr id="49" name="relation-request-session">
            <a:extLst xmlns:a="http://schemas.openxmlformats.org/drawingml/2006/main">
              <a:ext uri="{FF2B5EF4-FFF2-40B4-BE49-F238E27FC236}">
                <a16:creationId xmlns:a16="http://schemas.microsoft.com/office/drawing/2014/main" id="{3EE176F7-D53D-48F5-945B-0E083BEAC2C1}"/>
              </a:ext>
            </a:extLst>
          </p:cNvPr>
          <p:cNvSpPr>
            <a:spLocks xmlns:a="http://schemas.openxmlformats.org/drawingml/2006/main" noGrp="1"/>
          </p:cNvSpPr>
          <p:nvPr/>
        </p:nvSpPr>
        <p:spPr>
          <a:xfrm xmlns:a="http://schemas.openxmlformats.org/drawingml/2006/main">
            <a:off x="7620000" y="3514725"/>
            <a:ext cx="1028700" cy="1066800"/>
          </a:xfrm>
          <a:custGeom xmlns:a="http://schemas.openxmlformats.org/drawingml/2006/main">
            <a:pathLst>
              <a:path w="1028700" h="1066800">
                <a:moveTo>
                  <a:pt x="1028700" y="0"/>
                </a:moveTo>
                <a:lnTo>
                  <a:pt x="438150" y="0"/>
                </a:lnTo>
                <a:lnTo>
                  <a:pt x="438150" y="1066800"/>
                </a:lnTo>
                <a:lnTo>
                  <a:pt x="0" y="1066800"/>
                </a:lnTo>
              </a:path>
            </a:pathLst>
          </a:custGeom>
          <a:noFill xmlns:a="http://schemas.openxmlformats.org/drawingml/2006/main"/>
          <a:ln xmlns:a="http://schemas.openxmlformats.org/drawingml/2006/main" w="17145">
            <a:solidFill>
              <a:srgbClr val="246AB8"/>
            </a:solidFill>
            <a:prstDash val="solid"/>
          </a:ln>
        </p:spPr>
      </p:sp>
      <p:sp>
        <p:nvSpPr>
          <p:cNvPr id="50" name="arrow-10">
            <a:extLst xmlns:a="http://schemas.openxmlformats.org/drawingml/2006/main">
              <a:ext uri="{FF2B5EF4-FFF2-40B4-BE49-F238E27FC236}">
                <a16:creationId xmlns:a16="http://schemas.microsoft.com/office/drawing/2014/main" id="{92F4FE2F-0F21-421F-A7C7-5FFA29086C50}"/>
              </a:ext>
            </a:extLst>
          </p:cNvPr>
          <p:cNvSpPr>
            <a:spLocks xmlns:a="http://schemas.openxmlformats.org/drawingml/2006/main" noGrp="1"/>
          </p:cNvSpPr>
          <p:nvPr/>
        </p:nvSpPr>
        <p:spPr>
          <a:xfrm xmlns:a="http://schemas.openxmlformats.org/drawingml/2006/main">
            <a:off x="7620000" y="45481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246AB8"/>
            </a:solidFill>
            <a:prstDash val="solid"/>
          </a:ln>
        </p:spPr>
      </p:sp>
      <p:sp>
        <p:nvSpPr>
          <p:cNvPr id="51" name="relation-label-10">
            <a:extLst xmlns:a="http://schemas.openxmlformats.org/drawingml/2006/main">
              <a:ext uri="{FF2B5EF4-FFF2-40B4-BE49-F238E27FC236}">
                <a16:creationId xmlns:a16="http://schemas.microsoft.com/office/drawing/2014/main" id="{5EB677F6-136D-4179-9868-87AF83403148}"/>
              </a:ext>
            </a:extLst>
          </p:cNvPr>
          <p:cNvSpPr>
            <a:spLocks xmlns:a="http://schemas.openxmlformats.org/drawingml/2006/main" noGrp="1"/>
          </p:cNvSpPr>
          <p:nvPr/>
        </p:nvSpPr>
        <p:spPr>
          <a:xfrm xmlns:a="http://schemas.openxmlformats.org/drawingml/2006/main">
            <a:off x="7734300" y="3886200"/>
            <a:ext cx="6667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原会话</a:t>
            </a:r>
          </a:p>
        </p:txBody>
      </p:sp>
      <p:sp>
        <p:nvSpPr>
          <p:cNvPr id="52" name="relation-subscription-store">
            <a:extLst xmlns:a="http://schemas.openxmlformats.org/drawingml/2006/main">
              <a:ext uri="{FF2B5EF4-FFF2-40B4-BE49-F238E27FC236}">
                <a16:creationId xmlns:a16="http://schemas.microsoft.com/office/drawing/2014/main" id="{1B4FE48B-4771-495A-98FB-544625E005B9}"/>
              </a:ext>
            </a:extLst>
          </p:cNvPr>
          <p:cNvSpPr>
            <a:spLocks xmlns:a="http://schemas.openxmlformats.org/drawingml/2006/main" noGrp="1"/>
          </p:cNvSpPr>
          <p:nvPr/>
        </p:nvSpPr>
        <p:spPr>
          <a:xfrm xmlns:a="http://schemas.openxmlformats.org/drawingml/2006/main">
            <a:off x="7620000" y="2447925"/>
            <a:ext cx="2552700" cy="1685925"/>
          </a:xfrm>
          <a:custGeom xmlns:a="http://schemas.openxmlformats.org/drawingml/2006/main">
            <a:pathLst>
              <a:path w="2552700" h="1685925">
                <a:moveTo>
                  <a:pt x="0" y="0"/>
                </a:moveTo>
                <a:lnTo>
                  <a:pt x="800100" y="0"/>
                </a:lnTo>
                <a:lnTo>
                  <a:pt x="800100" y="1590675"/>
                </a:lnTo>
                <a:lnTo>
                  <a:pt x="2552700" y="1590675"/>
                </a:lnTo>
                <a:lnTo>
                  <a:pt x="2552700" y="1685925"/>
                </a:lnTo>
              </a:path>
            </a:pathLst>
          </a:custGeom>
          <a:noFill xmlns:a="http://schemas.openxmlformats.org/drawingml/2006/main"/>
          <a:ln xmlns:a="http://schemas.openxmlformats.org/drawingml/2006/main" w="11430">
            <a:solidFill>
              <a:srgbClr val="ABBBCB"/>
            </a:solidFill>
            <a:prstDash val="solid"/>
          </a:ln>
        </p:spPr>
      </p:sp>
      <p:sp>
        <p:nvSpPr>
          <p:cNvPr id="53" name="arrow-11">
            <a:extLst xmlns:a="http://schemas.openxmlformats.org/drawingml/2006/main">
              <a:ext uri="{FF2B5EF4-FFF2-40B4-BE49-F238E27FC236}">
                <a16:creationId xmlns:a16="http://schemas.microsoft.com/office/drawing/2014/main" id="{9DE8C777-04A4-44A8-A2CB-78F7A7E096F2}"/>
              </a:ext>
            </a:extLst>
          </p:cNvPr>
          <p:cNvSpPr>
            <a:spLocks xmlns:a="http://schemas.openxmlformats.org/drawingml/2006/main" noGrp="1"/>
          </p:cNvSpPr>
          <p:nvPr/>
        </p:nvSpPr>
        <p:spPr>
          <a:xfrm xmlns:a="http://schemas.openxmlformats.org/drawingml/2006/main">
            <a:off x="101393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54" name="relation-label-11">
            <a:extLst xmlns:a="http://schemas.openxmlformats.org/drawingml/2006/main">
              <a:ext uri="{FF2B5EF4-FFF2-40B4-BE49-F238E27FC236}">
                <a16:creationId xmlns:a16="http://schemas.microsoft.com/office/drawing/2014/main" id="{9CD16804-C7A2-4505-93ED-C4A8270E5C79}"/>
              </a:ext>
            </a:extLst>
          </p:cNvPr>
          <p:cNvSpPr>
            <a:spLocks xmlns:a="http://schemas.openxmlformats.org/drawingml/2006/main" noGrp="1"/>
          </p:cNvSpPr>
          <p:nvPr/>
        </p:nvSpPr>
        <p:spPr>
          <a:xfrm xmlns:a="http://schemas.openxmlformats.org/drawingml/2006/main">
            <a:off x="7696200" y="2895600"/>
            <a:ext cx="9715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账户字段存取</a:t>
            </a:r>
          </a:p>
        </p:txBody>
      </p:sp>
      <p:sp>
        <p:nvSpPr>
          <p:cNvPr id="55" name="relation-compat-operation">
            <a:extLst xmlns:a="http://schemas.openxmlformats.org/drawingml/2006/main">
              <a:ext uri="{FF2B5EF4-FFF2-40B4-BE49-F238E27FC236}">
                <a16:creationId xmlns:a16="http://schemas.microsoft.com/office/drawing/2014/main" id="{1165FF38-3D40-40BF-87C8-14C6D7103B77}"/>
              </a:ext>
            </a:extLst>
          </p:cNvPr>
          <p:cNvSpPr>
            <a:spLocks xmlns:a="http://schemas.openxmlformats.org/drawingml/2006/main" noGrp="1"/>
          </p:cNvSpPr>
          <p:nvPr/>
        </p:nvSpPr>
        <p:spPr>
          <a:xfrm xmlns:a="http://schemas.openxmlformats.org/drawingml/2006/main">
            <a:off x="11696700" y="2447925"/>
            <a:ext cx="171450" cy="3200400"/>
          </a:xfrm>
          <a:custGeom xmlns:a="http://schemas.openxmlformats.org/drawingml/2006/main">
            <a:pathLst>
              <a:path w="171450" h="3200400">
                <a:moveTo>
                  <a:pt x="0" y="3200400"/>
                </a:moveTo>
                <a:lnTo>
                  <a:pt x="171450" y="3200400"/>
                </a:lnTo>
                <a:lnTo>
                  <a:pt x="171450" y="0"/>
                </a:lnTo>
                <a:lnTo>
                  <a:pt x="0" y="0"/>
                </a:lnTo>
              </a:path>
            </a:pathLst>
          </a:custGeom>
          <a:noFill xmlns:a="http://schemas.openxmlformats.org/drawingml/2006/main"/>
          <a:ln xmlns:a="http://schemas.openxmlformats.org/drawingml/2006/main" w="11430">
            <a:solidFill>
              <a:srgbClr val="ABBBCB"/>
            </a:solidFill>
            <a:prstDash val="dash"/>
          </a:ln>
        </p:spPr>
      </p:sp>
      <p:sp>
        <p:nvSpPr>
          <p:cNvPr id="56" name="arrow-12">
            <a:extLst xmlns:a="http://schemas.openxmlformats.org/drawingml/2006/main">
              <a:ext uri="{FF2B5EF4-FFF2-40B4-BE49-F238E27FC236}">
                <a16:creationId xmlns:a16="http://schemas.microsoft.com/office/drawing/2014/main" id="{E8FE310D-30B4-44E7-95B5-080DBDF3D259}"/>
              </a:ext>
            </a:extLst>
          </p:cNvPr>
          <p:cNvSpPr>
            <a:spLocks xmlns:a="http://schemas.openxmlformats.org/drawingml/2006/main" noGrp="1"/>
          </p:cNvSpPr>
          <p:nvPr/>
        </p:nvSpPr>
        <p:spPr>
          <a:xfrm xmlns:a="http://schemas.openxmlformats.org/drawingml/2006/main">
            <a:off x="116967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7" name="back-arrow-12">
            <a:extLst xmlns:a="http://schemas.openxmlformats.org/drawingml/2006/main">
              <a:ext uri="{FF2B5EF4-FFF2-40B4-BE49-F238E27FC236}">
                <a16:creationId xmlns:a16="http://schemas.microsoft.com/office/drawing/2014/main" id="{76334A81-7ADB-4508-8F80-96F81A223C53}"/>
              </a:ext>
            </a:extLst>
          </p:cNvPr>
          <p:cNvSpPr>
            <a:spLocks xmlns:a="http://schemas.openxmlformats.org/drawingml/2006/main" noGrp="1"/>
          </p:cNvSpPr>
          <p:nvPr/>
        </p:nvSpPr>
        <p:spPr>
          <a:xfrm xmlns:a="http://schemas.openxmlformats.org/drawingml/2006/main">
            <a:off x="11696700" y="56149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8" name="relation-label-12">
            <a:extLst xmlns:a="http://schemas.openxmlformats.org/drawingml/2006/main">
              <a:ext uri="{FF2B5EF4-FFF2-40B4-BE49-F238E27FC236}">
                <a16:creationId xmlns:a16="http://schemas.microsoft.com/office/drawing/2014/main" id="{C84EA3FF-4F54-4BEA-9859-D2D8B1E5C719}"/>
              </a:ext>
            </a:extLst>
          </p:cNvPr>
          <p:cNvSpPr>
            <a:spLocks xmlns:a="http://schemas.openxmlformats.org/drawingml/2006/main" noGrp="1"/>
          </p:cNvSpPr>
          <p:nvPr/>
        </p:nvSpPr>
        <p:spPr>
          <a:xfrm xmlns:a="http://schemas.openxmlformats.org/drawingml/2006/main">
            <a:off x="10791825" y="5029200"/>
            <a:ext cx="1076325"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受理 / 完成</a:t>
            </a:r>
          </a:p>
        </p:txBody>
      </p:sp>
      <p:sp>
        <p:nvSpPr>
          <p:cNvPr id="59" name="concept-role">
            <a:extLst xmlns:a="http://schemas.openxmlformats.org/drawingml/2006/main">
              <a:ext uri="{FF2B5EF4-FFF2-40B4-BE49-F238E27FC236}">
                <a16:creationId xmlns:a16="http://schemas.microsoft.com/office/drawing/2014/main" id="{0F469705-4A43-4CD9-B90F-34FEE35F3E88}"/>
              </a:ext>
            </a:extLst>
          </p:cNvPr>
          <p:cNvSpPr>
            <a:spLocks xmlns:a="http://schemas.openxmlformats.org/drawingml/2006/main" noGrp="1"/>
          </p:cNvSpPr>
          <p:nvPr/>
        </p:nvSpPr>
        <p:spPr>
          <a:xfrm xmlns:a="http://schemas.openxmlformats.org/drawingml/2006/main">
            <a:off x="4953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0" name="concept-title-role">
            <a:extLst xmlns:a="http://schemas.openxmlformats.org/drawingml/2006/main">
              <a:ext uri="{FF2B5EF4-FFF2-40B4-BE49-F238E27FC236}">
                <a16:creationId xmlns:a16="http://schemas.microsoft.com/office/drawing/2014/main" id="{065330BD-19A0-4BAC-945E-1E2561AD2074}"/>
              </a:ext>
            </a:extLst>
          </p:cNvPr>
          <p:cNvSpPr>
            <a:spLocks xmlns:a="http://schemas.openxmlformats.org/drawingml/2006/main" noGrp="1"/>
          </p:cNvSpPr>
          <p:nvPr/>
        </p:nvSpPr>
        <p:spPr>
          <a:xfrm xmlns:a="http://schemas.openxmlformats.org/drawingml/2006/main">
            <a:off x="6096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[A] 角色与资源选择</a:t>
            </a:r>
          </a:p>
        </p:txBody>
      </p:sp>
      <p:sp>
        <p:nvSpPr>
          <p:cNvPr id="61" name="concept-alias-role">
            <a:extLst xmlns:a="http://schemas.openxmlformats.org/drawingml/2006/main">
              <a:ext uri="{FF2B5EF4-FFF2-40B4-BE49-F238E27FC236}">
                <a16:creationId xmlns:a16="http://schemas.microsoft.com/office/drawing/2014/main" id="{197CB79D-E67C-41D9-8E6F-92F0F1FD132A}"/>
              </a:ext>
            </a:extLst>
          </p:cNvPr>
          <p:cNvSpPr>
            <a:spLocks xmlns:a="http://schemas.openxmlformats.org/drawingml/2006/main" noGrp="1"/>
          </p:cNvSpPr>
          <p:nvPr/>
        </p:nvSpPr>
        <p:spPr>
          <a:xfrm xmlns:a="http://schemas.openxmlformats.org/drawingml/2006/main">
            <a:off x="6096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Assignment</a:t>
            </a:r>
          </a:p>
        </p:txBody>
      </p:sp>
      <p:sp>
        <p:nvSpPr>
          <p:cNvPr id="62" name="concept-function-role">
            <a:extLst xmlns:a="http://schemas.openxmlformats.org/drawingml/2006/main">
              <a:ext uri="{FF2B5EF4-FFF2-40B4-BE49-F238E27FC236}">
                <a16:creationId xmlns:a16="http://schemas.microsoft.com/office/drawing/2014/main" id="{E22EE280-311E-4662-B802-45D6A77F0307}"/>
              </a:ext>
            </a:extLst>
          </p:cNvPr>
          <p:cNvSpPr>
            <a:spLocks xmlns:a="http://schemas.openxmlformats.org/drawingml/2006/main" noGrp="1"/>
          </p:cNvSpPr>
          <p:nvPr/>
        </p:nvSpPr>
        <p:spPr>
          <a:xfrm xmlns:a="http://schemas.openxmlformats.org/drawingml/2006/main">
            <a:off x="6096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Voice / SMS / Data / Primary</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选择订阅，本用例不改角色</a:t>
            </a:r>
          </a:p>
        </p:txBody>
      </p:sp>
      <p:sp>
        <p:nvSpPr>
          <p:cNvPr id="63" name="concept-subscription">
            <a:extLst xmlns:a="http://schemas.openxmlformats.org/drawingml/2006/main">
              <a:ext uri="{FF2B5EF4-FFF2-40B4-BE49-F238E27FC236}">
                <a16:creationId xmlns:a16="http://schemas.microsoft.com/office/drawing/2014/main" id="{699CF228-EB15-428D-A16B-F9BA4318BE9A}"/>
              </a:ext>
            </a:extLst>
          </p:cNvPr>
          <p:cNvSpPr>
            <a:spLocks xmlns:a="http://schemas.openxmlformats.org/drawingml/2006/main" noGrp="1"/>
          </p:cNvSpPr>
          <p:nvPr/>
        </p:nvSpPr>
        <p:spPr>
          <a:xfrm xmlns:a="http://schemas.openxmlformats.org/drawingml/2006/main">
            <a:off x="45720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4" name="concept-title-subscription">
            <a:extLst xmlns:a="http://schemas.openxmlformats.org/drawingml/2006/main">
              <a:ext uri="{FF2B5EF4-FFF2-40B4-BE49-F238E27FC236}">
                <a16:creationId xmlns:a16="http://schemas.microsoft.com/office/drawing/2014/main" id="{3C1373B2-250A-4C40-BCAD-D75697819653}"/>
              </a:ext>
            </a:extLst>
          </p:cNvPr>
          <p:cNvSpPr>
            <a:spLocks xmlns:a="http://schemas.openxmlformats.org/drawingml/2006/main" noGrp="1"/>
          </p:cNvSpPr>
          <p:nvPr/>
        </p:nvSpPr>
        <p:spPr>
          <a:xfrm xmlns:a="http://schemas.openxmlformats.org/drawingml/2006/main">
            <a:off x="46863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订阅／账户</a:t>
            </a:r>
          </a:p>
        </p:txBody>
      </p:sp>
      <p:sp>
        <p:nvSpPr>
          <p:cNvPr id="65" name="concept-alias-subscription">
            <a:extLst xmlns:a="http://schemas.openxmlformats.org/drawingml/2006/main">
              <a:ext uri="{FF2B5EF4-FFF2-40B4-BE49-F238E27FC236}">
                <a16:creationId xmlns:a16="http://schemas.microsoft.com/office/drawing/2014/main" id="{14FB74A9-F580-44C2-AC37-33826FCC717A}"/>
              </a:ext>
            </a:extLst>
          </p:cNvPr>
          <p:cNvSpPr>
            <a:spLocks xmlns:a="http://schemas.openxmlformats.org/drawingml/2006/main" noGrp="1"/>
          </p:cNvSpPr>
          <p:nvPr/>
        </p:nvSpPr>
        <p:spPr>
          <a:xfrm xmlns:a="http://schemas.openxmlformats.org/drawingml/2006/main">
            <a:off x="46863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Subscription</a:t>
            </a:r>
          </a:p>
        </p:txBody>
      </p:sp>
      <p:sp>
        <p:nvSpPr>
          <p:cNvPr id="66" name="concept-function-subscription">
            <a:extLst xmlns:a="http://schemas.openxmlformats.org/drawingml/2006/main">
              <a:ext uri="{FF2B5EF4-FFF2-40B4-BE49-F238E27FC236}">
                <a16:creationId xmlns:a16="http://schemas.microsoft.com/office/drawing/2014/main" id="{4EAA0A6D-A7F5-424A-A43A-738D98C3F49E}"/>
              </a:ext>
            </a:extLst>
          </p:cNvPr>
          <p:cNvSpPr>
            <a:spLocks xmlns:a="http://schemas.openxmlformats.org/drawingml/2006/main" noGrp="1"/>
          </p:cNvSpPr>
          <p:nvPr/>
        </p:nvSpPr>
        <p:spPr>
          <a:xfrm xmlns:a="http://schemas.openxmlformats.org/drawingml/2006/main">
            <a:off x="46863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S-A：沿用既有 simId</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维护账户身份与资料</a:t>
            </a:r>
          </a:p>
        </p:txBody>
      </p:sp>
      <p:sp>
        <p:nvSpPr>
          <p:cNvPr id="67" name="concept-operation">
            <a:extLst xmlns:a="http://schemas.openxmlformats.org/drawingml/2006/main">
              <a:ext uri="{FF2B5EF4-FFF2-40B4-BE49-F238E27FC236}">
                <a16:creationId xmlns:a16="http://schemas.microsoft.com/office/drawing/2014/main" id="{4A063612-7230-4429-A6F4-A45DF2983009}"/>
              </a:ext>
            </a:extLst>
          </p:cNvPr>
          <p:cNvSpPr>
            <a:spLocks xmlns:a="http://schemas.openxmlformats.org/drawingml/2006/main" noGrp="1"/>
          </p:cNvSpPr>
          <p:nvPr/>
        </p:nvSpPr>
        <p:spPr>
          <a:xfrm xmlns:a="http://schemas.openxmlformats.org/drawingml/2006/main">
            <a:off x="8648700" y="20002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68" name="concept-title-operation">
            <a:extLst xmlns:a="http://schemas.openxmlformats.org/drawingml/2006/main">
              <a:ext uri="{FF2B5EF4-FFF2-40B4-BE49-F238E27FC236}">
                <a16:creationId xmlns:a16="http://schemas.microsoft.com/office/drawing/2014/main" id="{74882D6A-EE48-4022-9DBF-F85310D785E8}"/>
              </a:ext>
            </a:extLst>
          </p:cNvPr>
          <p:cNvSpPr>
            <a:spLocks xmlns:a="http://schemas.openxmlformats.org/drawingml/2006/main" noGrp="1"/>
          </p:cNvSpPr>
          <p:nvPr/>
        </p:nvSpPr>
        <p:spPr>
          <a:xfrm xmlns:a="http://schemas.openxmlformats.org/drawingml/2006/main">
            <a:off x="87630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[O ④] 本地业务操作</a:t>
            </a:r>
          </a:p>
        </p:txBody>
      </p:sp>
      <p:sp>
        <p:nvSpPr>
          <p:cNvPr id="69" name="concept-alias-operation">
            <a:extLst xmlns:a="http://schemas.openxmlformats.org/drawingml/2006/main">
              <a:ext uri="{FF2B5EF4-FFF2-40B4-BE49-F238E27FC236}">
                <a16:creationId xmlns:a16="http://schemas.microsoft.com/office/drawing/2014/main" id="{C5AFD308-B73A-4D87-9371-130ADF6FD0EC}"/>
              </a:ext>
            </a:extLst>
          </p:cNvPr>
          <p:cNvSpPr>
            <a:spLocks xmlns:a="http://schemas.openxmlformats.org/drawingml/2006/main" noGrp="1"/>
          </p:cNvSpPr>
          <p:nvPr/>
        </p:nvSpPr>
        <p:spPr>
          <a:xfrm xmlns:a="http://schemas.openxmlformats.org/drawingml/2006/main">
            <a:off x="87630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Operation</a:t>
            </a:r>
          </a:p>
        </p:txBody>
      </p:sp>
      <p:sp>
        <p:nvSpPr>
          <p:cNvPr id="70" name="concept-function-operation">
            <a:extLst xmlns:a="http://schemas.openxmlformats.org/drawingml/2006/main">
              <a:ext uri="{FF2B5EF4-FFF2-40B4-BE49-F238E27FC236}">
                <a16:creationId xmlns:a16="http://schemas.microsoft.com/office/drawing/2014/main" id="{9459D2F0-3C14-443C-B373-6EA46D5F1FDB}"/>
              </a:ext>
            </a:extLst>
          </p:cNvPr>
          <p:cNvSpPr>
            <a:spLocks xmlns:a="http://schemas.openxmlformats.org/drawingml/2006/main" noGrp="1"/>
          </p:cNvSpPr>
          <p:nvPr/>
        </p:nvSpPr>
        <p:spPr>
          <a:xfrm xmlns:a="http://schemas.openxmlformats.org/drawingml/2006/main">
            <a:off x="87630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等待卡侧结果</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超时可能转为效果未知</a:t>
            </a:r>
          </a:p>
        </p:txBody>
      </p:sp>
      <p:sp>
        <p:nvSpPr>
          <p:cNvPr id="71" name="concept-euicc">
            <a:extLst xmlns:a="http://schemas.openxmlformats.org/drawingml/2006/main">
              <a:ext uri="{FF2B5EF4-FFF2-40B4-BE49-F238E27FC236}">
                <a16:creationId xmlns:a16="http://schemas.microsoft.com/office/drawing/2014/main" id="{911E4ECC-7BE2-43BA-AAA2-1054B7E332FF}"/>
              </a:ext>
            </a:extLst>
          </p:cNvPr>
          <p:cNvSpPr>
            <a:spLocks xmlns:a="http://schemas.openxmlformats.org/drawingml/2006/main" noGrp="1"/>
          </p:cNvSpPr>
          <p:nvPr/>
        </p:nvSpPr>
        <p:spPr>
          <a:xfrm xmlns:a="http://schemas.openxmlformats.org/drawingml/2006/main">
            <a:off x="495300" y="30670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72" name="concept-title-euicc">
            <a:extLst xmlns:a="http://schemas.openxmlformats.org/drawingml/2006/main">
              <a:ext uri="{FF2B5EF4-FFF2-40B4-BE49-F238E27FC236}">
                <a16:creationId xmlns:a16="http://schemas.microsoft.com/office/drawing/2014/main" id="{7EB2D7F9-2D54-4BE4-95AA-E71C880F04F0}"/>
              </a:ext>
            </a:extLst>
          </p:cNvPr>
          <p:cNvSpPr>
            <a:spLocks xmlns:a="http://schemas.openxmlformats.org/drawingml/2006/main" noGrp="1"/>
          </p:cNvSpPr>
          <p:nvPr/>
        </p:nvSpPr>
        <p:spPr>
          <a:xfrm xmlns:a="http://schemas.openxmlformats.org/drawingml/2006/main">
            <a:off x="6096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[R/H ④] eUICC 与物理接入</a:t>
            </a:r>
          </a:p>
        </p:txBody>
      </p:sp>
      <p:sp>
        <p:nvSpPr>
          <p:cNvPr id="73" name="concept-alias-euicc">
            <a:extLst xmlns:a="http://schemas.openxmlformats.org/drawingml/2006/main">
              <a:ext uri="{FF2B5EF4-FFF2-40B4-BE49-F238E27FC236}">
                <a16:creationId xmlns:a16="http://schemas.microsoft.com/office/drawing/2014/main" id="{544C7F02-648D-4BFD-AE77-DF8D6FF1A45D}"/>
              </a:ext>
            </a:extLst>
          </p:cNvPr>
          <p:cNvSpPr>
            <a:spLocks xmlns:a="http://schemas.openxmlformats.org/drawingml/2006/main" noGrp="1"/>
          </p:cNvSpPr>
          <p:nvPr/>
        </p:nvSpPr>
        <p:spPr>
          <a:xfrm xmlns:a="http://schemas.openxmlformats.org/drawingml/2006/main">
            <a:off x="6096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Endpoint</a:t>
            </a:r>
          </a:p>
        </p:txBody>
      </p:sp>
      <p:sp>
        <p:nvSpPr>
          <p:cNvPr id="74" name="concept-function-euicc">
            <a:extLst xmlns:a="http://schemas.openxmlformats.org/drawingml/2006/main">
              <a:ext uri="{FF2B5EF4-FFF2-40B4-BE49-F238E27FC236}">
                <a16:creationId xmlns:a16="http://schemas.microsoft.com/office/drawing/2014/main" id="{C3851AA2-B188-45C1-85F9-D7B88BBFC799}"/>
              </a:ext>
            </a:extLst>
          </p:cNvPr>
          <p:cNvSpPr>
            <a:spLocks xmlns:a="http://schemas.openxmlformats.org/drawingml/2006/main" noGrp="1"/>
          </p:cNvSpPr>
          <p:nvPr/>
        </p:nvSpPr>
        <p:spPr>
          <a:xfrm xmlns:a="http://schemas.openxmlformats.org/drawingml/2006/main">
            <a:off x="6096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遵守真实共享设备约束</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发出不等于效果已确认</a:t>
            </a:r>
          </a:p>
        </p:txBody>
      </p:sp>
      <p:sp>
        <p:nvSpPr>
          <p:cNvPr id="75" name="concept-binding">
            <a:extLst xmlns:a="http://schemas.openxmlformats.org/drawingml/2006/main">
              <a:ext uri="{FF2B5EF4-FFF2-40B4-BE49-F238E27FC236}">
                <a16:creationId xmlns:a16="http://schemas.microsoft.com/office/drawing/2014/main" id="{15328C83-A000-4D52-BC64-9FF0F464234F}"/>
              </a:ext>
            </a:extLst>
          </p:cNvPr>
          <p:cNvSpPr>
            <a:spLocks xmlns:a="http://schemas.openxmlformats.org/drawingml/2006/main" noGrp="1"/>
          </p:cNvSpPr>
          <p:nvPr/>
        </p:nvSpPr>
        <p:spPr>
          <a:xfrm xmlns:a="http://schemas.openxmlformats.org/drawingml/2006/main">
            <a:off x="45720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76" name="concept-title-binding">
            <a:extLst xmlns:a="http://schemas.openxmlformats.org/drawingml/2006/main">
              <a:ext uri="{FF2B5EF4-FFF2-40B4-BE49-F238E27FC236}">
                <a16:creationId xmlns:a16="http://schemas.microsoft.com/office/drawing/2014/main" id="{87AEBDE0-8919-430E-9DFC-F5D19FFC109E}"/>
              </a:ext>
            </a:extLst>
          </p:cNvPr>
          <p:cNvSpPr>
            <a:spLocks xmlns:a="http://schemas.openxmlformats.org/drawingml/2006/main" noGrp="1"/>
          </p:cNvSpPr>
          <p:nvPr/>
        </p:nvSpPr>
        <p:spPr>
          <a:xfrm xmlns:a="http://schemas.openxmlformats.org/drawingml/2006/main">
            <a:off x="46863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当前连接绑定</a:t>
            </a:r>
          </a:p>
        </p:txBody>
      </p:sp>
      <p:sp>
        <p:nvSpPr>
          <p:cNvPr id="77" name="concept-alias-binding">
            <a:extLst xmlns:a="http://schemas.openxmlformats.org/drawingml/2006/main">
              <a:ext uri="{FF2B5EF4-FFF2-40B4-BE49-F238E27FC236}">
                <a16:creationId xmlns:a16="http://schemas.microsoft.com/office/drawing/2014/main" id="{21FA52E0-0015-4142-B547-73F9110356C8}"/>
              </a:ext>
            </a:extLst>
          </p:cNvPr>
          <p:cNvSpPr>
            <a:spLocks xmlns:a="http://schemas.openxmlformats.org/drawingml/2006/main" noGrp="1"/>
          </p:cNvSpPr>
          <p:nvPr/>
        </p:nvSpPr>
        <p:spPr>
          <a:xfrm xmlns:a="http://schemas.openxmlformats.org/drawingml/2006/main">
            <a:off x="46863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Binding</a:t>
            </a:r>
          </a:p>
        </p:txBody>
      </p:sp>
      <p:sp>
        <p:nvSpPr>
          <p:cNvPr id="78" name="concept-function-binding">
            <a:extLst xmlns:a="http://schemas.openxmlformats.org/drawingml/2006/main">
              <a:ext uri="{FF2B5EF4-FFF2-40B4-BE49-F238E27FC236}">
                <a16:creationId xmlns:a16="http://schemas.microsoft.com/office/drawing/2014/main" id="{A6983824-843A-40F1-8FA2-1D883DA1A203}"/>
              </a:ext>
            </a:extLst>
          </p:cNvPr>
          <p:cNvSpPr>
            <a:spLocks xmlns:a="http://schemas.openxmlformats.org/drawingml/2006/main" noGrp="1"/>
          </p:cNvSpPr>
          <p:nvPr/>
        </p:nvSpPr>
        <p:spPr>
          <a:xfrm xmlns:a="http://schemas.openxmlformats.org/drawingml/2006/main">
            <a:off x="46863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S-A ↔ Profile-A / Port-0</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路由 slot-1 / 相关绑定版本</a:t>
            </a:r>
          </a:p>
        </p:txBody>
      </p:sp>
      <p:sp>
        <p:nvSpPr>
          <p:cNvPr id="79" name="concept-request">
            <a:extLst xmlns:a="http://schemas.openxmlformats.org/drawingml/2006/main">
              <a:ext uri="{FF2B5EF4-FFF2-40B4-BE49-F238E27FC236}">
                <a16:creationId xmlns:a16="http://schemas.microsoft.com/office/drawing/2014/main" id="{DA030452-E9BD-4083-8D31-F695846C5A78}"/>
              </a:ext>
            </a:extLst>
          </p:cNvPr>
          <p:cNvSpPr>
            <a:spLocks xmlns:a="http://schemas.openxmlformats.org/drawingml/2006/main" noGrp="1"/>
          </p:cNvSpPr>
          <p:nvPr/>
        </p:nvSpPr>
        <p:spPr>
          <a:xfrm xmlns:a="http://schemas.openxmlformats.org/drawingml/2006/main">
            <a:off x="8648700" y="30670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80" name="concept-title-request">
            <a:extLst xmlns:a="http://schemas.openxmlformats.org/drawingml/2006/main">
              <a:ext uri="{FF2B5EF4-FFF2-40B4-BE49-F238E27FC236}">
                <a16:creationId xmlns:a16="http://schemas.microsoft.com/office/drawing/2014/main" id="{B5A1B55B-751B-48F8-944E-A56B581C3C99}"/>
              </a:ext>
            </a:extLst>
          </p:cNvPr>
          <p:cNvSpPr>
            <a:spLocks xmlns:a="http://schemas.openxmlformats.org/drawingml/2006/main" noGrp="1"/>
          </p:cNvSpPr>
          <p:nvPr/>
        </p:nvSpPr>
        <p:spPr>
          <a:xfrm xmlns:a="http://schemas.openxmlformats.org/drawingml/2006/main">
            <a:off x="87630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[应用/R ④] 单次请求关联</a:t>
            </a:r>
          </a:p>
        </p:txBody>
      </p:sp>
      <p:sp>
        <p:nvSpPr>
          <p:cNvPr id="81" name="concept-alias-request">
            <a:extLst xmlns:a="http://schemas.openxmlformats.org/drawingml/2006/main">
              <a:ext uri="{FF2B5EF4-FFF2-40B4-BE49-F238E27FC236}">
                <a16:creationId xmlns:a16="http://schemas.microsoft.com/office/drawing/2014/main" id="{01EC341C-FED0-4548-BFC5-81FC49F52C57}"/>
              </a:ext>
            </a:extLst>
          </p:cNvPr>
          <p:cNvSpPr>
            <a:spLocks xmlns:a="http://schemas.openxmlformats.org/drawingml/2006/main" noGrp="1"/>
          </p:cNvSpPr>
          <p:nvPr/>
        </p:nvSpPr>
        <p:spPr>
          <a:xfrm xmlns:a="http://schemas.openxmlformats.org/drawingml/2006/main">
            <a:off x="87630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RequestContext</a:t>
            </a:r>
          </a:p>
        </p:txBody>
      </p:sp>
      <p:sp>
        <p:nvSpPr>
          <p:cNvPr id="82" name="concept-function-request">
            <a:extLst xmlns:a="http://schemas.openxmlformats.org/drawingml/2006/main">
              <a:ext uri="{FF2B5EF4-FFF2-40B4-BE49-F238E27FC236}">
                <a16:creationId xmlns:a16="http://schemas.microsoft.com/office/drawing/2014/main" id="{D24942EC-91EE-4DB0-87F9-9D9ACD87BEB8}"/>
              </a:ext>
            </a:extLst>
          </p:cNvPr>
          <p:cNvSpPr>
            <a:spLocks xmlns:a="http://schemas.openxmlformats.org/drawingml/2006/main" noGrp="1"/>
          </p:cNvSpPr>
          <p:nvPr/>
        </p:nvSpPr>
        <p:spPr>
          <a:xfrm xmlns:a="http://schemas.openxmlformats.org/drawingml/2006/main">
            <a:off x="87630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保留 S-A / g8 / 原 serial</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登记该设备步骤已发出</a:t>
            </a:r>
          </a:p>
        </p:txBody>
      </p:sp>
      <p:sp>
        <p:nvSpPr>
          <p:cNvPr id="83" name="concept-profile">
            <a:extLst xmlns:a="http://schemas.openxmlformats.org/drawingml/2006/main">
              <a:ext uri="{FF2B5EF4-FFF2-40B4-BE49-F238E27FC236}">
                <a16:creationId xmlns:a16="http://schemas.microsoft.com/office/drawing/2014/main" id="{4770E96C-0781-44B0-AE7A-A63DAF58B064}"/>
              </a:ext>
            </a:extLst>
          </p:cNvPr>
          <p:cNvSpPr>
            <a:spLocks xmlns:a="http://schemas.openxmlformats.org/drawingml/2006/main" noGrp="1"/>
          </p:cNvSpPr>
          <p:nvPr/>
        </p:nvSpPr>
        <p:spPr>
          <a:xfrm xmlns:a="http://schemas.openxmlformats.org/drawingml/2006/main">
            <a:off x="495300" y="41338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84" name="concept-title-profile">
            <a:extLst xmlns:a="http://schemas.openxmlformats.org/drawingml/2006/main">
              <a:ext uri="{FF2B5EF4-FFF2-40B4-BE49-F238E27FC236}">
                <a16:creationId xmlns:a16="http://schemas.microsoft.com/office/drawing/2014/main" id="{5A244235-7878-475E-9D3C-ED563897B604}"/>
              </a:ext>
            </a:extLst>
          </p:cNvPr>
          <p:cNvSpPr>
            <a:spLocks xmlns:a="http://schemas.openxmlformats.org/drawingml/2006/main" noGrp="1"/>
          </p:cNvSpPr>
          <p:nvPr/>
        </p:nvSpPr>
        <p:spPr>
          <a:xfrm xmlns:a="http://schemas.openxmlformats.org/drawingml/2006/main">
            <a:off x="6096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④] eSIM 配置</a:t>
            </a:r>
          </a:p>
        </p:txBody>
      </p:sp>
      <p:sp>
        <p:nvSpPr>
          <p:cNvPr id="85" name="concept-alias-profile">
            <a:extLst xmlns:a="http://schemas.openxmlformats.org/drawingml/2006/main">
              <a:ext uri="{FF2B5EF4-FFF2-40B4-BE49-F238E27FC236}">
                <a16:creationId xmlns:a16="http://schemas.microsoft.com/office/drawing/2014/main" id="{1BBABB7F-7A25-42A3-A107-4614FD381EF2}"/>
              </a:ext>
            </a:extLst>
          </p:cNvPr>
          <p:cNvSpPr>
            <a:spLocks xmlns:a="http://schemas.openxmlformats.org/drawingml/2006/main" noGrp="1"/>
          </p:cNvSpPr>
          <p:nvPr/>
        </p:nvSpPr>
        <p:spPr>
          <a:xfrm xmlns:a="http://schemas.openxmlformats.org/drawingml/2006/main">
            <a:off x="6096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Profile</a:t>
            </a:r>
          </a:p>
        </p:txBody>
      </p:sp>
      <p:sp>
        <p:nvSpPr>
          <p:cNvPr id="86" name="concept-function-profile">
            <a:extLst xmlns:a="http://schemas.openxmlformats.org/drawingml/2006/main">
              <a:ext uri="{FF2B5EF4-FFF2-40B4-BE49-F238E27FC236}">
                <a16:creationId xmlns:a16="http://schemas.microsoft.com/office/drawing/2014/main" id="{C9982A81-75E3-41D2-95BC-79D19BD3B0DC}"/>
              </a:ext>
            </a:extLst>
          </p:cNvPr>
          <p:cNvSpPr>
            <a:spLocks xmlns:a="http://schemas.openxmlformats.org/drawingml/2006/main" noGrp="1"/>
          </p:cNvSpPr>
          <p:nvPr/>
        </p:nvSpPr>
        <p:spPr>
          <a:xfrm xmlns:a="http://schemas.openxmlformats.org/drawingml/2006/main">
            <a:off x="6096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使用已启用 Profile-A</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本用例不下载或切换配置</a:t>
            </a:r>
          </a:p>
        </p:txBody>
      </p:sp>
      <p:sp>
        <p:nvSpPr>
          <p:cNvPr id="87" name="concept-session">
            <a:extLst xmlns:a="http://schemas.openxmlformats.org/drawingml/2006/main">
              <a:ext uri="{FF2B5EF4-FFF2-40B4-BE49-F238E27FC236}">
                <a16:creationId xmlns:a16="http://schemas.microsoft.com/office/drawing/2014/main" id="{A2E6B18F-AD12-4E20-9044-31F593E0852E}"/>
              </a:ext>
            </a:extLst>
          </p:cNvPr>
          <p:cNvSpPr>
            <a:spLocks xmlns:a="http://schemas.openxmlformats.org/drawingml/2006/main" noGrp="1"/>
          </p:cNvSpPr>
          <p:nvPr/>
        </p:nvSpPr>
        <p:spPr>
          <a:xfrm xmlns:a="http://schemas.openxmlformats.org/drawingml/2006/main">
            <a:off x="4572000" y="41338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88" name="concept-title-session">
            <a:extLst xmlns:a="http://schemas.openxmlformats.org/drawingml/2006/main">
              <a:ext uri="{FF2B5EF4-FFF2-40B4-BE49-F238E27FC236}">
                <a16:creationId xmlns:a16="http://schemas.microsoft.com/office/drawing/2014/main" id="{859F7AAA-3890-405A-B2DB-ECE049D0F1DE}"/>
              </a:ext>
            </a:extLst>
          </p:cNvPr>
          <p:cNvSpPr>
            <a:spLocks xmlns:a="http://schemas.openxmlformats.org/drawingml/2006/main" noGrp="1"/>
          </p:cNvSpPr>
          <p:nvPr/>
        </p:nvSpPr>
        <p:spPr>
          <a:xfrm xmlns:a="http://schemas.openxmlformats.org/drawingml/2006/main">
            <a:off x="46863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④] 卡应用会话</a:t>
            </a:r>
          </a:p>
        </p:txBody>
      </p:sp>
      <p:sp>
        <p:nvSpPr>
          <p:cNvPr id="89" name="concept-alias-session">
            <a:extLst xmlns:a="http://schemas.openxmlformats.org/drawingml/2006/main">
              <a:ext uri="{FF2B5EF4-FFF2-40B4-BE49-F238E27FC236}">
                <a16:creationId xmlns:a16="http://schemas.microsoft.com/office/drawing/2014/main" id="{45F476F3-A581-4F1A-99B3-2ABBB078BF4C}"/>
              </a:ext>
            </a:extLst>
          </p:cNvPr>
          <p:cNvSpPr>
            <a:spLocks xmlns:a="http://schemas.openxmlformats.org/drawingml/2006/main" noGrp="1"/>
          </p:cNvSpPr>
          <p:nvPr/>
        </p:nvSpPr>
        <p:spPr>
          <a:xfrm xmlns:a="http://schemas.openxmlformats.org/drawingml/2006/main">
            <a:off x="46863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SessionRef</a:t>
            </a:r>
          </a:p>
        </p:txBody>
      </p:sp>
      <p:sp>
        <p:nvSpPr>
          <p:cNvPr id="90" name="concept-function-session">
            <a:extLst xmlns:a="http://schemas.openxmlformats.org/drawingml/2006/main">
              <a:ext uri="{FF2B5EF4-FFF2-40B4-BE49-F238E27FC236}">
                <a16:creationId xmlns:a16="http://schemas.microsoft.com/office/drawing/2014/main" id="{DF7351C0-9529-4ECC-894D-4D4739EF8A0E}"/>
              </a:ext>
            </a:extLst>
          </p:cNvPr>
          <p:cNvSpPr>
            <a:spLocks xmlns:a="http://schemas.openxmlformats.org/drawingml/2006/main" noGrp="1"/>
          </p:cNvSpPr>
          <p:nvPr/>
        </p:nvSpPr>
        <p:spPr>
          <a:xfrm xmlns:a="http://schemas.openxmlformats.org/drawingml/2006/main">
            <a:off x="46863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复用 File / EF / APDU</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按真实资源域控制执行资格</a:t>
            </a:r>
          </a:p>
        </p:txBody>
      </p:sp>
      <p:sp>
        <p:nvSpPr>
          <p:cNvPr id="91" name="concept-store">
            <a:extLst xmlns:a="http://schemas.openxmlformats.org/drawingml/2006/main">
              <a:ext uri="{FF2B5EF4-FFF2-40B4-BE49-F238E27FC236}">
                <a16:creationId xmlns:a16="http://schemas.microsoft.com/office/drawing/2014/main" id="{C0923084-171B-4653-8626-F7ED3EA7CD89}"/>
              </a:ext>
            </a:extLst>
          </p:cNvPr>
          <p:cNvSpPr>
            <a:spLocks xmlns:a="http://schemas.openxmlformats.org/drawingml/2006/main" noGrp="1"/>
          </p:cNvSpPr>
          <p:nvPr/>
        </p:nvSpPr>
        <p:spPr>
          <a:xfrm xmlns:a="http://schemas.openxmlformats.org/drawingml/2006/main">
            <a:off x="86487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92" name="concept-title-store">
            <a:extLst xmlns:a="http://schemas.openxmlformats.org/drawingml/2006/main">
              <a:ext uri="{FF2B5EF4-FFF2-40B4-BE49-F238E27FC236}">
                <a16:creationId xmlns:a16="http://schemas.microsoft.com/office/drawing/2014/main" id="{DCE4329E-7251-4CE3-BA80-8BF7357A6E4E}"/>
              </a:ext>
            </a:extLst>
          </p:cNvPr>
          <p:cNvSpPr>
            <a:spLocks xmlns:a="http://schemas.openxmlformats.org/drawingml/2006/main" noGrp="1"/>
          </p:cNvSpPr>
          <p:nvPr/>
        </p:nvSpPr>
        <p:spPr>
          <a:xfrm xmlns:a="http://schemas.openxmlformats.org/drawingml/2006/main">
            <a:off x="87630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[I] 账户存储适配</a:t>
            </a:r>
          </a:p>
        </p:txBody>
      </p:sp>
      <p:sp>
        <p:nvSpPr>
          <p:cNvPr id="93" name="concept-alias-store">
            <a:extLst xmlns:a="http://schemas.openxmlformats.org/drawingml/2006/main">
              <a:ext uri="{FF2B5EF4-FFF2-40B4-BE49-F238E27FC236}">
                <a16:creationId xmlns:a16="http://schemas.microsoft.com/office/drawing/2014/main" id="{C4D8BB84-E37F-4421-B69D-6D6E83096AEB}"/>
              </a:ext>
            </a:extLst>
          </p:cNvPr>
          <p:cNvSpPr>
            <a:spLocks xmlns:a="http://schemas.openxmlformats.org/drawingml/2006/main" noGrp="1"/>
          </p:cNvSpPr>
          <p:nvPr/>
        </p:nvSpPr>
        <p:spPr>
          <a:xfrm xmlns:a="http://schemas.openxmlformats.org/drawingml/2006/main">
            <a:off x="87630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AccountStore</a:t>
            </a:r>
          </a:p>
        </p:txBody>
      </p:sp>
      <p:sp>
        <p:nvSpPr>
          <p:cNvPr id="94" name="concept-function-store">
            <a:extLst xmlns:a="http://schemas.openxmlformats.org/drawingml/2006/main">
              <a:ext uri="{FF2B5EF4-FFF2-40B4-BE49-F238E27FC236}">
                <a16:creationId xmlns:a16="http://schemas.microsoft.com/office/drawing/2014/main" id="{441B3E45-468E-445A-B10C-49A1823FB0CC}"/>
              </a:ext>
            </a:extLst>
          </p:cNvPr>
          <p:cNvSpPr>
            <a:spLocks xmlns:a="http://schemas.openxmlformats.org/drawingml/2006/main" noGrp="1"/>
          </p:cNvSpPr>
          <p:nvPr/>
        </p:nvSpPr>
        <p:spPr>
          <a:xfrm xmlns:a="http://schemas.openxmlformats.org/drawingml/2006/main">
            <a:off x="87630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按 T 的字段计划使用 DataShare</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不提供跨卡与 DB 的事务</a:t>
            </a:r>
          </a:p>
        </p:txBody>
      </p:sp>
      <p:sp>
        <p:nvSpPr>
          <p:cNvPr id="95" name="concept-port">
            <a:extLst xmlns:a="http://schemas.openxmlformats.org/drawingml/2006/main">
              <a:ext uri="{FF2B5EF4-FFF2-40B4-BE49-F238E27FC236}">
                <a16:creationId xmlns:a16="http://schemas.microsoft.com/office/drawing/2014/main" id="{D044D428-1A73-4BE4-B597-F430FFDA0439}"/>
              </a:ext>
            </a:extLst>
          </p:cNvPr>
          <p:cNvSpPr>
            <a:spLocks xmlns:a="http://schemas.openxmlformats.org/drawingml/2006/main" noGrp="1"/>
          </p:cNvSpPr>
          <p:nvPr/>
        </p:nvSpPr>
        <p:spPr>
          <a:xfrm xmlns:a="http://schemas.openxmlformats.org/drawingml/2006/main">
            <a:off x="495300" y="52006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96" name="concept-title-port">
            <a:extLst xmlns:a="http://schemas.openxmlformats.org/drawingml/2006/main">
              <a:ext uri="{FF2B5EF4-FFF2-40B4-BE49-F238E27FC236}">
                <a16:creationId xmlns:a16="http://schemas.microsoft.com/office/drawing/2014/main" id="{35AF787A-C2C5-420F-9714-665EEF091F3D}"/>
              </a:ext>
            </a:extLst>
          </p:cNvPr>
          <p:cNvSpPr>
            <a:spLocks xmlns:a="http://schemas.openxmlformats.org/drawingml/2006/main" noGrp="1"/>
          </p:cNvSpPr>
          <p:nvPr/>
        </p:nvSpPr>
        <p:spPr>
          <a:xfrm xmlns:a="http://schemas.openxmlformats.org/drawingml/2006/main">
            <a:off x="6096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④] eSIM 连接端口</a:t>
            </a:r>
          </a:p>
        </p:txBody>
      </p:sp>
      <p:sp>
        <p:nvSpPr>
          <p:cNvPr id="97" name="concept-alias-port">
            <a:extLst xmlns:a="http://schemas.openxmlformats.org/drawingml/2006/main">
              <a:ext uri="{FF2B5EF4-FFF2-40B4-BE49-F238E27FC236}">
                <a16:creationId xmlns:a16="http://schemas.microsoft.com/office/drawing/2014/main" id="{25575B40-7AB0-4781-A914-6AEF4B8496E1}"/>
              </a:ext>
            </a:extLst>
          </p:cNvPr>
          <p:cNvSpPr>
            <a:spLocks xmlns:a="http://schemas.openxmlformats.org/drawingml/2006/main" noGrp="1"/>
          </p:cNvSpPr>
          <p:nvPr/>
        </p:nvSpPr>
        <p:spPr>
          <a:xfrm xmlns:a="http://schemas.openxmlformats.org/drawingml/2006/main">
            <a:off x="6096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Port</a:t>
            </a:r>
          </a:p>
        </p:txBody>
      </p:sp>
      <p:sp>
        <p:nvSpPr>
          <p:cNvPr id="98" name="concept-function-port">
            <a:extLst xmlns:a="http://schemas.openxmlformats.org/drawingml/2006/main">
              <a:ext uri="{FF2B5EF4-FFF2-40B4-BE49-F238E27FC236}">
                <a16:creationId xmlns:a16="http://schemas.microsoft.com/office/drawing/2014/main" id="{FDB5BA0E-1221-4231-9680-83058D2A0252}"/>
              </a:ext>
            </a:extLst>
          </p:cNvPr>
          <p:cNvSpPr>
            <a:spLocks xmlns:a="http://schemas.openxmlformats.org/drawingml/2006/main" noGrp="1"/>
          </p:cNvSpPr>
          <p:nvPr/>
        </p:nvSpPr>
        <p:spPr>
          <a:xfrm xmlns:a="http://schemas.openxmlformats.org/drawingml/2006/main">
            <a:off x="6096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沿当前 Port-0 执行</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端口号不作为账户身份</a:t>
            </a:r>
          </a:p>
        </p:txBody>
      </p:sp>
      <p:sp>
        <p:nvSpPr>
          <p:cNvPr id="99" name="concept-slot">
            <a:extLst xmlns:a="http://schemas.openxmlformats.org/drawingml/2006/main">
              <a:ext uri="{FF2B5EF4-FFF2-40B4-BE49-F238E27FC236}">
                <a16:creationId xmlns:a16="http://schemas.microsoft.com/office/drawing/2014/main" id="{D1655774-ACAF-4AB7-8F8B-23B2D1A42345}"/>
              </a:ext>
            </a:extLst>
          </p:cNvPr>
          <p:cNvSpPr>
            <a:spLocks xmlns:a="http://schemas.openxmlformats.org/drawingml/2006/main" noGrp="1"/>
          </p:cNvSpPr>
          <p:nvPr/>
        </p:nvSpPr>
        <p:spPr>
          <a:xfrm xmlns:a="http://schemas.openxmlformats.org/drawingml/2006/main">
            <a:off x="4572000" y="52006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100" name="concept-title-slot">
            <a:extLst xmlns:a="http://schemas.openxmlformats.org/drawingml/2006/main">
              <a:ext uri="{FF2B5EF4-FFF2-40B4-BE49-F238E27FC236}">
                <a16:creationId xmlns:a16="http://schemas.microsoft.com/office/drawing/2014/main" id="{A13F93E8-2580-49AB-840D-3000171A6568}"/>
              </a:ext>
            </a:extLst>
          </p:cNvPr>
          <p:cNvSpPr>
            <a:spLocks xmlns:a="http://schemas.openxmlformats.org/drawingml/2006/main" noGrp="1"/>
          </p:cNvSpPr>
          <p:nvPr/>
        </p:nvSpPr>
        <p:spPr>
          <a:xfrm xmlns:a="http://schemas.openxmlformats.org/drawingml/2006/main">
            <a:off x="46863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[C/R ④] 逻辑槽／软件路由</a:t>
            </a:r>
          </a:p>
        </p:txBody>
      </p:sp>
      <p:sp>
        <p:nvSpPr>
          <p:cNvPr id="101" name="concept-alias-slot">
            <a:extLst xmlns:a="http://schemas.openxmlformats.org/drawingml/2006/main">
              <a:ext uri="{FF2B5EF4-FFF2-40B4-BE49-F238E27FC236}">
                <a16:creationId xmlns:a16="http://schemas.microsoft.com/office/drawing/2014/main" id="{52566B3D-65EC-43A4-A171-36D4AF524FD4}"/>
              </a:ext>
            </a:extLst>
          </p:cNvPr>
          <p:cNvSpPr>
            <a:spLocks xmlns:a="http://schemas.openxmlformats.org/drawingml/2006/main" noGrp="1"/>
          </p:cNvSpPr>
          <p:nvPr/>
        </p:nvSpPr>
        <p:spPr>
          <a:xfrm xmlns:a="http://schemas.openxmlformats.org/drawingml/2006/main">
            <a:off x="46863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Logical Slot</a:t>
            </a:r>
          </a:p>
        </p:txBody>
      </p:sp>
      <p:sp>
        <p:nvSpPr>
          <p:cNvPr id="102" name="concept-function-slot">
            <a:extLst xmlns:a="http://schemas.openxmlformats.org/drawingml/2006/main">
              <a:ext uri="{FF2B5EF4-FFF2-40B4-BE49-F238E27FC236}">
                <a16:creationId xmlns:a16="http://schemas.microsoft.com/office/drawing/2014/main" id="{FE8E13AC-17F3-42E2-A3DE-A080D9F16617}"/>
              </a:ext>
            </a:extLst>
          </p:cNvPr>
          <p:cNvSpPr>
            <a:spLocks xmlns:a="http://schemas.openxmlformats.org/drawingml/2006/main" noGrp="1"/>
          </p:cNvSpPr>
          <p:nvPr/>
        </p:nvSpPr>
        <p:spPr>
          <a:xfrm xmlns:a="http://schemas.openxmlformats.org/drawingml/2006/main">
            <a:off x="46863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使用已复核的 slot-1 路由</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仅在执行边界解释位置</a:t>
            </a:r>
          </a:p>
        </p:txBody>
      </p:sp>
      <p:sp>
        <p:nvSpPr>
          <p:cNvPr id="103" name="concept-compat">
            <a:extLst xmlns:a="http://schemas.openxmlformats.org/drawingml/2006/main">
              <a:ext uri="{FF2B5EF4-FFF2-40B4-BE49-F238E27FC236}">
                <a16:creationId xmlns:a16="http://schemas.microsoft.com/office/drawing/2014/main" id="{EB4B994A-93A0-4FAE-A3BD-9D11A6F2D667}"/>
              </a:ext>
            </a:extLst>
          </p:cNvPr>
          <p:cNvSpPr>
            <a:spLocks xmlns:a="http://schemas.openxmlformats.org/drawingml/2006/main" noGrp="1"/>
          </p:cNvSpPr>
          <p:nvPr/>
        </p:nvSpPr>
        <p:spPr>
          <a:xfrm xmlns:a="http://schemas.openxmlformats.org/drawingml/2006/main">
            <a:off x="86487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104" name="concept-title-compat">
            <a:extLst xmlns:a="http://schemas.openxmlformats.org/drawingml/2006/main">
              <a:ext uri="{FF2B5EF4-FFF2-40B4-BE49-F238E27FC236}">
                <a16:creationId xmlns:a16="http://schemas.microsoft.com/office/drawing/2014/main" id="{82130430-1C64-4346-B65E-7C89CB5BCCED}"/>
              </a:ext>
            </a:extLst>
          </p:cNvPr>
          <p:cNvSpPr>
            <a:spLocks xmlns:a="http://schemas.openxmlformats.org/drawingml/2006/main" noGrp="1"/>
          </p:cNvSpPr>
          <p:nvPr/>
        </p:nvSpPr>
        <p:spPr>
          <a:xfrm xmlns:a="http://schemas.openxmlformats.org/drawingml/2006/main">
            <a:off x="87630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 旧接口与完成出口</a:t>
            </a:r>
          </a:p>
        </p:txBody>
      </p:sp>
      <p:sp>
        <p:nvSpPr>
          <p:cNvPr id="105" name="concept-alias-compat">
            <a:extLst xmlns:a="http://schemas.openxmlformats.org/drawingml/2006/main">
              <a:ext uri="{FF2B5EF4-FFF2-40B4-BE49-F238E27FC236}">
                <a16:creationId xmlns:a16="http://schemas.microsoft.com/office/drawing/2014/main" id="{1D5A1F58-36B5-4CE2-9F9E-7DCEDF45096A}"/>
              </a:ext>
            </a:extLst>
          </p:cNvPr>
          <p:cNvSpPr>
            <a:spLocks xmlns:a="http://schemas.openxmlformats.org/drawingml/2006/main" noGrp="1"/>
          </p:cNvSpPr>
          <p:nvPr/>
        </p:nvSpPr>
        <p:spPr>
          <a:xfrm xmlns:a="http://schemas.openxmlformats.org/drawingml/2006/main">
            <a:off x="87630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Compatibility</a:t>
            </a:r>
          </a:p>
        </p:txBody>
      </p:sp>
      <p:sp>
        <p:nvSpPr>
          <p:cNvPr id="106" name="concept-function-compat">
            <a:extLst xmlns:a="http://schemas.openxmlformats.org/drawingml/2006/main">
              <a:ext uri="{FF2B5EF4-FFF2-40B4-BE49-F238E27FC236}">
                <a16:creationId xmlns:a16="http://schemas.microsoft.com/office/drawing/2014/main" id="{210ECD39-9CC6-4098-8377-8A36C1419EAD}"/>
              </a:ext>
            </a:extLst>
          </p:cNvPr>
          <p:cNvSpPr>
            <a:spLocks xmlns:a="http://schemas.openxmlformats.org/drawingml/2006/main" noGrp="1"/>
          </p:cNvSpPr>
          <p:nvPr/>
        </p:nvSpPr>
        <p:spPr>
          <a:xfrm xmlns:a="http://schemas.openxmlformats.org/drawingml/2006/main">
            <a:off x="87630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旧 slot 参数 / 权限 / 原错误</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受理返回与业务完成分开</a:t>
            </a:r>
          </a:p>
        </p:txBody>
      </p:sp>
      <p:sp>
        <p:nvSpPr>
          <p:cNvPr id="107" name="footer-rule">
            <a:extLst xmlns:a="http://schemas.openxmlformats.org/drawingml/2006/main">
              <a:ext uri="{FF2B5EF4-FFF2-40B4-BE49-F238E27FC236}">
                <a16:creationId xmlns:a16="http://schemas.microsoft.com/office/drawing/2014/main" id="{BD3DDEF4-0491-4E79-9811-F4BFD95AB0CD}"/>
              </a:ext>
            </a:extLst>
          </p:cNvPr>
          <p:cNvSpPr>
            <a:spLocks xmlns:a="http://schemas.openxmlformats.org/drawingml/2006/main" noGrp="1"/>
          </p:cNvSpPr>
          <p:nvPr/>
        </p:nvSpPr>
        <p:spPr>
          <a:xfrm xmlns:a="http://schemas.openxmlformats.org/drawingml/2006/main">
            <a:off x="495300" y="62198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8" name="owner-legend">
            <a:extLst xmlns:a="http://schemas.openxmlformats.org/drawingml/2006/main">
              <a:ext uri="{FF2B5EF4-FFF2-40B4-BE49-F238E27FC236}">
                <a16:creationId xmlns:a16="http://schemas.microsoft.com/office/drawing/2014/main" id="{B4E622DE-4B3F-4EE3-B3F6-F841B3CADD8A}"/>
              </a:ext>
            </a:extLst>
          </p:cNvPr>
          <p:cNvSpPr>
            <a:spLocks xmlns:a="http://schemas.openxmlformats.org/drawingml/2006/main" noGrp="1"/>
          </p:cNvSpPr>
          <p:nvPr/>
        </p:nvSpPr>
        <p:spPr>
          <a:xfrm xmlns:a="http://schemas.openxmlformats.org/drawingml/2006/main">
            <a:off x="495300" y="63055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buNone/>
              <a:defRPr sz="1050" b="0">
                <a:solidFill>
                  <a:srgbClr val="56657A"/>
                </a:solidFill>
                <a:latin typeface="Microsoft YaHei"/>
                <a:ea typeface="Microsoft YaHei"/>
                <a:cs typeface="Microsoft YaHei"/>
              </a:defRPr>
            </a:lvl1pPr>
            <a:lvl2pPr algn="l">
              <a:buNone/>
              <a:defRPr sz="1050" b="0">
                <a:solidFill>
                  <a:srgbClr val="56657A"/>
                </a:solidFill>
                <a:latin typeface="Microsoft YaHei"/>
                <a:ea typeface="Microsoft YaHei"/>
                <a:cs typeface="Microsoft YaHei"/>
              </a:defRPr>
            </a:lvl2pPr>
            <a:lvl3pPr algn="l">
              <a:buNone/>
              <a:defRPr sz="1050" b="0">
                <a:solidFill>
                  <a:srgbClr val="56657A"/>
                </a:solidFill>
                <a:latin typeface="Microsoft YaHei"/>
                <a:ea typeface="Microsoft YaHei"/>
                <a:cs typeface="Microsoft YaHei"/>
              </a:defRPr>
            </a:lvl3pPr>
            <a:lvl4pPr algn="l">
              <a:buNone/>
              <a:defRPr sz="1050" b="0">
                <a:solidFill>
                  <a:srgbClr val="56657A"/>
                </a:solidFill>
                <a:latin typeface="Microsoft YaHei"/>
                <a:ea typeface="Microsoft YaHei"/>
                <a:cs typeface="Microsoft YaHei"/>
              </a:defRPr>
            </a:lvl4pPr>
            <a:lvl5pPr algn="l">
              <a:buNone/>
              <a:defRPr sz="1050" b="0">
                <a:solidFill>
                  <a:srgbClr val="56657A"/>
                </a:solidFill>
                <a:latin typeface="Microsoft YaHei"/>
                <a:ea typeface="Microsoft YaHei"/>
                <a:cs typeface="Microsoft YaHei"/>
              </a:defRPr>
            </a:lvl5pPr>
            <a:lvl6pPr algn="l">
              <a:buNone/>
              <a:defRPr sz="1050" b="0">
                <a:solidFill>
                  <a:srgbClr val="56657A"/>
                </a:solidFill>
                <a:latin typeface="Microsoft YaHei"/>
                <a:ea typeface="Microsoft YaHei"/>
                <a:cs typeface="Microsoft YaHei"/>
              </a:defRPr>
            </a:lvl6pPr>
            <a:lvl7pPr algn="l">
              <a:buNone/>
              <a:defRPr sz="1050" b="0">
                <a:solidFill>
                  <a:srgbClr val="56657A"/>
                </a:solidFill>
                <a:latin typeface="Microsoft YaHei"/>
                <a:ea typeface="Microsoft YaHei"/>
                <a:cs typeface="Microsoft YaHei"/>
              </a:defRPr>
            </a:lvl7pPr>
            <a:lvl8pPr algn="l">
              <a:buNone/>
              <a:defRPr sz="1050" b="0">
                <a:solidFill>
                  <a:srgbClr val="56657A"/>
                </a:solidFill>
                <a:latin typeface="Microsoft YaHei"/>
                <a:ea typeface="Microsoft YaHei"/>
                <a:cs typeface="Microsoft YaHei"/>
              </a:defRPr>
            </a:lvl8pPr>
            <a:lvl9pPr algn="l">
              <a:buNone/>
              <a:defRPr sz="1050" b="0">
                <a:solidFill>
                  <a:srgbClr val="56657A"/>
                </a:solidFill>
                <a:latin typeface="Microsoft YaHei"/>
                <a:ea typeface="Microsoft YaHei"/>
                <a:cs typeface="Microsoft YaHei"/>
              </a:defRPr>
            </a:lvl9pPr>
          </a:lstStyle>
          <a:p xmlns:a="http://schemas.openxmlformats.org/drawingml/2006/main">
            <a:pPr algn="l">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T 账户拓扑　A 角色资源　O 本地操作　R 卡运行　I 适配　C 兼容　H 宿主</a:t>
            </a:r>
          </a:p>
        </p:txBody>
      </p:sp>
      <p:sp>
        <p:nvSpPr>
          <p:cNvPr id="109" name="relation-legend">
            <a:extLst xmlns:a="http://schemas.openxmlformats.org/drawingml/2006/main">
              <a:ext uri="{FF2B5EF4-FFF2-40B4-BE49-F238E27FC236}">
                <a16:creationId xmlns:a16="http://schemas.microsoft.com/office/drawing/2014/main" id="{EC308F9E-E430-407F-9E57-8ECCF682C014}"/>
              </a:ext>
            </a:extLst>
          </p:cNvPr>
          <p:cNvSpPr>
            <a:spLocks xmlns:a="http://schemas.openxmlformats.org/drawingml/2006/main" noGrp="1"/>
          </p:cNvSpPr>
          <p:nvPr/>
        </p:nvSpPr>
        <p:spPr>
          <a:xfrm xmlns:a="http://schemas.openxmlformats.org/drawingml/2006/main">
            <a:off x="7848600" y="6305550"/>
            <a:ext cx="3848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实线：概念关系　虚线：入口协作</a:t>
            </a:r>
          </a:p>
        </p:txBody>
      </p:sp>
      <p:sp>
        <p:nvSpPr>
          <p:cNvPr id="110" name="footer">
            <a:extLst xmlns:a="http://schemas.openxmlformats.org/drawingml/2006/main">
              <a:ext uri="{FF2B5EF4-FFF2-40B4-BE49-F238E27FC236}">
                <a16:creationId xmlns:a16="http://schemas.microsoft.com/office/drawing/2014/main" id="{25469BCF-B3D6-431B-B3DB-7B20F74E3F90}"/>
              </a:ext>
            </a:extLst>
          </p:cNvPr>
          <p:cNvSpPr>
            <a:spLocks xmlns:a="http://schemas.openxmlformats.org/drawingml/2006/main" noGrp="1"/>
          </p:cNvSpPr>
          <p:nvPr/>
        </p:nvSpPr>
        <p:spPr>
          <a:xfrm xmlns:a="http://schemas.openxmlformats.org/drawingml/2006/main">
            <a:off x="495300" y="65913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111" name="page-number">
            <a:extLst xmlns:a="http://schemas.openxmlformats.org/drawingml/2006/main">
              <a:ext uri="{FF2B5EF4-FFF2-40B4-BE49-F238E27FC236}">
                <a16:creationId xmlns:a16="http://schemas.microsoft.com/office/drawing/2014/main" id="{BB2C72D6-E6F4-4AB1-B67C-9FD68D1A1664}"/>
              </a:ext>
            </a:extLst>
          </p:cNvPr>
          <p:cNvSpPr>
            <a:spLocks xmlns:a="http://schemas.openxmlformats.org/drawingml/2006/main" noGrp="1"/>
          </p:cNvSpPr>
          <p:nvPr/>
        </p:nvSpPr>
        <p:spPr>
          <a:xfrm xmlns:a="http://schemas.openxmlformats.org/drawingml/2006/main">
            <a:off x="9486900" y="65913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buNone/>
              <a:defRPr sz="900" b="0">
                <a:solidFill>
                  <a:srgbClr val="56657A"/>
                </a:solidFill>
                <a:latin typeface="Microsoft YaHei"/>
                <a:ea typeface="Microsoft YaHei"/>
                <a:cs typeface="Microsoft YaHei"/>
              </a:defRPr>
            </a:lvl1pPr>
            <a:lvl2pPr algn="r">
              <a:buNone/>
              <a:defRPr sz="900" b="0">
                <a:solidFill>
                  <a:srgbClr val="56657A"/>
                </a:solidFill>
                <a:latin typeface="Microsoft YaHei"/>
                <a:ea typeface="Microsoft YaHei"/>
                <a:cs typeface="Microsoft YaHei"/>
              </a:defRPr>
            </a:lvl2pPr>
            <a:lvl3pPr algn="r">
              <a:buNone/>
              <a:defRPr sz="900" b="0">
                <a:solidFill>
                  <a:srgbClr val="56657A"/>
                </a:solidFill>
                <a:latin typeface="Microsoft YaHei"/>
                <a:ea typeface="Microsoft YaHei"/>
                <a:cs typeface="Microsoft YaHei"/>
              </a:defRPr>
            </a:lvl3pPr>
            <a:lvl4pPr algn="r">
              <a:buNone/>
              <a:defRPr sz="900" b="0">
                <a:solidFill>
                  <a:srgbClr val="56657A"/>
                </a:solidFill>
                <a:latin typeface="Microsoft YaHei"/>
                <a:ea typeface="Microsoft YaHei"/>
                <a:cs typeface="Microsoft YaHei"/>
              </a:defRPr>
            </a:lvl4pPr>
            <a:lvl5pPr algn="r">
              <a:buNone/>
              <a:defRPr sz="900" b="0">
                <a:solidFill>
                  <a:srgbClr val="56657A"/>
                </a:solidFill>
                <a:latin typeface="Microsoft YaHei"/>
                <a:ea typeface="Microsoft YaHei"/>
                <a:cs typeface="Microsoft YaHei"/>
              </a:defRPr>
            </a:lvl5pPr>
            <a:lvl6pPr algn="r">
              <a:buNone/>
              <a:defRPr sz="900" b="0">
                <a:solidFill>
                  <a:srgbClr val="56657A"/>
                </a:solidFill>
                <a:latin typeface="Microsoft YaHei"/>
                <a:ea typeface="Microsoft YaHei"/>
                <a:cs typeface="Microsoft YaHei"/>
              </a:defRPr>
            </a:lvl6pPr>
            <a:lvl7pPr algn="r">
              <a:buNone/>
              <a:defRPr sz="900" b="0">
                <a:solidFill>
                  <a:srgbClr val="56657A"/>
                </a:solidFill>
                <a:latin typeface="Microsoft YaHei"/>
                <a:ea typeface="Microsoft YaHei"/>
                <a:cs typeface="Microsoft YaHei"/>
              </a:defRPr>
            </a:lvl7pPr>
            <a:lvl8pPr algn="r">
              <a:buNone/>
              <a:defRPr sz="900" b="0">
                <a:solidFill>
                  <a:srgbClr val="56657A"/>
                </a:solidFill>
                <a:latin typeface="Microsoft YaHei"/>
                <a:ea typeface="Microsoft YaHei"/>
                <a:cs typeface="Microsoft YaHei"/>
              </a:defRPr>
            </a:lvl8pPr>
            <a:lvl9pPr algn="r">
              <a:buNone/>
              <a:defRPr sz="900" b="0">
                <a:solidFill>
                  <a:srgbClr val="56657A"/>
                </a:solidFill>
                <a:latin typeface="Microsoft YaHei"/>
                <a:ea typeface="Microsoft YaHei"/>
                <a:cs typeface="Microsoft YaHei"/>
              </a:defRPr>
            </a:lvl9pPr>
          </a:lstStyle>
          <a:p xmlns:a="http://schemas.openxmlformats.org/drawingml/2006/main">
            <a:pPr algn="r">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09 · 步骤 4 / 7</a:t>
            </a:r>
          </a:p>
        </p:txBody>
      </p:sp>
      <p:sp>
        <p:nvSpPr>
          <p:cNvPr id="113" name="open-compare">
            <ns0:hlinkClick xmlns:ns0="http://schemas.openxmlformats.org/drawingml/2006/main" xmlns:ns1="http://schemas.openxmlformats.org/officeDocument/2006/relationships" ns1:id="rIdCompareNav12" action="ppaction://hlinksldjump" tooltip="架构前后对照"/>
            <a:extLst xmlns:a="http://schemas.openxmlformats.org/drawingml/2006/main">
              <a:ext uri="{FF2B5EF4-FFF2-40B4-BE49-F238E27FC236}">
                <a16:creationId xmlns:a16="http://schemas.microsoft.com/office/drawing/2014/main" id="{ECF06848-63EC-443A-9839-DA97DF43AE41}"/>
              </a:ext>
            </a:extLst>
          </p:cNvPr>
          <p:cNvSpPr>
            <a:spLocks xmlns:a="http://schemas.openxmlformats.org/drawingml/2006/main" noGrp="1"/>
          </p:cNvSpPr>
          <p:nvPr/>
        </p:nvSpPr>
        <p:spPr>
          <a:xfrm xmlns:a="http://schemas.openxmlformats.org/drawingml/2006/main">
            <a:off x="10248900" y="209550"/>
            <a:ext cx="1447800" cy="2667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架构前后对照</a:t>
            </a:r>
          </a:p>
        </p:txBody>
      </p:sp>
    </p:spTree>
    <p:extLst>
      <p:ext uri="{BB962C8B-B14F-4D97-AF65-F5344CB8AC3E}">
        <p14:creationId xmlns:p14="http://schemas.microsoft.com/office/powerpoint/2010/main" val="2077153271"/>
      </p:ext>
    </p:extLst>
  </p:cSld>
  <p:transition spd="fast" advClick="0">
    <p:fade/>
  </p:transition>
</p:sld>
</file>

<file path=ppt/slides/slide14.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2" name="accent">
            <a:extLst xmlns:a="http://schemas.openxmlformats.org/drawingml/2006/main">
              <a:ext uri="{FF2B5EF4-FFF2-40B4-BE49-F238E27FC236}">
                <a16:creationId xmlns:a16="http://schemas.microsoft.com/office/drawing/2014/main" id="{E2FA1017-323A-407E-B433-80BCCC17739E}"/>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A0C1BEA1-5287-4EB6-A375-2A2DBFE4B98B}"/>
              </a:ext>
            </a:extLst>
          </p:cNvPr>
          <p:cNvSpPr>
            <a:spLocks xmlns:a="http://schemas.openxmlformats.org/drawingml/2006/main" noGrp="1"/>
          </p:cNvSpPr>
          <p:nvPr/>
        </p:nvSpPr>
        <p:spPr>
          <a:xfrm xmlns:a="http://schemas.openxmlformats.org/drawingml/2006/main">
            <a:off x="495300" y="238125"/>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04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81FAFD2A-52E7-429C-834D-5525548F4C4C}"/>
              </a:ext>
            </a:extLst>
          </p:cNvPr>
          <p:cNvSpPr>
            <a:spLocks xmlns:a="http://schemas.openxmlformats.org/drawingml/2006/main" noGrp="1"/>
          </p:cNvSpPr>
          <p:nvPr/>
        </p:nvSpPr>
        <p:spPr>
          <a:xfrm xmlns:a="http://schemas.openxmlformats.org/drawingml/2006/main">
            <a:off x="8248650" y="238125"/>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点步骤看概念间协作</a:t>
            </a:r>
          </a:p>
        </p:txBody>
      </p:sp>
      <p:sp>
        <p:nvSpPr>
          <p:cNvPr id="4" name="title">
            <a:extLst xmlns:a="http://schemas.openxmlformats.org/drawingml/2006/main">
              <a:ext uri="{FF2B5EF4-FFF2-40B4-BE49-F238E27FC236}">
                <a16:creationId xmlns:a16="http://schemas.microsoft.com/office/drawing/2014/main" id="{13FE35A9-66A7-4022-B4DD-8D65F9EA4E18}"/>
              </a:ext>
            </a:extLst>
          </p:cNvPr>
          <p:cNvSpPr>
            <a:spLocks xmlns:a="http://schemas.openxmlformats.org/drawingml/2006/main" noGrp="1"/>
          </p:cNvSpPr>
          <p:nvPr/>
        </p:nvSpPr>
        <p:spPr>
          <a:xfrm xmlns:a="http://schemas.openxmlformats.org/drawingml/2006/main">
            <a:off x="495300" y="58102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buNone/>
              <a:defRPr sz="2550" b="1">
                <a:solidFill>
                  <a:srgbClr val="081426"/>
                </a:solidFill>
                <a:latin typeface="Microsoft YaHei"/>
                <a:ea typeface="Microsoft YaHei"/>
                <a:cs typeface="Microsoft YaHei"/>
              </a:defRPr>
            </a:lvl1pPr>
            <a:lvl2pPr algn="l">
              <a:buNone/>
              <a:defRPr sz="2550" b="1">
                <a:solidFill>
                  <a:srgbClr val="081426"/>
                </a:solidFill>
                <a:latin typeface="Microsoft YaHei"/>
                <a:ea typeface="Microsoft YaHei"/>
                <a:cs typeface="Microsoft YaHei"/>
              </a:defRPr>
            </a:lvl2pPr>
            <a:lvl3pPr algn="l">
              <a:buNone/>
              <a:defRPr sz="2550" b="1">
                <a:solidFill>
                  <a:srgbClr val="081426"/>
                </a:solidFill>
                <a:latin typeface="Microsoft YaHei"/>
                <a:ea typeface="Microsoft YaHei"/>
                <a:cs typeface="Microsoft YaHei"/>
              </a:defRPr>
            </a:lvl3pPr>
            <a:lvl4pPr algn="l">
              <a:buNone/>
              <a:defRPr sz="2550" b="1">
                <a:solidFill>
                  <a:srgbClr val="081426"/>
                </a:solidFill>
                <a:latin typeface="Microsoft YaHei"/>
                <a:ea typeface="Microsoft YaHei"/>
                <a:cs typeface="Microsoft YaHei"/>
              </a:defRPr>
            </a:lvl4pPr>
            <a:lvl5pPr algn="l">
              <a:buNone/>
              <a:defRPr sz="2550" b="1">
                <a:solidFill>
                  <a:srgbClr val="081426"/>
                </a:solidFill>
                <a:latin typeface="Microsoft YaHei"/>
                <a:ea typeface="Microsoft YaHei"/>
                <a:cs typeface="Microsoft YaHei"/>
              </a:defRPr>
            </a:lvl5pPr>
            <a:lvl6pPr algn="l">
              <a:buNone/>
              <a:defRPr sz="2550" b="1">
                <a:solidFill>
                  <a:srgbClr val="081426"/>
                </a:solidFill>
                <a:latin typeface="Microsoft YaHei"/>
                <a:ea typeface="Microsoft YaHei"/>
                <a:cs typeface="Microsoft YaHei"/>
              </a:defRPr>
            </a:lvl6pPr>
            <a:lvl7pPr algn="l">
              <a:buNone/>
              <a:defRPr sz="2550" b="1">
                <a:solidFill>
                  <a:srgbClr val="081426"/>
                </a:solidFill>
                <a:latin typeface="Microsoft YaHei"/>
                <a:ea typeface="Microsoft YaHei"/>
                <a:cs typeface="Microsoft YaHei"/>
              </a:defRPr>
            </a:lvl7pPr>
            <a:lvl8pPr algn="l">
              <a:buNone/>
              <a:defRPr sz="2550" b="1">
                <a:solidFill>
                  <a:srgbClr val="081426"/>
                </a:solidFill>
                <a:latin typeface="Microsoft YaHei"/>
                <a:ea typeface="Microsoft YaHei"/>
                <a:cs typeface="Microsoft YaHei"/>
              </a:defRPr>
            </a:lvl8pPr>
            <a:lvl9pPr algn="l">
              <a:buNone/>
              <a:defRPr sz="2550" b="1">
                <a:solidFill>
                  <a:srgbClr val="081426"/>
                </a:solidFill>
                <a:latin typeface="Microsoft YaHei"/>
                <a:ea typeface="Microsoft YaHei"/>
                <a:cs typeface="Microsoft YaHei"/>
              </a:defRPr>
            </a:lvl9pPr>
          </a:lstStyle>
          <a:p xmlns:a="http://schemas.openxmlformats.org/drawingml/2006/main">
            <a:pPr algn="l">
              <a:lnSpc>
                <a:spcPct val="104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订阅、位置与执行：概念关系和号码设置流程</a:t>
            </a:r>
          </a:p>
        </p:txBody>
      </p:sp>
      <p:sp>
        <p:nvSpPr>
          <p:cNvPr id="5" name="flow-nav-0">
            <ns0:hlinkClick xmlns:ns0="http://schemas.openxmlformats.org/drawingml/2006/main" xmlns:ns1="http://schemas.openxmlformats.org/officeDocument/2006/relationships" ns1:id="rIdCompareNav0" action="ppaction://hlinksldjump" tooltip="概念图：概念总览"/>
            <a:extLst xmlns:a="http://schemas.openxmlformats.org/drawingml/2006/main">
              <a:ext uri="{FF2B5EF4-FFF2-40B4-BE49-F238E27FC236}">
                <a16:creationId xmlns:a16="http://schemas.microsoft.com/office/drawing/2014/main" id="{62F66E21-3C59-4B22-8490-83821CC4AA87}"/>
              </a:ext>
            </a:extLst>
          </p:cNvPr>
          <p:cNvSpPr>
            <a:spLocks xmlns:a="http://schemas.openxmlformats.org/drawingml/2006/main" noGrp="1"/>
          </p:cNvSpPr>
          <p:nvPr/>
        </p:nvSpPr>
        <p:spPr>
          <a:xfrm xmlns:a="http://schemas.openxmlformats.org/drawingml/2006/main">
            <a:off x="495300" y="1104900"/>
            <a:ext cx="9715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概念总览</a:t>
            </a:r>
          </a:p>
        </p:txBody>
      </p:sp>
      <p:sp>
        <p:nvSpPr>
          <p:cNvPr id="6" name="flow-nav-1">
            <ns0:hlinkClick xmlns:ns0="http://schemas.openxmlformats.org/drawingml/2006/main" xmlns:ns1="http://schemas.openxmlformats.org/officeDocument/2006/relationships" ns1:id="rIdCompareNav1" action="ppaction://hlinksldjump" tooltip="概念图：① 受理"/>
            <a:extLst xmlns:a="http://schemas.openxmlformats.org/drawingml/2006/main">
              <a:ext uri="{FF2B5EF4-FFF2-40B4-BE49-F238E27FC236}">
                <a16:creationId xmlns:a16="http://schemas.microsoft.com/office/drawing/2014/main" id="{2B28792A-E524-466E-9C60-077B992732ED}"/>
              </a:ext>
            </a:extLst>
          </p:cNvPr>
          <p:cNvSpPr>
            <a:spLocks xmlns:a="http://schemas.openxmlformats.org/drawingml/2006/main" noGrp="1"/>
          </p:cNvSpPr>
          <p:nvPr/>
        </p:nvSpPr>
        <p:spPr>
          <a:xfrm xmlns:a="http://schemas.openxmlformats.org/drawingml/2006/main">
            <a:off x="15430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① 受理</a:t>
            </a:r>
          </a:p>
        </p:txBody>
      </p:sp>
      <p:sp>
        <p:nvSpPr>
          <p:cNvPr id="7" name="flow-nav-2">
            <ns0:hlinkClick xmlns:ns0="http://schemas.openxmlformats.org/drawingml/2006/main" xmlns:ns1="http://schemas.openxmlformats.org/officeDocument/2006/relationships" ns1:id="rIdCompareNav2" action="ppaction://hlinksldjump" tooltip="概念图：② 目标"/>
            <a:extLst xmlns:a="http://schemas.openxmlformats.org/drawingml/2006/main">
              <a:ext uri="{FF2B5EF4-FFF2-40B4-BE49-F238E27FC236}">
                <a16:creationId xmlns:a16="http://schemas.microsoft.com/office/drawing/2014/main" id="{D2110B56-A33B-4E81-8694-2B077117C328}"/>
              </a:ext>
            </a:extLst>
          </p:cNvPr>
          <p:cNvSpPr>
            <a:spLocks xmlns:a="http://schemas.openxmlformats.org/drawingml/2006/main" noGrp="1"/>
          </p:cNvSpPr>
          <p:nvPr/>
        </p:nvSpPr>
        <p:spPr>
          <a:xfrm xmlns:a="http://schemas.openxmlformats.org/drawingml/2006/main">
            <a:off x="25146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② 目标</a:t>
            </a:r>
          </a:p>
        </p:txBody>
      </p:sp>
      <p:sp>
        <p:nvSpPr>
          <p:cNvPr id="8" name="flow-nav-3">
            <ns0:hlinkClick xmlns:ns0="http://schemas.openxmlformats.org/drawingml/2006/main" xmlns:ns1="http://schemas.openxmlformats.org/officeDocument/2006/relationships" ns1:id="rIdCompareNav3" action="ppaction://hlinksldjump" tooltip="概念图：③ 关联"/>
            <a:extLst xmlns:a="http://schemas.openxmlformats.org/drawingml/2006/main">
              <a:ext uri="{FF2B5EF4-FFF2-40B4-BE49-F238E27FC236}">
                <a16:creationId xmlns:a16="http://schemas.microsoft.com/office/drawing/2014/main" id="{45EFFD8D-DBFC-486B-A69B-C7FC3B18D96C}"/>
              </a:ext>
            </a:extLst>
          </p:cNvPr>
          <p:cNvSpPr>
            <a:spLocks xmlns:a="http://schemas.openxmlformats.org/drawingml/2006/main" noGrp="1"/>
          </p:cNvSpPr>
          <p:nvPr/>
        </p:nvSpPr>
        <p:spPr>
          <a:xfrm xmlns:a="http://schemas.openxmlformats.org/drawingml/2006/main">
            <a:off x="34861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③ 关联</a:t>
            </a:r>
          </a:p>
        </p:txBody>
      </p:sp>
      <p:sp>
        <p:nvSpPr>
          <p:cNvPr id="9" name="flow-nav-4">
            <ns0:hlinkClick xmlns:ns0="http://schemas.openxmlformats.org/drawingml/2006/main" xmlns:ns1="http://schemas.openxmlformats.org/officeDocument/2006/relationships" ns1:id="rIdCompareNav4" action="ppaction://hlinksldjump" tooltip="概念图：④ 写卡"/>
            <a:extLst xmlns:a="http://schemas.openxmlformats.org/drawingml/2006/main">
              <a:ext uri="{FF2B5EF4-FFF2-40B4-BE49-F238E27FC236}">
                <a16:creationId xmlns:a16="http://schemas.microsoft.com/office/drawing/2014/main" id="{5225C25A-05FA-438E-85E7-444952494E47}"/>
              </a:ext>
            </a:extLst>
          </p:cNvPr>
          <p:cNvSpPr>
            <a:spLocks xmlns:a="http://schemas.openxmlformats.org/drawingml/2006/main" noGrp="1"/>
          </p:cNvSpPr>
          <p:nvPr/>
        </p:nvSpPr>
        <p:spPr>
          <a:xfrm xmlns:a="http://schemas.openxmlformats.org/drawingml/2006/main">
            <a:off x="44577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④ 写卡</a:t>
            </a:r>
          </a:p>
        </p:txBody>
      </p:sp>
      <p:sp>
        <p:nvSpPr>
          <p:cNvPr id="10" name="flow-nav-5">
            <ns0:hlinkClick xmlns:ns0="http://schemas.openxmlformats.org/drawingml/2006/main" xmlns:ns1="http://schemas.openxmlformats.org/officeDocument/2006/relationships" ns1:id="rIdCompareNav5" action="ppaction://hlinksldjump" tooltip="概念图：⑤ 准入"/>
            <a:extLst xmlns:a="http://schemas.openxmlformats.org/drawingml/2006/main">
              <a:ext uri="{FF2B5EF4-FFF2-40B4-BE49-F238E27FC236}">
                <a16:creationId xmlns:a16="http://schemas.microsoft.com/office/drawing/2014/main" id="{B152D7C6-31EE-445B-9788-9C59DD0BF1FA}"/>
              </a:ext>
            </a:extLst>
          </p:cNvPr>
          <p:cNvSpPr>
            <a:spLocks xmlns:a="http://schemas.openxmlformats.org/drawingml/2006/main" noGrp="1"/>
          </p:cNvSpPr>
          <p:nvPr/>
        </p:nvSpPr>
        <p:spPr>
          <a:xfrm xmlns:a="http://schemas.openxmlformats.org/drawingml/2006/main">
            <a:off x="5429250" y="1104900"/>
            <a:ext cx="895350"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buNone/>
              <a:defRPr sz="1275" b="1">
                <a:solidFill>
                  <a:srgbClr val="FFFFFF"/>
                </a:solidFill>
                <a:latin typeface="Microsoft YaHei"/>
                <a:ea typeface="Microsoft YaHei"/>
                <a:cs typeface="Microsoft YaHei"/>
              </a:defRPr>
            </a:lvl1pPr>
            <a:lvl2pPr algn="ctr">
              <a:buNone/>
              <a:defRPr sz="1275" b="1">
                <a:solidFill>
                  <a:srgbClr val="FFFFFF"/>
                </a:solidFill>
                <a:latin typeface="Microsoft YaHei"/>
                <a:ea typeface="Microsoft YaHei"/>
                <a:cs typeface="Microsoft YaHei"/>
              </a:defRPr>
            </a:lvl2pPr>
            <a:lvl3pPr algn="ctr">
              <a:buNone/>
              <a:defRPr sz="1275" b="1">
                <a:solidFill>
                  <a:srgbClr val="FFFFFF"/>
                </a:solidFill>
                <a:latin typeface="Microsoft YaHei"/>
                <a:ea typeface="Microsoft YaHei"/>
                <a:cs typeface="Microsoft YaHei"/>
              </a:defRPr>
            </a:lvl3pPr>
            <a:lvl4pPr algn="ctr">
              <a:buNone/>
              <a:defRPr sz="1275" b="1">
                <a:solidFill>
                  <a:srgbClr val="FFFFFF"/>
                </a:solidFill>
                <a:latin typeface="Microsoft YaHei"/>
                <a:ea typeface="Microsoft YaHei"/>
                <a:cs typeface="Microsoft YaHei"/>
              </a:defRPr>
            </a:lvl4pPr>
            <a:lvl5pPr algn="ctr">
              <a:buNone/>
              <a:defRPr sz="1275" b="1">
                <a:solidFill>
                  <a:srgbClr val="FFFFFF"/>
                </a:solidFill>
                <a:latin typeface="Microsoft YaHei"/>
                <a:ea typeface="Microsoft YaHei"/>
                <a:cs typeface="Microsoft YaHei"/>
              </a:defRPr>
            </a:lvl5pPr>
            <a:lvl6pPr algn="ctr">
              <a:buNone/>
              <a:defRPr sz="1275" b="1">
                <a:solidFill>
                  <a:srgbClr val="FFFFFF"/>
                </a:solidFill>
                <a:latin typeface="Microsoft YaHei"/>
                <a:ea typeface="Microsoft YaHei"/>
                <a:cs typeface="Microsoft YaHei"/>
              </a:defRPr>
            </a:lvl6pPr>
            <a:lvl7pPr algn="ctr">
              <a:buNone/>
              <a:defRPr sz="1275" b="1">
                <a:solidFill>
                  <a:srgbClr val="FFFFFF"/>
                </a:solidFill>
                <a:latin typeface="Microsoft YaHei"/>
                <a:ea typeface="Microsoft YaHei"/>
                <a:cs typeface="Microsoft YaHei"/>
              </a:defRPr>
            </a:lvl7pPr>
            <a:lvl8pPr algn="ctr">
              <a:buNone/>
              <a:defRPr sz="1275" b="1">
                <a:solidFill>
                  <a:srgbClr val="FFFFFF"/>
                </a:solidFill>
                <a:latin typeface="Microsoft YaHei"/>
                <a:ea typeface="Microsoft YaHei"/>
                <a:cs typeface="Microsoft YaHei"/>
              </a:defRPr>
            </a:lvl8pPr>
            <a:lvl9pPr algn="ctr">
              <a:buNone/>
              <a:defRPr sz="1275" b="1">
                <a:solidFill>
                  <a:srgbClr val="FFFFFF"/>
                </a:solidFill>
                <a:latin typeface="Microsoft YaHei"/>
                <a:ea typeface="Microsoft YaHei"/>
                <a:cs typeface="Microsoft YaHei"/>
              </a:defRPr>
            </a:lvl9pPr>
          </a:lstStyle>
          <a:p xmlns:a="http://schemas.openxmlformats.org/drawingml/2006/main">
            <a:pPr algn="ctr">
              <a:buNone/>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⑤ 准入</a:t>
            </a:r>
          </a:p>
        </p:txBody>
      </p:sp>
      <p:sp>
        <p:nvSpPr>
          <p:cNvPr id="11" name="flow-nav-6">
            <ns0:hlinkClick xmlns:ns0="http://schemas.openxmlformats.org/drawingml/2006/main" xmlns:ns1="http://schemas.openxmlformats.org/officeDocument/2006/relationships" ns1:id="rIdCompareNav6" action="ppaction://hlinksldjump" tooltip="概念图：⑥ 账户"/>
            <a:extLst xmlns:a="http://schemas.openxmlformats.org/drawingml/2006/main">
              <a:ext uri="{FF2B5EF4-FFF2-40B4-BE49-F238E27FC236}">
                <a16:creationId xmlns:a16="http://schemas.microsoft.com/office/drawing/2014/main" id="{6101B7E9-B436-46ED-9E6F-4FD089150148}"/>
              </a:ext>
            </a:extLst>
          </p:cNvPr>
          <p:cNvSpPr>
            <a:spLocks xmlns:a="http://schemas.openxmlformats.org/drawingml/2006/main" noGrp="1"/>
          </p:cNvSpPr>
          <p:nvPr/>
        </p:nvSpPr>
        <p:spPr>
          <a:xfrm xmlns:a="http://schemas.openxmlformats.org/drawingml/2006/main">
            <a:off x="64008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⑥ 账户</a:t>
            </a:r>
          </a:p>
        </p:txBody>
      </p:sp>
      <p:sp>
        <p:nvSpPr>
          <p:cNvPr id="12" name="flow-nav-7">
            <ns0:hlinkClick xmlns:ns0="http://schemas.openxmlformats.org/drawingml/2006/main" xmlns:ns1="http://schemas.openxmlformats.org/officeDocument/2006/relationships" ns1:id="rIdCompareNav7" action="ppaction://hlinksldjump" tooltip="概念图：⑦ 完成"/>
            <a:extLst xmlns:a="http://schemas.openxmlformats.org/drawingml/2006/main">
              <a:ext uri="{FF2B5EF4-FFF2-40B4-BE49-F238E27FC236}">
                <a16:creationId xmlns:a16="http://schemas.microsoft.com/office/drawing/2014/main" id="{68F973E6-0629-4127-A5AF-D548A1A839F1}"/>
              </a:ext>
            </a:extLst>
          </p:cNvPr>
          <p:cNvSpPr>
            <a:spLocks xmlns:a="http://schemas.openxmlformats.org/drawingml/2006/main" noGrp="1"/>
          </p:cNvSpPr>
          <p:nvPr/>
        </p:nvSpPr>
        <p:spPr>
          <a:xfrm xmlns:a="http://schemas.openxmlformats.org/drawingml/2006/main">
            <a:off x="73723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⑦ 完成</a:t>
            </a:r>
          </a:p>
        </p:txBody>
      </p:sp>
      <p:sp>
        <p:nvSpPr>
          <p:cNvPr id="13" name="flow-nav-8">
            <ns0:hlinkClick xmlns:ns0="http://schemas.openxmlformats.org/drawingml/2006/main" xmlns:ns1="http://schemas.openxmlformats.org/officeDocument/2006/relationships" ns1:id="rIdCompareNav8" action="ppaction://hlinksldjump" tooltip="概念图：失败 / 迟到"/>
            <a:extLst xmlns:a="http://schemas.openxmlformats.org/drawingml/2006/main">
              <a:ext uri="{FF2B5EF4-FFF2-40B4-BE49-F238E27FC236}">
                <a16:creationId xmlns:a16="http://schemas.microsoft.com/office/drawing/2014/main" id="{D8E23B31-5275-484A-A8F1-4D64C09C0438}"/>
              </a:ext>
            </a:extLst>
          </p:cNvPr>
          <p:cNvSpPr>
            <a:spLocks xmlns:a="http://schemas.openxmlformats.org/drawingml/2006/main" noGrp="1"/>
          </p:cNvSpPr>
          <p:nvPr/>
        </p:nvSpPr>
        <p:spPr>
          <a:xfrm xmlns:a="http://schemas.openxmlformats.org/drawingml/2006/main">
            <a:off x="8343900" y="1104900"/>
            <a:ext cx="11049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失败 / 迟到</a:t>
            </a:r>
          </a:p>
        </p:txBody>
      </p:sp>
      <p:sp>
        <p:nvSpPr>
          <p:cNvPr id="14" name="flow-prev">
            <ns0:hlinkClick xmlns:ns0="http://schemas.openxmlformats.org/drawingml/2006/main" xmlns:ns1="http://schemas.openxmlformats.org/officeDocument/2006/relationships" ns1:id="rIdCompareNav9" action="ppaction://hlinksldjump" tooltip="上一步"/>
            <a:extLst xmlns:a="http://schemas.openxmlformats.org/drawingml/2006/main">
              <a:ext uri="{FF2B5EF4-FFF2-40B4-BE49-F238E27FC236}">
                <a16:creationId xmlns:a16="http://schemas.microsoft.com/office/drawing/2014/main" id="{7663D1E0-1E92-4C01-AF7A-0B04F7946544}"/>
              </a:ext>
            </a:extLst>
          </p:cNvPr>
          <p:cNvSpPr>
            <a:spLocks xmlns:a="http://schemas.openxmlformats.org/drawingml/2006/main" noGrp="1"/>
          </p:cNvSpPr>
          <p:nvPr/>
        </p:nvSpPr>
        <p:spPr>
          <a:xfrm xmlns:a="http://schemas.openxmlformats.org/drawingml/2006/main">
            <a:off x="95440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5" name="flow-next">
            <ns0:hlinkClick xmlns:ns0="http://schemas.openxmlformats.org/drawingml/2006/main" xmlns:ns1="http://schemas.openxmlformats.org/officeDocument/2006/relationships" ns1:id="rIdCompareNav10" action="ppaction://hlinksldjump" tooltip="下一步"/>
            <a:extLst xmlns:a="http://schemas.openxmlformats.org/drawingml/2006/main">
              <a:ext uri="{FF2B5EF4-FFF2-40B4-BE49-F238E27FC236}">
                <a16:creationId xmlns:a16="http://schemas.microsoft.com/office/drawing/2014/main" id="{7A4C9C6A-500B-4613-98DC-E956F3B8FD90}"/>
              </a:ext>
            </a:extLst>
          </p:cNvPr>
          <p:cNvSpPr>
            <a:spLocks xmlns:a="http://schemas.openxmlformats.org/drawingml/2006/main" noGrp="1"/>
          </p:cNvSpPr>
          <p:nvPr/>
        </p:nvSpPr>
        <p:spPr>
          <a:xfrm xmlns:a="http://schemas.openxmlformats.org/drawingml/2006/main">
            <a:off x="102298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16" name="flow-body">
            <ns0:hlinkClick xmlns:ns0="http://schemas.openxmlformats.org/drawingml/2006/main" xmlns:ns1="http://schemas.openxmlformats.org/officeDocument/2006/relationships" ns1:id="rIdCompareNav11" action="ppaction://hlinksldjump" tooltip="返回正文"/>
            <a:extLst xmlns:a="http://schemas.openxmlformats.org/drawingml/2006/main">
              <a:ext uri="{FF2B5EF4-FFF2-40B4-BE49-F238E27FC236}">
                <a16:creationId xmlns:a16="http://schemas.microsoft.com/office/drawing/2014/main" id="{7BBB71EC-7A3A-4DD2-851F-81DBD129895F}"/>
              </a:ext>
            </a:extLst>
          </p:cNvPr>
          <p:cNvSpPr>
            <a:spLocks xmlns:a="http://schemas.openxmlformats.org/drawingml/2006/main" noGrp="1"/>
          </p:cNvSpPr>
          <p:nvPr/>
        </p:nvSpPr>
        <p:spPr>
          <a:xfrm xmlns:a="http://schemas.openxmlformats.org/drawingml/2006/main">
            <a:off x="10915650" y="1104900"/>
            <a:ext cx="7810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返回正文</a:t>
            </a:r>
          </a:p>
        </p:txBody>
      </p:sp>
      <p:sp>
        <p:nvSpPr>
          <p:cNvPr id="17" name="step-summary">
            <a:extLst xmlns:a="http://schemas.openxmlformats.org/drawingml/2006/main">
              <a:ext uri="{FF2B5EF4-FFF2-40B4-BE49-F238E27FC236}">
                <a16:creationId xmlns:a16="http://schemas.microsoft.com/office/drawing/2014/main" id="{F92D4D3C-19B9-48DD-AE01-E2325E9231BF}"/>
              </a:ext>
            </a:extLst>
          </p:cNvPr>
          <p:cNvSpPr>
            <a:spLocks xmlns:a="http://schemas.openxmlformats.org/drawingml/2006/main" noGrp="1"/>
          </p:cNvSpPr>
          <p:nvPr/>
        </p:nvSpPr>
        <p:spPr>
          <a:xfrm xmlns:a="http://schemas.openxmlformats.org/drawingml/2006/main">
            <a:off x="495300" y="15144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04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⑤ 准入：先恢复原请求并验证归属，再于同一受控边界接纳结果，错误与重复回包同样受控。</a:t>
            </a:r>
          </a:p>
        </p:txBody>
      </p:sp>
      <p:sp>
        <p:nvSpPr>
          <p:cNvPr id="18" name="header-rule">
            <a:extLst xmlns:a="http://schemas.openxmlformats.org/drawingml/2006/main">
              <a:ext uri="{FF2B5EF4-FFF2-40B4-BE49-F238E27FC236}">
                <a16:creationId xmlns:a16="http://schemas.microsoft.com/office/drawing/2014/main" id="{E1AE0BCD-B8B5-4E05-AB4C-709BB5AA384F}"/>
              </a:ext>
            </a:extLst>
          </p:cNvPr>
          <p:cNvSpPr>
            <a:spLocks xmlns:a="http://schemas.openxmlformats.org/drawingml/2006/main" noGrp="1"/>
          </p:cNvSpPr>
          <p:nvPr/>
        </p:nvSpPr>
        <p:spPr>
          <a:xfrm xmlns:a="http://schemas.openxmlformats.org/drawingml/2006/main">
            <a:off x="495300" y="1924050"/>
            <a:ext cx="11201400" cy="10478"/>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9" name="relation-role-subscription">
            <a:extLst xmlns:a="http://schemas.openxmlformats.org/drawingml/2006/main">
              <a:ext uri="{FF2B5EF4-FFF2-40B4-BE49-F238E27FC236}">
                <a16:creationId xmlns:a16="http://schemas.microsoft.com/office/drawing/2014/main" id="{26237730-B51B-4AA5-B146-94D526BFF47B}"/>
              </a:ext>
            </a:extLst>
          </p:cNvPr>
          <p:cNvSpPr>
            <a:spLocks xmlns:a="http://schemas.openxmlformats.org/drawingml/2006/main" noGrp="1"/>
          </p:cNvSpPr>
          <p:nvPr/>
        </p:nvSpPr>
        <p:spPr>
          <a:xfrm xmlns:a="http://schemas.openxmlformats.org/drawingml/2006/main">
            <a:off x="3543300" y="24431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20" name="arrow-0">
            <a:extLst xmlns:a="http://schemas.openxmlformats.org/drawingml/2006/main">
              <a:ext uri="{FF2B5EF4-FFF2-40B4-BE49-F238E27FC236}">
                <a16:creationId xmlns:a16="http://schemas.microsoft.com/office/drawing/2014/main" id="{FC1A8DB5-71DA-48DD-9F36-D89F38D1E657}"/>
              </a:ext>
            </a:extLst>
          </p:cNvPr>
          <p:cNvSpPr>
            <a:spLocks xmlns:a="http://schemas.openxmlformats.org/drawingml/2006/main" noGrp="1"/>
          </p:cNvSpPr>
          <p:nvPr/>
        </p:nvSpPr>
        <p:spPr>
          <a:xfrm xmlns:a="http://schemas.openxmlformats.org/drawingml/2006/main">
            <a:off x="4505325" y="24145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21" name="relation-label-0">
            <a:extLst xmlns:a="http://schemas.openxmlformats.org/drawingml/2006/main">
              <a:ext uri="{FF2B5EF4-FFF2-40B4-BE49-F238E27FC236}">
                <a16:creationId xmlns:a16="http://schemas.microsoft.com/office/drawing/2014/main" id="{44CD93CE-F837-4F03-B149-8B8B830CEA08}"/>
              </a:ext>
            </a:extLst>
          </p:cNvPr>
          <p:cNvSpPr>
            <a:spLocks xmlns:a="http://schemas.openxmlformats.org/drawingml/2006/main" noGrp="1"/>
          </p:cNvSpPr>
          <p:nvPr/>
        </p:nvSpPr>
        <p:spPr>
          <a:xfrm xmlns:a="http://schemas.openxmlformats.org/drawingml/2006/main">
            <a:off x="3705225" y="2238375"/>
            <a:ext cx="7048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选择</a:t>
            </a:r>
          </a:p>
        </p:txBody>
      </p:sp>
      <p:sp>
        <p:nvSpPr>
          <p:cNvPr id="22" name="relation-operation-subscription">
            <a:extLst xmlns:a="http://schemas.openxmlformats.org/drawingml/2006/main">
              <a:ext uri="{FF2B5EF4-FFF2-40B4-BE49-F238E27FC236}">
                <a16:creationId xmlns:a16="http://schemas.microsoft.com/office/drawing/2014/main" id="{F24985FD-1DF0-42A9-B5E5-7D4DD2A2B60B}"/>
              </a:ext>
            </a:extLst>
          </p:cNvPr>
          <p:cNvSpPr>
            <a:spLocks xmlns:a="http://schemas.openxmlformats.org/drawingml/2006/main" noGrp="1"/>
          </p:cNvSpPr>
          <p:nvPr/>
        </p:nvSpPr>
        <p:spPr>
          <a:xfrm xmlns:a="http://schemas.openxmlformats.org/drawingml/2006/main">
            <a:off x="7620000" y="2443163"/>
            <a:ext cx="1028700" cy="9525"/>
          </a:xfrm>
          <a:custGeom xmlns:a="http://schemas.openxmlformats.org/drawingml/2006/main">
            <a:pathLst>
              <a:path w="1028700" h="9525">
                <a:moveTo>
                  <a:pt x="1028700" y="4763"/>
                </a:moveTo>
                <a:lnTo>
                  <a:pt x="0" y="4763"/>
                </a:lnTo>
              </a:path>
            </a:pathLst>
          </a:custGeom>
          <a:noFill xmlns:a="http://schemas.openxmlformats.org/drawingml/2006/main"/>
          <a:ln xmlns:a="http://schemas.openxmlformats.org/drawingml/2006/main" w="11430">
            <a:solidFill>
              <a:srgbClr val="ABBBCB"/>
            </a:solidFill>
            <a:prstDash val="solid"/>
          </a:ln>
        </p:spPr>
      </p:sp>
      <p:sp>
        <p:nvSpPr>
          <p:cNvPr id="23" name="arrow-1">
            <a:extLst xmlns:a="http://schemas.openxmlformats.org/drawingml/2006/main">
              <a:ext uri="{FF2B5EF4-FFF2-40B4-BE49-F238E27FC236}">
                <a16:creationId xmlns:a16="http://schemas.microsoft.com/office/drawing/2014/main" id="{DD89552F-6F5D-408C-AF91-A86A2507ED7A}"/>
              </a:ext>
            </a:extLst>
          </p:cNvPr>
          <p:cNvSpPr>
            <a:spLocks xmlns:a="http://schemas.openxmlformats.org/drawingml/2006/main" noGrp="1"/>
          </p:cNvSpPr>
          <p:nvPr/>
        </p:nvSpPr>
        <p:spPr>
          <a:xfrm xmlns:a="http://schemas.openxmlformats.org/drawingml/2006/main">
            <a:off x="76200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24" name="relation-label-1">
            <a:extLst xmlns:a="http://schemas.openxmlformats.org/drawingml/2006/main">
              <a:ext uri="{FF2B5EF4-FFF2-40B4-BE49-F238E27FC236}">
                <a16:creationId xmlns:a16="http://schemas.microsoft.com/office/drawing/2014/main" id="{575C2E9B-FB4D-453C-BF00-6F6B0EF3C061}"/>
              </a:ext>
            </a:extLst>
          </p:cNvPr>
          <p:cNvSpPr>
            <a:spLocks xmlns:a="http://schemas.openxmlformats.org/drawingml/2006/main" noGrp="1"/>
          </p:cNvSpPr>
          <p:nvPr/>
        </p:nvSpPr>
        <p:spPr>
          <a:xfrm xmlns:a="http://schemas.openxmlformats.org/drawingml/2006/main">
            <a:off x="7772400" y="2238375"/>
            <a:ext cx="7239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目标</a:t>
            </a:r>
          </a:p>
        </p:txBody>
      </p:sp>
      <p:sp>
        <p:nvSpPr>
          <p:cNvPr id="25" name="relation-subscription-binding">
            <a:extLst xmlns:a="http://schemas.openxmlformats.org/drawingml/2006/main">
              <a:ext uri="{FF2B5EF4-FFF2-40B4-BE49-F238E27FC236}">
                <a16:creationId xmlns:a16="http://schemas.microsoft.com/office/drawing/2014/main" id="{37F3686A-6890-42A9-8CA6-968017061115}"/>
              </a:ext>
            </a:extLst>
          </p:cNvPr>
          <p:cNvSpPr>
            <a:spLocks xmlns:a="http://schemas.openxmlformats.org/drawingml/2006/main" noGrp="1"/>
          </p:cNvSpPr>
          <p:nvPr/>
        </p:nvSpPr>
        <p:spPr>
          <a:xfrm xmlns:a="http://schemas.openxmlformats.org/drawingml/2006/main">
            <a:off x="60912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26" name="arrow-2">
            <a:extLst xmlns:a="http://schemas.openxmlformats.org/drawingml/2006/main">
              <a:ext uri="{FF2B5EF4-FFF2-40B4-BE49-F238E27FC236}">
                <a16:creationId xmlns:a16="http://schemas.microsoft.com/office/drawing/2014/main" id="{F27C2B17-DFFB-4C4F-9CD1-F3DF2AFB94CD}"/>
              </a:ext>
            </a:extLst>
          </p:cNvPr>
          <p:cNvSpPr>
            <a:spLocks xmlns:a="http://schemas.openxmlformats.org/drawingml/2006/main" noGrp="1"/>
          </p:cNvSpPr>
          <p:nvPr/>
        </p:nvSpPr>
        <p:spPr>
          <a:xfrm xmlns:a="http://schemas.openxmlformats.org/drawingml/2006/main">
            <a:off x="60626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27" name="relation-label-2">
            <a:extLst xmlns:a="http://schemas.openxmlformats.org/drawingml/2006/main">
              <a:ext uri="{FF2B5EF4-FFF2-40B4-BE49-F238E27FC236}">
                <a16:creationId xmlns:a16="http://schemas.microsoft.com/office/drawing/2014/main" id="{DE32441C-5EFA-4D70-BECE-199A0F122D86}"/>
              </a:ext>
            </a:extLst>
          </p:cNvPr>
          <p:cNvSpPr>
            <a:spLocks xmlns:a="http://schemas.openxmlformats.org/drawingml/2006/main" noGrp="1"/>
          </p:cNvSpPr>
          <p:nvPr/>
        </p:nvSpPr>
        <p:spPr>
          <a:xfrm xmlns:a="http://schemas.openxmlformats.org/drawingml/2006/main">
            <a:off x="6181725" y="28956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当前绑定</a:t>
            </a:r>
          </a:p>
        </p:txBody>
      </p:sp>
      <p:sp>
        <p:nvSpPr>
          <p:cNvPr id="28" name="relation-euicc-profile">
            <a:extLst xmlns:a="http://schemas.openxmlformats.org/drawingml/2006/main">
              <a:ext uri="{FF2B5EF4-FFF2-40B4-BE49-F238E27FC236}">
                <a16:creationId xmlns:a16="http://schemas.microsoft.com/office/drawing/2014/main" id="{2FEF6714-D524-47BD-8BFD-C4944EB2CEA0}"/>
              </a:ext>
            </a:extLst>
          </p:cNvPr>
          <p:cNvSpPr>
            <a:spLocks xmlns:a="http://schemas.openxmlformats.org/drawingml/2006/main" noGrp="1"/>
          </p:cNvSpPr>
          <p:nvPr/>
        </p:nvSpPr>
        <p:spPr>
          <a:xfrm xmlns:a="http://schemas.openxmlformats.org/drawingml/2006/main">
            <a:off x="20145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29" name="arrow-3">
            <a:extLst xmlns:a="http://schemas.openxmlformats.org/drawingml/2006/main">
              <a:ext uri="{FF2B5EF4-FFF2-40B4-BE49-F238E27FC236}">
                <a16:creationId xmlns:a16="http://schemas.microsoft.com/office/drawing/2014/main" id="{332AC223-6AD5-4B52-9E86-24BC2A935731}"/>
              </a:ext>
            </a:extLst>
          </p:cNvPr>
          <p:cNvSpPr>
            <a:spLocks xmlns:a="http://schemas.openxmlformats.org/drawingml/2006/main" noGrp="1"/>
          </p:cNvSpPr>
          <p:nvPr/>
        </p:nvSpPr>
        <p:spPr>
          <a:xfrm xmlns:a="http://schemas.openxmlformats.org/drawingml/2006/main">
            <a:off x="19859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0" name="relation-label-3">
            <a:extLst xmlns:a="http://schemas.openxmlformats.org/drawingml/2006/main">
              <a:ext uri="{FF2B5EF4-FFF2-40B4-BE49-F238E27FC236}">
                <a16:creationId xmlns:a16="http://schemas.microsoft.com/office/drawing/2014/main" id="{93E3A0E0-8282-45F1-93EB-18E9C8C5F978}"/>
              </a:ext>
            </a:extLst>
          </p:cNvPr>
          <p:cNvSpPr>
            <a:spLocks xmlns:a="http://schemas.openxmlformats.org/drawingml/2006/main" noGrp="1"/>
          </p:cNvSpPr>
          <p:nvPr/>
        </p:nvSpPr>
        <p:spPr>
          <a:xfrm xmlns:a="http://schemas.openxmlformats.org/drawingml/2006/main">
            <a:off x="2124075" y="3962400"/>
            <a:ext cx="8763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容纳配置</a:t>
            </a:r>
          </a:p>
        </p:txBody>
      </p:sp>
      <p:sp>
        <p:nvSpPr>
          <p:cNvPr id="31" name="relation-profile-port">
            <a:extLst xmlns:a="http://schemas.openxmlformats.org/drawingml/2006/main">
              <a:ext uri="{FF2B5EF4-FFF2-40B4-BE49-F238E27FC236}">
                <a16:creationId xmlns:a16="http://schemas.microsoft.com/office/drawing/2014/main" id="{FD7B7A5D-5CFE-4B04-B319-0BF796529A4C}"/>
              </a:ext>
            </a:extLst>
          </p:cNvPr>
          <p:cNvSpPr>
            <a:spLocks xmlns:a="http://schemas.openxmlformats.org/drawingml/2006/main" noGrp="1"/>
          </p:cNvSpPr>
          <p:nvPr/>
        </p:nvSpPr>
        <p:spPr>
          <a:xfrm xmlns:a="http://schemas.openxmlformats.org/drawingml/2006/main">
            <a:off x="20145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32" name="arrow-4">
            <a:extLst xmlns:a="http://schemas.openxmlformats.org/drawingml/2006/main">
              <a:ext uri="{FF2B5EF4-FFF2-40B4-BE49-F238E27FC236}">
                <a16:creationId xmlns:a16="http://schemas.microsoft.com/office/drawing/2014/main" id="{9201992C-6331-4DB4-BBDF-9F465132BBCC}"/>
              </a:ext>
            </a:extLst>
          </p:cNvPr>
          <p:cNvSpPr>
            <a:spLocks xmlns:a="http://schemas.openxmlformats.org/drawingml/2006/main" noGrp="1"/>
          </p:cNvSpPr>
          <p:nvPr/>
        </p:nvSpPr>
        <p:spPr>
          <a:xfrm xmlns:a="http://schemas.openxmlformats.org/drawingml/2006/main">
            <a:off x="19859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3" name="relation-label-4">
            <a:extLst xmlns:a="http://schemas.openxmlformats.org/drawingml/2006/main">
              <a:ext uri="{FF2B5EF4-FFF2-40B4-BE49-F238E27FC236}">
                <a16:creationId xmlns:a16="http://schemas.microsoft.com/office/drawing/2014/main" id="{4D43B06C-015B-4BD1-ADEC-765551384B89}"/>
              </a:ext>
            </a:extLst>
          </p:cNvPr>
          <p:cNvSpPr>
            <a:spLocks xmlns:a="http://schemas.openxmlformats.org/drawingml/2006/main" noGrp="1"/>
          </p:cNvSpPr>
          <p:nvPr/>
        </p:nvSpPr>
        <p:spPr>
          <a:xfrm xmlns:a="http://schemas.openxmlformats.org/drawingml/2006/main">
            <a:off x="2124075" y="50292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使能于</a:t>
            </a:r>
          </a:p>
        </p:txBody>
      </p:sp>
      <p:sp>
        <p:nvSpPr>
          <p:cNvPr id="34" name="relation-port-slot">
            <a:extLst xmlns:a="http://schemas.openxmlformats.org/drawingml/2006/main">
              <a:ext uri="{FF2B5EF4-FFF2-40B4-BE49-F238E27FC236}">
                <a16:creationId xmlns:a16="http://schemas.microsoft.com/office/drawing/2014/main" id="{8640E66D-F92E-4716-8126-805570B52E02}"/>
              </a:ext>
            </a:extLst>
          </p:cNvPr>
          <p:cNvSpPr>
            <a:spLocks xmlns:a="http://schemas.openxmlformats.org/drawingml/2006/main" noGrp="1"/>
          </p:cNvSpPr>
          <p:nvPr/>
        </p:nvSpPr>
        <p:spPr>
          <a:xfrm xmlns:a="http://schemas.openxmlformats.org/drawingml/2006/main">
            <a:off x="3543300" y="56435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35" name="arrow-5">
            <a:extLst xmlns:a="http://schemas.openxmlformats.org/drawingml/2006/main">
              <a:ext uri="{FF2B5EF4-FFF2-40B4-BE49-F238E27FC236}">
                <a16:creationId xmlns:a16="http://schemas.microsoft.com/office/drawing/2014/main" id="{91401D73-7F5E-4BBE-87D1-06ECFAA5ED89}"/>
              </a:ext>
            </a:extLst>
          </p:cNvPr>
          <p:cNvSpPr>
            <a:spLocks xmlns:a="http://schemas.openxmlformats.org/drawingml/2006/main" noGrp="1"/>
          </p:cNvSpPr>
          <p:nvPr/>
        </p:nvSpPr>
        <p:spPr>
          <a:xfrm xmlns:a="http://schemas.openxmlformats.org/drawingml/2006/main">
            <a:off x="4505325" y="56149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36" name="relation-label-5">
            <a:extLst xmlns:a="http://schemas.openxmlformats.org/drawingml/2006/main">
              <a:ext uri="{FF2B5EF4-FFF2-40B4-BE49-F238E27FC236}">
                <a16:creationId xmlns:a16="http://schemas.microsoft.com/office/drawing/2014/main" id="{914AEA7D-45FE-4579-B2C2-EFF92E9A192D}"/>
              </a:ext>
            </a:extLst>
          </p:cNvPr>
          <p:cNvSpPr>
            <a:spLocks xmlns:a="http://schemas.openxmlformats.org/drawingml/2006/main" noGrp="1"/>
          </p:cNvSpPr>
          <p:nvPr/>
        </p:nvSpPr>
        <p:spPr>
          <a:xfrm xmlns:a="http://schemas.openxmlformats.org/drawingml/2006/main">
            <a:off x="3657600" y="54387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映射到</a:t>
            </a:r>
          </a:p>
        </p:txBody>
      </p:sp>
      <p:sp>
        <p:nvSpPr>
          <p:cNvPr id="37" name="relation-binding-session">
            <a:extLst xmlns:a="http://schemas.openxmlformats.org/drawingml/2006/main">
              <a:ext uri="{FF2B5EF4-FFF2-40B4-BE49-F238E27FC236}">
                <a16:creationId xmlns:a16="http://schemas.microsoft.com/office/drawing/2014/main" id="{3F4ED6BB-015E-4887-ABEB-10B226E8E5DF}"/>
              </a:ext>
            </a:extLst>
          </p:cNvPr>
          <p:cNvSpPr>
            <a:spLocks xmlns:a="http://schemas.openxmlformats.org/drawingml/2006/main" noGrp="1"/>
          </p:cNvSpPr>
          <p:nvPr/>
        </p:nvSpPr>
        <p:spPr>
          <a:xfrm xmlns:a="http://schemas.openxmlformats.org/drawingml/2006/main">
            <a:off x="60912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38" name="arrow-6">
            <a:extLst xmlns:a="http://schemas.openxmlformats.org/drawingml/2006/main">
              <a:ext uri="{FF2B5EF4-FFF2-40B4-BE49-F238E27FC236}">
                <a16:creationId xmlns:a16="http://schemas.microsoft.com/office/drawing/2014/main" id="{23B11D16-59BB-47AF-A826-32C5C5F7BA34}"/>
              </a:ext>
            </a:extLst>
          </p:cNvPr>
          <p:cNvSpPr>
            <a:spLocks xmlns:a="http://schemas.openxmlformats.org/drawingml/2006/main" noGrp="1"/>
          </p:cNvSpPr>
          <p:nvPr/>
        </p:nvSpPr>
        <p:spPr>
          <a:xfrm xmlns:a="http://schemas.openxmlformats.org/drawingml/2006/main">
            <a:off x="60626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39" name="relation-label-6">
            <a:extLst xmlns:a="http://schemas.openxmlformats.org/drawingml/2006/main">
              <a:ext uri="{FF2B5EF4-FFF2-40B4-BE49-F238E27FC236}">
                <a16:creationId xmlns:a16="http://schemas.microsoft.com/office/drawing/2014/main" id="{57F0E48E-875C-4889-8C80-84F5135EBC3F}"/>
              </a:ext>
            </a:extLst>
          </p:cNvPr>
          <p:cNvSpPr>
            <a:spLocks xmlns:a="http://schemas.openxmlformats.org/drawingml/2006/main" noGrp="1"/>
          </p:cNvSpPr>
          <p:nvPr/>
        </p:nvSpPr>
        <p:spPr>
          <a:xfrm xmlns:a="http://schemas.openxmlformats.org/drawingml/2006/main">
            <a:off x="6181725" y="39624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当前应用</a:t>
            </a:r>
          </a:p>
        </p:txBody>
      </p:sp>
      <p:sp>
        <p:nvSpPr>
          <p:cNvPr id="40" name="relation-profile-session">
            <a:extLst xmlns:a="http://schemas.openxmlformats.org/drawingml/2006/main">
              <a:ext uri="{FF2B5EF4-FFF2-40B4-BE49-F238E27FC236}">
                <a16:creationId xmlns:a16="http://schemas.microsoft.com/office/drawing/2014/main" id="{447CAAFE-80F2-487E-9044-DCF74E51FA2C}"/>
              </a:ext>
            </a:extLst>
          </p:cNvPr>
          <p:cNvSpPr>
            <a:spLocks xmlns:a="http://schemas.openxmlformats.org/drawingml/2006/main" noGrp="1"/>
          </p:cNvSpPr>
          <p:nvPr/>
        </p:nvSpPr>
        <p:spPr>
          <a:xfrm xmlns:a="http://schemas.openxmlformats.org/drawingml/2006/main">
            <a:off x="3543300" y="45767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41" name="arrow-7">
            <a:extLst xmlns:a="http://schemas.openxmlformats.org/drawingml/2006/main">
              <a:ext uri="{FF2B5EF4-FFF2-40B4-BE49-F238E27FC236}">
                <a16:creationId xmlns:a16="http://schemas.microsoft.com/office/drawing/2014/main" id="{84B7277E-5883-4138-9773-0B7BCED56C51}"/>
              </a:ext>
            </a:extLst>
          </p:cNvPr>
          <p:cNvSpPr>
            <a:spLocks xmlns:a="http://schemas.openxmlformats.org/drawingml/2006/main" noGrp="1"/>
          </p:cNvSpPr>
          <p:nvPr/>
        </p:nvSpPr>
        <p:spPr>
          <a:xfrm xmlns:a="http://schemas.openxmlformats.org/drawingml/2006/main">
            <a:off x="4505325" y="45481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42" name="relation-label-7">
            <a:extLst xmlns:a="http://schemas.openxmlformats.org/drawingml/2006/main">
              <a:ext uri="{FF2B5EF4-FFF2-40B4-BE49-F238E27FC236}">
                <a16:creationId xmlns:a16="http://schemas.microsoft.com/office/drawing/2014/main" id="{85948E5F-8FF3-46A8-82BF-37857A3D7B67}"/>
              </a:ext>
            </a:extLst>
          </p:cNvPr>
          <p:cNvSpPr>
            <a:spLocks xmlns:a="http://schemas.openxmlformats.org/drawingml/2006/main" noGrp="1"/>
          </p:cNvSpPr>
          <p:nvPr/>
        </p:nvSpPr>
        <p:spPr>
          <a:xfrm xmlns:a="http://schemas.openxmlformats.org/drawingml/2006/main">
            <a:off x="3657600" y="43719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卡应用</a:t>
            </a:r>
          </a:p>
        </p:txBody>
      </p:sp>
      <p:sp>
        <p:nvSpPr>
          <p:cNvPr id="43" name="relation-session-slot">
            <a:extLst xmlns:a="http://schemas.openxmlformats.org/drawingml/2006/main">
              <a:ext uri="{FF2B5EF4-FFF2-40B4-BE49-F238E27FC236}">
                <a16:creationId xmlns:a16="http://schemas.microsoft.com/office/drawing/2014/main" id="{4019BA19-B924-4F9D-ABC0-D1C995A1B56B}"/>
              </a:ext>
            </a:extLst>
          </p:cNvPr>
          <p:cNvSpPr>
            <a:spLocks xmlns:a="http://schemas.openxmlformats.org/drawingml/2006/main" noGrp="1"/>
          </p:cNvSpPr>
          <p:nvPr/>
        </p:nvSpPr>
        <p:spPr>
          <a:xfrm xmlns:a="http://schemas.openxmlformats.org/drawingml/2006/main">
            <a:off x="60912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44" name="arrow-8">
            <a:extLst xmlns:a="http://schemas.openxmlformats.org/drawingml/2006/main">
              <a:ext uri="{FF2B5EF4-FFF2-40B4-BE49-F238E27FC236}">
                <a16:creationId xmlns:a16="http://schemas.microsoft.com/office/drawing/2014/main" id="{4F70DFB2-A22E-4DA4-AA9C-585E7292537D}"/>
              </a:ext>
            </a:extLst>
          </p:cNvPr>
          <p:cNvSpPr>
            <a:spLocks xmlns:a="http://schemas.openxmlformats.org/drawingml/2006/main" noGrp="1"/>
          </p:cNvSpPr>
          <p:nvPr/>
        </p:nvSpPr>
        <p:spPr>
          <a:xfrm xmlns:a="http://schemas.openxmlformats.org/drawingml/2006/main">
            <a:off x="60626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45" name="relation-label-8">
            <a:extLst xmlns:a="http://schemas.openxmlformats.org/drawingml/2006/main">
              <a:ext uri="{FF2B5EF4-FFF2-40B4-BE49-F238E27FC236}">
                <a16:creationId xmlns:a16="http://schemas.microsoft.com/office/drawing/2014/main" id="{1C16FE2D-5264-4035-8DBD-B09A55D21B8F}"/>
              </a:ext>
            </a:extLst>
          </p:cNvPr>
          <p:cNvSpPr>
            <a:spLocks xmlns:a="http://schemas.openxmlformats.org/drawingml/2006/main" noGrp="1"/>
          </p:cNvSpPr>
          <p:nvPr/>
        </p:nvSpPr>
        <p:spPr>
          <a:xfrm xmlns:a="http://schemas.openxmlformats.org/drawingml/2006/main">
            <a:off x="6181725" y="5029200"/>
            <a:ext cx="7620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路由</a:t>
            </a:r>
          </a:p>
        </p:txBody>
      </p:sp>
      <p:sp>
        <p:nvSpPr>
          <p:cNvPr id="46" name="relation-operation-request">
            <a:extLst xmlns:a="http://schemas.openxmlformats.org/drawingml/2006/main">
              <a:ext uri="{FF2B5EF4-FFF2-40B4-BE49-F238E27FC236}">
                <a16:creationId xmlns:a16="http://schemas.microsoft.com/office/drawing/2014/main" id="{7A3323C3-712D-4DE8-9CA3-1E92AA15C27D}"/>
              </a:ext>
            </a:extLst>
          </p:cNvPr>
          <p:cNvSpPr>
            <a:spLocks xmlns:a="http://schemas.openxmlformats.org/drawingml/2006/main" noGrp="1"/>
          </p:cNvSpPr>
          <p:nvPr/>
        </p:nvSpPr>
        <p:spPr>
          <a:xfrm xmlns:a="http://schemas.openxmlformats.org/drawingml/2006/main">
            <a:off x="101679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47" name="arrow-9">
            <a:extLst xmlns:a="http://schemas.openxmlformats.org/drawingml/2006/main">
              <a:ext uri="{FF2B5EF4-FFF2-40B4-BE49-F238E27FC236}">
                <a16:creationId xmlns:a16="http://schemas.microsoft.com/office/drawing/2014/main" id="{93539971-65AA-4BDA-89D5-9519EEFB78F4}"/>
              </a:ext>
            </a:extLst>
          </p:cNvPr>
          <p:cNvSpPr>
            <a:spLocks xmlns:a="http://schemas.openxmlformats.org/drawingml/2006/main" noGrp="1"/>
          </p:cNvSpPr>
          <p:nvPr/>
        </p:nvSpPr>
        <p:spPr>
          <a:xfrm xmlns:a="http://schemas.openxmlformats.org/drawingml/2006/main">
            <a:off x="101393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48" name="relation-label-9">
            <a:extLst xmlns:a="http://schemas.openxmlformats.org/drawingml/2006/main">
              <a:ext uri="{FF2B5EF4-FFF2-40B4-BE49-F238E27FC236}">
                <a16:creationId xmlns:a16="http://schemas.microsoft.com/office/drawing/2014/main" id="{CF5148E0-5F1B-4F3E-B558-F4967DBF7190}"/>
              </a:ext>
            </a:extLst>
          </p:cNvPr>
          <p:cNvSpPr>
            <a:spLocks xmlns:a="http://schemas.openxmlformats.org/drawingml/2006/main" noGrp="1"/>
          </p:cNvSpPr>
          <p:nvPr/>
        </p:nvSpPr>
        <p:spPr>
          <a:xfrm xmlns:a="http://schemas.openxmlformats.org/drawingml/2006/main">
            <a:off x="10258425" y="2895600"/>
            <a:ext cx="10668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步骤关联</a:t>
            </a:r>
          </a:p>
        </p:txBody>
      </p:sp>
      <p:sp>
        <p:nvSpPr>
          <p:cNvPr id="49" name="relation-request-session">
            <a:extLst xmlns:a="http://schemas.openxmlformats.org/drawingml/2006/main">
              <a:ext uri="{FF2B5EF4-FFF2-40B4-BE49-F238E27FC236}">
                <a16:creationId xmlns:a16="http://schemas.microsoft.com/office/drawing/2014/main" id="{45ED4B05-8BAD-409F-89CA-973FD848D9B1}"/>
              </a:ext>
            </a:extLst>
          </p:cNvPr>
          <p:cNvSpPr>
            <a:spLocks xmlns:a="http://schemas.openxmlformats.org/drawingml/2006/main" noGrp="1"/>
          </p:cNvSpPr>
          <p:nvPr/>
        </p:nvSpPr>
        <p:spPr>
          <a:xfrm xmlns:a="http://schemas.openxmlformats.org/drawingml/2006/main">
            <a:off x="7620000" y="3514725"/>
            <a:ext cx="1028700" cy="1066800"/>
          </a:xfrm>
          <a:custGeom xmlns:a="http://schemas.openxmlformats.org/drawingml/2006/main">
            <a:pathLst>
              <a:path w="1028700" h="1066800">
                <a:moveTo>
                  <a:pt x="1028700" y="0"/>
                </a:moveTo>
                <a:lnTo>
                  <a:pt x="438150" y="0"/>
                </a:lnTo>
                <a:lnTo>
                  <a:pt x="438150" y="1066800"/>
                </a:lnTo>
                <a:lnTo>
                  <a:pt x="0" y="1066800"/>
                </a:lnTo>
              </a:path>
            </a:pathLst>
          </a:custGeom>
          <a:noFill xmlns:a="http://schemas.openxmlformats.org/drawingml/2006/main"/>
          <a:ln xmlns:a="http://schemas.openxmlformats.org/drawingml/2006/main" w="17145">
            <a:solidFill>
              <a:srgbClr val="246AB8"/>
            </a:solidFill>
            <a:prstDash val="solid"/>
          </a:ln>
        </p:spPr>
      </p:sp>
      <p:sp>
        <p:nvSpPr>
          <p:cNvPr id="50" name="arrow-10">
            <a:extLst xmlns:a="http://schemas.openxmlformats.org/drawingml/2006/main">
              <a:ext uri="{FF2B5EF4-FFF2-40B4-BE49-F238E27FC236}">
                <a16:creationId xmlns:a16="http://schemas.microsoft.com/office/drawing/2014/main" id="{1C6EA614-6FBD-4550-B904-74189151DE2E}"/>
              </a:ext>
            </a:extLst>
          </p:cNvPr>
          <p:cNvSpPr>
            <a:spLocks xmlns:a="http://schemas.openxmlformats.org/drawingml/2006/main" noGrp="1"/>
          </p:cNvSpPr>
          <p:nvPr/>
        </p:nvSpPr>
        <p:spPr>
          <a:xfrm xmlns:a="http://schemas.openxmlformats.org/drawingml/2006/main">
            <a:off x="7620000" y="45481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246AB8"/>
            </a:solidFill>
            <a:prstDash val="solid"/>
          </a:ln>
        </p:spPr>
      </p:sp>
      <p:sp>
        <p:nvSpPr>
          <p:cNvPr id="51" name="relation-label-10">
            <a:extLst xmlns:a="http://schemas.openxmlformats.org/drawingml/2006/main">
              <a:ext uri="{FF2B5EF4-FFF2-40B4-BE49-F238E27FC236}">
                <a16:creationId xmlns:a16="http://schemas.microsoft.com/office/drawing/2014/main" id="{D79A43E2-535F-4B12-A6D8-674B2013B0EE}"/>
              </a:ext>
            </a:extLst>
          </p:cNvPr>
          <p:cNvSpPr>
            <a:spLocks xmlns:a="http://schemas.openxmlformats.org/drawingml/2006/main" noGrp="1"/>
          </p:cNvSpPr>
          <p:nvPr/>
        </p:nvSpPr>
        <p:spPr>
          <a:xfrm xmlns:a="http://schemas.openxmlformats.org/drawingml/2006/main">
            <a:off x="7734300" y="3886200"/>
            <a:ext cx="6667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原会话</a:t>
            </a:r>
          </a:p>
        </p:txBody>
      </p:sp>
      <p:sp>
        <p:nvSpPr>
          <p:cNvPr id="52" name="relation-subscription-store">
            <a:extLst xmlns:a="http://schemas.openxmlformats.org/drawingml/2006/main">
              <a:ext uri="{FF2B5EF4-FFF2-40B4-BE49-F238E27FC236}">
                <a16:creationId xmlns:a16="http://schemas.microsoft.com/office/drawing/2014/main" id="{02865A66-02C2-4365-AB7E-C8F9FF86324D}"/>
              </a:ext>
            </a:extLst>
          </p:cNvPr>
          <p:cNvSpPr>
            <a:spLocks xmlns:a="http://schemas.openxmlformats.org/drawingml/2006/main" noGrp="1"/>
          </p:cNvSpPr>
          <p:nvPr/>
        </p:nvSpPr>
        <p:spPr>
          <a:xfrm xmlns:a="http://schemas.openxmlformats.org/drawingml/2006/main">
            <a:off x="7620000" y="2447925"/>
            <a:ext cx="2552700" cy="1685925"/>
          </a:xfrm>
          <a:custGeom xmlns:a="http://schemas.openxmlformats.org/drawingml/2006/main">
            <a:pathLst>
              <a:path w="2552700" h="1685925">
                <a:moveTo>
                  <a:pt x="0" y="0"/>
                </a:moveTo>
                <a:lnTo>
                  <a:pt x="800100" y="0"/>
                </a:lnTo>
                <a:lnTo>
                  <a:pt x="800100" y="1590675"/>
                </a:lnTo>
                <a:lnTo>
                  <a:pt x="2552700" y="1590675"/>
                </a:lnTo>
                <a:lnTo>
                  <a:pt x="2552700" y="1685925"/>
                </a:lnTo>
              </a:path>
            </a:pathLst>
          </a:custGeom>
          <a:noFill xmlns:a="http://schemas.openxmlformats.org/drawingml/2006/main"/>
          <a:ln xmlns:a="http://schemas.openxmlformats.org/drawingml/2006/main" w="11430">
            <a:solidFill>
              <a:srgbClr val="ABBBCB"/>
            </a:solidFill>
            <a:prstDash val="solid"/>
          </a:ln>
        </p:spPr>
      </p:sp>
      <p:sp>
        <p:nvSpPr>
          <p:cNvPr id="53" name="arrow-11">
            <a:extLst xmlns:a="http://schemas.openxmlformats.org/drawingml/2006/main">
              <a:ext uri="{FF2B5EF4-FFF2-40B4-BE49-F238E27FC236}">
                <a16:creationId xmlns:a16="http://schemas.microsoft.com/office/drawing/2014/main" id="{48BAE562-AA7F-451E-93FF-3A273F624133}"/>
              </a:ext>
            </a:extLst>
          </p:cNvPr>
          <p:cNvSpPr>
            <a:spLocks xmlns:a="http://schemas.openxmlformats.org/drawingml/2006/main" noGrp="1"/>
          </p:cNvSpPr>
          <p:nvPr/>
        </p:nvSpPr>
        <p:spPr>
          <a:xfrm xmlns:a="http://schemas.openxmlformats.org/drawingml/2006/main">
            <a:off x="101393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54" name="relation-label-11">
            <a:extLst xmlns:a="http://schemas.openxmlformats.org/drawingml/2006/main">
              <a:ext uri="{FF2B5EF4-FFF2-40B4-BE49-F238E27FC236}">
                <a16:creationId xmlns:a16="http://schemas.microsoft.com/office/drawing/2014/main" id="{8FA76443-E1BA-4CA6-B226-ABF525D91152}"/>
              </a:ext>
            </a:extLst>
          </p:cNvPr>
          <p:cNvSpPr>
            <a:spLocks xmlns:a="http://schemas.openxmlformats.org/drawingml/2006/main" noGrp="1"/>
          </p:cNvSpPr>
          <p:nvPr/>
        </p:nvSpPr>
        <p:spPr>
          <a:xfrm xmlns:a="http://schemas.openxmlformats.org/drawingml/2006/main">
            <a:off x="7696200" y="2895600"/>
            <a:ext cx="9715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账户字段存取</a:t>
            </a:r>
          </a:p>
        </p:txBody>
      </p:sp>
      <p:sp>
        <p:nvSpPr>
          <p:cNvPr id="55" name="relation-compat-operation">
            <a:extLst xmlns:a="http://schemas.openxmlformats.org/drawingml/2006/main">
              <a:ext uri="{FF2B5EF4-FFF2-40B4-BE49-F238E27FC236}">
                <a16:creationId xmlns:a16="http://schemas.microsoft.com/office/drawing/2014/main" id="{F03DBE73-6BB1-46FE-9ED0-657E5AD8935E}"/>
              </a:ext>
            </a:extLst>
          </p:cNvPr>
          <p:cNvSpPr>
            <a:spLocks xmlns:a="http://schemas.openxmlformats.org/drawingml/2006/main" noGrp="1"/>
          </p:cNvSpPr>
          <p:nvPr/>
        </p:nvSpPr>
        <p:spPr>
          <a:xfrm xmlns:a="http://schemas.openxmlformats.org/drawingml/2006/main">
            <a:off x="11696700" y="2447925"/>
            <a:ext cx="171450" cy="3200400"/>
          </a:xfrm>
          <a:custGeom xmlns:a="http://schemas.openxmlformats.org/drawingml/2006/main">
            <a:pathLst>
              <a:path w="171450" h="3200400">
                <a:moveTo>
                  <a:pt x="0" y="3200400"/>
                </a:moveTo>
                <a:lnTo>
                  <a:pt x="171450" y="3200400"/>
                </a:lnTo>
                <a:lnTo>
                  <a:pt x="171450" y="0"/>
                </a:lnTo>
                <a:lnTo>
                  <a:pt x="0" y="0"/>
                </a:lnTo>
              </a:path>
            </a:pathLst>
          </a:custGeom>
          <a:noFill xmlns:a="http://schemas.openxmlformats.org/drawingml/2006/main"/>
          <a:ln xmlns:a="http://schemas.openxmlformats.org/drawingml/2006/main" w="11430">
            <a:solidFill>
              <a:srgbClr val="ABBBCB"/>
            </a:solidFill>
            <a:prstDash val="dash"/>
          </a:ln>
        </p:spPr>
      </p:sp>
      <p:sp>
        <p:nvSpPr>
          <p:cNvPr id="56" name="arrow-12">
            <a:extLst xmlns:a="http://schemas.openxmlformats.org/drawingml/2006/main">
              <a:ext uri="{FF2B5EF4-FFF2-40B4-BE49-F238E27FC236}">
                <a16:creationId xmlns:a16="http://schemas.microsoft.com/office/drawing/2014/main" id="{6354FAF4-B072-421C-8C14-45C24B89967E}"/>
              </a:ext>
            </a:extLst>
          </p:cNvPr>
          <p:cNvSpPr>
            <a:spLocks xmlns:a="http://schemas.openxmlformats.org/drawingml/2006/main" noGrp="1"/>
          </p:cNvSpPr>
          <p:nvPr/>
        </p:nvSpPr>
        <p:spPr>
          <a:xfrm xmlns:a="http://schemas.openxmlformats.org/drawingml/2006/main">
            <a:off x="116967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7" name="back-arrow-12">
            <a:extLst xmlns:a="http://schemas.openxmlformats.org/drawingml/2006/main">
              <a:ext uri="{FF2B5EF4-FFF2-40B4-BE49-F238E27FC236}">
                <a16:creationId xmlns:a16="http://schemas.microsoft.com/office/drawing/2014/main" id="{C4C10127-0EAE-4369-8C7C-7A37C74CCD8E}"/>
              </a:ext>
            </a:extLst>
          </p:cNvPr>
          <p:cNvSpPr>
            <a:spLocks xmlns:a="http://schemas.openxmlformats.org/drawingml/2006/main" noGrp="1"/>
          </p:cNvSpPr>
          <p:nvPr/>
        </p:nvSpPr>
        <p:spPr>
          <a:xfrm xmlns:a="http://schemas.openxmlformats.org/drawingml/2006/main">
            <a:off x="11696700" y="56149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8" name="relation-label-12">
            <a:extLst xmlns:a="http://schemas.openxmlformats.org/drawingml/2006/main">
              <a:ext uri="{FF2B5EF4-FFF2-40B4-BE49-F238E27FC236}">
                <a16:creationId xmlns:a16="http://schemas.microsoft.com/office/drawing/2014/main" id="{CFC8E38B-4970-451D-9E91-77A819742244}"/>
              </a:ext>
            </a:extLst>
          </p:cNvPr>
          <p:cNvSpPr>
            <a:spLocks xmlns:a="http://schemas.openxmlformats.org/drawingml/2006/main" noGrp="1"/>
          </p:cNvSpPr>
          <p:nvPr/>
        </p:nvSpPr>
        <p:spPr>
          <a:xfrm xmlns:a="http://schemas.openxmlformats.org/drawingml/2006/main">
            <a:off x="10791825" y="5029200"/>
            <a:ext cx="1076325"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受理 / 完成</a:t>
            </a:r>
          </a:p>
        </p:txBody>
      </p:sp>
      <p:sp>
        <p:nvSpPr>
          <p:cNvPr id="59" name="concept-role">
            <a:extLst xmlns:a="http://schemas.openxmlformats.org/drawingml/2006/main">
              <a:ext uri="{FF2B5EF4-FFF2-40B4-BE49-F238E27FC236}">
                <a16:creationId xmlns:a16="http://schemas.microsoft.com/office/drawing/2014/main" id="{6FA15AA5-7C83-4E66-B38C-6213EC478ECA}"/>
              </a:ext>
            </a:extLst>
          </p:cNvPr>
          <p:cNvSpPr>
            <a:spLocks xmlns:a="http://schemas.openxmlformats.org/drawingml/2006/main" noGrp="1"/>
          </p:cNvSpPr>
          <p:nvPr/>
        </p:nvSpPr>
        <p:spPr>
          <a:xfrm xmlns:a="http://schemas.openxmlformats.org/drawingml/2006/main">
            <a:off x="4953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0" name="concept-title-role">
            <a:extLst xmlns:a="http://schemas.openxmlformats.org/drawingml/2006/main">
              <a:ext uri="{FF2B5EF4-FFF2-40B4-BE49-F238E27FC236}">
                <a16:creationId xmlns:a16="http://schemas.microsoft.com/office/drawing/2014/main" id="{4B778144-A627-4645-8007-03CCA36D35C7}"/>
              </a:ext>
            </a:extLst>
          </p:cNvPr>
          <p:cNvSpPr>
            <a:spLocks xmlns:a="http://schemas.openxmlformats.org/drawingml/2006/main" noGrp="1"/>
          </p:cNvSpPr>
          <p:nvPr/>
        </p:nvSpPr>
        <p:spPr>
          <a:xfrm xmlns:a="http://schemas.openxmlformats.org/drawingml/2006/main">
            <a:off x="6096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[A] 角色与资源选择</a:t>
            </a:r>
          </a:p>
        </p:txBody>
      </p:sp>
      <p:sp>
        <p:nvSpPr>
          <p:cNvPr id="61" name="concept-alias-role">
            <a:extLst xmlns:a="http://schemas.openxmlformats.org/drawingml/2006/main">
              <a:ext uri="{FF2B5EF4-FFF2-40B4-BE49-F238E27FC236}">
                <a16:creationId xmlns:a16="http://schemas.microsoft.com/office/drawing/2014/main" id="{6DFAADDD-9CC6-4F7D-9BDA-40BD6940FB0B}"/>
              </a:ext>
            </a:extLst>
          </p:cNvPr>
          <p:cNvSpPr>
            <a:spLocks xmlns:a="http://schemas.openxmlformats.org/drawingml/2006/main" noGrp="1"/>
          </p:cNvSpPr>
          <p:nvPr/>
        </p:nvSpPr>
        <p:spPr>
          <a:xfrm xmlns:a="http://schemas.openxmlformats.org/drawingml/2006/main">
            <a:off x="6096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Assignment</a:t>
            </a:r>
          </a:p>
        </p:txBody>
      </p:sp>
      <p:sp>
        <p:nvSpPr>
          <p:cNvPr id="62" name="concept-function-role">
            <a:extLst xmlns:a="http://schemas.openxmlformats.org/drawingml/2006/main">
              <a:ext uri="{FF2B5EF4-FFF2-40B4-BE49-F238E27FC236}">
                <a16:creationId xmlns:a16="http://schemas.microsoft.com/office/drawing/2014/main" id="{346B3966-5034-4636-AF04-1C7AEB5CF89F}"/>
              </a:ext>
            </a:extLst>
          </p:cNvPr>
          <p:cNvSpPr>
            <a:spLocks xmlns:a="http://schemas.openxmlformats.org/drawingml/2006/main" noGrp="1"/>
          </p:cNvSpPr>
          <p:nvPr/>
        </p:nvSpPr>
        <p:spPr>
          <a:xfrm xmlns:a="http://schemas.openxmlformats.org/drawingml/2006/main">
            <a:off x="6096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Voice / SMS / Data / Primary</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选择订阅，本用例不改角色</a:t>
            </a:r>
          </a:p>
        </p:txBody>
      </p:sp>
      <p:sp>
        <p:nvSpPr>
          <p:cNvPr id="63" name="concept-subscription">
            <a:extLst xmlns:a="http://schemas.openxmlformats.org/drawingml/2006/main">
              <a:ext uri="{FF2B5EF4-FFF2-40B4-BE49-F238E27FC236}">
                <a16:creationId xmlns:a16="http://schemas.microsoft.com/office/drawing/2014/main" id="{C6FDD17C-1D85-46B4-87C0-0825D273BD6F}"/>
              </a:ext>
            </a:extLst>
          </p:cNvPr>
          <p:cNvSpPr>
            <a:spLocks xmlns:a="http://schemas.openxmlformats.org/drawingml/2006/main" noGrp="1"/>
          </p:cNvSpPr>
          <p:nvPr/>
        </p:nvSpPr>
        <p:spPr>
          <a:xfrm xmlns:a="http://schemas.openxmlformats.org/drawingml/2006/main">
            <a:off x="45720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4" name="concept-title-subscription">
            <a:extLst xmlns:a="http://schemas.openxmlformats.org/drawingml/2006/main">
              <a:ext uri="{FF2B5EF4-FFF2-40B4-BE49-F238E27FC236}">
                <a16:creationId xmlns:a16="http://schemas.microsoft.com/office/drawing/2014/main" id="{C85C9522-33A3-46B1-90BB-53945A154946}"/>
              </a:ext>
            </a:extLst>
          </p:cNvPr>
          <p:cNvSpPr>
            <a:spLocks xmlns:a="http://schemas.openxmlformats.org/drawingml/2006/main" noGrp="1"/>
          </p:cNvSpPr>
          <p:nvPr/>
        </p:nvSpPr>
        <p:spPr>
          <a:xfrm xmlns:a="http://schemas.openxmlformats.org/drawingml/2006/main">
            <a:off x="46863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订阅／账户</a:t>
            </a:r>
          </a:p>
        </p:txBody>
      </p:sp>
      <p:sp>
        <p:nvSpPr>
          <p:cNvPr id="65" name="concept-alias-subscription">
            <a:extLst xmlns:a="http://schemas.openxmlformats.org/drawingml/2006/main">
              <a:ext uri="{FF2B5EF4-FFF2-40B4-BE49-F238E27FC236}">
                <a16:creationId xmlns:a16="http://schemas.microsoft.com/office/drawing/2014/main" id="{5CB51526-45CB-4FD4-8A1E-BFF089224308}"/>
              </a:ext>
            </a:extLst>
          </p:cNvPr>
          <p:cNvSpPr>
            <a:spLocks xmlns:a="http://schemas.openxmlformats.org/drawingml/2006/main" noGrp="1"/>
          </p:cNvSpPr>
          <p:nvPr/>
        </p:nvSpPr>
        <p:spPr>
          <a:xfrm xmlns:a="http://schemas.openxmlformats.org/drawingml/2006/main">
            <a:off x="46863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Subscription</a:t>
            </a:r>
          </a:p>
        </p:txBody>
      </p:sp>
      <p:sp>
        <p:nvSpPr>
          <p:cNvPr id="66" name="concept-function-subscription">
            <a:extLst xmlns:a="http://schemas.openxmlformats.org/drawingml/2006/main">
              <a:ext uri="{FF2B5EF4-FFF2-40B4-BE49-F238E27FC236}">
                <a16:creationId xmlns:a16="http://schemas.microsoft.com/office/drawing/2014/main" id="{1CAC1972-FF02-4891-90A4-19D0CC864860}"/>
              </a:ext>
            </a:extLst>
          </p:cNvPr>
          <p:cNvSpPr>
            <a:spLocks xmlns:a="http://schemas.openxmlformats.org/drawingml/2006/main" noGrp="1"/>
          </p:cNvSpPr>
          <p:nvPr/>
        </p:nvSpPr>
        <p:spPr>
          <a:xfrm xmlns:a="http://schemas.openxmlformats.org/drawingml/2006/main">
            <a:off x="46863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S-A：沿用既有 simId</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维护账户身份与资料</a:t>
            </a:r>
          </a:p>
        </p:txBody>
      </p:sp>
      <p:sp>
        <p:nvSpPr>
          <p:cNvPr id="67" name="concept-operation">
            <a:extLst xmlns:a="http://schemas.openxmlformats.org/drawingml/2006/main">
              <a:ext uri="{FF2B5EF4-FFF2-40B4-BE49-F238E27FC236}">
                <a16:creationId xmlns:a16="http://schemas.microsoft.com/office/drawing/2014/main" id="{03896467-23BF-48C0-9720-84DC16D3EDC5}"/>
              </a:ext>
            </a:extLst>
          </p:cNvPr>
          <p:cNvSpPr>
            <a:spLocks xmlns:a="http://schemas.openxmlformats.org/drawingml/2006/main" noGrp="1"/>
          </p:cNvSpPr>
          <p:nvPr/>
        </p:nvSpPr>
        <p:spPr>
          <a:xfrm xmlns:a="http://schemas.openxmlformats.org/drawingml/2006/main">
            <a:off x="8648700" y="20002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68" name="concept-title-operation">
            <a:extLst xmlns:a="http://schemas.openxmlformats.org/drawingml/2006/main">
              <a:ext uri="{FF2B5EF4-FFF2-40B4-BE49-F238E27FC236}">
                <a16:creationId xmlns:a16="http://schemas.microsoft.com/office/drawing/2014/main" id="{3DB20B0D-2B7E-487C-B3C3-BD29817C66DA}"/>
              </a:ext>
            </a:extLst>
          </p:cNvPr>
          <p:cNvSpPr>
            <a:spLocks xmlns:a="http://schemas.openxmlformats.org/drawingml/2006/main" noGrp="1"/>
          </p:cNvSpPr>
          <p:nvPr/>
        </p:nvSpPr>
        <p:spPr>
          <a:xfrm xmlns:a="http://schemas.openxmlformats.org/drawingml/2006/main">
            <a:off x="87630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[O ⑤] 本地业务操作</a:t>
            </a:r>
          </a:p>
        </p:txBody>
      </p:sp>
      <p:sp>
        <p:nvSpPr>
          <p:cNvPr id="69" name="concept-alias-operation">
            <a:extLst xmlns:a="http://schemas.openxmlformats.org/drawingml/2006/main">
              <a:ext uri="{FF2B5EF4-FFF2-40B4-BE49-F238E27FC236}">
                <a16:creationId xmlns:a16="http://schemas.microsoft.com/office/drawing/2014/main" id="{312F82AC-96AA-459D-8153-900F094409F3}"/>
              </a:ext>
            </a:extLst>
          </p:cNvPr>
          <p:cNvSpPr>
            <a:spLocks xmlns:a="http://schemas.openxmlformats.org/drawingml/2006/main" noGrp="1"/>
          </p:cNvSpPr>
          <p:nvPr/>
        </p:nvSpPr>
        <p:spPr>
          <a:xfrm xmlns:a="http://schemas.openxmlformats.org/drawingml/2006/main">
            <a:off x="87630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Operation</a:t>
            </a:r>
          </a:p>
        </p:txBody>
      </p:sp>
      <p:sp>
        <p:nvSpPr>
          <p:cNvPr id="70" name="concept-function-operation">
            <a:extLst xmlns:a="http://schemas.openxmlformats.org/drawingml/2006/main">
              <a:ext uri="{FF2B5EF4-FFF2-40B4-BE49-F238E27FC236}">
                <a16:creationId xmlns:a16="http://schemas.microsoft.com/office/drawing/2014/main" id="{ED9F2B70-9662-41D2-9E51-569F1AB5E6DD}"/>
              </a:ext>
            </a:extLst>
          </p:cNvPr>
          <p:cNvSpPr>
            <a:spLocks xmlns:a="http://schemas.openxmlformats.org/drawingml/2006/main" noGrp="1"/>
          </p:cNvSpPr>
          <p:nvPr/>
        </p:nvSpPr>
        <p:spPr>
          <a:xfrm xmlns:a="http://schemas.openxmlformats.org/drawingml/2006/main">
            <a:off x="87630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接纳本步骤结果与设备效果</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卡成功才进入账户步骤</a:t>
            </a:r>
          </a:p>
        </p:txBody>
      </p:sp>
      <p:sp>
        <p:nvSpPr>
          <p:cNvPr id="71" name="concept-euicc">
            <a:extLst xmlns:a="http://schemas.openxmlformats.org/drawingml/2006/main">
              <a:ext uri="{FF2B5EF4-FFF2-40B4-BE49-F238E27FC236}">
                <a16:creationId xmlns:a16="http://schemas.microsoft.com/office/drawing/2014/main" id="{91FDADCB-3619-4112-B479-0CB1DA7C2D24}"/>
              </a:ext>
            </a:extLst>
          </p:cNvPr>
          <p:cNvSpPr>
            <a:spLocks xmlns:a="http://schemas.openxmlformats.org/drawingml/2006/main" noGrp="1"/>
          </p:cNvSpPr>
          <p:nvPr/>
        </p:nvSpPr>
        <p:spPr>
          <a:xfrm xmlns:a="http://schemas.openxmlformats.org/drawingml/2006/main">
            <a:off x="4953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72" name="concept-title-euicc">
            <a:extLst xmlns:a="http://schemas.openxmlformats.org/drawingml/2006/main">
              <a:ext uri="{FF2B5EF4-FFF2-40B4-BE49-F238E27FC236}">
                <a16:creationId xmlns:a16="http://schemas.microsoft.com/office/drawing/2014/main" id="{2BAEFE11-E11F-4B36-9916-885F0E0302EC}"/>
              </a:ext>
            </a:extLst>
          </p:cNvPr>
          <p:cNvSpPr>
            <a:spLocks xmlns:a="http://schemas.openxmlformats.org/drawingml/2006/main" noGrp="1"/>
          </p:cNvSpPr>
          <p:nvPr/>
        </p:nvSpPr>
        <p:spPr>
          <a:xfrm xmlns:a="http://schemas.openxmlformats.org/drawingml/2006/main">
            <a:off x="6096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[R/H] eUICC 与物理接入</a:t>
            </a:r>
          </a:p>
        </p:txBody>
      </p:sp>
      <p:sp>
        <p:nvSpPr>
          <p:cNvPr id="73" name="concept-alias-euicc">
            <a:extLst xmlns:a="http://schemas.openxmlformats.org/drawingml/2006/main">
              <a:ext uri="{FF2B5EF4-FFF2-40B4-BE49-F238E27FC236}">
                <a16:creationId xmlns:a16="http://schemas.microsoft.com/office/drawing/2014/main" id="{F3A40BB3-B2AD-470D-9AA8-AE54BB2C6F70}"/>
              </a:ext>
            </a:extLst>
          </p:cNvPr>
          <p:cNvSpPr>
            <a:spLocks xmlns:a="http://schemas.openxmlformats.org/drawingml/2006/main" noGrp="1"/>
          </p:cNvSpPr>
          <p:nvPr/>
        </p:nvSpPr>
        <p:spPr>
          <a:xfrm xmlns:a="http://schemas.openxmlformats.org/drawingml/2006/main">
            <a:off x="6096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Endpoint</a:t>
            </a:r>
          </a:p>
        </p:txBody>
      </p:sp>
      <p:sp>
        <p:nvSpPr>
          <p:cNvPr id="74" name="concept-function-euicc">
            <a:extLst xmlns:a="http://schemas.openxmlformats.org/drawingml/2006/main">
              <a:ext uri="{FF2B5EF4-FFF2-40B4-BE49-F238E27FC236}">
                <a16:creationId xmlns:a16="http://schemas.microsoft.com/office/drawing/2014/main" id="{9B39F7A7-743B-4BC6-84E5-97CC5AB8771C}"/>
              </a:ext>
            </a:extLst>
          </p:cNvPr>
          <p:cNvSpPr>
            <a:spLocks xmlns:a="http://schemas.openxmlformats.org/drawingml/2006/main" noGrp="1"/>
          </p:cNvSpPr>
          <p:nvPr/>
        </p:nvSpPr>
        <p:spPr>
          <a:xfrm xmlns:a="http://schemas.openxmlformats.org/drawingml/2006/main">
            <a:off x="6096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EID-E / 物理接入 P-E</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安全元件与实际共享设备</a:t>
            </a:r>
          </a:p>
        </p:txBody>
      </p:sp>
      <p:sp>
        <p:nvSpPr>
          <p:cNvPr id="75" name="concept-binding">
            <a:extLst xmlns:a="http://schemas.openxmlformats.org/drawingml/2006/main">
              <a:ext uri="{FF2B5EF4-FFF2-40B4-BE49-F238E27FC236}">
                <a16:creationId xmlns:a16="http://schemas.microsoft.com/office/drawing/2014/main" id="{D2A4ED8F-FC2D-4BD0-9A1D-BB93D717F11D}"/>
              </a:ext>
            </a:extLst>
          </p:cNvPr>
          <p:cNvSpPr>
            <a:spLocks xmlns:a="http://schemas.openxmlformats.org/drawingml/2006/main" noGrp="1"/>
          </p:cNvSpPr>
          <p:nvPr/>
        </p:nvSpPr>
        <p:spPr>
          <a:xfrm xmlns:a="http://schemas.openxmlformats.org/drawingml/2006/main">
            <a:off x="4572000" y="30670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76" name="concept-title-binding">
            <a:extLst xmlns:a="http://schemas.openxmlformats.org/drawingml/2006/main">
              <a:ext uri="{FF2B5EF4-FFF2-40B4-BE49-F238E27FC236}">
                <a16:creationId xmlns:a16="http://schemas.microsoft.com/office/drawing/2014/main" id="{7AE8C2B8-A2A6-4C77-8BAC-507192144D9D}"/>
              </a:ext>
            </a:extLst>
          </p:cNvPr>
          <p:cNvSpPr>
            <a:spLocks xmlns:a="http://schemas.openxmlformats.org/drawingml/2006/main" noGrp="1"/>
          </p:cNvSpPr>
          <p:nvPr/>
        </p:nvSpPr>
        <p:spPr>
          <a:xfrm xmlns:a="http://schemas.openxmlformats.org/drawingml/2006/main">
            <a:off x="46863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⑤] 当前连接绑定</a:t>
            </a:r>
          </a:p>
        </p:txBody>
      </p:sp>
      <p:sp>
        <p:nvSpPr>
          <p:cNvPr id="77" name="concept-alias-binding">
            <a:extLst xmlns:a="http://schemas.openxmlformats.org/drawingml/2006/main">
              <a:ext uri="{FF2B5EF4-FFF2-40B4-BE49-F238E27FC236}">
                <a16:creationId xmlns:a16="http://schemas.microsoft.com/office/drawing/2014/main" id="{86560D1A-53F6-4140-9B34-EAAC5B8FA29C}"/>
              </a:ext>
            </a:extLst>
          </p:cNvPr>
          <p:cNvSpPr>
            <a:spLocks xmlns:a="http://schemas.openxmlformats.org/drawingml/2006/main" noGrp="1"/>
          </p:cNvSpPr>
          <p:nvPr/>
        </p:nvSpPr>
        <p:spPr>
          <a:xfrm xmlns:a="http://schemas.openxmlformats.org/drawingml/2006/main">
            <a:off x="46863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Binding</a:t>
            </a:r>
          </a:p>
        </p:txBody>
      </p:sp>
      <p:sp>
        <p:nvSpPr>
          <p:cNvPr id="78" name="concept-function-binding">
            <a:extLst xmlns:a="http://schemas.openxmlformats.org/drawingml/2006/main">
              <a:ext uri="{FF2B5EF4-FFF2-40B4-BE49-F238E27FC236}">
                <a16:creationId xmlns:a16="http://schemas.microsoft.com/office/drawing/2014/main" id="{3DF32915-F80B-4133-8CF4-3CA6FEE555AF}"/>
              </a:ext>
            </a:extLst>
          </p:cNvPr>
          <p:cNvSpPr>
            <a:spLocks xmlns:a="http://schemas.openxmlformats.org/drawingml/2006/main" noGrp="1"/>
          </p:cNvSpPr>
          <p:nvPr/>
        </p:nvSpPr>
        <p:spPr>
          <a:xfrm xmlns:a="http://schemas.openxmlformats.org/drawingml/2006/main">
            <a:off x="46863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复核所依赖的原绑定</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错误回包也须验证归属</a:t>
            </a:r>
          </a:p>
        </p:txBody>
      </p:sp>
      <p:sp>
        <p:nvSpPr>
          <p:cNvPr id="79" name="concept-request">
            <a:extLst xmlns:a="http://schemas.openxmlformats.org/drawingml/2006/main">
              <a:ext uri="{FF2B5EF4-FFF2-40B4-BE49-F238E27FC236}">
                <a16:creationId xmlns:a16="http://schemas.microsoft.com/office/drawing/2014/main" id="{FB40D2B7-0895-472E-8019-2B2522B9C187}"/>
              </a:ext>
            </a:extLst>
          </p:cNvPr>
          <p:cNvSpPr>
            <a:spLocks xmlns:a="http://schemas.openxmlformats.org/drawingml/2006/main" noGrp="1"/>
          </p:cNvSpPr>
          <p:nvPr/>
        </p:nvSpPr>
        <p:spPr>
          <a:xfrm xmlns:a="http://schemas.openxmlformats.org/drawingml/2006/main">
            <a:off x="8648700" y="30670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80" name="concept-title-request">
            <a:extLst xmlns:a="http://schemas.openxmlformats.org/drawingml/2006/main">
              <a:ext uri="{FF2B5EF4-FFF2-40B4-BE49-F238E27FC236}">
                <a16:creationId xmlns:a16="http://schemas.microsoft.com/office/drawing/2014/main" id="{94B583E7-F275-4EBC-8D95-33366EF4AC7E}"/>
              </a:ext>
            </a:extLst>
          </p:cNvPr>
          <p:cNvSpPr>
            <a:spLocks xmlns:a="http://schemas.openxmlformats.org/drawingml/2006/main" noGrp="1"/>
          </p:cNvSpPr>
          <p:nvPr/>
        </p:nvSpPr>
        <p:spPr>
          <a:xfrm xmlns:a="http://schemas.openxmlformats.org/drawingml/2006/main">
            <a:off x="87630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[应用/R ⑤] 单次请求关联</a:t>
            </a:r>
          </a:p>
        </p:txBody>
      </p:sp>
      <p:sp>
        <p:nvSpPr>
          <p:cNvPr id="81" name="concept-alias-request">
            <a:extLst xmlns:a="http://schemas.openxmlformats.org/drawingml/2006/main">
              <a:ext uri="{FF2B5EF4-FFF2-40B4-BE49-F238E27FC236}">
                <a16:creationId xmlns:a16="http://schemas.microsoft.com/office/drawing/2014/main" id="{F06C0112-A858-44F8-A7A3-E02827F18D72}"/>
              </a:ext>
            </a:extLst>
          </p:cNvPr>
          <p:cNvSpPr>
            <a:spLocks xmlns:a="http://schemas.openxmlformats.org/drawingml/2006/main" noGrp="1"/>
          </p:cNvSpPr>
          <p:nvPr/>
        </p:nvSpPr>
        <p:spPr>
          <a:xfrm xmlns:a="http://schemas.openxmlformats.org/drawingml/2006/main">
            <a:off x="87630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RequestContext</a:t>
            </a:r>
          </a:p>
        </p:txBody>
      </p:sp>
      <p:sp>
        <p:nvSpPr>
          <p:cNvPr id="82" name="concept-function-request">
            <a:extLst xmlns:a="http://schemas.openxmlformats.org/drawingml/2006/main">
              <a:ext uri="{FF2B5EF4-FFF2-40B4-BE49-F238E27FC236}">
                <a16:creationId xmlns:a16="http://schemas.microsoft.com/office/drawing/2014/main" id="{25EB5A65-958E-404E-84D9-B3528279387D}"/>
              </a:ext>
            </a:extLst>
          </p:cNvPr>
          <p:cNvSpPr>
            <a:spLocks xmlns:a="http://schemas.openxmlformats.org/drawingml/2006/main" noGrp="1"/>
          </p:cNvSpPr>
          <p:nvPr/>
        </p:nvSpPr>
        <p:spPr>
          <a:xfrm xmlns:a="http://schemas.openxmlformats.org/drawingml/2006/main">
            <a:off x="87630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恢复原目标、会话与步骤</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重复结果不能二次推进</a:t>
            </a:r>
          </a:p>
        </p:txBody>
      </p:sp>
      <p:sp>
        <p:nvSpPr>
          <p:cNvPr id="83" name="concept-profile">
            <a:extLst xmlns:a="http://schemas.openxmlformats.org/drawingml/2006/main">
              <a:ext uri="{FF2B5EF4-FFF2-40B4-BE49-F238E27FC236}">
                <a16:creationId xmlns:a16="http://schemas.microsoft.com/office/drawing/2014/main" id="{295801AF-FEBE-4AF7-8FBA-B07F8A84AA41}"/>
              </a:ext>
            </a:extLst>
          </p:cNvPr>
          <p:cNvSpPr>
            <a:spLocks xmlns:a="http://schemas.openxmlformats.org/drawingml/2006/main" noGrp="1"/>
          </p:cNvSpPr>
          <p:nvPr/>
        </p:nvSpPr>
        <p:spPr>
          <a:xfrm xmlns:a="http://schemas.openxmlformats.org/drawingml/2006/main">
            <a:off x="4953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4" name="concept-title-profile">
            <a:extLst xmlns:a="http://schemas.openxmlformats.org/drawingml/2006/main">
              <a:ext uri="{FF2B5EF4-FFF2-40B4-BE49-F238E27FC236}">
                <a16:creationId xmlns:a16="http://schemas.microsoft.com/office/drawing/2014/main" id="{3C342888-4AFB-42F2-AAAC-D6D08B2B6FAA}"/>
              </a:ext>
            </a:extLst>
          </p:cNvPr>
          <p:cNvSpPr>
            <a:spLocks xmlns:a="http://schemas.openxmlformats.org/drawingml/2006/main" noGrp="1"/>
          </p:cNvSpPr>
          <p:nvPr/>
        </p:nvSpPr>
        <p:spPr>
          <a:xfrm xmlns:a="http://schemas.openxmlformats.org/drawingml/2006/main">
            <a:off x="6096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eSIM 配置</a:t>
            </a:r>
          </a:p>
        </p:txBody>
      </p:sp>
      <p:sp>
        <p:nvSpPr>
          <p:cNvPr id="85" name="concept-alias-profile">
            <a:extLst xmlns:a="http://schemas.openxmlformats.org/drawingml/2006/main">
              <a:ext uri="{FF2B5EF4-FFF2-40B4-BE49-F238E27FC236}">
                <a16:creationId xmlns:a16="http://schemas.microsoft.com/office/drawing/2014/main" id="{FC636ED9-57D0-43BD-A4D4-D371F8ED6D02}"/>
              </a:ext>
            </a:extLst>
          </p:cNvPr>
          <p:cNvSpPr>
            <a:spLocks xmlns:a="http://schemas.openxmlformats.org/drawingml/2006/main" noGrp="1"/>
          </p:cNvSpPr>
          <p:nvPr/>
        </p:nvSpPr>
        <p:spPr>
          <a:xfrm xmlns:a="http://schemas.openxmlformats.org/drawingml/2006/main">
            <a:off x="6096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Profile</a:t>
            </a:r>
          </a:p>
        </p:txBody>
      </p:sp>
      <p:sp>
        <p:nvSpPr>
          <p:cNvPr id="86" name="concept-function-profile">
            <a:extLst xmlns:a="http://schemas.openxmlformats.org/drawingml/2006/main">
              <a:ext uri="{FF2B5EF4-FFF2-40B4-BE49-F238E27FC236}">
                <a16:creationId xmlns:a16="http://schemas.microsoft.com/office/drawing/2014/main" id="{ACE06094-743E-4C85-BB7C-4A6FD6E464A6}"/>
              </a:ext>
            </a:extLst>
          </p:cNvPr>
          <p:cNvSpPr>
            <a:spLocks xmlns:a="http://schemas.openxmlformats.org/drawingml/2006/main" noGrp="1"/>
          </p:cNvSpPr>
          <p:nvPr/>
        </p:nvSpPr>
        <p:spPr>
          <a:xfrm xmlns:a="http://schemas.openxmlformats.org/drawingml/2006/main">
            <a:off x="6096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Profile-A / ICCID-A（示意）</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已启用，存于 eUICC-E</a:t>
            </a:r>
          </a:p>
        </p:txBody>
      </p:sp>
      <p:sp>
        <p:nvSpPr>
          <p:cNvPr id="87" name="concept-session">
            <a:extLst xmlns:a="http://schemas.openxmlformats.org/drawingml/2006/main">
              <a:ext uri="{FF2B5EF4-FFF2-40B4-BE49-F238E27FC236}">
                <a16:creationId xmlns:a16="http://schemas.microsoft.com/office/drawing/2014/main" id="{11777CE8-1D61-44F3-85CF-A12F3ED825BE}"/>
              </a:ext>
            </a:extLst>
          </p:cNvPr>
          <p:cNvSpPr>
            <a:spLocks xmlns:a="http://schemas.openxmlformats.org/drawingml/2006/main" noGrp="1"/>
          </p:cNvSpPr>
          <p:nvPr/>
        </p:nvSpPr>
        <p:spPr>
          <a:xfrm xmlns:a="http://schemas.openxmlformats.org/drawingml/2006/main">
            <a:off x="4572000" y="41338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88" name="concept-title-session">
            <a:extLst xmlns:a="http://schemas.openxmlformats.org/drawingml/2006/main">
              <a:ext uri="{FF2B5EF4-FFF2-40B4-BE49-F238E27FC236}">
                <a16:creationId xmlns:a16="http://schemas.microsoft.com/office/drawing/2014/main" id="{D8BF5381-D9B5-4FAD-974A-037ADA1AF052}"/>
              </a:ext>
            </a:extLst>
          </p:cNvPr>
          <p:cNvSpPr>
            <a:spLocks xmlns:a="http://schemas.openxmlformats.org/drawingml/2006/main" noGrp="1"/>
          </p:cNvSpPr>
          <p:nvPr/>
        </p:nvSpPr>
        <p:spPr>
          <a:xfrm xmlns:a="http://schemas.openxmlformats.org/drawingml/2006/main">
            <a:off x="46863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⑤] 卡应用会话</a:t>
            </a:r>
          </a:p>
        </p:txBody>
      </p:sp>
      <p:sp>
        <p:nvSpPr>
          <p:cNvPr id="89" name="concept-alias-session">
            <a:extLst xmlns:a="http://schemas.openxmlformats.org/drawingml/2006/main">
              <a:ext uri="{FF2B5EF4-FFF2-40B4-BE49-F238E27FC236}">
                <a16:creationId xmlns:a16="http://schemas.microsoft.com/office/drawing/2014/main" id="{948652C1-0CAF-481F-B10F-40448B2253AF}"/>
              </a:ext>
            </a:extLst>
          </p:cNvPr>
          <p:cNvSpPr>
            <a:spLocks xmlns:a="http://schemas.openxmlformats.org/drawingml/2006/main" noGrp="1"/>
          </p:cNvSpPr>
          <p:nvPr/>
        </p:nvSpPr>
        <p:spPr>
          <a:xfrm xmlns:a="http://schemas.openxmlformats.org/drawingml/2006/main">
            <a:off x="46863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SessionRef</a:t>
            </a:r>
          </a:p>
        </p:txBody>
      </p:sp>
      <p:sp>
        <p:nvSpPr>
          <p:cNvPr id="90" name="concept-function-session">
            <a:extLst xmlns:a="http://schemas.openxmlformats.org/drawingml/2006/main">
              <a:ext uri="{FF2B5EF4-FFF2-40B4-BE49-F238E27FC236}">
                <a16:creationId xmlns:a16="http://schemas.microsoft.com/office/drawing/2014/main" id="{F5DF0F3B-09B6-4A9B-8407-CD317D79F4FB}"/>
              </a:ext>
            </a:extLst>
          </p:cNvPr>
          <p:cNvSpPr>
            <a:spLocks xmlns:a="http://schemas.openxmlformats.org/drawingml/2006/main" noGrp="1"/>
          </p:cNvSpPr>
          <p:nvPr/>
        </p:nvSpPr>
        <p:spPr>
          <a:xfrm xmlns:a="http://schemas.openxmlformats.org/drawingml/2006/main">
            <a:off x="46863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同一受控边界检查并更新</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过期结果不能改写新卡</a:t>
            </a:r>
          </a:p>
        </p:txBody>
      </p:sp>
      <p:sp>
        <p:nvSpPr>
          <p:cNvPr id="91" name="concept-store">
            <a:extLst xmlns:a="http://schemas.openxmlformats.org/drawingml/2006/main">
              <a:ext uri="{FF2B5EF4-FFF2-40B4-BE49-F238E27FC236}">
                <a16:creationId xmlns:a16="http://schemas.microsoft.com/office/drawing/2014/main" id="{1904A23B-8ED0-4F0D-8AB2-C023E02F20D6}"/>
              </a:ext>
            </a:extLst>
          </p:cNvPr>
          <p:cNvSpPr>
            <a:spLocks xmlns:a="http://schemas.openxmlformats.org/drawingml/2006/main" noGrp="1"/>
          </p:cNvSpPr>
          <p:nvPr/>
        </p:nvSpPr>
        <p:spPr>
          <a:xfrm xmlns:a="http://schemas.openxmlformats.org/drawingml/2006/main">
            <a:off x="86487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92" name="concept-title-store">
            <a:extLst xmlns:a="http://schemas.openxmlformats.org/drawingml/2006/main">
              <a:ext uri="{FF2B5EF4-FFF2-40B4-BE49-F238E27FC236}">
                <a16:creationId xmlns:a16="http://schemas.microsoft.com/office/drawing/2014/main" id="{2FFF63F8-98F2-483D-BD41-F622C2D959D3}"/>
              </a:ext>
            </a:extLst>
          </p:cNvPr>
          <p:cNvSpPr>
            <a:spLocks xmlns:a="http://schemas.openxmlformats.org/drawingml/2006/main" noGrp="1"/>
          </p:cNvSpPr>
          <p:nvPr/>
        </p:nvSpPr>
        <p:spPr>
          <a:xfrm xmlns:a="http://schemas.openxmlformats.org/drawingml/2006/main">
            <a:off x="87630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[I] 账户存储适配</a:t>
            </a:r>
          </a:p>
        </p:txBody>
      </p:sp>
      <p:sp>
        <p:nvSpPr>
          <p:cNvPr id="93" name="concept-alias-store">
            <a:extLst xmlns:a="http://schemas.openxmlformats.org/drawingml/2006/main">
              <a:ext uri="{FF2B5EF4-FFF2-40B4-BE49-F238E27FC236}">
                <a16:creationId xmlns:a16="http://schemas.microsoft.com/office/drawing/2014/main" id="{3C352228-ABEB-4042-AD54-B36B8450F82C}"/>
              </a:ext>
            </a:extLst>
          </p:cNvPr>
          <p:cNvSpPr>
            <a:spLocks xmlns:a="http://schemas.openxmlformats.org/drawingml/2006/main" noGrp="1"/>
          </p:cNvSpPr>
          <p:nvPr/>
        </p:nvSpPr>
        <p:spPr>
          <a:xfrm xmlns:a="http://schemas.openxmlformats.org/drawingml/2006/main">
            <a:off x="87630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AccountStore</a:t>
            </a:r>
          </a:p>
        </p:txBody>
      </p:sp>
      <p:sp>
        <p:nvSpPr>
          <p:cNvPr id="94" name="concept-function-store">
            <a:extLst xmlns:a="http://schemas.openxmlformats.org/drawingml/2006/main">
              <a:ext uri="{FF2B5EF4-FFF2-40B4-BE49-F238E27FC236}">
                <a16:creationId xmlns:a16="http://schemas.microsoft.com/office/drawing/2014/main" id="{489FC065-97BE-4D4C-8CE5-BE5B933DF2B0}"/>
              </a:ext>
            </a:extLst>
          </p:cNvPr>
          <p:cNvSpPr>
            <a:spLocks xmlns:a="http://schemas.openxmlformats.org/drawingml/2006/main" noGrp="1"/>
          </p:cNvSpPr>
          <p:nvPr/>
        </p:nvSpPr>
        <p:spPr>
          <a:xfrm xmlns:a="http://schemas.openxmlformats.org/drawingml/2006/main">
            <a:off x="87630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按 T 的字段计划使用 DataShare</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不提供跨卡与 DB 的事务</a:t>
            </a:r>
          </a:p>
        </p:txBody>
      </p:sp>
      <p:sp>
        <p:nvSpPr>
          <p:cNvPr id="95" name="concept-port">
            <a:extLst xmlns:a="http://schemas.openxmlformats.org/drawingml/2006/main">
              <a:ext uri="{FF2B5EF4-FFF2-40B4-BE49-F238E27FC236}">
                <a16:creationId xmlns:a16="http://schemas.microsoft.com/office/drawing/2014/main" id="{ABF80DF4-61AE-4DD1-8E90-60E45190A6D6}"/>
              </a:ext>
            </a:extLst>
          </p:cNvPr>
          <p:cNvSpPr>
            <a:spLocks xmlns:a="http://schemas.openxmlformats.org/drawingml/2006/main" noGrp="1"/>
          </p:cNvSpPr>
          <p:nvPr/>
        </p:nvSpPr>
        <p:spPr>
          <a:xfrm xmlns:a="http://schemas.openxmlformats.org/drawingml/2006/main">
            <a:off x="4953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96" name="concept-title-port">
            <a:extLst xmlns:a="http://schemas.openxmlformats.org/drawingml/2006/main">
              <a:ext uri="{FF2B5EF4-FFF2-40B4-BE49-F238E27FC236}">
                <a16:creationId xmlns:a16="http://schemas.microsoft.com/office/drawing/2014/main" id="{8A9F8B0E-8BB6-4832-A50D-1936E6B4E1F4}"/>
              </a:ext>
            </a:extLst>
          </p:cNvPr>
          <p:cNvSpPr>
            <a:spLocks xmlns:a="http://schemas.openxmlformats.org/drawingml/2006/main" noGrp="1"/>
          </p:cNvSpPr>
          <p:nvPr/>
        </p:nvSpPr>
        <p:spPr>
          <a:xfrm xmlns:a="http://schemas.openxmlformats.org/drawingml/2006/main">
            <a:off x="6096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eSIM 连接端口</a:t>
            </a:r>
          </a:p>
        </p:txBody>
      </p:sp>
      <p:sp>
        <p:nvSpPr>
          <p:cNvPr id="97" name="concept-alias-port">
            <a:extLst xmlns:a="http://schemas.openxmlformats.org/drawingml/2006/main">
              <a:ext uri="{FF2B5EF4-FFF2-40B4-BE49-F238E27FC236}">
                <a16:creationId xmlns:a16="http://schemas.microsoft.com/office/drawing/2014/main" id="{5FE10991-FBD7-494F-811C-B74239F4F7F6}"/>
              </a:ext>
            </a:extLst>
          </p:cNvPr>
          <p:cNvSpPr>
            <a:spLocks xmlns:a="http://schemas.openxmlformats.org/drawingml/2006/main" noGrp="1"/>
          </p:cNvSpPr>
          <p:nvPr/>
        </p:nvSpPr>
        <p:spPr>
          <a:xfrm xmlns:a="http://schemas.openxmlformats.org/drawingml/2006/main">
            <a:off x="6096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Port</a:t>
            </a:r>
          </a:p>
        </p:txBody>
      </p:sp>
      <p:sp>
        <p:nvSpPr>
          <p:cNvPr id="98" name="concept-function-port">
            <a:extLst xmlns:a="http://schemas.openxmlformats.org/drawingml/2006/main">
              <a:ext uri="{FF2B5EF4-FFF2-40B4-BE49-F238E27FC236}">
                <a16:creationId xmlns:a16="http://schemas.microsoft.com/office/drawing/2014/main" id="{E2533CF9-1CDA-463F-9D47-0D8BE8C86CB8}"/>
              </a:ext>
            </a:extLst>
          </p:cNvPr>
          <p:cNvSpPr>
            <a:spLocks xmlns:a="http://schemas.openxmlformats.org/drawingml/2006/main" noGrp="1"/>
          </p:cNvSpPr>
          <p:nvPr/>
        </p:nvSpPr>
        <p:spPr>
          <a:xfrm xmlns:a="http://schemas.openxmlformats.org/drawingml/2006/main">
            <a:off x="6096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Port-0 当前承载 Profile-A</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按真实设备约束访问</a:t>
            </a:r>
          </a:p>
        </p:txBody>
      </p:sp>
      <p:sp>
        <p:nvSpPr>
          <p:cNvPr id="99" name="concept-slot">
            <a:extLst xmlns:a="http://schemas.openxmlformats.org/drawingml/2006/main">
              <a:ext uri="{FF2B5EF4-FFF2-40B4-BE49-F238E27FC236}">
                <a16:creationId xmlns:a16="http://schemas.microsoft.com/office/drawing/2014/main" id="{BA455CE6-8A28-4980-9236-1CB59801B085}"/>
              </a:ext>
            </a:extLst>
          </p:cNvPr>
          <p:cNvSpPr>
            <a:spLocks xmlns:a="http://schemas.openxmlformats.org/drawingml/2006/main" noGrp="1"/>
          </p:cNvSpPr>
          <p:nvPr/>
        </p:nvSpPr>
        <p:spPr>
          <a:xfrm xmlns:a="http://schemas.openxmlformats.org/drawingml/2006/main">
            <a:off x="45720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100" name="concept-title-slot">
            <a:extLst xmlns:a="http://schemas.openxmlformats.org/drawingml/2006/main">
              <a:ext uri="{FF2B5EF4-FFF2-40B4-BE49-F238E27FC236}">
                <a16:creationId xmlns:a16="http://schemas.microsoft.com/office/drawing/2014/main" id="{D9586A5A-5B57-42B3-B976-B25C0F2F5ABE}"/>
              </a:ext>
            </a:extLst>
          </p:cNvPr>
          <p:cNvSpPr>
            <a:spLocks xmlns:a="http://schemas.openxmlformats.org/drawingml/2006/main" noGrp="1"/>
          </p:cNvSpPr>
          <p:nvPr/>
        </p:nvSpPr>
        <p:spPr>
          <a:xfrm xmlns:a="http://schemas.openxmlformats.org/drawingml/2006/main">
            <a:off x="46863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[C/R] 逻辑槽／软件路由</a:t>
            </a:r>
          </a:p>
        </p:txBody>
      </p:sp>
      <p:sp>
        <p:nvSpPr>
          <p:cNvPr id="101" name="concept-alias-slot">
            <a:extLst xmlns:a="http://schemas.openxmlformats.org/drawingml/2006/main">
              <a:ext uri="{FF2B5EF4-FFF2-40B4-BE49-F238E27FC236}">
                <a16:creationId xmlns:a16="http://schemas.microsoft.com/office/drawing/2014/main" id="{6C0614EF-E103-4A96-AD8D-7FE6BB5A735F}"/>
              </a:ext>
            </a:extLst>
          </p:cNvPr>
          <p:cNvSpPr>
            <a:spLocks xmlns:a="http://schemas.openxmlformats.org/drawingml/2006/main" noGrp="1"/>
          </p:cNvSpPr>
          <p:nvPr/>
        </p:nvSpPr>
        <p:spPr>
          <a:xfrm xmlns:a="http://schemas.openxmlformats.org/drawingml/2006/main">
            <a:off x="46863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Logical Slot</a:t>
            </a:r>
          </a:p>
        </p:txBody>
      </p:sp>
      <p:sp>
        <p:nvSpPr>
          <p:cNvPr id="102" name="concept-function-slot">
            <a:extLst xmlns:a="http://schemas.openxmlformats.org/drawingml/2006/main">
              <a:ext uri="{FF2B5EF4-FFF2-40B4-BE49-F238E27FC236}">
                <a16:creationId xmlns:a16="http://schemas.microsoft.com/office/drawing/2014/main" id="{1364BECE-E9C2-4152-AC2F-633341ACD073}"/>
              </a:ext>
            </a:extLst>
          </p:cNvPr>
          <p:cNvSpPr>
            <a:spLocks xmlns:a="http://schemas.openxmlformats.org/drawingml/2006/main" noGrp="1"/>
          </p:cNvSpPr>
          <p:nvPr/>
        </p:nvSpPr>
        <p:spPr>
          <a:xfrm xmlns:a="http://schemas.openxmlformats.org/drawingml/2006/main">
            <a:off x="46863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逻辑 slot-1 可复用</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保持原路由与兼容参数含义</a:t>
            </a:r>
          </a:p>
        </p:txBody>
      </p:sp>
      <p:sp>
        <p:nvSpPr>
          <p:cNvPr id="103" name="concept-compat">
            <a:extLst xmlns:a="http://schemas.openxmlformats.org/drawingml/2006/main">
              <a:ext uri="{FF2B5EF4-FFF2-40B4-BE49-F238E27FC236}">
                <a16:creationId xmlns:a16="http://schemas.microsoft.com/office/drawing/2014/main" id="{9C35C91F-3624-48A2-B785-461BB50264B5}"/>
              </a:ext>
            </a:extLst>
          </p:cNvPr>
          <p:cNvSpPr>
            <a:spLocks xmlns:a="http://schemas.openxmlformats.org/drawingml/2006/main" noGrp="1"/>
          </p:cNvSpPr>
          <p:nvPr/>
        </p:nvSpPr>
        <p:spPr>
          <a:xfrm xmlns:a="http://schemas.openxmlformats.org/drawingml/2006/main">
            <a:off x="86487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104" name="concept-title-compat">
            <a:extLst xmlns:a="http://schemas.openxmlformats.org/drawingml/2006/main">
              <a:ext uri="{FF2B5EF4-FFF2-40B4-BE49-F238E27FC236}">
                <a16:creationId xmlns:a16="http://schemas.microsoft.com/office/drawing/2014/main" id="{AEB57453-3705-4333-8B34-C86FEF6C22E3}"/>
              </a:ext>
            </a:extLst>
          </p:cNvPr>
          <p:cNvSpPr>
            <a:spLocks xmlns:a="http://schemas.openxmlformats.org/drawingml/2006/main" noGrp="1"/>
          </p:cNvSpPr>
          <p:nvPr/>
        </p:nvSpPr>
        <p:spPr>
          <a:xfrm xmlns:a="http://schemas.openxmlformats.org/drawingml/2006/main">
            <a:off x="87630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 旧接口与完成出口</a:t>
            </a:r>
          </a:p>
        </p:txBody>
      </p:sp>
      <p:sp>
        <p:nvSpPr>
          <p:cNvPr id="105" name="concept-alias-compat">
            <a:extLst xmlns:a="http://schemas.openxmlformats.org/drawingml/2006/main">
              <a:ext uri="{FF2B5EF4-FFF2-40B4-BE49-F238E27FC236}">
                <a16:creationId xmlns:a16="http://schemas.microsoft.com/office/drawing/2014/main" id="{8CD8C0DD-B832-425F-B41D-EAC8DE70C5D4}"/>
              </a:ext>
            </a:extLst>
          </p:cNvPr>
          <p:cNvSpPr>
            <a:spLocks xmlns:a="http://schemas.openxmlformats.org/drawingml/2006/main" noGrp="1"/>
          </p:cNvSpPr>
          <p:nvPr/>
        </p:nvSpPr>
        <p:spPr>
          <a:xfrm xmlns:a="http://schemas.openxmlformats.org/drawingml/2006/main">
            <a:off x="87630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Compatibility</a:t>
            </a:r>
          </a:p>
        </p:txBody>
      </p:sp>
      <p:sp>
        <p:nvSpPr>
          <p:cNvPr id="106" name="concept-function-compat">
            <a:extLst xmlns:a="http://schemas.openxmlformats.org/drawingml/2006/main">
              <a:ext uri="{FF2B5EF4-FFF2-40B4-BE49-F238E27FC236}">
                <a16:creationId xmlns:a16="http://schemas.microsoft.com/office/drawing/2014/main" id="{16BF9FF8-F149-4224-86CB-5A4C23069541}"/>
              </a:ext>
            </a:extLst>
          </p:cNvPr>
          <p:cNvSpPr>
            <a:spLocks xmlns:a="http://schemas.openxmlformats.org/drawingml/2006/main" noGrp="1"/>
          </p:cNvSpPr>
          <p:nvPr/>
        </p:nvSpPr>
        <p:spPr>
          <a:xfrm xmlns:a="http://schemas.openxmlformats.org/drawingml/2006/main">
            <a:off x="87630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旧 slot 参数 / 权限 / 原错误</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受理返回与业务完成分开</a:t>
            </a:r>
          </a:p>
        </p:txBody>
      </p:sp>
      <p:sp>
        <p:nvSpPr>
          <p:cNvPr id="107" name="footer-rule">
            <a:extLst xmlns:a="http://schemas.openxmlformats.org/drawingml/2006/main">
              <a:ext uri="{FF2B5EF4-FFF2-40B4-BE49-F238E27FC236}">
                <a16:creationId xmlns:a16="http://schemas.microsoft.com/office/drawing/2014/main" id="{51B760CE-7F81-41E0-90AE-39D29BB11B7B}"/>
              </a:ext>
            </a:extLst>
          </p:cNvPr>
          <p:cNvSpPr>
            <a:spLocks xmlns:a="http://schemas.openxmlformats.org/drawingml/2006/main" noGrp="1"/>
          </p:cNvSpPr>
          <p:nvPr/>
        </p:nvSpPr>
        <p:spPr>
          <a:xfrm xmlns:a="http://schemas.openxmlformats.org/drawingml/2006/main">
            <a:off x="495300" y="62198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8" name="owner-legend">
            <a:extLst xmlns:a="http://schemas.openxmlformats.org/drawingml/2006/main">
              <a:ext uri="{FF2B5EF4-FFF2-40B4-BE49-F238E27FC236}">
                <a16:creationId xmlns:a16="http://schemas.microsoft.com/office/drawing/2014/main" id="{45618FDD-FAEA-4534-8673-C86A98C7AC96}"/>
              </a:ext>
            </a:extLst>
          </p:cNvPr>
          <p:cNvSpPr>
            <a:spLocks xmlns:a="http://schemas.openxmlformats.org/drawingml/2006/main" noGrp="1"/>
          </p:cNvSpPr>
          <p:nvPr/>
        </p:nvSpPr>
        <p:spPr>
          <a:xfrm xmlns:a="http://schemas.openxmlformats.org/drawingml/2006/main">
            <a:off x="495300" y="63055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buNone/>
              <a:defRPr sz="1050" b="0">
                <a:solidFill>
                  <a:srgbClr val="56657A"/>
                </a:solidFill>
                <a:latin typeface="Microsoft YaHei"/>
                <a:ea typeface="Microsoft YaHei"/>
                <a:cs typeface="Microsoft YaHei"/>
              </a:defRPr>
            </a:lvl1pPr>
            <a:lvl2pPr algn="l">
              <a:buNone/>
              <a:defRPr sz="1050" b="0">
                <a:solidFill>
                  <a:srgbClr val="56657A"/>
                </a:solidFill>
                <a:latin typeface="Microsoft YaHei"/>
                <a:ea typeface="Microsoft YaHei"/>
                <a:cs typeface="Microsoft YaHei"/>
              </a:defRPr>
            </a:lvl2pPr>
            <a:lvl3pPr algn="l">
              <a:buNone/>
              <a:defRPr sz="1050" b="0">
                <a:solidFill>
                  <a:srgbClr val="56657A"/>
                </a:solidFill>
                <a:latin typeface="Microsoft YaHei"/>
                <a:ea typeface="Microsoft YaHei"/>
                <a:cs typeface="Microsoft YaHei"/>
              </a:defRPr>
            </a:lvl3pPr>
            <a:lvl4pPr algn="l">
              <a:buNone/>
              <a:defRPr sz="1050" b="0">
                <a:solidFill>
                  <a:srgbClr val="56657A"/>
                </a:solidFill>
                <a:latin typeface="Microsoft YaHei"/>
                <a:ea typeface="Microsoft YaHei"/>
                <a:cs typeface="Microsoft YaHei"/>
              </a:defRPr>
            </a:lvl4pPr>
            <a:lvl5pPr algn="l">
              <a:buNone/>
              <a:defRPr sz="1050" b="0">
                <a:solidFill>
                  <a:srgbClr val="56657A"/>
                </a:solidFill>
                <a:latin typeface="Microsoft YaHei"/>
                <a:ea typeface="Microsoft YaHei"/>
                <a:cs typeface="Microsoft YaHei"/>
              </a:defRPr>
            </a:lvl5pPr>
            <a:lvl6pPr algn="l">
              <a:buNone/>
              <a:defRPr sz="1050" b="0">
                <a:solidFill>
                  <a:srgbClr val="56657A"/>
                </a:solidFill>
                <a:latin typeface="Microsoft YaHei"/>
                <a:ea typeface="Microsoft YaHei"/>
                <a:cs typeface="Microsoft YaHei"/>
              </a:defRPr>
            </a:lvl6pPr>
            <a:lvl7pPr algn="l">
              <a:buNone/>
              <a:defRPr sz="1050" b="0">
                <a:solidFill>
                  <a:srgbClr val="56657A"/>
                </a:solidFill>
                <a:latin typeface="Microsoft YaHei"/>
                <a:ea typeface="Microsoft YaHei"/>
                <a:cs typeface="Microsoft YaHei"/>
              </a:defRPr>
            </a:lvl7pPr>
            <a:lvl8pPr algn="l">
              <a:buNone/>
              <a:defRPr sz="1050" b="0">
                <a:solidFill>
                  <a:srgbClr val="56657A"/>
                </a:solidFill>
                <a:latin typeface="Microsoft YaHei"/>
                <a:ea typeface="Microsoft YaHei"/>
                <a:cs typeface="Microsoft YaHei"/>
              </a:defRPr>
            </a:lvl8pPr>
            <a:lvl9pPr algn="l">
              <a:buNone/>
              <a:defRPr sz="1050" b="0">
                <a:solidFill>
                  <a:srgbClr val="56657A"/>
                </a:solidFill>
                <a:latin typeface="Microsoft YaHei"/>
                <a:ea typeface="Microsoft YaHei"/>
                <a:cs typeface="Microsoft YaHei"/>
              </a:defRPr>
            </a:lvl9pPr>
          </a:lstStyle>
          <a:p xmlns:a="http://schemas.openxmlformats.org/drawingml/2006/main">
            <a:pPr algn="l">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T 账户拓扑　A 角色资源　O 本地操作　R 卡运行　I 适配　C 兼容　H 宿主</a:t>
            </a:r>
          </a:p>
        </p:txBody>
      </p:sp>
      <p:sp>
        <p:nvSpPr>
          <p:cNvPr id="109" name="relation-legend">
            <a:extLst xmlns:a="http://schemas.openxmlformats.org/drawingml/2006/main">
              <a:ext uri="{FF2B5EF4-FFF2-40B4-BE49-F238E27FC236}">
                <a16:creationId xmlns:a16="http://schemas.microsoft.com/office/drawing/2014/main" id="{CB86BEB9-5646-4E65-9DB2-3F44079A0FAD}"/>
              </a:ext>
            </a:extLst>
          </p:cNvPr>
          <p:cNvSpPr>
            <a:spLocks xmlns:a="http://schemas.openxmlformats.org/drawingml/2006/main" noGrp="1"/>
          </p:cNvSpPr>
          <p:nvPr/>
        </p:nvSpPr>
        <p:spPr>
          <a:xfrm xmlns:a="http://schemas.openxmlformats.org/drawingml/2006/main">
            <a:off x="7848600" y="6305550"/>
            <a:ext cx="3848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实线：概念关系　虚线：入口协作</a:t>
            </a:r>
          </a:p>
        </p:txBody>
      </p:sp>
      <p:sp>
        <p:nvSpPr>
          <p:cNvPr id="110" name="footer">
            <a:extLst xmlns:a="http://schemas.openxmlformats.org/drawingml/2006/main">
              <a:ext uri="{FF2B5EF4-FFF2-40B4-BE49-F238E27FC236}">
                <a16:creationId xmlns:a16="http://schemas.microsoft.com/office/drawing/2014/main" id="{FA84F0D3-8722-42C3-A468-73F0AB6BB366}"/>
              </a:ext>
            </a:extLst>
          </p:cNvPr>
          <p:cNvSpPr>
            <a:spLocks xmlns:a="http://schemas.openxmlformats.org/drawingml/2006/main" noGrp="1"/>
          </p:cNvSpPr>
          <p:nvPr/>
        </p:nvSpPr>
        <p:spPr>
          <a:xfrm xmlns:a="http://schemas.openxmlformats.org/drawingml/2006/main">
            <a:off x="495300" y="65913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111" name="page-number">
            <a:extLst xmlns:a="http://schemas.openxmlformats.org/drawingml/2006/main">
              <a:ext uri="{FF2B5EF4-FFF2-40B4-BE49-F238E27FC236}">
                <a16:creationId xmlns:a16="http://schemas.microsoft.com/office/drawing/2014/main" id="{C361DFB7-5D77-46A8-9E56-2911DFA82AB1}"/>
              </a:ext>
            </a:extLst>
          </p:cNvPr>
          <p:cNvSpPr>
            <a:spLocks xmlns:a="http://schemas.openxmlformats.org/drawingml/2006/main" noGrp="1"/>
          </p:cNvSpPr>
          <p:nvPr/>
        </p:nvSpPr>
        <p:spPr>
          <a:xfrm xmlns:a="http://schemas.openxmlformats.org/drawingml/2006/main">
            <a:off x="9486900" y="65913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buNone/>
              <a:defRPr sz="900" b="0">
                <a:solidFill>
                  <a:srgbClr val="56657A"/>
                </a:solidFill>
                <a:latin typeface="Microsoft YaHei"/>
                <a:ea typeface="Microsoft YaHei"/>
                <a:cs typeface="Microsoft YaHei"/>
              </a:defRPr>
            </a:lvl1pPr>
            <a:lvl2pPr algn="r">
              <a:buNone/>
              <a:defRPr sz="900" b="0">
                <a:solidFill>
                  <a:srgbClr val="56657A"/>
                </a:solidFill>
                <a:latin typeface="Microsoft YaHei"/>
                <a:ea typeface="Microsoft YaHei"/>
                <a:cs typeface="Microsoft YaHei"/>
              </a:defRPr>
            </a:lvl2pPr>
            <a:lvl3pPr algn="r">
              <a:buNone/>
              <a:defRPr sz="900" b="0">
                <a:solidFill>
                  <a:srgbClr val="56657A"/>
                </a:solidFill>
                <a:latin typeface="Microsoft YaHei"/>
                <a:ea typeface="Microsoft YaHei"/>
                <a:cs typeface="Microsoft YaHei"/>
              </a:defRPr>
            </a:lvl3pPr>
            <a:lvl4pPr algn="r">
              <a:buNone/>
              <a:defRPr sz="900" b="0">
                <a:solidFill>
                  <a:srgbClr val="56657A"/>
                </a:solidFill>
                <a:latin typeface="Microsoft YaHei"/>
                <a:ea typeface="Microsoft YaHei"/>
                <a:cs typeface="Microsoft YaHei"/>
              </a:defRPr>
            </a:lvl4pPr>
            <a:lvl5pPr algn="r">
              <a:buNone/>
              <a:defRPr sz="900" b="0">
                <a:solidFill>
                  <a:srgbClr val="56657A"/>
                </a:solidFill>
                <a:latin typeface="Microsoft YaHei"/>
                <a:ea typeface="Microsoft YaHei"/>
                <a:cs typeface="Microsoft YaHei"/>
              </a:defRPr>
            </a:lvl5pPr>
            <a:lvl6pPr algn="r">
              <a:buNone/>
              <a:defRPr sz="900" b="0">
                <a:solidFill>
                  <a:srgbClr val="56657A"/>
                </a:solidFill>
                <a:latin typeface="Microsoft YaHei"/>
                <a:ea typeface="Microsoft YaHei"/>
                <a:cs typeface="Microsoft YaHei"/>
              </a:defRPr>
            </a:lvl6pPr>
            <a:lvl7pPr algn="r">
              <a:buNone/>
              <a:defRPr sz="900" b="0">
                <a:solidFill>
                  <a:srgbClr val="56657A"/>
                </a:solidFill>
                <a:latin typeface="Microsoft YaHei"/>
                <a:ea typeface="Microsoft YaHei"/>
                <a:cs typeface="Microsoft YaHei"/>
              </a:defRPr>
            </a:lvl7pPr>
            <a:lvl8pPr algn="r">
              <a:buNone/>
              <a:defRPr sz="900" b="0">
                <a:solidFill>
                  <a:srgbClr val="56657A"/>
                </a:solidFill>
                <a:latin typeface="Microsoft YaHei"/>
                <a:ea typeface="Microsoft YaHei"/>
                <a:cs typeface="Microsoft YaHei"/>
              </a:defRPr>
            </a:lvl8pPr>
            <a:lvl9pPr algn="r">
              <a:buNone/>
              <a:defRPr sz="900" b="0">
                <a:solidFill>
                  <a:srgbClr val="56657A"/>
                </a:solidFill>
                <a:latin typeface="Microsoft YaHei"/>
                <a:ea typeface="Microsoft YaHei"/>
                <a:cs typeface="Microsoft YaHei"/>
              </a:defRPr>
            </a:lvl9pPr>
          </a:lstStyle>
          <a:p xmlns:a="http://schemas.openxmlformats.org/drawingml/2006/main">
            <a:pPr algn="r">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09 · 步骤 5 / 7</a:t>
            </a:r>
          </a:p>
        </p:txBody>
      </p:sp>
      <p:sp>
        <p:nvSpPr>
          <p:cNvPr id="113" name="open-compare">
            <ns0:hlinkClick xmlns:ns0="http://schemas.openxmlformats.org/drawingml/2006/main" xmlns:ns1="http://schemas.openxmlformats.org/officeDocument/2006/relationships" ns1:id="rIdCompareNav12" action="ppaction://hlinksldjump" tooltip="架构前后对照"/>
            <a:extLst xmlns:a="http://schemas.openxmlformats.org/drawingml/2006/main">
              <a:ext uri="{FF2B5EF4-FFF2-40B4-BE49-F238E27FC236}">
                <a16:creationId xmlns:a16="http://schemas.microsoft.com/office/drawing/2014/main" id="{01D843FE-A545-46D5-B596-4C6D64F87F09}"/>
              </a:ext>
            </a:extLst>
          </p:cNvPr>
          <p:cNvSpPr>
            <a:spLocks xmlns:a="http://schemas.openxmlformats.org/drawingml/2006/main" noGrp="1"/>
          </p:cNvSpPr>
          <p:nvPr/>
        </p:nvSpPr>
        <p:spPr>
          <a:xfrm xmlns:a="http://schemas.openxmlformats.org/drawingml/2006/main">
            <a:off x="10248900" y="209550"/>
            <a:ext cx="1447800" cy="2667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架构前后对照</a:t>
            </a:r>
          </a:p>
        </p:txBody>
      </p:sp>
    </p:spTree>
    <p:extLst>
      <p:ext uri="{BB962C8B-B14F-4D97-AF65-F5344CB8AC3E}">
        <p14:creationId xmlns:p14="http://schemas.microsoft.com/office/powerpoint/2010/main" val="1120152449"/>
      </p:ext>
    </p:extLst>
  </p:cSld>
  <p:transition spd="fast" advClick="0">
    <p:fade/>
  </p:transition>
</p:sld>
</file>

<file path=ppt/slides/slide15.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2" name="accent">
            <a:extLst xmlns:a="http://schemas.openxmlformats.org/drawingml/2006/main">
              <a:ext uri="{FF2B5EF4-FFF2-40B4-BE49-F238E27FC236}">
                <a16:creationId xmlns:a16="http://schemas.microsoft.com/office/drawing/2014/main" id="{4364FB38-DD03-4454-A956-13141A850886}"/>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4ADEA3C8-1819-451F-B835-B6E9AB1D3B4F}"/>
              </a:ext>
            </a:extLst>
          </p:cNvPr>
          <p:cNvSpPr>
            <a:spLocks xmlns:a="http://schemas.openxmlformats.org/drawingml/2006/main" noGrp="1"/>
          </p:cNvSpPr>
          <p:nvPr/>
        </p:nvSpPr>
        <p:spPr>
          <a:xfrm xmlns:a="http://schemas.openxmlformats.org/drawingml/2006/main">
            <a:off x="495300" y="238125"/>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04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D19CE969-7B42-4DAF-B37F-42425F9E13E6}"/>
              </a:ext>
            </a:extLst>
          </p:cNvPr>
          <p:cNvSpPr>
            <a:spLocks xmlns:a="http://schemas.openxmlformats.org/drawingml/2006/main" noGrp="1"/>
          </p:cNvSpPr>
          <p:nvPr/>
        </p:nvSpPr>
        <p:spPr>
          <a:xfrm xmlns:a="http://schemas.openxmlformats.org/drawingml/2006/main">
            <a:off x="8248650" y="238125"/>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点步骤看概念间协作</a:t>
            </a:r>
          </a:p>
        </p:txBody>
      </p:sp>
      <p:sp>
        <p:nvSpPr>
          <p:cNvPr id="4" name="title">
            <a:extLst xmlns:a="http://schemas.openxmlformats.org/drawingml/2006/main">
              <a:ext uri="{FF2B5EF4-FFF2-40B4-BE49-F238E27FC236}">
                <a16:creationId xmlns:a16="http://schemas.microsoft.com/office/drawing/2014/main" id="{5069E213-FAB3-4F6A-905B-5A44767F0C51}"/>
              </a:ext>
            </a:extLst>
          </p:cNvPr>
          <p:cNvSpPr>
            <a:spLocks xmlns:a="http://schemas.openxmlformats.org/drawingml/2006/main" noGrp="1"/>
          </p:cNvSpPr>
          <p:nvPr/>
        </p:nvSpPr>
        <p:spPr>
          <a:xfrm xmlns:a="http://schemas.openxmlformats.org/drawingml/2006/main">
            <a:off x="495300" y="58102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buNone/>
              <a:defRPr sz="2550" b="1">
                <a:solidFill>
                  <a:srgbClr val="081426"/>
                </a:solidFill>
                <a:latin typeface="Microsoft YaHei"/>
                <a:ea typeface="Microsoft YaHei"/>
                <a:cs typeface="Microsoft YaHei"/>
              </a:defRPr>
            </a:lvl1pPr>
            <a:lvl2pPr algn="l">
              <a:buNone/>
              <a:defRPr sz="2550" b="1">
                <a:solidFill>
                  <a:srgbClr val="081426"/>
                </a:solidFill>
                <a:latin typeface="Microsoft YaHei"/>
                <a:ea typeface="Microsoft YaHei"/>
                <a:cs typeface="Microsoft YaHei"/>
              </a:defRPr>
            </a:lvl2pPr>
            <a:lvl3pPr algn="l">
              <a:buNone/>
              <a:defRPr sz="2550" b="1">
                <a:solidFill>
                  <a:srgbClr val="081426"/>
                </a:solidFill>
                <a:latin typeface="Microsoft YaHei"/>
                <a:ea typeface="Microsoft YaHei"/>
                <a:cs typeface="Microsoft YaHei"/>
              </a:defRPr>
            </a:lvl3pPr>
            <a:lvl4pPr algn="l">
              <a:buNone/>
              <a:defRPr sz="2550" b="1">
                <a:solidFill>
                  <a:srgbClr val="081426"/>
                </a:solidFill>
                <a:latin typeface="Microsoft YaHei"/>
                <a:ea typeface="Microsoft YaHei"/>
                <a:cs typeface="Microsoft YaHei"/>
              </a:defRPr>
            </a:lvl4pPr>
            <a:lvl5pPr algn="l">
              <a:buNone/>
              <a:defRPr sz="2550" b="1">
                <a:solidFill>
                  <a:srgbClr val="081426"/>
                </a:solidFill>
                <a:latin typeface="Microsoft YaHei"/>
                <a:ea typeface="Microsoft YaHei"/>
                <a:cs typeface="Microsoft YaHei"/>
              </a:defRPr>
            </a:lvl5pPr>
            <a:lvl6pPr algn="l">
              <a:buNone/>
              <a:defRPr sz="2550" b="1">
                <a:solidFill>
                  <a:srgbClr val="081426"/>
                </a:solidFill>
                <a:latin typeface="Microsoft YaHei"/>
                <a:ea typeface="Microsoft YaHei"/>
                <a:cs typeface="Microsoft YaHei"/>
              </a:defRPr>
            </a:lvl6pPr>
            <a:lvl7pPr algn="l">
              <a:buNone/>
              <a:defRPr sz="2550" b="1">
                <a:solidFill>
                  <a:srgbClr val="081426"/>
                </a:solidFill>
                <a:latin typeface="Microsoft YaHei"/>
                <a:ea typeface="Microsoft YaHei"/>
                <a:cs typeface="Microsoft YaHei"/>
              </a:defRPr>
            </a:lvl7pPr>
            <a:lvl8pPr algn="l">
              <a:buNone/>
              <a:defRPr sz="2550" b="1">
                <a:solidFill>
                  <a:srgbClr val="081426"/>
                </a:solidFill>
                <a:latin typeface="Microsoft YaHei"/>
                <a:ea typeface="Microsoft YaHei"/>
                <a:cs typeface="Microsoft YaHei"/>
              </a:defRPr>
            </a:lvl8pPr>
            <a:lvl9pPr algn="l">
              <a:buNone/>
              <a:defRPr sz="2550" b="1">
                <a:solidFill>
                  <a:srgbClr val="081426"/>
                </a:solidFill>
                <a:latin typeface="Microsoft YaHei"/>
                <a:ea typeface="Microsoft YaHei"/>
                <a:cs typeface="Microsoft YaHei"/>
              </a:defRPr>
            </a:lvl9pPr>
          </a:lstStyle>
          <a:p xmlns:a="http://schemas.openxmlformats.org/drawingml/2006/main">
            <a:pPr algn="l">
              <a:lnSpc>
                <a:spcPct val="104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订阅、位置与执行：概念关系和号码设置流程</a:t>
            </a:r>
          </a:p>
        </p:txBody>
      </p:sp>
      <p:sp>
        <p:nvSpPr>
          <p:cNvPr id="5" name="flow-nav-0">
            <ns0:hlinkClick xmlns:ns0="http://schemas.openxmlformats.org/drawingml/2006/main" xmlns:ns1="http://schemas.openxmlformats.org/officeDocument/2006/relationships" ns1:id="rIdCompareNav0" action="ppaction://hlinksldjump" tooltip="概念图：概念总览"/>
            <a:extLst xmlns:a="http://schemas.openxmlformats.org/drawingml/2006/main">
              <a:ext uri="{FF2B5EF4-FFF2-40B4-BE49-F238E27FC236}">
                <a16:creationId xmlns:a16="http://schemas.microsoft.com/office/drawing/2014/main" id="{8DB88D5A-DEE7-4F01-A997-3E62B9F4FA7B}"/>
              </a:ext>
            </a:extLst>
          </p:cNvPr>
          <p:cNvSpPr>
            <a:spLocks xmlns:a="http://schemas.openxmlformats.org/drawingml/2006/main" noGrp="1"/>
          </p:cNvSpPr>
          <p:nvPr/>
        </p:nvSpPr>
        <p:spPr>
          <a:xfrm xmlns:a="http://schemas.openxmlformats.org/drawingml/2006/main">
            <a:off x="495300" y="1104900"/>
            <a:ext cx="9715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概念总览</a:t>
            </a:r>
          </a:p>
        </p:txBody>
      </p:sp>
      <p:sp>
        <p:nvSpPr>
          <p:cNvPr id="6" name="flow-nav-1">
            <ns0:hlinkClick xmlns:ns0="http://schemas.openxmlformats.org/drawingml/2006/main" xmlns:ns1="http://schemas.openxmlformats.org/officeDocument/2006/relationships" ns1:id="rIdCompareNav1" action="ppaction://hlinksldjump" tooltip="概念图：① 受理"/>
            <a:extLst xmlns:a="http://schemas.openxmlformats.org/drawingml/2006/main">
              <a:ext uri="{FF2B5EF4-FFF2-40B4-BE49-F238E27FC236}">
                <a16:creationId xmlns:a16="http://schemas.microsoft.com/office/drawing/2014/main" id="{CA0B28E6-F0E6-484D-9405-09063E28A6F4}"/>
              </a:ext>
            </a:extLst>
          </p:cNvPr>
          <p:cNvSpPr>
            <a:spLocks xmlns:a="http://schemas.openxmlformats.org/drawingml/2006/main" noGrp="1"/>
          </p:cNvSpPr>
          <p:nvPr/>
        </p:nvSpPr>
        <p:spPr>
          <a:xfrm xmlns:a="http://schemas.openxmlformats.org/drawingml/2006/main">
            <a:off x="15430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① 受理</a:t>
            </a:r>
          </a:p>
        </p:txBody>
      </p:sp>
      <p:sp>
        <p:nvSpPr>
          <p:cNvPr id="7" name="flow-nav-2">
            <ns0:hlinkClick xmlns:ns0="http://schemas.openxmlformats.org/drawingml/2006/main" xmlns:ns1="http://schemas.openxmlformats.org/officeDocument/2006/relationships" ns1:id="rIdCompareNav2" action="ppaction://hlinksldjump" tooltip="概念图：② 目标"/>
            <a:extLst xmlns:a="http://schemas.openxmlformats.org/drawingml/2006/main">
              <a:ext uri="{FF2B5EF4-FFF2-40B4-BE49-F238E27FC236}">
                <a16:creationId xmlns:a16="http://schemas.microsoft.com/office/drawing/2014/main" id="{836C4122-B9C7-4ACB-8355-5F71843C611D}"/>
              </a:ext>
            </a:extLst>
          </p:cNvPr>
          <p:cNvSpPr>
            <a:spLocks xmlns:a="http://schemas.openxmlformats.org/drawingml/2006/main" noGrp="1"/>
          </p:cNvSpPr>
          <p:nvPr/>
        </p:nvSpPr>
        <p:spPr>
          <a:xfrm xmlns:a="http://schemas.openxmlformats.org/drawingml/2006/main">
            <a:off x="25146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② 目标</a:t>
            </a:r>
          </a:p>
        </p:txBody>
      </p:sp>
      <p:sp>
        <p:nvSpPr>
          <p:cNvPr id="8" name="flow-nav-3">
            <ns0:hlinkClick xmlns:ns0="http://schemas.openxmlformats.org/drawingml/2006/main" xmlns:ns1="http://schemas.openxmlformats.org/officeDocument/2006/relationships" ns1:id="rIdCompareNav3" action="ppaction://hlinksldjump" tooltip="概念图：③ 关联"/>
            <a:extLst xmlns:a="http://schemas.openxmlformats.org/drawingml/2006/main">
              <a:ext uri="{FF2B5EF4-FFF2-40B4-BE49-F238E27FC236}">
                <a16:creationId xmlns:a16="http://schemas.microsoft.com/office/drawing/2014/main" id="{5C910364-1072-4E66-9A8E-0FDA7330AFC7}"/>
              </a:ext>
            </a:extLst>
          </p:cNvPr>
          <p:cNvSpPr>
            <a:spLocks xmlns:a="http://schemas.openxmlformats.org/drawingml/2006/main" noGrp="1"/>
          </p:cNvSpPr>
          <p:nvPr/>
        </p:nvSpPr>
        <p:spPr>
          <a:xfrm xmlns:a="http://schemas.openxmlformats.org/drawingml/2006/main">
            <a:off x="34861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③ 关联</a:t>
            </a:r>
          </a:p>
        </p:txBody>
      </p:sp>
      <p:sp>
        <p:nvSpPr>
          <p:cNvPr id="9" name="flow-nav-4">
            <ns0:hlinkClick xmlns:ns0="http://schemas.openxmlformats.org/drawingml/2006/main" xmlns:ns1="http://schemas.openxmlformats.org/officeDocument/2006/relationships" ns1:id="rIdCompareNav4" action="ppaction://hlinksldjump" tooltip="概念图：④ 写卡"/>
            <a:extLst xmlns:a="http://schemas.openxmlformats.org/drawingml/2006/main">
              <a:ext uri="{FF2B5EF4-FFF2-40B4-BE49-F238E27FC236}">
                <a16:creationId xmlns:a16="http://schemas.microsoft.com/office/drawing/2014/main" id="{9C354D07-4C72-4A4D-A28B-F7613AE238A1}"/>
              </a:ext>
            </a:extLst>
          </p:cNvPr>
          <p:cNvSpPr>
            <a:spLocks xmlns:a="http://schemas.openxmlformats.org/drawingml/2006/main" noGrp="1"/>
          </p:cNvSpPr>
          <p:nvPr/>
        </p:nvSpPr>
        <p:spPr>
          <a:xfrm xmlns:a="http://schemas.openxmlformats.org/drawingml/2006/main">
            <a:off x="44577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④ 写卡</a:t>
            </a:r>
          </a:p>
        </p:txBody>
      </p:sp>
      <p:sp>
        <p:nvSpPr>
          <p:cNvPr id="10" name="flow-nav-5">
            <ns0:hlinkClick xmlns:ns0="http://schemas.openxmlformats.org/drawingml/2006/main" xmlns:ns1="http://schemas.openxmlformats.org/officeDocument/2006/relationships" ns1:id="rIdCompareNav5" action="ppaction://hlinksldjump" tooltip="概念图：⑤ 准入"/>
            <a:extLst xmlns:a="http://schemas.openxmlformats.org/drawingml/2006/main">
              <a:ext uri="{FF2B5EF4-FFF2-40B4-BE49-F238E27FC236}">
                <a16:creationId xmlns:a16="http://schemas.microsoft.com/office/drawing/2014/main" id="{047BF212-F072-4BD5-A545-09DB947C845B}"/>
              </a:ext>
            </a:extLst>
          </p:cNvPr>
          <p:cNvSpPr>
            <a:spLocks xmlns:a="http://schemas.openxmlformats.org/drawingml/2006/main" noGrp="1"/>
          </p:cNvSpPr>
          <p:nvPr/>
        </p:nvSpPr>
        <p:spPr>
          <a:xfrm xmlns:a="http://schemas.openxmlformats.org/drawingml/2006/main">
            <a:off x="54292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⑤ 准入</a:t>
            </a:r>
          </a:p>
        </p:txBody>
      </p:sp>
      <p:sp>
        <p:nvSpPr>
          <p:cNvPr id="11" name="flow-nav-6">
            <ns0:hlinkClick xmlns:ns0="http://schemas.openxmlformats.org/drawingml/2006/main" xmlns:ns1="http://schemas.openxmlformats.org/officeDocument/2006/relationships" ns1:id="rIdCompareNav6" action="ppaction://hlinksldjump" tooltip="概念图：⑥ 账户"/>
            <a:extLst xmlns:a="http://schemas.openxmlformats.org/drawingml/2006/main">
              <a:ext uri="{FF2B5EF4-FFF2-40B4-BE49-F238E27FC236}">
                <a16:creationId xmlns:a16="http://schemas.microsoft.com/office/drawing/2014/main" id="{83D3F327-486B-4A6E-ACBE-4E995BE8367A}"/>
              </a:ext>
            </a:extLst>
          </p:cNvPr>
          <p:cNvSpPr>
            <a:spLocks xmlns:a="http://schemas.openxmlformats.org/drawingml/2006/main" noGrp="1"/>
          </p:cNvSpPr>
          <p:nvPr/>
        </p:nvSpPr>
        <p:spPr>
          <a:xfrm xmlns:a="http://schemas.openxmlformats.org/drawingml/2006/main">
            <a:off x="6400800" y="1104900"/>
            <a:ext cx="895350"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buNone/>
              <a:defRPr sz="1275" b="1">
                <a:solidFill>
                  <a:srgbClr val="FFFFFF"/>
                </a:solidFill>
                <a:latin typeface="Microsoft YaHei"/>
                <a:ea typeface="Microsoft YaHei"/>
                <a:cs typeface="Microsoft YaHei"/>
              </a:defRPr>
            </a:lvl1pPr>
            <a:lvl2pPr algn="ctr">
              <a:buNone/>
              <a:defRPr sz="1275" b="1">
                <a:solidFill>
                  <a:srgbClr val="FFFFFF"/>
                </a:solidFill>
                <a:latin typeface="Microsoft YaHei"/>
                <a:ea typeface="Microsoft YaHei"/>
                <a:cs typeface="Microsoft YaHei"/>
              </a:defRPr>
            </a:lvl2pPr>
            <a:lvl3pPr algn="ctr">
              <a:buNone/>
              <a:defRPr sz="1275" b="1">
                <a:solidFill>
                  <a:srgbClr val="FFFFFF"/>
                </a:solidFill>
                <a:latin typeface="Microsoft YaHei"/>
                <a:ea typeface="Microsoft YaHei"/>
                <a:cs typeface="Microsoft YaHei"/>
              </a:defRPr>
            </a:lvl3pPr>
            <a:lvl4pPr algn="ctr">
              <a:buNone/>
              <a:defRPr sz="1275" b="1">
                <a:solidFill>
                  <a:srgbClr val="FFFFFF"/>
                </a:solidFill>
                <a:latin typeface="Microsoft YaHei"/>
                <a:ea typeface="Microsoft YaHei"/>
                <a:cs typeface="Microsoft YaHei"/>
              </a:defRPr>
            </a:lvl4pPr>
            <a:lvl5pPr algn="ctr">
              <a:buNone/>
              <a:defRPr sz="1275" b="1">
                <a:solidFill>
                  <a:srgbClr val="FFFFFF"/>
                </a:solidFill>
                <a:latin typeface="Microsoft YaHei"/>
                <a:ea typeface="Microsoft YaHei"/>
                <a:cs typeface="Microsoft YaHei"/>
              </a:defRPr>
            </a:lvl5pPr>
            <a:lvl6pPr algn="ctr">
              <a:buNone/>
              <a:defRPr sz="1275" b="1">
                <a:solidFill>
                  <a:srgbClr val="FFFFFF"/>
                </a:solidFill>
                <a:latin typeface="Microsoft YaHei"/>
                <a:ea typeface="Microsoft YaHei"/>
                <a:cs typeface="Microsoft YaHei"/>
              </a:defRPr>
            </a:lvl6pPr>
            <a:lvl7pPr algn="ctr">
              <a:buNone/>
              <a:defRPr sz="1275" b="1">
                <a:solidFill>
                  <a:srgbClr val="FFFFFF"/>
                </a:solidFill>
                <a:latin typeface="Microsoft YaHei"/>
                <a:ea typeface="Microsoft YaHei"/>
                <a:cs typeface="Microsoft YaHei"/>
              </a:defRPr>
            </a:lvl7pPr>
            <a:lvl8pPr algn="ctr">
              <a:buNone/>
              <a:defRPr sz="1275" b="1">
                <a:solidFill>
                  <a:srgbClr val="FFFFFF"/>
                </a:solidFill>
                <a:latin typeface="Microsoft YaHei"/>
                <a:ea typeface="Microsoft YaHei"/>
                <a:cs typeface="Microsoft YaHei"/>
              </a:defRPr>
            </a:lvl8pPr>
            <a:lvl9pPr algn="ctr">
              <a:buNone/>
              <a:defRPr sz="1275" b="1">
                <a:solidFill>
                  <a:srgbClr val="FFFFFF"/>
                </a:solidFill>
                <a:latin typeface="Microsoft YaHei"/>
                <a:ea typeface="Microsoft YaHei"/>
                <a:cs typeface="Microsoft YaHei"/>
              </a:defRPr>
            </a:lvl9pPr>
          </a:lstStyle>
          <a:p xmlns:a="http://schemas.openxmlformats.org/drawingml/2006/main">
            <a:pPr algn="ctr">
              <a:buNone/>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⑥ 账户</a:t>
            </a:r>
          </a:p>
        </p:txBody>
      </p:sp>
      <p:sp>
        <p:nvSpPr>
          <p:cNvPr id="12" name="flow-nav-7">
            <ns0:hlinkClick xmlns:ns0="http://schemas.openxmlformats.org/drawingml/2006/main" xmlns:ns1="http://schemas.openxmlformats.org/officeDocument/2006/relationships" ns1:id="rIdCompareNav7" action="ppaction://hlinksldjump" tooltip="概念图：⑦ 完成"/>
            <a:extLst xmlns:a="http://schemas.openxmlformats.org/drawingml/2006/main">
              <a:ext uri="{FF2B5EF4-FFF2-40B4-BE49-F238E27FC236}">
                <a16:creationId xmlns:a16="http://schemas.microsoft.com/office/drawing/2014/main" id="{4B5FEFE5-5D3E-4C7D-B26E-4E5F0CE6637B}"/>
              </a:ext>
            </a:extLst>
          </p:cNvPr>
          <p:cNvSpPr>
            <a:spLocks xmlns:a="http://schemas.openxmlformats.org/drawingml/2006/main" noGrp="1"/>
          </p:cNvSpPr>
          <p:nvPr/>
        </p:nvSpPr>
        <p:spPr>
          <a:xfrm xmlns:a="http://schemas.openxmlformats.org/drawingml/2006/main">
            <a:off x="73723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⑦ 完成</a:t>
            </a:r>
          </a:p>
        </p:txBody>
      </p:sp>
      <p:sp>
        <p:nvSpPr>
          <p:cNvPr id="13" name="flow-nav-8">
            <ns0:hlinkClick xmlns:ns0="http://schemas.openxmlformats.org/drawingml/2006/main" xmlns:ns1="http://schemas.openxmlformats.org/officeDocument/2006/relationships" ns1:id="rIdCompareNav8" action="ppaction://hlinksldjump" tooltip="概念图：失败 / 迟到"/>
            <a:extLst xmlns:a="http://schemas.openxmlformats.org/drawingml/2006/main">
              <a:ext uri="{FF2B5EF4-FFF2-40B4-BE49-F238E27FC236}">
                <a16:creationId xmlns:a16="http://schemas.microsoft.com/office/drawing/2014/main" id="{733F708B-6947-48BB-A2F1-74507F0594D0}"/>
              </a:ext>
            </a:extLst>
          </p:cNvPr>
          <p:cNvSpPr>
            <a:spLocks xmlns:a="http://schemas.openxmlformats.org/drawingml/2006/main" noGrp="1"/>
          </p:cNvSpPr>
          <p:nvPr/>
        </p:nvSpPr>
        <p:spPr>
          <a:xfrm xmlns:a="http://schemas.openxmlformats.org/drawingml/2006/main">
            <a:off x="8343900" y="1104900"/>
            <a:ext cx="11049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失败 / 迟到</a:t>
            </a:r>
          </a:p>
        </p:txBody>
      </p:sp>
      <p:sp>
        <p:nvSpPr>
          <p:cNvPr id="14" name="flow-prev">
            <ns0:hlinkClick xmlns:ns0="http://schemas.openxmlformats.org/drawingml/2006/main" xmlns:ns1="http://schemas.openxmlformats.org/officeDocument/2006/relationships" ns1:id="rIdCompareNav9" action="ppaction://hlinksldjump" tooltip="上一步"/>
            <a:extLst xmlns:a="http://schemas.openxmlformats.org/drawingml/2006/main">
              <a:ext uri="{FF2B5EF4-FFF2-40B4-BE49-F238E27FC236}">
                <a16:creationId xmlns:a16="http://schemas.microsoft.com/office/drawing/2014/main" id="{0E91C75E-D10D-41AB-8506-E61F180C12B8}"/>
              </a:ext>
            </a:extLst>
          </p:cNvPr>
          <p:cNvSpPr>
            <a:spLocks xmlns:a="http://schemas.openxmlformats.org/drawingml/2006/main" noGrp="1"/>
          </p:cNvSpPr>
          <p:nvPr/>
        </p:nvSpPr>
        <p:spPr>
          <a:xfrm xmlns:a="http://schemas.openxmlformats.org/drawingml/2006/main">
            <a:off x="95440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5" name="flow-next">
            <ns0:hlinkClick xmlns:ns0="http://schemas.openxmlformats.org/drawingml/2006/main" xmlns:ns1="http://schemas.openxmlformats.org/officeDocument/2006/relationships" ns1:id="rIdCompareNav10" action="ppaction://hlinksldjump" tooltip="下一步"/>
            <a:extLst xmlns:a="http://schemas.openxmlformats.org/drawingml/2006/main">
              <a:ext uri="{FF2B5EF4-FFF2-40B4-BE49-F238E27FC236}">
                <a16:creationId xmlns:a16="http://schemas.microsoft.com/office/drawing/2014/main" id="{138512DA-35E3-486B-A439-6A51AA18AFE8}"/>
              </a:ext>
            </a:extLst>
          </p:cNvPr>
          <p:cNvSpPr>
            <a:spLocks xmlns:a="http://schemas.openxmlformats.org/drawingml/2006/main" noGrp="1"/>
          </p:cNvSpPr>
          <p:nvPr/>
        </p:nvSpPr>
        <p:spPr>
          <a:xfrm xmlns:a="http://schemas.openxmlformats.org/drawingml/2006/main">
            <a:off x="102298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16" name="flow-body">
            <ns0:hlinkClick xmlns:ns0="http://schemas.openxmlformats.org/drawingml/2006/main" xmlns:ns1="http://schemas.openxmlformats.org/officeDocument/2006/relationships" ns1:id="rIdCompareNav11" action="ppaction://hlinksldjump" tooltip="返回正文"/>
            <a:extLst xmlns:a="http://schemas.openxmlformats.org/drawingml/2006/main">
              <a:ext uri="{FF2B5EF4-FFF2-40B4-BE49-F238E27FC236}">
                <a16:creationId xmlns:a16="http://schemas.microsoft.com/office/drawing/2014/main" id="{66F96791-67FD-4F88-83FA-73F27141A879}"/>
              </a:ext>
            </a:extLst>
          </p:cNvPr>
          <p:cNvSpPr>
            <a:spLocks xmlns:a="http://schemas.openxmlformats.org/drawingml/2006/main" noGrp="1"/>
          </p:cNvSpPr>
          <p:nvPr/>
        </p:nvSpPr>
        <p:spPr>
          <a:xfrm xmlns:a="http://schemas.openxmlformats.org/drawingml/2006/main">
            <a:off x="10915650" y="1104900"/>
            <a:ext cx="7810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返回正文</a:t>
            </a:r>
          </a:p>
        </p:txBody>
      </p:sp>
      <p:sp>
        <p:nvSpPr>
          <p:cNvPr id="17" name="step-summary">
            <a:extLst xmlns:a="http://schemas.openxmlformats.org/drawingml/2006/main">
              <a:ext uri="{FF2B5EF4-FFF2-40B4-BE49-F238E27FC236}">
                <a16:creationId xmlns:a16="http://schemas.microsoft.com/office/drawing/2014/main" id="{49411344-74B9-4A50-A977-A879E3620B1C}"/>
              </a:ext>
            </a:extLst>
          </p:cNvPr>
          <p:cNvSpPr>
            <a:spLocks xmlns:a="http://schemas.openxmlformats.org/drawingml/2006/main" noGrp="1"/>
          </p:cNvSpPr>
          <p:nvPr/>
        </p:nvSpPr>
        <p:spPr>
          <a:xfrm xmlns:a="http://schemas.openxmlformats.org/drawingml/2006/main">
            <a:off x="495300" y="15144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04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⑥ 账户：卡写明确成功后，O 请求 T 更新原账户号码，I 使用原 DataShare，T 接纳逐步结果。</a:t>
            </a:r>
          </a:p>
        </p:txBody>
      </p:sp>
      <p:sp>
        <p:nvSpPr>
          <p:cNvPr id="18" name="header-rule">
            <a:extLst xmlns:a="http://schemas.openxmlformats.org/drawingml/2006/main">
              <a:ext uri="{FF2B5EF4-FFF2-40B4-BE49-F238E27FC236}">
                <a16:creationId xmlns:a16="http://schemas.microsoft.com/office/drawing/2014/main" id="{0AEB729F-D546-4899-8557-231280AAD3C1}"/>
              </a:ext>
            </a:extLst>
          </p:cNvPr>
          <p:cNvSpPr>
            <a:spLocks xmlns:a="http://schemas.openxmlformats.org/drawingml/2006/main" noGrp="1"/>
          </p:cNvSpPr>
          <p:nvPr/>
        </p:nvSpPr>
        <p:spPr>
          <a:xfrm xmlns:a="http://schemas.openxmlformats.org/drawingml/2006/main">
            <a:off x="495300" y="1924050"/>
            <a:ext cx="11201400" cy="10478"/>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9" name="relation-role-subscription">
            <a:extLst xmlns:a="http://schemas.openxmlformats.org/drawingml/2006/main">
              <a:ext uri="{FF2B5EF4-FFF2-40B4-BE49-F238E27FC236}">
                <a16:creationId xmlns:a16="http://schemas.microsoft.com/office/drawing/2014/main" id="{8C8695A4-AA16-411D-BBD5-8ED03AFCC4B8}"/>
              </a:ext>
            </a:extLst>
          </p:cNvPr>
          <p:cNvSpPr>
            <a:spLocks xmlns:a="http://schemas.openxmlformats.org/drawingml/2006/main" noGrp="1"/>
          </p:cNvSpPr>
          <p:nvPr/>
        </p:nvSpPr>
        <p:spPr>
          <a:xfrm xmlns:a="http://schemas.openxmlformats.org/drawingml/2006/main">
            <a:off x="3543300" y="24431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20" name="arrow-0">
            <a:extLst xmlns:a="http://schemas.openxmlformats.org/drawingml/2006/main">
              <a:ext uri="{FF2B5EF4-FFF2-40B4-BE49-F238E27FC236}">
                <a16:creationId xmlns:a16="http://schemas.microsoft.com/office/drawing/2014/main" id="{30B326CB-539E-4DE8-BE8F-C48B06CFCF89}"/>
              </a:ext>
            </a:extLst>
          </p:cNvPr>
          <p:cNvSpPr>
            <a:spLocks xmlns:a="http://schemas.openxmlformats.org/drawingml/2006/main" noGrp="1"/>
          </p:cNvSpPr>
          <p:nvPr/>
        </p:nvSpPr>
        <p:spPr>
          <a:xfrm xmlns:a="http://schemas.openxmlformats.org/drawingml/2006/main">
            <a:off x="4505325" y="24145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21" name="relation-label-0">
            <a:extLst xmlns:a="http://schemas.openxmlformats.org/drawingml/2006/main">
              <a:ext uri="{FF2B5EF4-FFF2-40B4-BE49-F238E27FC236}">
                <a16:creationId xmlns:a16="http://schemas.microsoft.com/office/drawing/2014/main" id="{F7EC9CCA-3D1D-4BD4-94D6-211132C6D383}"/>
              </a:ext>
            </a:extLst>
          </p:cNvPr>
          <p:cNvSpPr>
            <a:spLocks xmlns:a="http://schemas.openxmlformats.org/drawingml/2006/main" noGrp="1"/>
          </p:cNvSpPr>
          <p:nvPr/>
        </p:nvSpPr>
        <p:spPr>
          <a:xfrm xmlns:a="http://schemas.openxmlformats.org/drawingml/2006/main">
            <a:off x="3705225" y="2238375"/>
            <a:ext cx="7048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选择</a:t>
            </a:r>
          </a:p>
        </p:txBody>
      </p:sp>
      <p:sp>
        <p:nvSpPr>
          <p:cNvPr id="22" name="relation-operation-subscription">
            <a:extLst xmlns:a="http://schemas.openxmlformats.org/drawingml/2006/main">
              <a:ext uri="{FF2B5EF4-FFF2-40B4-BE49-F238E27FC236}">
                <a16:creationId xmlns:a16="http://schemas.microsoft.com/office/drawing/2014/main" id="{ADE76C20-CFBA-4185-BBC4-BEEFF5CF7054}"/>
              </a:ext>
            </a:extLst>
          </p:cNvPr>
          <p:cNvSpPr>
            <a:spLocks xmlns:a="http://schemas.openxmlformats.org/drawingml/2006/main" noGrp="1"/>
          </p:cNvSpPr>
          <p:nvPr/>
        </p:nvSpPr>
        <p:spPr>
          <a:xfrm xmlns:a="http://schemas.openxmlformats.org/drawingml/2006/main">
            <a:off x="7620000" y="2443163"/>
            <a:ext cx="1028700" cy="9525"/>
          </a:xfrm>
          <a:custGeom xmlns:a="http://schemas.openxmlformats.org/drawingml/2006/main">
            <a:pathLst>
              <a:path w="1028700" h="9525">
                <a:moveTo>
                  <a:pt x="1028700" y="4763"/>
                </a:moveTo>
                <a:lnTo>
                  <a:pt x="0" y="4763"/>
                </a:lnTo>
              </a:path>
            </a:pathLst>
          </a:custGeom>
          <a:noFill xmlns:a="http://schemas.openxmlformats.org/drawingml/2006/main"/>
          <a:ln xmlns:a="http://schemas.openxmlformats.org/drawingml/2006/main" w="17145">
            <a:solidFill>
              <a:srgbClr val="246AB8"/>
            </a:solidFill>
            <a:prstDash val="solid"/>
          </a:ln>
        </p:spPr>
      </p:sp>
      <p:sp>
        <p:nvSpPr>
          <p:cNvPr id="23" name="arrow-1">
            <a:extLst xmlns:a="http://schemas.openxmlformats.org/drawingml/2006/main">
              <a:ext uri="{FF2B5EF4-FFF2-40B4-BE49-F238E27FC236}">
                <a16:creationId xmlns:a16="http://schemas.microsoft.com/office/drawing/2014/main" id="{93DEFA0C-3316-454D-8315-01041848CC05}"/>
              </a:ext>
            </a:extLst>
          </p:cNvPr>
          <p:cNvSpPr>
            <a:spLocks xmlns:a="http://schemas.openxmlformats.org/drawingml/2006/main" noGrp="1"/>
          </p:cNvSpPr>
          <p:nvPr/>
        </p:nvSpPr>
        <p:spPr>
          <a:xfrm xmlns:a="http://schemas.openxmlformats.org/drawingml/2006/main">
            <a:off x="76200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246AB8"/>
            </a:solidFill>
            <a:prstDash val="solid"/>
          </a:ln>
        </p:spPr>
      </p:sp>
      <p:sp>
        <p:nvSpPr>
          <p:cNvPr id="24" name="relation-label-1">
            <a:extLst xmlns:a="http://schemas.openxmlformats.org/drawingml/2006/main">
              <a:ext uri="{FF2B5EF4-FFF2-40B4-BE49-F238E27FC236}">
                <a16:creationId xmlns:a16="http://schemas.microsoft.com/office/drawing/2014/main" id="{94A6A12D-E5BE-46E8-B6D2-9F619F9B3E31}"/>
              </a:ext>
            </a:extLst>
          </p:cNvPr>
          <p:cNvSpPr>
            <a:spLocks xmlns:a="http://schemas.openxmlformats.org/drawingml/2006/main" noGrp="1"/>
          </p:cNvSpPr>
          <p:nvPr/>
        </p:nvSpPr>
        <p:spPr>
          <a:xfrm xmlns:a="http://schemas.openxmlformats.org/drawingml/2006/main">
            <a:off x="7772400" y="2238375"/>
            <a:ext cx="7239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目标</a:t>
            </a:r>
          </a:p>
        </p:txBody>
      </p:sp>
      <p:sp>
        <p:nvSpPr>
          <p:cNvPr id="25" name="relation-subscription-binding">
            <a:extLst xmlns:a="http://schemas.openxmlformats.org/drawingml/2006/main">
              <a:ext uri="{FF2B5EF4-FFF2-40B4-BE49-F238E27FC236}">
                <a16:creationId xmlns:a16="http://schemas.microsoft.com/office/drawing/2014/main" id="{722BDB08-74D6-4E94-A5BD-17FFE0D3C287}"/>
              </a:ext>
            </a:extLst>
          </p:cNvPr>
          <p:cNvSpPr>
            <a:spLocks xmlns:a="http://schemas.openxmlformats.org/drawingml/2006/main" noGrp="1"/>
          </p:cNvSpPr>
          <p:nvPr/>
        </p:nvSpPr>
        <p:spPr>
          <a:xfrm xmlns:a="http://schemas.openxmlformats.org/drawingml/2006/main">
            <a:off x="60912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26" name="arrow-2">
            <a:extLst xmlns:a="http://schemas.openxmlformats.org/drawingml/2006/main">
              <a:ext uri="{FF2B5EF4-FFF2-40B4-BE49-F238E27FC236}">
                <a16:creationId xmlns:a16="http://schemas.microsoft.com/office/drawing/2014/main" id="{D8708104-FEFE-4B5A-A668-4C8EA23D91F2}"/>
              </a:ext>
            </a:extLst>
          </p:cNvPr>
          <p:cNvSpPr>
            <a:spLocks xmlns:a="http://schemas.openxmlformats.org/drawingml/2006/main" noGrp="1"/>
          </p:cNvSpPr>
          <p:nvPr/>
        </p:nvSpPr>
        <p:spPr>
          <a:xfrm xmlns:a="http://schemas.openxmlformats.org/drawingml/2006/main">
            <a:off x="60626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27" name="relation-label-2">
            <a:extLst xmlns:a="http://schemas.openxmlformats.org/drawingml/2006/main">
              <a:ext uri="{FF2B5EF4-FFF2-40B4-BE49-F238E27FC236}">
                <a16:creationId xmlns:a16="http://schemas.microsoft.com/office/drawing/2014/main" id="{699018BA-8B89-4DAF-A306-DECEADA95A46}"/>
              </a:ext>
            </a:extLst>
          </p:cNvPr>
          <p:cNvSpPr>
            <a:spLocks xmlns:a="http://schemas.openxmlformats.org/drawingml/2006/main" noGrp="1"/>
          </p:cNvSpPr>
          <p:nvPr/>
        </p:nvSpPr>
        <p:spPr>
          <a:xfrm xmlns:a="http://schemas.openxmlformats.org/drawingml/2006/main">
            <a:off x="6181725" y="28956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当前绑定</a:t>
            </a:r>
          </a:p>
        </p:txBody>
      </p:sp>
      <p:sp>
        <p:nvSpPr>
          <p:cNvPr id="28" name="relation-euicc-profile">
            <a:extLst xmlns:a="http://schemas.openxmlformats.org/drawingml/2006/main">
              <a:ext uri="{FF2B5EF4-FFF2-40B4-BE49-F238E27FC236}">
                <a16:creationId xmlns:a16="http://schemas.microsoft.com/office/drawing/2014/main" id="{CF731F8E-A87B-4E22-B5AD-3468DA5D97FB}"/>
              </a:ext>
            </a:extLst>
          </p:cNvPr>
          <p:cNvSpPr>
            <a:spLocks xmlns:a="http://schemas.openxmlformats.org/drawingml/2006/main" noGrp="1"/>
          </p:cNvSpPr>
          <p:nvPr/>
        </p:nvSpPr>
        <p:spPr>
          <a:xfrm xmlns:a="http://schemas.openxmlformats.org/drawingml/2006/main">
            <a:off x="20145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29" name="arrow-3">
            <a:extLst xmlns:a="http://schemas.openxmlformats.org/drawingml/2006/main">
              <a:ext uri="{FF2B5EF4-FFF2-40B4-BE49-F238E27FC236}">
                <a16:creationId xmlns:a16="http://schemas.microsoft.com/office/drawing/2014/main" id="{E0B0A87A-211E-4152-9210-5EAB23731CC1}"/>
              </a:ext>
            </a:extLst>
          </p:cNvPr>
          <p:cNvSpPr>
            <a:spLocks xmlns:a="http://schemas.openxmlformats.org/drawingml/2006/main" noGrp="1"/>
          </p:cNvSpPr>
          <p:nvPr/>
        </p:nvSpPr>
        <p:spPr>
          <a:xfrm xmlns:a="http://schemas.openxmlformats.org/drawingml/2006/main">
            <a:off x="19859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0" name="relation-label-3">
            <a:extLst xmlns:a="http://schemas.openxmlformats.org/drawingml/2006/main">
              <a:ext uri="{FF2B5EF4-FFF2-40B4-BE49-F238E27FC236}">
                <a16:creationId xmlns:a16="http://schemas.microsoft.com/office/drawing/2014/main" id="{7781C0E5-7D05-4412-9826-A3DD58DE072C}"/>
              </a:ext>
            </a:extLst>
          </p:cNvPr>
          <p:cNvSpPr>
            <a:spLocks xmlns:a="http://schemas.openxmlformats.org/drawingml/2006/main" noGrp="1"/>
          </p:cNvSpPr>
          <p:nvPr/>
        </p:nvSpPr>
        <p:spPr>
          <a:xfrm xmlns:a="http://schemas.openxmlformats.org/drawingml/2006/main">
            <a:off x="2124075" y="3962400"/>
            <a:ext cx="8763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容纳配置</a:t>
            </a:r>
          </a:p>
        </p:txBody>
      </p:sp>
      <p:sp>
        <p:nvSpPr>
          <p:cNvPr id="31" name="relation-profile-port">
            <a:extLst xmlns:a="http://schemas.openxmlformats.org/drawingml/2006/main">
              <a:ext uri="{FF2B5EF4-FFF2-40B4-BE49-F238E27FC236}">
                <a16:creationId xmlns:a16="http://schemas.microsoft.com/office/drawing/2014/main" id="{9F31135A-E293-4682-B46C-3F9E09D205D0}"/>
              </a:ext>
            </a:extLst>
          </p:cNvPr>
          <p:cNvSpPr>
            <a:spLocks xmlns:a="http://schemas.openxmlformats.org/drawingml/2006/main" noGrp="1"/>
          </p:cNvSpPr>
          <p:nvPr/>
        </p:nvSpPr>
        <p:spPr>
          <a:xfrm xmlns:a="http://schemas.openxmlformats.org/drawingml/2006/main">
            <a:off x="20145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32" name="arrow-4">
            <a:extLst xmlns:a="http://schemas.openxmlformats.org/drawingml/2006/main">
              <a:ext uri="{FF2B5EF4-FFF2-40B4-BE49-F238E27FC236}">
                <a16:creationId xmlns:a16="http://schemas.microsoft.com/office/drawing/2014/main" id="{556A7B4D-3B26-4906-A17C-753B7F708826}"/>
              </a:ext>
            </a:extLst>
          </p:cNvPr>
          <p:cNvSpPr>
            <a:spLocks xmlns:a="http://schemas.openxmlformats.org/drawingml/2006/main" noGrp="1"/>
          </p:cNvSpPr>
          <p:nvPr/>
        </p:nvSpPr>
        <p:spPr>
          <a:xfrm xmlns:a="http://schemas.openxmlformats.org/drawingml/2006/main">
            <a:off x="19859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3" name="relation-label-4">
            <a:extLst xmlns:a="http://schemas.openxmlformats.org/drawingml/2006/main">
              <a:ext uri="{FF2B5EF4-FFF2-40B4-BE49-F238E27FC236}">
                <a16:creationId xmlns:a16="http://schemas.microsoft.com/office/drawing/2014/main" id="{297F583F-5E11-4DE7-B74D-DD771AC487AC}"/>
              </a:ext>
            </a:extLst>
          </p:cNvPr>
          <p:cNvSpPr>
            <a:spLocks xmlns:a="http://schemas.openxmlformats.org/drawingml/2006/main" noGrp="1"/>
          </p:cNvSpPr>
          <p:nvPr/>
        </p:nvSpPr>
        <p:spPr>
          <a:xfrm xmlns:a="http://schemas.openxmlformats.org/drawingml/2006/main">
            <a:off x="2124075" y="50292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使能于</a:t>
            </a:r>
          </a:p>
        </p:txBody>
      </p:sp>
      <p:sp>
        <p:nvSpPr>
          <p:cNvPr id="34" name="relation-port-slot">
            <a:extLst xmlns:a="http://schemas.openxmlformats.org/drawingml/2006/main">
              <a:ext uri="{FF2B5EF4-FFF2-40B4-BE49-F238E27FC236}">
                <a16:creationId xmlns:a16="http://schemas.microsoft.com/office/drawing/2014/main" id="{EBFE1D86-5088-4A9B-ACA2-B54EA6B2E016}"/>
              </a:ext>
            </a:extLst>
          </p:cNvPr>
          <p:cNvSpPr>
            <a:spLocks xmlns:a="http://schemas.openxmlformats.org/drawingml/2006/main" noGrp="1"/>
          </p:cNvSpPr>
          <p:nvPr/>
        </p:nvSpPr>
        <p:spPr>
          <a:xfrm xmlns:a="http://schemas.openxmlformats.org/drawingml/2006/main">
            <a:off x="3543300" y="56435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35" name="arrow-5">
            <a:extLst xmlns:a="http://schemas.openxmlformats.org/drawingml/2006/main">
              <a:ext uri="{FF2B5EF4-FFF2-40B4-BE49-F238E27FC236}">
                <a16:creationId xmlns:a16="http://schemas.microsoft.com/office/drawing/2014/main" id="{7B1791DA-7458-4381-924F-95EAD14C651F}"/>
              </a:ext>
            </a:extLst>
          </p:cNvPr>
          <p:cNvSpPr>
            <a:spLocks xmlns:a="http://schemas.openxmlformats.org/drawingml/2006/main" noGrp="1"/>
          </p:cNvSpPr>
          <p:nvPr/>
        </p:nvSpPr>
        <p:spPr>
          <a:xfrm xmlns:a="http://schemas.openxmlformats.org/drawingml/2006/main">
            <a:off x="4505325" y="56149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36" name="relation-label-5">
            <a:extLst xmlns:a="http://schemas.openxmlformats.org/drawingml/2006/main">
              <a:ext uri="{FF2B5EF4-FFF2-40B4-BE49-F238E27FC236}">
                <a16:creationId xmlns:a16="http://schemas.microsoft.com/office/drawing/2014/main" id="{144691A5-8507-4B53-AA09-592D7E282943}"/>
              </a:ext>
            </a:extLst>
          </p:cNvPr>
          <p:cNvSpPr>
            <a:spLocks xmlns:a="http://schemas.openxmlformats.org/drawingml/2006/main" noGrp="1"/>
          </p:cNvSpPr>
          <p:nvPr/>
        </p:nvSpPr>
        <p:spPr>
          <a:xfrm xmlns:a="http://schemas.openxmlformats.org/drawingml/2006/main">
            <a:off x="3657600" y="54387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映射到</a:t>
            </a:r>
          </a:p>
        </p:txBody>
      </p:sp>
      <p:sp>
        <p:nvSpPr>
          <p:cNvPr id="37" name="relation-binding-session">
            <a:extLst xmlns:a="http://schemas.openxmlformats.org/drawingml/2006/main">
              <a:ext uri="{FF2B5EF4-FFF2-40B4-BE49-F238E27FC236}">
                <a16:creationId xmlns:a16="http://schemas.microsoft.com/office/drawing/2014/main" id="{D63844AD-1EC7-4A6F-A40E-719C741CDD9D}"/>
              </a:ext>
            </a:extLst>
          </p:cNvPr>
          <p:cNvSpPr>
            <a:spLocks xmlns:a="http://schemas.openxmlformats.org/drawingml/2006/main" noGrp="1"/>
          </p:cNvSpPr>
          <p:nvPr/>
        </p:nvSpPr>
        <p:spPr>
          <a:xfrm xmlns:a="http://schemas.openxmlformats.org/drawingml/2006/main">
            <a:off x="60912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38" name="arrow-6">
            <a:extLst xmlns:a="http://schemas.openxmlformats.org/drawingml/2006/main">
              <a:ext uri="{FF2B5EF4-FFF2-40B4-BE49-F238E27FC236}">
                <a16:creationId xmlns:a16="http://schemas.microsoft.com/office/drawing/2014/main" id="{AB2A05C3-0A2E-4CFB-9999-2F7C47901CC8}"/>
              </a:ext>
            </a:extLst>
          </p:cNvPr>
          <p:cNvSpPr>
            <a:spLocks xmlns:a="http://schemas.openxmlformats.org/drawingml/2006/main" noGrp="1"/>
          </p:cNvSpPr>
          <p:nvPr/>
        </p:nvSpPr>
        <p:spPr>
          <a:xfrm xmlns:a="http://schemas.openxmlformats.org/drawingml/2006/main">
            <a:off x="60626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9" name="relation-label-6">
            <a:extLst xmlns:a="http://schemas.openxmlformats.org/drawingml/2006/main">
              <a:ext uri="{FF2B5EF4-FFF2-40B4-BE49-F238E27FC236}">
                <a16:creationId xmlns:a16="http://schemas.microsoft.com/office/drawing/2014/main" id="{E7A17EB0-84CA-4816-9586-7D92BDF19919}"/>
              </a:ext>
            </a:extLst>
          </p:cNvPr>
          <p:cNvSpPr>
            <a:spLocks xmlns:a="http://schemas.openxmlformats.org/drawingml/2006/main" noGrp="1"/>
          </p:cNvSpPr>
          <p:nvPr/>
        </p:nvSpPr>
        <p:spPr>
          <a:xfrm xmlns:a="http://schemas.openxmlformats.org/drawingml/2006/main">
            <a:off x="6181725" y="39624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当前应用</a:t>
            </a:r>
          </a:p>
        </p:txBody>
      </p:sp>
      <p:sp>
        <p:nvSpPr>
          <p:cNvPr id="40" name="relation-profile-session">
            <a:extLst xmlns:a="http://schemas.openxmlformats.org/drawingml/2006/main">
              <a:ext uri="{FF2B5EF4-FFF2-40B4-BE49-F238E27FC236}">
                <a16:creationId xmlns:a16="http://schemas.microsoft.com/office/drawing/2014/main" id="{27B1D867-47AA-448E-AE44-5F769FAA6823}"/>
              </a:ext>
            </a:extLst>
          </p:cNvPr>
          <p:cNvSpPr>
            <a:spLocks xmlns:a="http://schemas.openxmlformats.org/drawingml/2006/main" noGrp="1"/>
          </p:cNvSpPr>
          <p:nvPr/>
        </p:nvSpPr>
        <p:spPr>
          <a:xfrm xmlns:a="http://schemas.openxmlformats.org/drawingml/2006/main">
            <a:off x="3543300" y="45767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41" name="arrow-7">
            <a:extLst xmlns:a="http://schemas.openxmlformats.org/drawingml/2006/main">
              <a:ext uri="{FF2B5EF4-FFF2-40B4-BE49-F238E27FC236}">
                <a16:creationId xmlns:a16="http://schemas.microsoft.com/office/drawing/2014/main" id="{A93F2E54-3394-4049-900B-0D097670B34C}"/>
              </a:ext>
            </a:extLst>
          </p:cNvPr>
          <p:cNvSpPr>
            <a:spLocks xmlns:a="http://schemas.openxmlformats.org/drawingml/2006/main" noGrp="1"/>
          </p:cNvSpPr>
          <p:nvPr/>
        </p:nvSpPr>
        <p:spPr>
          <a:xfrm xmlns:a="http://schemas.openxmlformats.org/drawingml/2006/main">
            <a:off x="4505325" y="45481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42" name="relation-label-7">
            <a:extLst xmlns:a="http://schemas.openxmlformats.org/drawingml/2006/main">
              <a:ext uri="{FF2B5EF4-FFF2-40B4-BE49-F238E27FC236}">
                <a16:creationId xmlns:a16="http://schemas.microsoft.com/office/drawing/2014/main" id="{44EE662A-0DAD-43ED-AEFB-9AAE140EEED2}"/>
              </a:ext>
            </a:extLst>
          </p:cNvPr>
          <p:cNvSpPr>
            <a:spLocks xmlns:a="http://schemas.openxmlformats.org/drawingml/2006/main" noGrp="1"/>
          </p:cNvSpPr>
          <p:nvPr/>
        </p:nvSpPr>
        <p:spPr>
          <a:xfrm xmlns:a="http://schemas.openxmlformats.org/drawingml/2006/main">
            <a:off x="3657600" y="43719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卡应用</a:t>
            </a:r>
          </a:p>
        </p:txBody>
      </p:sp>
      <p:sp>
        <p:nvSpPr>
          <p:cNvPr id="43" name="relation-session-slot">
            <a:extLst xmlns:a="http://schemas.openxmlformats.org/drawingml/2006/main">
              <a:ext uri="{FF2B5EF4-FFF2-40B4-BE49-F238E27FC236}">
                <a16:creationId xmlns:a16="http://schemas.microsoft.com/office/drawing/2014/main" id="{F740DCCF-BD13-4324-9A0D-5D0DD1AFCDF8}"/>
              </a:ext>
            </a:extLst>
          </p:cNvPr>
          <p:cNvSpPr>
            <a:spLocks xmlns:a="http://schemas.openxmlformats.org/drawingml/2006/main" noGrp="1"/>
          </p:cNvSpPr>
          <p:nvPr/>
        </p:nvSpPr>
        <p:spPr>
          <a:xfrm xmlns:a="http://schemas.openxmlformats.org/drawingml/2006/main">
            <a:off x="60912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44" name="arrow-8">
            <a:extLst xmlns:a="http://schemas.openxmlformats.org/drawingml/2006/main">
              <a:ext uri="{FF2B5EF4-FFF2-40B4-BE49-F238E27FC236}">
                <a16:creationId xmlns:a16="http://schemas.microsoft.com/office/drawing/2014/main" id="{BB6F899B-5F86-4AC9-B286-C485D60EE1CB}"/>
              </a:ext>
            </a:extLst>
          </p:cNvPr>
          <p:cNvSpPr>
            <a:spLocks xmlns:a="http://schemas.openxmlformats.org/drawingml/2006/main" noGrp="1"/>
          </p:cNvSpPr>
          <p:nvPr/>
        </p:nvSpPr>
        <p:spPr>
          <a:xfrm xmlns:a="http://schemas.openxmlformats.org/drawingml/2006/main">
            <a:off x="60626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45" name="relation-label-8">
            <a:extLst xmlns:a="http://schemas.openxmlformats.org/drawingml/2006/main">
              <a:ext uri="{FF2B5EF4-FFF2-40B4-BE49-F238E27FC236}">
                <a16:creationId xmlns:a16="http://schemas.microsoft.com/office/drawing/2014/main" id="{DB3216D4-2529-4207-9668-1ADFCBAF6239}"/>
              </a:ext>
            </a:extLst>
          </p:cNvPr>
          <p:cNvSpPr>
            <a:spLocks xmlns:a="http://schemas.openxmlformats.org/drawingml/2006/main" noGrp="1"/>
          </p:cNvSpPr>
          <p:nvPr/>
        </p:nvSpPr>
        <p:spPr>
          <a:xfrm xmlns:a="http://schemas.openxmlformats.org/drawingml/2006/main">
            <a:off x="6181725" y="5029200"/>
            <a:ext cx="7620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路由</a:t>
            </a:r>
          </a:p>
        </p:txBody>
      </p:sp>
      <p:sp>
        <p:nvSpPr>
          <p:cNvPr id="46" name="relation-operation-request">
            <a:extLst xmlns:a="http://schemas.openxmlformats.org/drawingml/2006/main">
              <a:ext uri="{FF2B5EF4-FFF2-40B4-BE49-F238E27FC236}">
                <a16:creationId xmlns:a16="http://schemas.microsoft.com/office/drawing/2014/main" id="{2A30CAC3-4CED-4BF1-9632-67230D525D43}"/>
              </a:ext>
            </a:extLst>
          </p:cNvPr>
          <p:cNvSpPr>
            <a:spLocks xmlns:a="http://schemas.openxmlformats.org/drawingml/2006/main" noGrp="1"/>
          </p:cNvSpPr>
          <p:nvPr/>
        </p:nvSpPr>
        <p:spPr>
          <a:xfrm xmlns:a="http://schemas.openxmlformats.org/drawingml/2006/main">
            <a:off x="101679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47" name="arrow-9">
            <a:extLst xmlns:a="http://schemas.openxmlformats.org/drawingml/2006/main">
              <a:ext uri="{FF2B5EF4-FFF2-40B4-BE49-F238E27FC236}">
                <a16:creationId xmlns:a16="http://schemas.microsoft.com/office/drawing/2014/main" id="{ADCE98CE-3B46-476C-827B-1641CC345E73}"/>
              </a:ext>
            </a:extLst>
          </p:cNvPr>
          <p:cNvSpPr>
            <a:spLocks xmlns:a="http://schemas.openxmlformats.org/drawingml/2006/main" noGrp="1"/>
          </p:cNvSpPr>
          <p:nvPr/>
        </p:nvSpPr>
        <p:spPr>
          <a:xfrm xmlns:a="http://schemas.openxmlformats.org/drawingml/2006/main">
            <a:off x="101393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48" name="relation-label-9">
            <a:extLst xmlns:a="http://schemas.openxmlformats.org/drawingml/2006/main">
              <a:ext uri="{FF2B5EF4-FFF2-40B4-BE49-F238E27FC236}">
                <a16:creationId xmlns:a16="http://schemas.microsoft.com/office/drawing/2014/main" id="{AA387707-A18B-469C-8BEF-16059A46C83D}"/>
              </a:ext>
            </a:extLst>
          </p:cNvPr>
          <p:cNvSpPr>
            <a:spLocks xmlns:a="http://schemas.openxmlformats.org/drawingml/2006/main" noGrp="1"/>
          </p:cNvSpPr>
          <p:nvPr/>
        </p:nvSpPr>
        <p:spPr>
          <a:xfrm xmlns:a="http://schemas.openxmlformats.org/drawingml/2006/main">
            <a:off x="10258425" y="2895600"/>
            <a:ext cx="10668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步骤关联</a:t>
            </a:r>
          </a:p>
        </p:txBody>
      </p:sp>
      <p:sp>
        <p:nvSpPr>
          <p:cNvPr id="49" name="relation-request-session">
            <a:extLst xmlns:a="http://schemas.openxmlformats.org/drawingml/2006/main">
              <a:ext uri="{FF2B5EF4-FFF2-40B4-BE49-F238E27FC236}">
                <a16:creationId xmlns:a16="http://schemas.microsoft.com/office/drawing/2014/main" id="{8C22E13E-C1E3-4ADD-9BBB-D6B446375B83}"/>
              </a:ext>
            </a:extLst>
          </p:cNvPr>
          <p:cNvSpPr>
            <a:spLocks xmlns:a="http://schemas.openxmlformats.org/drawingml/2006/main" noGrp="1"/>
          </p:cNvSpPr>
          <p:nvPr/>
        </p:nvSpPr>
        <p:spPr>
          <a:xfrm xmlns:a="http://schemas.openxmlformats.org/drawingml/2006/main">
            <a:off x="7620000" y="3514725"/>
            <a:ext cx="1028700" cy="1066800"/>
          </a:xfrm>
          <a:custGeom xmlns:a="http://schemas.openxmlformats.org/drawingml/2006/main">
            <a:pathLst>
              <a:path w="1028700" h="1066800">
                <a:moveTo>
                  <a:pt x="1028700" y="0"/>
                </a:moveTo>
                <a:lnTo>
                  <a:pt x="438150" y="0"/>
                </a:lnTo>
                <a:lnTo>
                  <a:pt x="438150" y="1066800"/>
                </a:lnTo>
                <a:lnTo>
                  <a:pt x="0" y="1066800"/>
                </a:lnTo>
              </a:path>
            </a:pathLst>
          </a:custGeom>
          <a:noFill xmlns:a="http://schemas.openxmlformats.org/drawingml/2006/main"/>
          <a:ln xmlns:a="http://schemas.openxmlformats.org/drawingml/2006/main" w="11430">
            <a:solidFill>
              <a:srgbClr val="ABBBCB"/>
            </a:solidFill>
            <a:prstDash val="solid"/>
          </a:ln>
        </p:spPr>
      </p:sp>
      <p:sp>
        <p:nvSpPr>
          <p:cNvPr id="50" name="arrow-10">
            <a:extLst xmlns:a="http://schemas.openxmlformats.org/drawingml/2006/main">
              <a:ext uri="{FF2B5EF4-FFF2-40B4-BE49-F238E27FC236}">
                <a16:creationId xmlns:a16="http://schemas.microsoft.com/office/drawing/2014/main" id="{DEA7879B-4398-4063-B622-FD5D5760DB5E}"/>
              </a:ext>
            </a:extLst>
          </p:cNvPr>
          <p:cNvSpPr>
            <a:spLocks xmlns:a="http://schemas.openxmlformats.org/drawingml/2006/main" noGrp="1"/>
          </p:cNvSpPr>
          <p:nvPr/>
        </p:nvSpPr>
        <p:spPr>
          <a:xfrm xmlns:a="http://schemas.openxmlformats.org/drawingml/2006/main">
            <a:off x="7620000" y="45481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1" name="relation-label-10">
            <a:extLst xmlns:a="http://schemas.openxmlformats.org/drawingml/2006/main">
              <a:ext uri="{FF2B5EF4-FFF2-40B4-BE49-F238E27FC236}">
                <a16:creationId xmlns:a16="http://schemas.microsoft.com/office/drawing/2014/main" id="{00C75695-8C89-440D-9DA5-F1ED3BE015EE}"/>
              </a:ext>
            </a:extLst>
          </p:cNvPr>
          <p:cNvSpPr>
            <a:spLocks xmlns:a="http://schemas.openxmlformats.org/drawingml/2006/main" noGrp="1"/>
          </p:cNvSpPr>
          <p:nvPr/>
        </p:nvSpPr>
        <p:spPr>
          <a:xfrm xmlns:a="http://schemas.openxmlformats.org/drawingml/2006/main">
            <a:off x="7734300" y="3886200"/>
            <a:ext cx="6667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原会话</a:t>
            </a:r>
          </a:p>
        </p:txBody>
      </p:sp>
      <p:sp>
        <p:nvSpPr>
          <p:cNvPr id="52" name="relation-subscription-store">
            <a:extLst xmlns:a="http://schemas.openxmlformats.org/drawingml/2006/main">
              <a:ext uri="{FF2B5EF4-FFF2-40B4-BE49-F238E27FC236}">
                <a16:creationId xmlns:a16="http://schemas.microsoft.com/office/drawing/2014/main" id="{83401CCE-CC1B-4C72-86ED-7129F34FA915}"/>
              </a:ext>
            </a:extLst>
          </p:cNvPr>
          <p:cNvSpPr>
            <a:spLocks xmlns:a="http://schemas.openxmlformats.org/drawingml/2006/main" noGrp="1"/>
          </p:cNvSpPr>
          <p:nvPr/>
        </p:nvSpPr>
        <p:spPr>
          <a:xfrm xmlns:a="http://schemas.openxmlformats.org/drawingml/2006/main">
            <a:off x="7620000" y="2447925"/>
            <a:ext cx="2552700" cy="1685925"/>
          </a:xfrm>
          <a:custGeom xmlns:a="http://schemas.openxmlformats.org/drawingml/2006/main">
            <a:pathLst>
              <a:path w="2552700" h="1685925">
                <a:moveTo>
                  <a:pt x="0" y="0"/>
                </a:moveTo>
                <a:lnTo>
                  <a:pt x="800100" y="0"/>
                </a:lnTo>
                <a:lnTo>
                  <a:pt x="800100" y="1590675"/>
                </a:lnTo>
                <a:lnTo>
                  <a:pt x="2552700" y="1590675"/>
                </a:lnTo>
                <a:lnTo>
                  <a:pt x="2552700" y="1685925"/>
                </a:lnTo>
              </a:path>
            </a:pathLst>
          </a:custGeom>
          <a:noFill xmlns:a="http://schemas.openxmlformats.org/drawingml/2006/main"/>
          <a:ln xmlns:a="http://schemas.openxmlformats.org/drawingml/2006/main" w="17145">
            <a:solidFill>
              <a:srgbClr val="246AB8"/>
            </a:solidFill>
            <a:prstDash val="solid"/>
          </a:ln>
        </p:spPr>
      </p:sp>
      <p:sp>
        <p:nvSpPr>
          <p:cNvPr id="53" name="arrow-11">
            <a:extLst xmlns:a="http://schemas.openxmlformats.org/drawingml/2006/main">
              <a:ext uri="{FF2B5EF4-FFF2-40B4-BE49-F238E27FC236}">
                <a16:creationId xmlns:a16="http://schemas.microsoft.com/office/drawing/2014/main" id="{B7B93961-B88B-4AA2-BDAE-7DC5A1FFE2F9}"/>
              </a:ext>
            </a:extLst>
          </p:cNvPr>
          <p:cNvSpPr>
            <a:spLocks xmlns:a="http://schemas.openxmlformats.org/drawingml/2006/main" noGrp="1"/>
          </p:cNvSpPr>
          <p:nvPr/>
        </p:nvSpPr>
        <p:spPr>
          <a:xfrm xmlns:a="http://schemas.openxmlformats.org/drawingml/2006/main">
            <a:off x="101393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54" name="relation-label-11">
            <a:extLst xmlns:a="http://schemas.openxmlformats.org/drawingml/2006/main">
              <a:ext uri="{FF2B5EF4-FFF2-40B4-BE49-F238E27FC236}">
                <a16:creationId xmlns:a16="http://schemas.microsoft.com/office/drawing/2014/main" id="{2CDB21EC-CCA3-4325-BE72-D350E0058B91}"/>
              </a:ext>
            </a:extLst>
          </p:cNvPr>
          <p:cNvSpPr>
            <a:spLocks xmlns:a="http://schemas.openxmlformats.org/drawingml/2006/main" noGrp="1"/>
          </p:cNvSpPr>
          <p:nvPr/>
        </p:nvSpPr>
        <p:spPr>
          <a:xfrm xmlns:a="http://schemas.openxmlformats.org/drawingml/2006/main">
            <a:off x="7696200" y="2895600"/>
            <a:ext cx="9715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账户字段存取</a:t>
            </a:r>
          </a:p>
        </p:txBody>
      </p:sp>
      <p:sp>
        <p:nvSpPr>
          <p:cNvPr id="55" name="relation-compat-operation">
            <a:extLst xmlns:a="http://schemas.openxmlformats.org/drawingml/2006/main">
              <a:ext uri="{FF2B5EF4-FFF2-40B4-BE49-F238E27FC236}">
                <a16:creationId xmlns:a16="http://schemas.microsoft.com/office/drawing/2014/main" id="{D6F5EA34-2D3A-4BE4-A128-33B01BC93E65}"/>
              </a:ext>
            </a:extLst>
          </p:cNvPr>
          <p:cNvSpPr>
            <a:spLocks xmlns:a="http://schemas.openxmlformats.org/drawingml/2006/main" noGrp="1"/>
          </p:cNvSpPr>
          <p:nvPr/>
        </p:nvSpPr>
        <p:spPr>
          <a:xfrm xmlns:a="http://schemas.openxmlformats.org/drawingml/2006/main">
            <a:off x="11696700" y="2447925"/>
            <a:ext cx="171450" cy="3200400"/>
          </a:xfrm>
          <a:custGeom xmlns:a="http://schemas.openxmlformats.org/drawingml/2006/main">
            <a:pathLst>
              <a:path w="171450" h="3200400">
                <a:moveTo>
                  <a:pt x="0" y="3200400"/>
                </a:moveTo>
                <a:lnTo>
                  <a:pt x="171450" y="3200400"/>
                </a:lnTo>
                <a:lnTo>
                  <a:pt x="171450" y="0"/>
                </a:lnTo>
                <a:lnTo>
                  <a:pt x="0" y="0"/>
                </a:lnTo>
              </a:path>
            </a:pathLst>
          </a:custGeom>
          <a:noFill xmlns:a="http://schemas.openxmlformats.org/drawingml/2006/main"/>
          <a:ln xmlns:a="http://schemas.openxmlformats.org/drawingml/2006/main" w="11430">
            <a:solidFill>
              <a:srgbClr val="ABBBCB"/>
            </a:solidFill>
            <a:prstDash val="dash"/>
          </a:ln>
        </p:spPr>
      </p:sp>
      <p:sp>
        <p:nvSpPr>
          <p:cNvPr id="56" name="arrow-12">
            <a:extLst xmlns:a="http://schemas.openxmlformats.org/drawingml/2006/main">
              <a:ext uri="{FF2B5EF4-FFF2-40B4-BE49-F238E27FC236}">
                <a16:creationId xmlns:a16="http://schemas.microsoft.com/office/drawing/2014/main" id="{8E19B280-0974-4D20-97F1-5F43EE158AC8}"/>
              </a:ext>
            </a:extLst>
          </p:cNvPr>
          <p:cNvSpPr>
            <a:spLocks xmlns:a="http://schemas.openxmlformats.org/drawingml/2006/main" noGrp="1"/>
          </p:cNvSpPr>
          <p:nvPr/>
        </p:nvSpPr>
        <p:spPr>
          <a:xfrm xmlns:a="http://schemas.openxmlformats.org/drawingml/2006/main">
            <a:off x="116967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7" name="back-arrow-12">
            <a:extLst xmlns:a="http://schemas.openxmlformats.org/drawingml/2006/main">
              <a:ext uri="{FF2B5EF4-FFF2-40B4-BE49-F238E27FC236}">
                <a16:creationId xmlns:a16="http://schemas.microsoft.com/office/drawing/2014/main" id="{4B46C141-413B-4480-A38C-D6B2D232B98E}"/>
              </a:ext>
            </a:extLst>
          </p:cNvPr>
          <p:cNvSpPr>
            <a:spLocks xmlns:a="http://schemas.openxmlformats.org/drawingml/2006/main" noGrp="1"/>
          </p:cNvSpPr>
          <p:nvPr/>
        </p:nvSpPr>
        <p:spPr>
          <a:xfrm xmlns:a="http://schemas.openxmlformats.org/drawingml/2006/main">
            <a:off x="11696700" y="56149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8" name="relation-label-12">
            <a:extLst xmlns:a="http://schemas.openxmlformats.org/drawingml/2006/main">
              <a:ext uri="{FF2B5EF4-FFF2-40B4-BE49-F238E27FC236}">
                <a16:creationId xmlns:a16="http://schemas.microsoft.com/office/drawing/2014/main" id="{23A0EF6B-9B5F-46C2-89F4-13459DECE095}"/>
              </a:ext>
            </a:extLst>
          </p:cNvPr>
          <p:cNvSpPr>
            <a:spLocks xmlns:a="http://schemas.openxmlformats.org/drawingml/2006/main" noGrp="1"/>
          </p:cNvSpPr>
          <p:nvPr/>
        </p:nvSpPr>
        <p:spPr>
          <a:xfrm xmlns:a="http://schemas.openxmlformats.org/drawingml/2006/main">
            <a:off x="10791825" y="5029200"/>
            <a:ext cx="1076325"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受理 / 完成</a:t>
            </a:r>
          </a:p>
        </p:txBody>
      </p:sp>
      <p:sp>
        <p:nvSpPr>
          <p:cNvPr id="59" name="concept-role">
            <a:extLst xmlns:a="http://schemas.openxmlformats.org/drawingml/2006/main">
              <a:ext uri="{FF2B5EF4-FFF2-40B4-BE49-F238E27FC236}">
                <a16:creationId xmlns:a16="http://schemas.microsoft.com/office/drawing/2014/main" id="{AB3B05CD-B71C-4ED2-A8CF-F84D8585432E}"/>
              </a:ext>
            </a:extLst>
          </p:cNvPr>
          <p:cNvSpPr>
            <a:spLocks xmlns:a="http://schemas.openxmlformats.org/drawingml/2006/main" noGrp="1"/>
          </p:cNvSpPr>
          <p:nvPr/>
        </p:nvSpPr>
        <p:spPr>
          <a:xfrm xmlns:a="http://schemas.openxmlformats.org/drawingml/2006/main">
            <a:off x="4953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0" name="concept-title-role">
            <a:extLst xmlns:a="http://schemas.openxmlformats.org/drawingml/2006/main">
              <a:ext uri="{FF2B5EF4-FFF2-40B4-BE49-F238E27FC236}">
                <a16:creationId xmlns:a16="http://schemas.microsoft.com/office/drawing/2014/main" id="{8BE16BD6-DF66-4941-ABC9-CEEA1CC66F9A}"/>
              </a:ext>
            </a:extLst>
          </p:cNvPr>
          <p:cNvSpPr>
            <a:spLocks xmlns:a="http://schemas.openxmlformats.org/drawingml/2006/main" noGrp="1"/>
          </p:cNvSpPr>
          <p:nvPr/>
        </p:nvSpPr>
        <p:spPr>
          <a:xfrm xmlns:a="http://schemas.openxmlformats.org/drawingml/2006/main">
            <a:off x="6096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[A] 角色与资源选择</a:t>
            </a:r>
          </a:p>
        </p:txBody>
      </p:sp>
      <p:sp>
        <p:nvSpPr>
          <p:cNvPr id="61" name="concept-alias-role">
            <a:extLst xmlns:a="http://schemas.openxmlformats.org/drawingml/2006/main">
              <a:ext uri="{FF2B5EF4-FFF2-40B4-BE49-F238E27FC236}">
                <a16:creationId xmlns:a16="http://schemas.microsoft.com/office/drawing/2014/main" id="{D3E79912-4917-41F9-A525-5F7D146BF6CD}"/>
              </a:ext>
            </a:extLst>
          </p:cNvPr>
          <p:cNvSpPr>
            <a:spLocks xmlns:a="http://schemas.openxmlformats.org/drawingml/2006/main" noGrp="1"/>
          </p:cNvSpPr>
          <p:nvPr/>
        </p:nvSpPr>
        <p:spPr>
          <a:xfrm xmlns:a="http://schemas.openxmlformats.org/drawingml/2006/main">
            <a:off x="6096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Assignment</a:t>
            </a:r>
          </a:p>
        </p:txBody>
      </p:sp>
      <p:sp>
        <p:nvSpPr>
          <p:cNvPr id="62" name="concept-function-role">
            <a:extLst xmlns:a="http://schemas.openxmlformats.org/drawingml/2006/main">
              <a:ext uri="{FF2B5EF4-FFF2-40B4-BE49-F238E27FC236}">
                <a16:creationId xmlns:a16="http://schemas.microsoft.com/office/drawing/2014/main" id="{FD2ACD83-A02C-433F-89B5-741141B6BAF1}"/>
              </a:ext>
            </a:extLst>
          </p:cNvPr>
          <p:cNvSpPr>
            <a:spLocks xmlns:a="http://schemas.openxmlformats.org/drawingml/2006/main" noGrp="1"/>
          </p:cNvSpPr>
          <p:nvPr/>
        </p:nvSpPr>
        <p:spPr>
          <a:xfrm xmlns:a="http://schemas.openxmlformats.org/drawingml/2006/main">
            <a:off x="6096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Voice / SMS / Data / Primary</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选择订阅，本用例不改角色</a:t>
            </a:r>
          </a:p>
        </p:txBody>
      </p:sp>
      <p:sp>
        <p:nvSpPr>
          <p:cNvPr id="63" name="concept-subscription">
            <a:extLst xmlns:a="http://schemas.openxmlformats.org/drawingml/2006/main">
              <a:ext uri="{FF2B5EF4-FFF2-40B4-BE49-F238E27FC236}">
                <a16:creationId xmlns:a16="http://schemas.microsoft.com/office/drawing/2014/main" id="{7C40DD08-BB9A-4575-9491-BFEC3EE838DA}"/>
              </a:ext>
            </a:extLst>
          </p:cNvPr>
          <p:cNvSpPr>
            <a:spLocks xmlns:a="http://schemas.openxmlformats.org/drawingml/2006/main" noGrp="1"/>
          </p:cNvSpPr>
          <p:nvPr/>
        </p:nvSpPr>
        <p:spPr>
          <a:xfrm xmlns:a="http://schemas.openxmlformats.org/drawingml/2006/main">
            <a:off x="4572000" y="20002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64" name="concept-title-subscription">
            <a:extLst xmlns:a="http://schemas.openxmlformats.org/drawingml/2006/main">
              <a:ext uri="{FF2B5EF4-FFF2-40B4-BE49-F238E27FC236}">
                <a16:creationId xmlns:a16="http://schemas.microsoft.com/office/drawing/2014/main" id="{5C6BDA6B-B2C9-49D1-B5CB-9E8EA4E8A771}"/>
              </a:ext>
            </a:extLst>
          </p:cNvPr>
          <p:cNvSpPr>
            <a:spLocks xmlns:a="http://schemas.openxmlformats.org/drawingml/2006/main" noGrp="1"/>
          </p:cNvSpPr>
          <p:nvPr/>
        </p:nvSpPr>
        <p:spPr>
          <a:xfrm xmlns:a="http://schemas.openxmlformats.org/drawingml/2006/main">
            <a:off x="46863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⑥] 订阅／账户</a:t>
            </a:r>
          </a:p>
        </p:txBody>
      </p:sp>
      <p:sp>
        <p:nvSpPr>
          <p:cNvPr id="65" name="concept-alias-subscription">
            <a:extLst xmlns:a="http://schemas.openxmlformats.org/drawingml/2006/main">
              <a:ext uri="{FF2B5EF4-FFF2-40B4-BE49-F238E27FC236}">
                <a16:creationId xmlns:a16="http://schemas.microsoft.com/office/drawing/2014/main" id="{AE3D12A2-39F0-4139-9B19-38164BD65FCA}"/>
              </a:ext>
            </a:extLst>
          </p:cNvPr>
          <p:cNvSpPr>
            <a:spLocks xmlns:a="http://schemas.openxmlformats.org/drawingml/2006/main" noGrp="1"/>
          </p:cNvSpPr>
          <p:nvPr/>
        </p:nvSpPr>
        <p:spPr>
          <a:xfrm xmlns:a="http://schemas.openxmlformats.org/drawingml/2006/main">
            <a:off x="46863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Subscription</a:t>
            </a:r>
          </a:p>
        </p:txBody>
      </p:sp>
      <p:sp>
        <p:nvSpPr>
          <p:cNvPr id="66" name="concept-function-subscription">
            <a:extLst xmlns:a="http://schemas.openxmlformats.org/drawingml/2006/main">
              <a:ext uri="{FF2B5EF4-FFF2-40B4-BE49-F238E27FC236}">
                <a16:creationId xmlns:a16="http://schemas.microsoft.com/office/drawing/2014/main" id="{71774AC4-0D58-4D4A-B302-B174515506BC}"/>
              </a:ext>
            </a:extLst>
          </p:cNvPr>
          <p:cNvSpPr>
            <a:spLocks xmlns:a="http://schemas.openxmlformats.org/drawingml/2006/main" noGrp="1"/>
          </p:cNvSpPr>
          <p:nvPr/>
        </p:nvSpPr>
        <p:spPr>
          <a:xfrm xmlns:a="http://schemas.openxmlformats.org/drawingml/2006/main">
            <a:off x="46863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T 接纳本次号码字段</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保护账户与相关绑定版本</a:t>
            </a:r>
          </a:p>
        </p:txBody>
      </p:sp>
      <p:sp>
        <p:nvSpPr>
          <p:cNvPr id="67" name="concept-operation">
            <a:extLst xmlns:a="http://schemas.openxmlformats.org/drawingml/2006/main">
              <a:ext uri="{FF2B5EF4-FFF2-40B4-BE49-F238E27FC236}">
                <a16:creationId xmlns:a16="http://schemas.microsoft.com/office/drawing/2014/main" id="{8C9BE9C4-EF3B-4FCA-8C8C-715861FA1EA1}"/>
              </a:ext>
            </a:extLst>
          </p:cNvPr>
          <p:cNvSpPr>
            <a:spLocks xmlns:a="http://schemas.openxmlformats.org/drawingml/2006/main" noGrp="1"/>
          </p:cNvSpPr>
          <p:nvPr/>
        </p:nvSpPr>
        <p:spPr>
          <a:xfrm xmlns:a="http://schemas.openxmlformats.org/drawingml/2006/main">
            <a:off x="8648700" y="20002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68" name="concept-title-operation">
            <a:extLst xmlns:a="http://schemas.openxmlformats.org/drawingml/2006/main">
              <a:ext uri="{FF2B5EF4-FFF2-40B4-BE49-F238E27FC236}">
                <a16:creationId xmlns:a16="http://schemas.microsoft.com/office/drawing/2014/main" id="{3924DDB6-C60C-41EE-80CD-8F05C225AF5C}"/>
              </a:ext>
            </a:extLst>
          </p:cNvPr>
          <p:cNvSpPr>
            <a:spLocks xmlns:a="http://schemas.openxmlformats.org/drawingml/2006/main" noGrp="1"/>
          </p:cNvSpPr>
          <p:nvPr/>
        </p:nvSpPr>
        <p:spPr>
          <a:xfrm xmlns:a="http://schemas.openxmlformats.org/drawingml/2006/main">
            <a:off x="87630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[O ⑥] 本地业务操作</a:t>
            </a:r>
          </a:p>
        </p:txBody>
      </p:sp>
      <p:sp>
        <p:nvSpPr>
          <p:cNvPr id="69" name="concept-alias-operation">
            <a:extLst xmlns:a="http://schemas.openxmlformats.org/drawingml/2006/main">
              <a:ext uri="{FF2B5EF4-FFF2-40B4-BE49-F238E27FC236}">
                <a16:creationId xmlns:a16="http://schemas.microsoft.com/office/drawing/2014/main" id="{B590E94D-60EE-4E77-B6DB-14454142F3BB}"/>
              </a:ext>
            </a:extLst>
          </p:cNvPr>
          <p:cNvSpPr>
            <a:spLocks xmlns:a="http://schemas.openxmlformats.org/drawingml/2006/main" noGrp="1"/>
          </p:cNvSpPr>
          <p:nvPr/>
        </p:nvSpPr>
        <p:spPr>
          <a:xfrm xmlns:a="http://schemas.openxmlformats.org/drawingml/2006/main">
            <a:off x="87630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Operation</a:t>
            </a:r>
          </a:p>
        </p:txBody>
      </p:sp>
      <p:sp>
        <p:nvSpPr>
          <p:cNvPr id="70" name="concept-function-operation">
            <a:extLst xmlns:a="http://schemas.openxmlformats.org/drawingml/2006/main">
              <a:ext uri="{FF2B5EF4-FFF2-40B4-BE49-F238E27FC236}">
                <a16:creationId xmlns:a16="http://schemas.microsoft.com/office/drawing/2014/main" id="{9AA51E4E-4A0A-43AB-A2C2-DE0C1355E956}"/>
              </a:ext>
            </a:extLst>
          </p:cNvPr>
          <p:cNvSpPr>
            <a:spLocks xmlns:a="http://schemas.openxmlformats.org/drawingml/2006/main" noGrp="1"/>
          </p:cNvSpPr>
          <p:nvPr/>
        </p:nvSpPr>
        <p:spPr>
          <a:xfrm xmlns:a="http://schemas.openxmlformats.org/drawingml/2006/main">
            <a:off x="87630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委托 T 更新原账户 S-A</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保留写卡已成功的事实</a:t>
            </a:r>
          </a:p>
        </p:txBody>
      </p:sp>
      <p:sp>
        <p:nvSpPr>
          <p:cNvPr id="71" name="concept-euicc">
            <a:extLst xmlns:a="http://schemas.openxmlformats.org/drawingml/2006/main">
              <a:ext uri="{FF2B5EF4-FFF2-40B4-BE49-F238E27FC236}">
                <a16:creationId xmlns:a16="http://schemas.microsoft.com/office/drawing/2014/main" id="{8C624875-78BC-4A0E-953B-ACF2B20C5146}"/>
              </a:ext>
            </a:extLst>
          </p:cNvPr>
          <p:cNvSpPr>
            <a:spLocks xmlns:a="http://schemas.openxmlformats.org/drawingml/2006/main" noGrp="1"/>
          </p:cNvSpPr>
          <p:nvPr/>
        </p:nvSpPr>
        <p:spPr>
          <a:xfrm xmlns:a="http://schemas.openxmlformats.org/drawingml/2006/main">
            <a:off x="4953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72" name="concept-title-euicc">
            <a:extLst xmlns:a="http://schemas.openxmlformats.org/drawingml/2006/main">
              <a:ext uri="{FF2B5EF4-FFF2-40B4-BE49-F238E27FC236}">
                <a16:creationId xmlns:a16="http://schemas.microsoft.com/office/drawing/2014/main" id="{7815614B-DF8C-428A-BB91-2A9EB047D2AE}"/>
              </a:ext>
            </a:extLst>
          </p:cNvPr>
          <p:cNvSpPr>
            <a:spLocks xmlns:a="http://schemas.openxmlformats.org/drawingml/2006/main" noGrp="1"/>
          </p:cNvSpPr>
          <p:nvPr/>
        </p:nvSpPr>
        <p:spPr>
          <a:xfrm xmlns:a="http://schemas.openxmlformats.org/drawingml/2006/main">
            <a:off x="6096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[R/H] eUICC 与物理接入</a:t>
            </a:r>
          </a:p>
        </p:txBody>
      </p:sp>
      <p:sp>
        <p:nvSpPr>
          <p:cNvPr id="73" name="concept-alias-euicc">
            <a:extLst xmlns:a="http://schemas.openxmlformats.org/drawingml/2006/main">
              <a:ext uri="{FF2B5EF4-FFF2-40B4-BE49-F238E27FC236}">
                <a16:creationId xmlns:a16="http://schemas.microsoft.com/office/drawing/2014/main" id="{35B96608-60C3-46EF-9C4B-26CEE6828560}"/>
              </a:ext>
            </a:extLst>
          </p:cNvPr>
          <p:cNvSpPr>
            <a:spLocks xmlns:a="http://schemas.openxmlformats.org/drawingml/2006/main" noGrp="1"/>
          </p:cNvSpPr>
          <p:nvPr/>
        </p:nvSpPr>
        <p:spPr>
          <a:xfrm xmlns:a="http://schemas.openxmlformats.org/drawingml/2006/main">
            <a:off x="6096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Endpoint</a:t>
            </a:r>
          </a:p>
        </p:txBody>
      </p:sp>
      <p:sp>
        <p:nvSpPr>
          <p:cNvPr id="74" name="concept-function-euicc">
            <a:extLst xmlns:a="http://schemas.openxmlformats.org/drawingml/2006/main">
              <a:ext uri="{FF2B5EF4-FFF2-40B4-BE49-F238E27FC236}">
                <a16:creationId xmlns:a16="http://schemas.microsoft.com/office/drawing/2014/main" id="{5F41F9DA-A2CF-4F9D-8ABF-EEC4E8C26088}"/>
              </a:ext>
            </a:extLst>
          </p:cNvPr>
          <p:cNvSpPr>
            <a:spLocks xmlns:a="http://schemas.openxmlformats.org/drawingml/2006/main" noGrp="1"/>
          </p:cNvSpPr>
          <p:nvPr/>
        </p:nvSpPr>
        <p:spPr>
          <a:xfrm xmlns:a="http://schemas.openxmlformats.org/drawingml/2006/main">
            <a:off x="6096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EID-E / 物理接入 P-E</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安全元件与实际共享设备</a:t>
            </a:r>
          </a:p>
        </p:txBody>
      </p:sp>
      <p:sp>
        <p:nvSpPr>
          <p:cNvPr id="75" name="concept-binding">
            <a:extLst xmlns:a="http://schemas.openxmlformats.org/drawingml/2006/main">
              <a:ext uri="{FF2B5EF4-FFF2-40B4-BE49-F238E27FC236}">
                <a16:creationId xmlns:a16="http://schemas.microsoft.com/office/drawing/2014/main" id="{04E12594-7635-49B5-A62A-A3F8AFCC408E}"/>
              </a:ext>
            </a:extLst>
          </p:cNvPr>
          <p:cNvSpPr>
            <a:spLocks xmlns:a="http://schemas.openxmlformats.org/drawingml/2006/main" noGrp="1"/>
          </p:cNvSpPr>
          <p:nvPr/>
        </p:nvSpPr>
        <p:spPr>
          <a:xfrm xmlns:a="http://schemas.openxmlformats.org/drawingml/2006/main">
            <a:off x="4572000" y="30670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76" name="concept-title-binding">
            <a:extLst xmlns:a="http://schemas.openxmlformats.org/drawingml/2006/main">
              <a:ext uri="{FF2B5EF4-FFF2-40B4-BE49-F238E27FC236}">
                <a16:creationId xmlns:a16="http://schemas.microsoft.com/office/drawing/2014/main" id="{C88EA558-6B10-4391-A36E-49C99BEBF571}"/>
              </a:ext>
            </a:extLst>
          </p:cNvPr>
          <p:cNvSpPr>
            <a:spLocks xmlns:a="http://schemas.openxmlformats.org/drawingml/2006/main" noGrp="1"/>
          </p:cNvSpPr>
          <p:nvPr/>
        </p:nvSpPr>
        <p:spPr>
          <a:xfrm xmlns:a="http://schemas.openxmlformats.org/drawingml/2006/main">
            <a:off x="46863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⑥] 当前连接绑定</a:t>
            </a:r>
          </a:p>
        </p:txBody>
      </p:sp>
      <p:sp>
        <p:nvSpPr>
          <p:cNvPr id="77" name="concept-alias-binding">
            <a:extLst xmlns:a="http://schemas.openxmlformats.org/drawingml/2006/main">
              <a:ext uri="{FF2B5EF4-FFF2-40B4-BE49-F238E27FC236}">
                <a16:creationId xmlns:a16="http://schemas.microsoft.com/office/drawing/2014/main" id="{EBFDD186-F9A5-4E0E-8B6B-B4B465CAEDCA}"/>
              </a:ext>
            </a:extLst>
          </p:cNvPr>
          <p:cNvSpPr>
            <a:spLocks xmlns:a="http://schemas.openxmlformats.org/drawingml/2006/main" noGrp="1"/>
          </p:cNvSpPr>
          <p:nvPr/>
        </p:nvSpPr>
        <p:spPr>
          <a:xfrm xmlns:a="http://schemas.openxmlformats.org/drawingml/2006/main">
            <a:off x="46863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Binding</a:t>
            </a:r>
          </a:p>
        </p:txBody>
      </p:sp>
      <p:sp>
        <p:nvSpPr>
          <p:cNvPr id="78" name="concept-function-binding">
            <a:extLst xmlns:a="http://schemas.openxmlformats.org/drawingml/2006/main">
              <a:ext uri="{FF2B5EF4-FFF2-40B4-BE49-F238E27FC236}">
                <a16:creationId xmlns:a16="http://schemas.microsoft.com/office/drawing/2014/main" id="{9A07364B-F6E0-42C2-8877-B955740DB4F9}"/>
              </a:ext>
            </a:extLst>
          </p:cNvPr>
          <p:cNvSpPr>
            <a:spLocks xmlns:a="http://schemas.openxmlformats.org/drawingml/2006/main" noGrp="1"/>
          </p:cNvSpPr>
          <p:nvPr/>
        </p:nvSpPr>
        <p:spPr>
          <a:xfrm xmlns:a="http://schemas.openxmlformats.org/drawingml/2006/main">
            <a:off x="46863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复核本次字段写入所需输入</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不整行覆盖其他 Owner</a:t>
            </a:r>
          </a:p>
        </p:txBody>
      </p:sp>
      <p:sp>
        <p:nvSpPr>
          <p:cNvPr id="79" name="concept-request">
            <a:extLst xmlns:a="http://schemas.openxmlformats.org/drawingml/2006/main">
              <a:ext uri="{FF2B5EF4-FFF2-40B4-BE49-F238E27FC236}">
                <a16:creationId xmlns:a16="http://schemas.microsoft.com/office/drawing/2014/main" id="{99522DD7-037E-4CAA-A09F-9BF4E49C44B3}"/>
              </a:ext>
            </a:extLst>
          </p:cNvPr>
          <p:cNvSpPr>
            <a:spLocks xmlns:a="http://schemas.openxmlformats.org/drawingml/2006/main" noGrp="1"/>
          </p:cNvSpPr>
          <p:nvPr/>
        </p:nvSpPr>
        <p:spPr>
          <a:xfrm xmlns:a="http://schemas.openxmlformats.org/drawingml/2006/main">
            <a:off x="86487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0" name="concept-title-request">
            <a:extLst xmlns:a="http://schemas.openxmlformats.org/drawingml/2006/main">
              <a:ext uri="{FF2B5EF4-FFF2-40B4-BE49-F238E27FC236}">
                <a16:creationId xmlns:a16="http://schemas.microsoft.com/office/drawing/2014/main" id="{80FDAC81-EF60-4F0D-BDE2-7810D1935DD4}"/>
              </a:ext>
            </a:extLst>
          </p:cNvPr>
          <p:cNvSpPr>
            <a:spLocks xmlns:a="http://schemas.openxmlformats.org/drawingml/2006/main" noGrp="1"/>
          </p:cNvSpPr>
          <p:nvPr/>
        </p:nvSpPr>
        <p:spPr>
          <a:xfrm xmlns:a="http://schemas.openxmlformats.org/drawingml/2006/main">
            <a:off x="87630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[应用/R] 单次请求关联</a:t>
            </a:r>
          </a:p>
        </p:txBody>
      </p:sp>
      <p:sp>
        <p:nvSpPr>
          <p:cNvPr id="81" name="concept-alias-request">
            <a:extLst xmlns:a="http://schemas.openxmlformats.org/drawingml/2006/main">
              <a:ext uri="{FF2B5EF4-FFF2-40B4-BE49-F238E27FC236}">
                <a16:creationId xmlns:a16="http://schemas.microsoft.com/office/drawing/2014/main" id="{DB4AF661-BEA6-40B2-9CBF-90B27048B850}"/>
              </a:ext>
            </a:extLst>
          </p:cNvPr>
          <p:cNvSpPr>
            <a:spLocks xmlns:a="http://schemas.openxmlformats.org/drawingml/2006/main" noGrp="1"/>
          </p:cNvSpPr>
          <p:nvPr/>
        </p:nvSpPr>
        <p:spPr>
          <a:xfrm xmlns:a="http://schemas.openxmlformats.org/drawingml/2006/main">
            <a:off x="87630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RequestContext</a:t>
            </a:r>
          </a:p>
        </p:txBody>
      </p:sp>
      <p:sp>
        <p:nvSpPr>
          <p:cNvPr id="82" name="concept-function-request">
            <a:extLst xmlns:a="http://schemas.openxmlformats.org/drawingml/2006/main">
              <a:ext uri="{FF2B5EF4-FFF2-40B4-BE49-F238E27FC236}">
                <a16:creationId xmlns:a16="http://schemas.microsoft.com/office/drawing/2014/main" id="{096C3105-78F3-4F59-917A-4986469F722F}"/>
              </a:ext>
            </a:extLst>
          </p:cNvPr>
          <p:cNvSpPr>
            <a:spLocks xmlns:a="http://schemas.openxmlformats.org/drawingml/2006/main" noGrp="1"/>
          </p:cNvSpPr>
          <p:nvPr/>
        </p:nvSpPr>
        <p:spPr>
          <a:xfrm xmlns:a="http://schemas.openxmlformats.org/drawingml/2006/main">
            <a:off x="87630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原目标 S-A / 原会话 g8</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step / attempt / RIL serial</a:t>
            </a:r>
          </a:p>
        </p:txBody>
      </p:sp>
      <p:sp>
        <p:nvSpPr>
          <p:cNvPr id="83" name="concept-profile">
            <a:extLst xmlns:a="http://schemas.openxmlformats.org/drawingml/2006/main">
              <a:ext uri="{FF2B5EF4-FFF2-40B4-BE49-F238E27FC236}">
                <a16:creationId xmlns:a16="http://schemas.microsoft.com/office/drawing/2014/main" id="{5A6F5731-8883-4893-A811-6A0899FD3477}"/>
              </a:ext>
            </a:extLst>
          </p:cNvPr>
          <p:cNvSpPr>
            <a:spLocks xmlns:a="http://schemas.openxmlformats.org/drawingml/2006/main" noGrp="1"/>
          </p:cNvSpPr>
          <p:nvPr/>
        </p:nvSpPr>
        <p:spPr>
          <a:xfrm xmlns:a="http://schemas.openxmlformats.org/drawingml/2006/main">
            <a:off x="4953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4" name="concept-title-profile">
            <a:extLst xmlns:a="http://schemas.openxmlformats.org/drawingml/2006/main">
              <a:ext uri="{FF2B5EF4-FFF2-40B4-BE49-F238E27FC236}">
                <a16:creationId xmlns:a16="http://schemas.microsoft.com/office/drawing/2014/main" id="{F39536D0-E210-483C-AC82-9F9D02CE5C90}"/>
              </a:ext>
            </a:extLst>
          </p:cNvPr>
          <p:cNvSpPr>
            <a:spLocks xmlns:a="http://schemas.openxmlformats.org/drawingml/2006/main" noGrp="1"/>
          </p:cNvSpPr>
          <p:nvPr/>
        </p:nvSpPr>
        <p:spPr>
          <a:xfrm xmlns:a="http://schemas.openxmlformats.org/drawingml/2006/main">
            <a:off x="6096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eSIM 配置</a:t>
            </a:r>
          </a:p>
        </p:txBody>
      </p:sp>
      <p:sp>
        <p:nvSpPr>
          <p:cNvPr id="85" name="concept-alias-profile">
            <a:extLst xmlns:a="http://schemas.openxmlformats.org/drawingml/2006/main">
              <a:ext uri="{FF2B5EF4-FFF2-40B4-BE49-F238E27FC236}">
                <a16:creationId xmlns:a16="http://schemas.microsoft.com/office/drawing/2014/main" id="{71FA8157-3489-46B3-B10B-549D18D266F6}"/>
              </a:ext>
            </a:extLst>
          </p:cNvPr>
          <p:cNvSpPr>
            <a:spLocks xmlns:a="http://schemas.openxmlformats.org/drawingml/2006/main" noGrp="1"/>
          </p:cNvSpPr>
          <p:nvPr/>
        </p:nvSpPr>
        <p:spPr>
          <a:xfrm xmlns:a="http://schemas.openxmlformats.org/drawingml/2006/main">
            <a:off x="6096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Profile</a:t>
            </a:r>
          </a:p>
        </p:txBody>
      </p:sp>
      <p:sp>
        <p:nvSpPr>
          <p:cNvPr id="86" name="concept-function-profile">
            <a:extLst xmlns:a="http://schemas.openxmlformats.org/drawingml/2006/main">
              <a:ext uri="{FF2B5EF4-FFF2-40B4-BE49-F238E27FC236}">
                <a16:creationId xmlns:a16="http://schemas.microsoft.com/office/drawing/2014/main" id="{C517031D-AAE8-4FFE-9FD5-8F785A0A06B4}"/>
              </a:ext>
            </a:extLst>
          </p:cNvPr>
          <p:cNvSpPr>
            <a:spLocks xmlns:a="http://schemas.openxmlformats.org/drawingml/2006/main" noGrp="1"/>
          </p:cNvSpPr>
          <p:nvPr/>
        </p:nvSpPr>
        <p:spPr>
          <a:xfrm xmlns:a="http://schemas.openxmlformats.org/drawingml/2006/main">
            <a:off x="6096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Profile-A / ICCID-A（示意）</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已启用，存于 eUICC-E</a:t>
            </a:r>
          </a:p>
        </p:txBody>
      </p:sp>
      <p:sp>
        <p:nvSpPr>
          <p:cNvPr id="87" name="concept-session">
            <a:extLst xmlns:a="http://schemas.openxmlformats.org/drawingml/2006/main">
              <a:ext uri="{FF2B5EF4-FFF2-40B4-BE49-F238E27FC236}">
                <a16:creationId xmlns:a16="http://schemas.microsoft.com/office/drawing/2014/main" id="{048A0582-C683-465C-972C-B1E517EA1D34}"/>
              </a:ext>
            </a:extLst>
          </p:cNvPr>
          <p:cNvSpPr>
            <a:spLocks xmlns:a="http://schemas.openxmlformats.org/drawingml/2006/main" noGrp="1"/>
          </p:cNvSpPr>
          <p:nvPr/>
        </p:nvSpPr>
        <p:spPr>
          <a:xfrm xmlns:a="http://schemas.openxmlformats.org/drawingml/2006/main">
            <a:off x="45720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8" name="concept-title-session">
            <a:extLst xmlns:a="http://schemas.openxmlformats.org/drawingml/2006/main">
              <a:ext uri="{FF2B5EF4-FFF2-40B4-BE49-F238E27FC236}">
                <a16:creationId xmlns:a16="http://schemas.microsoft.com/office/drawing/2014/main" id="{82F228C7-C2A3-497A-8E88-C2E9EC75D47E}"/>
              </a:ext>
            </a:extLst>
          </p:cNvPr>
          <p:cNvSpPr>
            <a:spLocks xmlns:a="http://schemas.openxmlformats.org/drawingml/2006/main" noGrp="1"/>
          </p:cNvSpPr>
          <p:nvPr/>
        </p:nvSpPr>
        <p:spPr>
          <a:xfrm xmlns:a="http://schemas.openxmlformats.org/drawingml/2006/main">
            <a:off x="46863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卡应用会话</a:t>
            </a:r>
          </a:p>
        </p:txBody>
      </p:sp>
      <p:sp>
        <p:nvSpPr>
          <p:cNvPr id="89" name="concept-alias-session">
            <a:extLst xmlns:a="http://schemas.openxmlformats.org/drawingml/2006/main">
              <a:ext uri="{FF2B5EF4-FFF2-40B4-BE49-F238E27FC236}">
                <a16:creationId xmlns:a16="http://schemas.microsoft.com/office/drawing/2014/main" id="{4CECA24E-9A87-42F9-8987-F3C85C78324C}"/>
              </a:ext>
            </a:extLst>
          </p:cNvPr>
          <p:cNvSpPr>
            <a:spLocks xmlns:a="http://schemas.openxmlformats.org/drawingml/2006/main" noGrp="1"/>
          </p:cNvSpPr>
          <p:nvPr/>
        </p:nvSpPr>
        <p:spPr>
          <a:xfrm xmlns:a="http://schemas.openxmlformats.org/drawingml/2006/main">
            <a:off x="46863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SessionRef</a:t>
            </a:r>
          </a:p>
        </p:txBody>
      </p:sp>
      <p:sp>
        <p:nvSpPr>
          <p:cNvPr id="90" name="concept-function-session">
            <a:extLst xmlns:a="http://schemas.openxmlformats.org/drawingml/2006/main">
              <a:ext uri="{FF2B5EF4-FFF2-40B4-BE49-F238E27FC236}">
                <a16:creationId xmlns:a16="http://schemas.microsoft.com/office/drawing/2014/main" id="{21FF9235-01DB-4413-9BB7-9D00EA6AA68F}"/>
              </a:ext>
            </a:extLst>
          </p:cNvPr>
          <p:cNvSpPr>
            <a:spLocks xmlns:a="http://schemas.openxmlformats.org/drawingml/2006/main" noGrp="1"/>
          </p:cNvSpPr>
          <p:nvPr/>
        </p:nvSpPr>
        <p:spPr>
          <a:xfrm xmlns:a="http://schemas.openxmlformats.org/drawingml/2006/main">
            <a:off x="46863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SessionRef：应用代次 g8</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文件加载另有 LoadScope</a:t>
            </a:r>
          </a:p>
        </p:txBody>
      </p:sp>
      <p:sp>
        <p:nvSpPr>
          <p:cNvPr id="91" name="concept-store">
            <a:extLst xmlns:a="http://schemas.openxmlformats.org/drawingml/2006/main">
              <a:ext uri="{FF2B5EF4-FFF2-40B4-BE49-F238E27FC236}">
                <a16:creationId xmlns:a16="http://schemas.microsoft.com/office/drawing/2014/main" id="{177AFBF7-D845-4950-B8C6-E52468A6CC3C}"/>
              </a:ext>
            </a:extLst>
          </p:cNvPr>
          <p:cNvSpPr>
            <a:spLocks xmlns:a="http://schemas.openxmlformats.org/drawingml/2006/main" noGrp="1"/>
          </p:cNvSpPr>
          <p:nvPr/>
        </p:nvSpPr>
        <p:spPr>
          <a:xfrm xmlns:a="http://schemas.openxmlformats.org/drawingml/2006/main">
            <a:off x="8648700" y="41338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92" name="concept-title-store">
            <a:extLst xmlns:a="http://schemas.openxmlformats.org/drawingml/2006/main">
              <a:ext uri="{FF2B5EF4-FFF2-40B4-BE49-F238E27FC236}">
                <a16:creationId xmlns:a16="http://schemas.microsoft.com/office/drawing/2014/main" id="{38271966-BFB6-4176-84D6-DB69979A06D4}"/>
              </a:ext>
            </a:extLst>
          </p:cNvPr>
          <p:cNvSpPr>
            <a:spLocks xmlns:a="http://schemas.openxmlformats.org/drawingml/2006/main" noGrp="1"/>
          </p:cNvSpPr>
          <p:nvPr/>
        </p:nvSpPr>
        <p:spPr>
          <a:xfrm xmlns:a="http://schemas.openxmlformats.org/drawingml/2006/main">
            <a:off x="87630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[I ⑥] 账户存储适配</a:t>
            </a:r>
          </a:p>
        </p:txBody>
      </p:sp>
      <p:sp>
        <p:nvSpPr>
          <p:cNvPr id="93" name="concept-alias-store">
            <a:extLst xmlns:a="http://schemas.openxmlformats.org/drawingml/2006/main">
              <a:ext uri="{FF2B5EF4-FFF2-40B4-BE49-F238E27FC236}">
                <a16:creationId xmlns:a16="http://schemas.microsoft.com/office/drawing/2014/main" id="{B22ADC9B-D0F2-43DC-AC2E-9846276E7BE0}"/>
              </a:ext>
            </a:extLst>
          </p:cNvPr>
          <p:cNvSpPr>
            <a:spLocks xmlns:a="http://schemas.openxmlformats.org/drawingml/2006/main" noGrp="1"/>
          </p:cNvSpPr>
          <p:nvPr/>
        </p:nvSpPr>
        <p:spPr>
          <a:xfrm xmlns:a="http://schemas.openxmlformats.org/drawingml/2006/main">
            <a:off x="87630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AccountStore</a:t>
            </a:r>
          </a:p>
        </p:txBody>
      </p:sp>
      <p:sp>
        <p:nvSpPr>
          <p:cNvPr id="94" name="concept-function-store">
            <a:extLst xmlns:a="http://schemas.openxmlformats.org/drawingml/2006/main">
              <a:ext uri="{FF2B5EF4-FFF2-40B4-BE49-F238E27FC236}">
                <a16:creationId xmlns:a16="http://schemas.microsoft.com/office/drawing/2014/main" id="{E85B223B-7427-47AA-BD9D-1D9D27A228D8}"/>
              </a:ext>
            </a:extLst>
          </p:cNvPr>
          <p:cNvSpPr>
            <a:spLocks xmlns:a="http://schemas.openxmlformats.org/drawingml/2006/main" noGrp="1"/>
          </p:cNvSpPr>
          <p:nvPr/>
        </p:nvSpPr>
        <p:spPr>
          <a:xfrm xmlns:a="http://schemas.openxmlformats.org/drawingml/2006/main">
            <a:off x="87630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执行原 DataShare 字段写入</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逐步报告存储与原错误</a:t>
            </a:r>
          </a:p>
        </p:txBody>
      </p:sp>
      <p:sp>
        <p:nvSpPr>
          <p:cNvPr id="95" name="concept-port">
            <a:extLst xmlns:a="http://schemas.openxmlformats.org/drawingml/2006/main">
              <a:ext uri="{FF2B5EF4-FFF2-40B4-BE49-F238E27FC236}">
                <a16:creationId xmlns:a16="http://schemas.microsoft.com/office/drawing/2014/main" id="{490FCC13-E8F3-49FB-9A78-E3E4B9BE09F7}"/>
              </a:ext>
            </a:extLst>
          </p:cNvPr>
          <p:cNvSpPr>
            <a:spLocks xmlns:a="http://schemas.openxmlformats.org/drawingml/2006/main" noGrp="1"/>
          </p:cNvSpPr>
          <p:nvPr/>
        </p:nvSpPr>
        <p:spPr>
          <a:xfrm xmlns:a="http://schemas.openxmlformats.org/drawingml/2006/main">
            <a:off x="4953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96" name="concept-title-port">
            <a:extLst xmlns:a="http://schemas.openxmlformats.org/drawingml/2006/main">
              <a:ext uri="{FF2B5EF4-FFF2-40B4-BE49-F238E27FC236}">
                <a16:creationId xmlns:a16="http://schemas.microsoft.com/office/drawing/2014/main" id="{B10B2D44-75E7-4F6E-ADED-78CE93875A2E}"/>
              </a:ext>
            </a:extLst>
          </p:cNvPr>
          <p:cNvSpPr>
            <a:spLocks xmlns:a="http://schemas.openxmlformats.org/drawingml/2006/main" noGrp="1"/>
          </p:cNvSpPr>
          <p:nvPr/>
        </p:nvSpPr>
        <p:spPr>
          <a:xfrm xmlns:a="http://schemas.openxmlformats.org/drawingml/2006/main">
            <a:off x="6096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eSIM 连接端口</a:t>
            </a:r>
          </a:p>
        </p:txBody>
      </p:sp>
      <p:sp>
        <p:nvSpPr>
          <p:cNvPr id="97" name="concept-alias-port">
            <a:extLst xmlns:a="http://schemas.openxmlformats.org/drawingml/2006/main">
              <a:ext uri="{FF2B5EF4-FFF2-40B4-BE49-F238E27FC236}">
                <a16:creationId xmlns:a16="http://schemas.microsoft.com/office/drawing/2014/main" id="{B5D1638C-51B0-4CC8-BAC7-F9FDF74F56B6}"/>
              </a:ext>
            </a:extLst>
          </p:cNvPr>
          <p:cNvSpPr>
            <a:spLocks xmlns:a="http://schemas.openxmlformats.org/drawingml/2006/main" noGrp="1"/>
          </p:cNvSpPr>
          <p:nvPr/>
        </p:nvSpPr>
        <p:spPr>
          <a:xfrm xmlns:a="http://schemas.openxmlformats.org/drawingml/2006/main">
            <a:off x="6096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Port</a:t>
            </a:r>
          </a:p>
        </p:txBody>
      </p:sp>
      <p:sp>
        <p:nvSpPr>
          <p:cNvPr id="98" name="concept-function-port">
            <a:extLst xmlns:a="http://schemas.openxmlformats.org/drawingml/2006/main">
              <a:ext uri="{FF2B5EF4-FFF2-40B4-BE49-F238E27FC236}">
                <a16:creationId xmlns:a16="http://schemas.microsoft.com/office/drawing/2014/main" id="{113240C9-551C-4702-9F5E-AC57EE158FF4}"/>
              </a:ext>
            </a:extLst>
          </p:cNvPr>
          <p:cNvSpPr>
            <a:spLocks xmlns:a="http://schemas.openxmlformats.org/drawingml/2006/main" noGrp="1"/>
          </p:cNvSpPr>
          <p:nvPr/>
        </p:nvSpPr>
        <p:spPr>
          <a:xfrm xmlns:a="http://schemas.openxmlformats.org/drawingml/2006/main">
            <a:off x="6096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Port-0 当前承载 Profile-A</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按真实设备约束访问</a:t>
            </a:r>
          </a:p>
        </p:txBody>
      </p:sp>
      <p:sp>
        <p:nvSpPr>
          <p:cNvPr id="99" name="concept-slot">
            <a:extLst xmlns:a="http://schemas.openxmlformats.org/drawingml/2006/main">
              <a:ext uri="{FF2B5EF4-FFF2-40B4-BE49-F238E27FC236}">
                <a16:creationId xmlns:a16="http://schemas.microsoft.com/office/drawing/2014/main" id="{334D9904-58EC-46F9-8704-B37F402146C5}"/>
              </a:ext>
            </a:extLst>
          </p:cNvPr>
          <p:cNvSpPr>
            <a:spLocks xmlns:a="http://schemas.openxmlformats.org/drawingml/2006/main" noGrp="1"/>
          </p:cNvSpPr>
          <p:nvPr/>
        </p:nvSpPr>
        <p:spPr>
          <a:xfrm xmlns:a="http://schemas.openxmlformats.org/drawingml/2006/main">
            <a:off x="45720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100" name="concept-title-slot">
            <a:extLst xmlns:a="http://schemas.openxmlformats.org/drawingml/2006/main">
              <a:ext uri="{FF2B5EF4-FFF2-40B4-BE49-F238E27FC236}">
                <a16:creationId xmlns:a16="http://schemas.microsoft.com/office/drawing/2014/main" id="{6CB7AABE-6ED2-4189-8D94-88A505770CEB}"/>
              </a:ext>
            </a:extLst>
          </p:cNvPr>
          <p:cNvSpPr>
            <a:spLocks xmlns:a="http://schemas.openxmlformats.org/drawingml/2006/main" noGrp="1"/>
          </p:cNvSpPr>
          <p:nvPr/>
        </p:nvSpPr>
        <p:spPr>
          <a:xfrm xmlns:a="http://schemas.openxmlformats.org/drawingml/2006/main">
            <a:off x="46863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[C/R] 逻辑槽／软件路由</a:t>
            </a:r>
          </a:p>
        </p:txBody>
      </p:sp>
      <p:sp>
        <p:nvSpPr>
          <p:cNvPr id="101" name="concept-alias-slot">
            <a:extLst xmlns:a="http://schemas.openxmlformats.org/drawingml/2006/main">
              <a:ext uri="{FF2B5EF4-FFF2-40B4-BE49-F238E27FC236}">
                <a16:creationId xmlns:a16="http://schemas.microsoft.com/office/drawing/2014/main" id="{7BF7D775-3D1A-4600-9827-EB7D2EA2AE9C}"/>
              </a:ext>
            </a:extLst>
          </p:cNvPr>
          <p:cNvSpPr>
            <a:spLocks xmlns:a="http://schemas.openxmlformats.org/drawingml/2006/main" noGrp="1"/>
          </p:cNvSpPr>
          <p:nvPr/>
        </p:nvSpPr>
        <p:spPr>
          <a:xfrm xmlns:a="http://schemas.openxmlformats.org/drawingml/2006/main">
            <a:off x="46863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Logical Slot</a:t>
            </a:r>
          </a:p>
        </p:txBody>
      </p:sp>
      <p:sp>
        <p:nvSpPr>
          <p:cNvPr id="102" name="concept-function-slot">
            <a:extLst xmlns:a="http://schemas.openxmlformats.org/drawingml/2006/main">
              <a:ext uri="{FF2B5EF4-FFF2-40B4-BE49-F238E27FC236}">
                <a16:creationId xmlns:a16="http://schemas.microsoft.com/office/drawing/2014/main" id="{6545D5AE-75B9-4ADA-B567-2C7A8074F63C}"/>
              </a:ext>
            </a:extLst>
          </p:cNvPr>
          <p:cNvSpPr>
            <a:spLocks xmlns:a="http://schemas.openxmlformats.org/drawingml/2006/main" noGrp="1"/>
          </p:cNvSpPr>
          <p:nvPr/>
        </p:nvSpPr>
        <p:spPr>
          <a:xfrm xmlns:a="http://schemas.openxmlformats.org/drawingml/2006/main">
            <a:off x="46863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逻辑 slot-1 可复用</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保持原路由与兼容参数含义</a:t>
            </a:r>
          </a:p>
        </p:txBody>
      </p:sp>
      <p:sp>
        <p:nvSpPr>
          <p:cNvPr id="103" name="concept-compat">
            <a:extLst xmlns:a="http://schemas.openxmlformats.org/drawingml/2006/main">
              <a:ext uri="{FF2B5EF4-FFF2-40B4-BE49-F238E27FC236}">
                <a16:creationId xmlns:a16="http://schemas.microsoft.com/office/drawing/2014/main" id="{18C3098E-6077-493D-9A16-0EEB58275E8D}"/>
              </a:ext>
            </a:extLst>
          </p:cNvPr>
          <p:cNvSpPr>
            <a:spLocks xmlns:a="http://schemas.openxmlformats.org/drawingml/2006/main" noGrp="1"/>
          </p:cNvSpPr>
          <p:nvPr/>
        </p:nvSpPr>
        <p:spPr>
          <a:xfrm xmlns:a="http://schemas.openxmlformats.org/drawingml/2006/main">
            <a:off x="86487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104" name="concept-title-compat">
            <a:extLst xmlns:a="http://schemas.openxmlformats.org/drawingml/2006/main">
              <a:ext uri="{FF2B5EF4-FFF2-40B4-BE49-F238E27FC236}">
                <a16:creationId xmlns:a16="http://schemas.microsoft.com/office/drawing/2014/main" id="{9696CAB7-9384-4CE2-9BEF-4B1BEFB5BECF}"/>
              </a:ext>
            </a:extLst>
          </p:cNvPr>
          <p:cNvSpPr>
            <a:spLocks xmlns:a="http://schemas.openxmlformats.org/drawingml/2006/main" noGrp="1"/>
          </p:cNvSpPr>
          <p:nvPr/>
        </p:nvSpPr>
        <p:spPr>
          <a:xfrm xmlns:a="http://schemas.openxmlformats.org/drawingml/2006/main">
            <a:off x="87630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 旧接口与完成出口</a:t>
            </a:r>
          </a:p>
        </p:txBody>
      </p:sp>
      <p:sp>
        <p:nvSpPr>
          <p:cNvPr id="105" name="concept-alias-compat">
            <a:extLst xmlns:a="http://schemas.openxmlformats.org/drawingml/2006/main">
              <a:ext uri="{FF2B5EF4-FFF2-40B4-BE49-F238E27FC236}">
                <a16:creationId xmlns:a16="http://schemas.microsoft.com/office/drawing/2014/main" id="{E1205BF2-F62C-4CE0-A528-FC430764D28E}"/>
              </a:ext>
            </a:extLst>
          </p:cNvPr>
          <p:cNvSpPr>
            <a:spLocks xmlns:a="http://schemas.openxmlformats.org/drawingml/2006/main" noGrp="1"/>
          </p:cNvSpPr>
          <p:nvPr/>
        </p:nvSpPr>
        <p:spPr>
          <a:xfrm xmlns:a="http://schemas.openxmlformats.org/drawingml/2006/main">
            <a:off x="87630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Compatibility</a:t>
            </a:r>
          </a:p>
        </p:txBody>
      </p:sp>
      <p:sp>
        <p:nvSpPr>
          <p:cNvPr id="106" name="concept-function-compat">
            <a:extLst xmlns:a="http://schemas.openxmlformats.org/drawingml/2006/main">
              <a:ext uri="{FF2B5EF4-FFF2-40B4-BE49-F238E27FC236}">
                <a16:creationId xmlns:a16="http://schemas.microsoft.com/office/drawing/2014/main" id="{6DEF7AD7-0D3A-419D-87BB-179FCAF7FDD9}"/>
              </a:ext>
            </a:extLst>
          </p:cNvPr>
          <p:cNvSpPr>
            <a:spLocks xmlns:a="http://schemas.openxmlformats.org/drawingml/2006/main" noGrp="1"/>
          </p:cNvSpPr>
          <p:nvPr/>
        </p:nvSpPr>
        <p:spPr>
          <a:xfrm xmlns:a="http://schemas.openxmlformats.org/drawingml/2006/main">
            <a:off x="87630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旧 slot 参数 / 权限 / 原错误</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受理返回与业务完成分开</a:t>
            </a:r>
          </a:p>
        </p:txBody>
      </p:sp>
      <p:sp>
        <p:nvSpPr>
          <p:cNvPr id="107" name="footer-rule">
            <a:extLst xmlns:a="http://schemas.openxmlformats.org/drawingml/2006/main">
              <a:ext uri="{FF2B5EF4-FFF2-40B4-BE49-F238E27FC236}">
                <a16:creationId xmlns:a16="http://schemas.microsoft.com/office/drawing/2014/main" id="{3484D394-C496-4F8A-B06B-E6FBAC4E946D}"/>
              </a:ext>
            </a:extLst>
          </p:cNvPr>
          <p:cNvSpPr>
            <a:spLocks xmlns:a="http://schemas.openxmlformats.org/drawingml/2006/main" noGrp="1"/>
          </p:cNvSpPr>
          <p:nvPr/>
        </p:nvSpPr>
        <p:spPr>
          <a:xfrm xmlns:a="http://schemas.openxmlformats.org/drawingml/2006/main">
            <a:off x="495300" y="62198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8" name="owner-legend">
            <a:extLst xmlns:a="http://schemas.openxmlformats.org/drawingml/2006/main">
              <a:ext uri="{FF2B5EF4-FFF2-40B4-BE49-F238E27FC236}">
                <a16:creationId xmlns:a16="http://schemas.microsoft.com/office/drawing/2014/main" id="{CE46C64D-8FB3-4E39-8F9B-A6D498432092}"/>
              </a:ext>
            </a:extLst>
          </p:cNvPr>
          <p:cNvSpPr>
            <a:spLocks xmlns:a="http://schemas.openxmlformats.org/drawingml/2006/main" noGrp="1"/>
          </p:cNvSpPr>
          <p:nvPr/>
        </p:nvSpPr>
        <p:spPr>
          <a:xfrm xmlns:a="http://schemas.openxmlformats.org/drawingml/2006/main">
            <a:off x="495300" y="63055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buNone/>
              <a:defRPr sz="1050" b="0">
                <a:solidFill>
                  <a:srgbClr val="56657A"/>
                </a:solidFill>
                <a:latin typeface="Microsoft YaHei"/>
                <a:ea typeface="Microsoft YaHei"/>
                <a:cs typeface="Microsoft YaHei"/>
              </a:defRPr>
            </a:lvl1pPr>
            <a:lvl2pPr algn="l">
              <a:buNone/>
              <a:defRPr sz="1050" b="0">
                <a:solidFill>
                  <a:srgbClr val="56657A"/>
                </a:solidFill>
                <a:latin typeface="Microsoft YaHei"/>
                <a:ea typeface="Microsoft YaHei"/>
                <a:cs typeface="Microsoft YaHei"/>
              </a:defRPr>
            </a:lvl2pPr>
            <a:lvl3pPr algn="l">
              <a:buNone/>
              <a:defRPr sz="1050" b="0">
                <a:solidFill>
                  <a:srgbClr val="56657A"/>
                </a:solidFill>
                <a:latin typeface="Microsoft YaHei"/>
                <a:ea typeface="Microsoft YaHei"/>
                <a:cs typeface="Microsoft YaHei"/>
              </a:defRPr>
            </a:lvl3pPr>
            <a:lvl4pPr algn="l">
              <a:buNone/>
              <a:defRPr sz="1050" b="0">
                <a:solidFill>
                  <a:srgbClr val="56657A"/>
                </a:solidFill>
                <a:latin typeface="Microsoft YaHei"/>
                <a:ea typeface="Microsoft YaHei"/>
                <a:cs typeface="Microsoft YaHei"/>
              </a:defRPr>
            </a:lvl4pPr>
            <a:lvl5pPr algn="l">
              <a:buNone/>
              <a:defRPr sz="1050" b="0">
                <a:solidFill>
                  <a:srgbClr val="56657A"/>
                </a:solidFill>
                <a:latin typeface="Microsoft YaHei"/>
                <a:ea typeface="Microsoft YaHei"/>
                <a:cs typeface="Microsoft YaHei"/>
              </a:defRPr>
            </a:lvl5pPr>
            <a:lvl6pPr algn="l">
              <a:buNone/>
              <a:defRPr sz="1050" b="0">
                <a:solidFill>
                  <a:srgbClr val="56657A"/>
                </a:solidFill>
                <a:latin typeface="Microsoft YaHei"/>
                <a:ea typeface="Microsoft YaHei"/>
                <a:cs typeface="Microsoft YaHei"/>
              </a:defRPr>
            </a:lvl6pPr>
            <a:lvl7pPr algn="l">
              <a:buNone/>
              <a:defRPr sz="1050" b="0">
                <a:solidFill>
                  <a:srgbClr val="56657A"/>
                </a:solidFill>
                <a:latin typeface="Microsoft YaHei"/>
                <a:ea typeface="Microsoft YaHei"/>
                <a:cs typeface="Microsoft YaHei"/>
              </a:defRPr>
            </a:lvl7pPr>
            <a:lvl8pPr algn="l">
              <a:buNone/>
              <a:defRPr sz="1050" b="0">
                <a:solidFill>
                  <a:srgbClr val="56657A"/>
                </a:solidFill>
                <a:latin typeface="Microsoft YaHei"/>
                <a:ea typeface="Microsoft YaHei"/>
                <a:cs typeface="Microsoft YaHei"/>
              </a:defRPr>
            </a:lvl8pPr>
            <a:lvl9pPr algn="l">
              <a:buNone/>
              <a:defRPr sz="1050" b="0">
                <a:solidFill>
                  <a:srgbClr val="56657A"/>
                </a:solidFill>
                <a:latin typeface="Microsoft YaHei"/>
                <a:ea typeface="Microsoft YaHei"/>
                <a:cs typeface="Microsoft YaHei"/>
              </a:defRPr>
            </a:lvl9pPr>
          </a:lstStyle>
          <a:p xmlns:a="http://schemas.openxmlformats.org/drawingml/2006/main">
            <a:pPr algn="l">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T 账户拓扑　A 角色资源　O 本地操作　R 卡运行　I 适配　C 兼容　H 宿主</a:t>
            </a:r>
          </a:p>
        </p:txBody>
      </p:sp>
      <p:sp>
        <p:nvSpPr>
          <p:cNvPr id="109" name="relation-legend">
            <a:extLst xmlns:a="http://schemas.openxmlformats.org/drawingml/2006/main">
              <a:ext uri="{FF2B5EF4-FFF2-40B4-BE49-F238E27FC236}">
                <a16:creationId xmlns:a16="http://schemas.microsoft.com/office/drawing/2014/main" id="{909902AD-1149-4981-ABD1-04C49573B05C}"/>
              </a:ext>
            </a:extLst>
          </p:cNvPr>
          <p:cNvSpPr>
            <a:spLocks xmlns:a="http://schemas.openxmlformats.org/drawingml/2006/main" noGrp="1"/>
          </p:cNvSpPr>
          <p:nvPr/>
        </p:nvSpPr>
        <p:spPr>
          <a:xfrm xmlns:a="http://schemas.openxmlformats.org/drawingml/2006/main">
            <a:off x="7848600" y="6305550"/>
            <a:ext cx="3848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实线：概念关系　虚线：入口协作</a:t>
            </a:r>
          </a:p>
        </p:txBody>
      </p:sp>
      <p:sp>
        <p:nvSpPr>
          <p:cNvPr id="110" name="footer">
            <a:extLst xmlns:a="http://schemas.openxmlformats.org/drawingml/2006/main">
              <a:ext uri="{FF2B5EF4-FFF2-40B4-BE49-F238E27FC236}">
                <a16:creationId xmlns:a16="http://schemas.microsoft.com/office/drawing/2014/main" id="{EABAE203-AD49-49E1-991E-D46F53A2229C}"/>
              </a:ext>
            </a:extLst>
          </p:cNvPr>
          <p:cNvSpPr>
            <a:spLocks xmlns:a="http://schemas.openxmlformats.org/drawingml/2006/main" noGrp="1"/>
          </p:cNvSpPr>
          <p:nvPr/>
        </p:nvSpPr>
        <p:spPr>
          <a:xfrm xmlns:a="http://schemas.openxmlformats.org/drawingml/2006/main">
            <a:off x="495300" y="65913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111" name="page-number">
            <a:extLst xmlns:a="http://schemas.openxmlformats.org/drawingml/2006/main">
              <a:ext uri="{FF2B5EF4-FFF2-40B4-BE49-F238E27FC236}">
                <a16:creationId xmlns:a16="http://schemas.microsoft.com/office/drawing/2014/main" id="{B176B149-CE7E-4B77-AB64-0EF05690FF47}"/>
              </a:ext>
            </a:extLst>
          </p:cNvPr>
          <p:cNvSpPr>
            <a:spLocks xmlns:a="http://schemas.openxmlformats.org/drawingml/2006/main" noGrp="1"/>
          </p:cNvSpPr>
          <p:nvPr/>
        </p:nvSpPr>
        <p:spPr>
          <a:xfrm xmlns:a="http://schemas.openxmlformats.org/drawingml/2006/main">
            <a:off x="9486900" y="65913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buNone/>
              <a:defRPr sz="900" b="0">
                <a:solidFill>
                  <a:srgbClr val="56657A"/>
                </a:solidFill>
                <a:latin typeface="Microsoft YaHei"/>
                <a:ea typeface="Microsoft YaHei"/>
                <a:cs typeface="Microsoft YaHei"/>
              </a:defRPr>
            </a:lvl1pPr>
            <a:lvl2pPr algn="r">
              <a:buNone/>
              <a:defRPr sz="900" b="0">
                <a:solidFill>
                  <a:srgbClr val="56657A"/>
                </a:solidFill>
                <a:latin typeface="Microsoft YaHei"/>
                <a:ea typeface="Microsoft YaHei"/>
                <a:cs typeface="Microsoft YaHei"/>
              </a:defRPr>
            </a:lvl2pPr>
            <a:lvl3pPr algn="r">
              <a:buNone/>
              <a:defRPr sz="900" b="0">
                <a:solidFill>
                  <a:srgbClr val="56657A"/>
                </a:solidFill>
                <a:latin typeface="Microsoft YaHei"/>
                <a:ea typeface="Microsoft YaHei"/>
                <a:cs typeface="Microsoft YaHei"/>
              </a:defRPr>
            </a:lvl3pPr>
            <a:lvl4pPr algn="r">
              <a:buNone/>
              <a:defRPr sz="900" b="0">
                <a:solidFill>
                  <a:srgbClr val="56657A"/>
                </a:solidFill>
                <a:latin typeface="Microsoft YaHei"/>
                <a:ea typeface="Microsoft YaHei"/>
                <a:cs typeface="Microsoft YaHei"/>
              </a:defRPr>
            </a:lvl4pPr>
            <a:lvl5pPr algn="r">
              <a:buNone/>
              <a:defRPr sz="900" b="0">
                <a:solidFill>
                  <a:srgbClr val="56657A"/>
                </a:solidFill>
                <a:latin typeface="Microsoft YaHei"/>
                <a:ea typeface="Microsoft YaHei"/>
                <a:cs typeface="Microsoft YaHei"/>
              </a:defRPr>
            </a:lvl5pPr>
            <a:lvl6pPr algn="r">
              <a:buNone/>
              <a:defRPr sz="900" b="0">
                <a:solidFill>
                  <a:srgbClr val="56657A"/>
                </a:solidFill>
                <a:latin typeface="Microsoft YaHei"/>
                <a:ea typeface="Microsoft YaHei"/>
                <a:cs typeface="Microsoft YaHei"/>
              </a:defRPr>
            </a:lvl6pPr>
            <a:lvl7pPr algn="r">
              <a:buNone/>
              <a:defRPr sz="900" b="0">
                <a:solidFill>
                  <a:srgbClr val="56657A"/>
                </a:solidFill>
                <a:latin typeface="Microsoft YaHei"/>
                <a:ea typeface="Microsoft YaHei"/>
                <a:cs typeface="Microsoft YaHei"/>
              </a:defRPr>
            </a:lvl7pPr>
            <a:lvl8pPr algn="r">
              <a:buNone/>
              <a:defRPr sz="900" b="0">
                <a:solidFill>
                  <a:srgbClr val="56657A"/>
                </a:solidFill>
                <a:latin typeface="Microsoft YaHei"/>
                <a:ea typeface="Microsoft YaHei"/>
                <a:cs typeface="Microsoft YaHei"/>
              </a:defRPr>
            </a:lvl8pPr>
            <a:lvl9pPr algn="r">
              <a:buNone/>
              <a:defRPr sz="900" b="0">
                <a:solidFill>
                  <a:srgbClr val="56657A"/>
                </a:solidFill>
                <a:latin typeface="Microsoft YaHei"/>
                <a:ea typeface="Microsoft YaHei"/>
                <a:cs typeface="Microsoft YaHei"/>
              </a:defRPr>
            </a:lvl9pPr>
          </a:lstStyle>
          <a:p xmlns:a="http://schemas.openxmlformats.org/drawingml/2006/main">
            <a:pPr algn="r">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09 · 步骤 6 / 7</a:t>
            </a:r>
          </a:p>
        </p:txBody>
      </p:sp>
      <p:sp>
        <p:nvSpPr>
          <p:cNvPr id="113" name="open-compare">
            <ns0:hlinkClick xmlns:ns0="http://schemas.openxmlformats.org/drawingml/2006/main" xmlns:ns1="http://schemas.openxmlformats.org/officeDocument/2006/relationships" ns1:id="rIdCompareNav12" action="ppaction://hlinksldjump" tooltip="架构前后对照"/>
            <a:extLst xmlns:a="http://schemas.openxmlformats.org/drawingml/2006/main">
              <a:ext uri="{FF2B5EF4-FFF2-40B4-BE49-F238E27FC236}">
                <a16:creationId xmlns:a16="http://schemas.microsoft.com/office/drawing/2014/main" id="{5E2748E8-4A0B-4782-9271-6A7A1DD7F13D}"/>
              </a:ext>
            </a:extLst>
          </p:cNvPr>
          <p:cNvSpPr>
            <a:spLocks xmlns:a="http://schemas.openxmlformats.org/drawingml/2006/main" noGrp="1"/>
          </p:cNvSpPr>
          <p:nvPr/>
        </p:nvSpPr>
        <p:spPr>
          <a:xfrm xmlns:a="http://schemas.openxmlformats.org/drawingml/2006/main">
            <a:off x="10248900" y="209550"/>
            <a:ext cx="1447800" cy="2667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架构前后对照</a:t>
            </a:r>
          </a:p>
        </p:txBody>
      </p:sp>
    </p:spTree>
    <p:extLst>
      <p:ext uri="{BB962C8B-B14F-4D97-AF65-F5344CB8AC3E}">
        <p14:creationId xmlns:p14="http://schemas.microsoft.com/office/powerpoint/2010/main" val="338931802"/>
      </p:ext>
    </p:extLst>
  </p:cSld>
  <p:transition spd="fast" advClick="0">
    <p:fade/>
  </p:transition>
</p:sld>
</file>

<file path=ppt/slides/slide16.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2" name="accent">
            <a:extLst xmlns:a="http://schemas.openxmlformats.org/drawingml/2006/main">
              <a:ext uri="{FF2B5EF4-FFF2-40B4-BE49-F238E27FC236}">
                <a16:creationId xmlns:a16="http://schemas.microsoft.com/office/drawing/2014/main" id="{22EE65AA-8AA3-4BA4-8F17-0A4560335AAF}"/>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E14ABCBB-B070-456C-BD55-35849461F094}"/>
              </a:ext>
            </a:extLst>
          </p:cNvPr>
          <p:cNvSpPr>
            <a:spLocks xmlns:a="http://schemas.openxmlformats.org/drawingml/2006/main" noGrp="1"/>
          </p:cNvSpPr>
          <p:nvPr/>
        </p:nvSpPr>
        <p:spPr>
          <a:xfrm xmlns:a="http://schemas.openxmlformats.org/drawingml/2006/main">
            <a:off x="495300" y="238125"/>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04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22AF5990-94BC-4E81-9F8B-6B017FE56EA9}"/>
              </a:ext>
            </a:extLst>
          </p:cNvPr>
          <p:cNvSpPr>
            <a:spLocks xmlns:a="http://schemas.openxmlformats.org/drawingml/2006/main" noGrp="1"/>
          </p:cNvSpPr>
          <p:nvPr/>
        </p:nvSpPr>
        <p:spPr>
          <a:xfrm xmlns:a="http://schemas.openxmlformats.org/drawingml/2006/main">
            <a:off x="8248650" y="238125"/>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点步骤看概念间协作</a:t>
            </a:r>
          </a:p>
        </p:txBody>
      </p:sp>
      <p:sp>
        <p:nvSpPr>
          <p:cNvPr id="4" name="title">
            <a:extLst xmlns:a="http://schemas.openxmlformats.org/drawingml/2006/main">
              <a:ext uri="{FF2B5EF4-FFF2-40B4-BE49-F238E27FC236}">
                <a16:creationId xmlns:a16="http://schemas.microsoft.com/office/drawing/2014/main" id="{8BE4D558-6AF6-47D5-B8E1-EE6AB540CC1F}"/>
              </a:ext>
            </a:extLst>
          </p:cNvPr>
          <p:cNvSpPr>
            <a:spLocks xmlns:a="http://schemas.openxmlformats.org/drawingml/2006/main" noGrp="1"/>
          </p:cNvSpPr>
          <p:nvPr/>
        </p:nvSpPr>
        <p:spPr>
          <a:xfrm xmlns:a="http://schemas.openxmlformats.org/drawingml/2006/main">
            <a:off x="495300" y="58102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buNone/>
              <a:defRPr sz="2550" b="1">
                <a:solidFill>
                  <a:srgbClr val="081426"/>
                </a:solidFill>
                <a:latin typeface="Microsoft YaHei"/>
                <a:ea typeface="Microsoft YaHei"/>
                <a:cs typeface="Microsoft YaHei"/>
              </a:defRPr>
            </a:lvl1pPr>
            <a:lvl2pPr algn="l">
              <a:buNone/>
              <a:defRPr sz="2550" b="1">
                <a:solidFill>
                  <a:srgbClr val="081426"/>
                </a:solidFill>
                <a:latin typeface="Microsoft YaHei"/>
                <a:ea typeface="Microsoft YaHei"/>
                <a:cs typeface="Microsoft YaHei"/>
              </a:defRPr>
            </a:lvl2pPr>
            <a:lvl3pPr algn="l">
              <a:buNone/>
              <a:defRPr sz="2550" b="1">
                <a:solidFill>
                  <a:srgbClr val="081426"/>
                </a:solidFill>
                <a:latin typeface="Microsoft YaHei"/>
                <a:ea typeface="Microsoft YaHei"/>
                <a:cs typeface="Microsoft YaHei"/>
              </a:defRPr>
            </a:lvl3pPr>
            <a:lvl4pPr algn="l">
              <a:buNone/>
              <a:defRPr sz="2550" b="1">
                <a:solidFill>
                  <a:srgbClr val="081426"/>
                </a:solidFill>
                <a:latin typeface="Microsoft YaHei"/>
                <a:ea typeface="Microsoft YaHei"/>
                <a:cs typeface="Microsoft YaHei"/>
              </a:defRPr>
            </a:lvl4pPr>
            <a:lvl5pPr algn="l">
              <a:buNone/>
              <a:defRPr sz="2550" b="1">
                <a:solidFill>
                  <a:srgbClr val="081426"/>
                </a:solidFill>
                <a:latin typeface="Microsoft YaHei"/>
                <a:ea typeface="Microsoft YaHei"/>
                <a:cs typeface="Microsoft YaHei"/>
              </a:defRPr>
            </a:lvl5pPr>
            <a:lvl6pPr algn="l">
              <a:buNone/>
              <a:defRPr sz="2550" b="1">
                <a:solidFill>
                  <a:srgbClr val="081426"/>
                </a:solidFill>
                <a:latin typeface="Microsoft YaHei"/>
                <a:ea typeface="Microsoft YaHei"/>
                <a:cs typeface="Microsoft YaHei"/>
              </a:defRPr>
            </a:lvl6pPr>
            <a:lvl7pPr algn="l">
              <a:buNone/>
              <a:defRPr sz="2550" b="1">
                <a:solidFill>
                  <a:srgbClr val="081426"/>
                </a:solidFill>
                <a:latin typeface="Microsoft YaHei"/>
                <a:ea typeface="Microsoft YaHei"/>
                <a:cs typeface="Microsoft YaHei"/>
              </a:defRPr>
            </a:lvl7pPr>
            <a:lvl8pPr algn="l">
              <a:buNone/>
              <a:defRPr sz="2550" b="1">
                <a:solidFill>
                  <a:srgbClr val="081426"/>
                </a:solidFill>
                <a:latin typeface="Microsoft YaHei"/>
                <a:ea typeface="Microsoft YaHei"/>
                <a:cs typeface="Microsoft YaHei"/>
              </a:defRPr>
            </a:lvl8pPr>
            <a:lvl9pPr algn="l">
              <a:buNone/>
              <a:defRPr sz="2550" b="1">
                <a:solidFill>
                  <a:srgbClr val="081426"/>
                </a:solidFill>
                <a:latin typeface="Microsoft YaHei"/>
                <a:ea typeface="Microsoft YaHei"/>
                <a:cs typeface="Microsoft YaHei"/>
              </a:defRPr>
            </a:lvl9pPr>
          </a:lstStyle>
          <a:p xmlns:a="http://schemas.openxmlformats.org/drawingml/2006/main">
            <a:pPr algn="l">
              <a:lnSpc>
                <a:spcPct val="104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订阅、位置与执行：概念关系和号码设置流程</a:t>
            </a:r>
          </a:p>
        </p:txBody>
      </p:sp>
      <p:sp>
        <p:nvSpPr>
          <p:cNvPr id="5" name="flow-nav-0">
            <ns0:hlinkClick xmlns:ns0="http://schemas.openxmlformats.org/drawingml/2006/main" xmlns:ns1="http://schemas.openxmlformats.org/officeDocument/2006/relationships" ns1:id="rIdCompareNav0" action="ppaction://hlinksldjump" tooltip="概念图：概念总览"/>
            <a:extLst xmlns:a="http://schemas.openxmlformats.org/drawingml/2006/main">
              <a:ext uri="{FF2B5EF4-FFF2-40B4-BE49-F238E27FC236}">
                <a16:creationId xmlns:a16="http://schemas.microsoft.com/office/drawing/2014/main" id="{3F6C23B8-ABA6-4FA6-8878-B28B1E05F9BA}"/>
              </a:ext>
            </a:extLst>
          </p:cNvPr>
          <p:cNvSpPr>
            <a:spLocks xmlns:a="http://schemas.openxmlformats.org/drawingml/2006/main" noGrp="1"/>
          </p:cNvSpPr>
          <p:nvPr/>
        </p:nvSpPr>
        <p:spPr>
          <a:xfrm xmlns:a="http://schemas.openxmlformats.org/drawingml/2006/main">
            <a:off x="495300" y="1104900"/>
            <a:ext cx="9715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概念总览</a:t>
            </a:r>
          </a:p>
        </p:txBody>
      </p:sp>
      <p:sp>
        <p:nvSpPr>
          <p:cNvPr id="6" name="flow-nav-1">
            <ns0:hlinkClick xmlns:ns0="http://schemas.openxmlformats.org/drawingml/2006/main" xmlns:ns1="http://schemas.openxmlformats.org/officeDocument/2006/relationships" ns1:id="rIdCompareNav1" action="ppaction://hlinksldjump" tooltip="概念图：① 受理"/>
            <a:extLst xmlns:a="http://schemas.openxmlformats.org/drawingml/2006/main">
              <a:ext uri="{FF2B5EF4-FFF2-40B4-BE49-F238E27FC236}">
                <a16:creationId xmlns:a16="http://schemas.microsoft.com/office/drawing/2014/main" id="{20A1162D-4850-4C6F-B698-9135C4F1856F}"/>
              </a:ext>
            </a:extLst>
          </p:cNvPr>
          <p:cNvSpPr>
            <a:spLocks xmlns:a="http://schemas.openxmlformats.org/drawingml/2006/main" noGrp="1"/>
          </p:cNvSpPr>
          <p:nvPr/>
        </p:nvSpPr>
        <p:spPr>
          <a:xfrm xmlns:a="http://schemas.openxmlformats.org/drawingml/2006/main">
            <a:off x="15430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① 受理</a:t>
            </a:r>
          </a:p>
        </p:txBody>
      </p:sp>
      <p:sp>
        <p:nvSpPr>
          <p:cNvPr id="7" name="flow-nav-2">
            <ns0:hlinkClick xmlns:ns0="http://schemas.openxmlformats.org/drawingml/2006/main" xmlns:ns1="http://schemas.openxmlformats.org/officeDocument/2006/relationships" ns1:id="rIdCompareNav2" action="ppaction://hlinksldjump" tooltip="概念图：② 目标"/>
            <a:extLst xmlns:a="http://schemas.openxmlformats.org/drawingml/2006/main">
              <a:ext uri="{FF2B5EF4-FFF2-40B4-BE49-F238E27FC236}">
                <a16:creationId xmlns:a16="http://schemas.microsoft.com/office/drawing/2014/main" id="{1ADBDC9F-ED8C-4404-8FF2-2C1FDABB94C9}"/>
              </a:ext>
            </a:extLst>
          </p:cNvPr>
          <p:cNvSpPr>
            <a:spLocks xmlns:a="http://schemas.openxmlformats.org/drawingml/2006/main" noGrp="1"/>
          </p:cNvSpPr>
          <p:nvPr/>
        </p:nvSpPr>
        <p:spPr>
          <a:xfrm xmlns:a="http://schemas.openxmlformats.org/drawingml/2006/main">
            <a:off x="25146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② 目标</a:t>
            </a:r>
          </a:p>
        </p:txBody>
      </p:sp>
      <p:sp>
        <p:nvSpPr>
          <p:cNvPr id="8" name="flow-nav-3">
            <ns0:hlinkClick xmlns:ns0="http://schemas.openxmlformats.org/drawingml/2006/main" xmlns:ns1="http://schemas.openxmlformats.org/officeDocument/2006/relationships" ns1:id="rIdCompareNav3" action="ppaction://hlinksldjump" tooltip="概念图：③ 关联"/>
            <a:extLst xmlns:a="http://schemas.openxmlformats.org/drawingml/2006/main">
              <a:ext uri="{FF2B5EF4-FFF2-40B4-BE49-F238E27FC236}">
                <a16:creationId xmlns:a16="http://schemas.microsoft.com/office/drawing/2014/main" id="{5D660537-010F-4AAE-84C2-7F0C3F08421A}"/>
              </a:ext>
            </a:extLst>
          </p:cNvPr>
          <p:cNvSpPr>
            <a:spLocks xmlns:a="http://schemas.openxmlformats.org/drawingml/2006/main" noGrp="1"/>
          </p:cNvSpPr>
          <p:nvPr/>
        </p:nvSpPr>
        <p:spPr>
          <a:xfrm xmlns:a="http://schemas.openxmlformats.org/drawingml/2006/main">
            <a:off x="34861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③ 关联</a:t>
            </a:r>
          </a:p>
        </p:txBody>
      </p:sp>
      <p:sp>
        <p:nvSpPr>
          <p:cNvPr id="9" name="flow-nav-4">
            <ns0:hlinkClick xmlns:ns0="http://schemas.openxmlformats.org/drawingml/2006/main" xmlns:ns1="http://schemas.openxmlformats.org/officeDocument/2006/relationships" ns1:id="rIdCompareNav4" action="ppaction://hlinksldjump" tooltip="概念图：④ 写卡"/>
            <a:extLst xmlns:a="http://schemas.openxmlformats.org/drawingml/2006/main">
              <a:ext uri="{FF2B5EF4-FFF2-40B4-BE49-F238E27FC236}">
                <a16:creationId xmlns:a16="http://schemas.microsoft.com/office/drawing/2014/main" id="{FC571170-6F67-4F2C-9964-624087DEEEC6}"/>
              </a:ext>
            </a:extLst>
          </p:cNvPr>
          <p:cNvSpPr>
            <a:spLocks xmlns:a="http://schemas.openxmlformats.org/drawingml/2006/main" noGrp="1"/>
          </p:cNvSpPr>
          <p:nvPr/>
        </p:nvSpPr>
        <p:spPr>
          <a:xfrm xmlns:a="http://schemas.openxmlformats.org/drawingml/2006/main">
            <a:off x="44577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④ 写卡</a:t>
            </a:r>
          </a:p>
        </p:txBody>
      </p:sp>
      <p:sp>
        <p:nvSpPr>
          <p:cNvPr id="10" name="flow-nav-5">
            <ns0:hlinkClick xmlns:ns0="http://schemas.openxmlformats.org/drawingml/2006/main" xmlns:ns1="http://schemas.openxmlformats.org/officeDocument/2006/relationships" ns1:id="rIdCompareNav5" action="ppaction://hlinksldjump" tooltip="概念图：⑤ 准入"/>
            <a:extLst xmlns:a="http://schemas.openxmlformats.org/drawingml/2006/main">
              <a:ext uri="{FF2B5EF4-FFF2-40B4-BE49-F238E27FC236}">
                <a16:creationId xmlns:a16="http://schemas.microsoft.com/office/drawing/2014/main" id="{50F827DF-FA04-4101-8E07-7494C582C162}"/>
              </a:ext>
            </a:extLst>
          </p:cNvPr>
          <p:cNvSpPr>
            <a:spLocks xmlns:a="http://schemas.openxmlformats.org/drawingml/2006/main" noGrp="1"/>
          </p:cNvSpPr>
          <p:nvPr/>
        </p:nvSpPr>
        <p:spPr>
          <a:xfrm xmlns:a="http://schemas.openxmlformats.org/drawingml/2006/main">
            <a:off x="54292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⑤ 准入</a:t>
            </a:r>
          </a:p>
        </p:txBody>
      </p:sp>
      <p:sp>
        <p:nvSpPr>
          <p:cNvPr id="11" name="flow-nav-6">
            <ns0:hlinkClick xmlns:ns0="http://schemas.openxmlformats.org/drawingml/2006/main" xmlns:ns1="http://schemas.openxmlformats.org/officeDocument/2006/relationships" ns1:id="rIdCompareNav6" action="ppaction://hlinksldjump" tooltip="概念图：⑥ 账户"/>
            <a:extLst xmlns:a="http://schemas.openxmlformats.org/drawingml/2006/main">
              <a:ext uri="{FF2B5EF4-FFF2-40B4-BE49-F238E27FC236}">
                <a16:creationId xmlns:a16="http://schemas.microsoft.com/office/drawing/2014/main" id="{FDBA8964-D8C5-4F24-BB71-327C87A78388}"/>
              </a:ext>
            </a:extLst>
          </p:cNvPr>
          <p:cNvSpPr>
            <a:spLocks xmlns:a="http://schemas.openxmlformats.org/drawingml/2006/main" noGrp="1"/>
          </p:cNvSpPr>
          <p:nvPr/>
        </p:nvSpPr>
        <p:spPr>
          <a:xfrm xmlns:a="http://schemas.openxmlformats.org/drawingml/2006/main">
            <a:off x="64008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⑥ 账户</a:t>
            </a:r>
          </a:p>
        </p:txBody>
      </p:sp>
      <p:sp>
        <p:nvSpPr>
          <p:cNvPr id="12" name="flow-nav-7">
            <ns0:hlinkClick xmlns:ns0="http://schemas.openxmlformats.org/drawingml/2006/main" xmlns:ns1="http://schemas.openxmlformats.org/officeDocument/2006/relationships" ns1:id="rIdCompareNav7" action="ppaction://hlinksldjump" tooltip="概念图：⑦ 完成"/>
            <a:extLst xmlns:a="http://schemas.openxmlformats.org/drawingml/2006/main">
              <a:ext uri="{FF2B5EF4-FFF2-40B4-BE49-F238E27FC236}">
                <a16:creationId xmlns:a16="http://schemas.microsoft.com/office/drawing/2014/main" id="{64826874-9AD1-4E69-9DD0-351A7647B0A2}"/>
              </a:ext>
            </a:extLst>
          </p:cNvPr>
          <p:cNvSpPr>
            <a:spLocks xmlns:a="http://schemas.openxmlformats.org/drawingml/2006/main" noGrp="1"/>
          </p:cNvSpPr>
          <p:nvPr/>
        </p:nvSpPr>
        <p:spPr>
          <a:xfrm xmlns:a="http://schemas.openxmlformats.org/drawingml/2006/main">
            <a:off x="7372350" y="1104900"/>
            <a:ext cx="895350"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buNone/>
              <a:defRPr sz="1275" b="1">
                <a:solidFill>
                  <a:srgbClr val="FFFFFF"/>
                </a:solidFill>
                <a:latin typeface="Microsoft YaHei"/>
                <a:ea typeface="Microsoft YaHei"/>
                <a:cs typeface="Microsoft YaHei"/>
              </a:defRPr>
            </a:lvl1pPr>
            <a:lvl2pPr algn="ctr">
              <a:buNone/>
              <a:defRPr sz="1275" b="1">
                <a:solidFill>
                  <a:srgbClr val="FFFFFF"/>
                </a:solidFill>
                <a:latin typeface="Microsoft YaHei"/>
                <a:ea typeface="Microsoft YaHei"/>
                <a:cs typeface="Microsoft YaHei"/>
              </a:defRPr>
            </a:lvl2pPr>
            <a:lvl3pPr algn="ctr">
              <a:buNone/>
              <a:defRPr sz="1275" b="1">
                <a:solidFill>
                  <a:srgbClr val="FFFFFF"/>
                </a:solidFill>
                <a:latin typeface="Microsoft YaHei"/>
                <a:ea typeface="Microsoft YaHei"/>
                <a:cs typeface="Microsoft YaHei"/>
              </a:defRPr>
            </a:lvl3pPr>
            <a:lvl4pPr algn="ctr">
              <a:buNone/>
              <a:defRPr sz="1275" b="1">
                <a:solidFill>
                  <a:srgbClr val="FFFFFF"/>
                </a:solidFill>
                <a:latin typeface="Microsoft YaHei"/>
                <a:ea typeface="Microsoft YaHei"/>
                <a:cs typeface="Microsoft YaHei"/>
              </a:defRPr>
            </a:lvl4pPr>
            <a:lvl5pPr algn="ctr">
              <a:buNone/>
              <a:defRPr sz="1275" b="1">
                <a:solidFill>
                  <a:srgbClr val="FFFFFF"/>
                </a:solidFill>
                <a:latin typeface="Microsoft YaHei"/>
                <a:ea typeface="Microsoft YaHei"/>
                <a:cs typeface="Microsoft YaHei"/>
              </a:defRPr>
            </a:lvl5pPr>
            <a:lvl6pPr algn="ctr">
              <a:buNone/>
              <a:defRPr sz="1275" b="1">
                <a:solidFill>
                  <a:srgbClr val="FFFFFF"/>
                </a:solidFill>
                <a:latin typeface="Microsoft YaHei"/>
                <a:ea typeface="Microsoft YaHei"/>
                <a:cs typeface="Microsoft YaHei"/>
              </a:defRPr>
            </a:lvl6pPr>
            <a:lvl7pPr algn="ctr">
              <a:buNone/>
              <a:defRPr sz="1275" b="1">
                <a:solidFill>
                  <a:srgbClr val="FFFFFF"/>
                </a:solidFill>
                <a:latin typeface="Microsoft YaHei"/>
                <a:ea typeface="Microsoft YaHei"/>
                <a:cs typeface="Microsoft YaHei"/>
              </a:defRPr>
            </a:lvl7pPr>
            <a:lvl8pPr algn="ctr">
              <a:buNone/>
              <a:defRPr sz="1275" b="1">
                <a:solidFill>
                  <a:srgbClr val="FFFFFF"/>
                </a:solidFill>
                <a:latin typeface="Microsoft YaHei"/>
                <a:ea typeface="Microsoft YaHei"/>
                <a:cs typeface="Microsoft YaHei"/>
              </a:defRPr>
            </a:lvl8pPr>
            <a:lvl9pPr algn="ctr">
              <a:buNone/>
              <a:defRPr sz="1275" b="1">
                <a:solidFill>
                  <a:srgbClr val="FFFFFF"/>
                </a:solidFill>
                <a:latin typeface="Microsoft YaHei"/>
                <a:ea typeface="Microsoft YaHei"/>
                <a:cs typeface="Microsoft YaHei"/>
              </a:defRPr>
            </a:lvl9pPr>
          </a:lstStyle>
          <a:p xmlns:a="http://schemas.openxmlformats.org/drawingml/2006/main">
            <a:pPr algn="ctr">
              <a:buNone/>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⑦ 完成</a:t>
            </a:r>
          </a:p>
        </p:txBody>
      </p:sp>
      <p:sp>
        <p:nvSpPr>
          <p:cNvPr id="13" name="flow-nav-8">
            <ns0:hlinkClick xmlns:ns0="http://schemas.openxmlformats.org/drawingml/2006/main" xmlns:ns1="http://schemas.openxmlformats.org/officeDocument/2006/relationships" ns1:id="rIdCompareNav8" action="ppaction://hlinksldjump" tooltip="概念图：失败 / 迟到"/>
            <a:extLst xmlns:a="http://schemas.openxmlformats.org/drawingml/2006/main">
              <a:ext uri="{FF2B5EF4-FFF2-40B4-BE49-F238E27FC236}">
                <a16:creationId xmlns:a16="http://schemas.microsoft.com/office/drawing/2014/main" id="{E28AF072-8E6A-4ECB-8842-9B25BE072A2E}"/>
              </a:ext>
            </a:extLst>
          </p:cNvPr>
          <p:cNvSpPr>
            <a:spLocks xmlns:a="http://schemas.openxmlformats.org/drawingml/2006/main" noGrp="1"/>
          </p:cNvSpPr>
          <p:nvPr/>
        </p:nvSpPr>
        <p:spPr>
          <a:xfrm xmlns:a="http://schemas.openxmlformats.org/drawingml/2006/main">
            <a:off x="8343900" y="1104900"/>
            <a:ext cx="11049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失败 / 迟到</a:t>
            </a:r>
          </a:p>
        </p:txBody>
      </p:sp>
      <p:sp>
        <p:nvSpPr>
          <p:cNvPr id="14" name="flow-prev">
            <ns0:hlinkClick xmlns:ns0="http://schemas.openxmlformats.org/drawingml/2006/main" xmlns:ns1="http://schemas.openxmlformats.org/officeDocument/2006/relationships" ns1:id="rIdCompareNav9" action="ppaction://hlinksldjump" tooltip="上一步"/>
            <a:extLst xmlns:a="http://schemas.openxmlformats.org/drawingml/2006/main">
              <a:ext uri="{FF2B5EF4-FFF2-40B4-BE49-F238E27FC236}">
                <a16:creationId xmlns:a16="http://schemas.microsoft.com/office/drawing/2014/main" id="{F168F0AC-C134-4AC6-A48B-10EDEBD6740F}"/>
              </a:ext>
            </a:extLst>
          </p:cNvPr>
          <p:cNvSpPr>
            <a:spLocks xmlns:a="http://schemas.openxmlformats.org/drawingml/2006/main" noGrp="1"/>
          </p:cNvSpPr>
          <p:nvPr/>
        </p:nvSpPr>
        <p:spPr>
          <a:xfrm xmlns:a="http://schemas.openxmlformats.org/drawingml/2006/main">
            <a:off x="95440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5" name="flow-next">
            <ns0:hlinkClick xmlns:ns0="http://schemas.openxmlformats.org/drawingml/2006/main" xmlns:ns1="http://schemas.openxmlformats.org/officeDocument/2006/relationships" ns1:id="rIdCompareNav10" action="ppaction://hlinksldjump" tooltip="下一步"/>
            <a:extLst xmlns:a="http://schemas.openxmlformats.org/drawingml/2006/main">
              <a:ext uri="{FF2B5EF4-FFF2-40B4-BE49-F238E27FC236}">
                <a16:creationId xmlns:a16="http://schemas.microsoft.com/office/drawing/2014/main" id="{370E0339-DFC3-4A1C-920D-5F5E579925BA}"/>
              </a:ext>
            </a:extLst>
          </p:cNvPr>
          <p:cNvSpPr>
            <a:spLocks xmlns:a="http://schemas.openxmlformats.org/drawingml/2006/main" noGrp="1"/>
          </p:cNvSpPr>
          <p:nvPr/>
        </p:nvSpPr>
        <p:spPr>
          <a:xfrm xmlns:a="http://schemas.openxmlformats.org/drawingml/2006/main">
            <a:off x="102298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16" name="flow-body">
            <ns0:hlinkClick xmlns:ns0="http://schemas.openxmlformats.org/drawingml/2006/main" xmlns:ns1="http://schemas.openxmlformats.org/officeDocument/2006/relationships" ns1:id="rIdCompareNav11" action="ppaction://hlinksldjump" tooltip="返回正文"/>
            <a:extLst xmlns:a="http://schemas.openxmlformats.org/drawingml/2006/main">
              <a:ext uri="{FF2B5EF4-FFF2-40B4-BE49-F238E27FC236}">
                <a16:creationId xmlns:a16="http://schemas.microsoft.com/office/drawing/2014/main" id="{290B9659-3DB1-4D6A-A14D-08B4192FFB1C}"/>
              </a:ext>
            </a:extLst>
          </p:cNvPr>
          <p:cNvSpPr>
            <a:spLocks xmlns:a="http://schemas.openxmlformats.org/drawingml/2006/main" noGrp="1"/>
          </p:cNvSpPr>
          <p:nvPr/>
        </p:nvSpPr>
        <p:spPr>
          <a:xfrm xmlns:a="http://schemas.openxmlformats.org/drawingml/2006/main">
            <a:off x="10915650" y="1104900"/>
            <a:ext cx="7810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返回正文</a:t>
            </a:r>
          </a:p>
        </p:txBody>
      </p:sp>
      <p:sp>
        <p:nvSpPr>
          <p:cNvPr id="17" name="step-summary">
            <a:extLst xmlns:a="http://schemas.openxmlformats.org/drawingml/2006/main">
              <a:ext uri="{FF2B5EF4-FFF2-40B4-BE49-F238E27FC236}">
                <a16:creationId xmlns:a16="http://schemas.microsoft.com/office/drawing/2014/main" id="{AB5958D0-B0C1-48DB-8B71-7632CD6475A4}"/>
              </a:ext>
            </a:extLst>
          </p:cNvPr>
          <p:cNvSpPr>
            <a:spLocks xmlns:a="http://schemas.openxmlformats.org/drawingml/2006/main" noGrp="1"/>
          </p:cNvSpPr>
          <p:nvPr/>
        </p:nvSpPr>
        <p:spPr>
          <a:xfrm xmlns:a="http://schemas.openxmlformats.org/drawingml/2006/main">
            <a:off x="495300" y="15144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04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⑦ 完成：O 记录本地结果，C 按旧契约完成。完整成功保留原通知，失败不统一撤销先前设备效果。</a:t>
            </a:r>
          </a:p>
        </p:txBody>
      </p:sp>
      <p:sp>
        <p:nvSpPr>
          <p:cNvPr id="18" name="header-rule">
            <a:extLst xmlns:a="http://schemas.openxmlformats.org/drawingml/2006/main">
              <a:ext uri="{FF2B5EF4-FFF2-40B4-BE49-F238E27FC236}">
                <a16:creationId xmlns:a16="http://schemas.microsoft.com/office/drawing/2014/main" id="{DC7A76E6-A17F-4B6E-BE9D-F16ADDC1EEC9}"/>
              </a:ext>
            </a:extLst>
          </p:cNvPr>
          <p:cNvSpPr>
            <a:spLocks xmlns:a="http://schemas.openxmlformats.org/drawingml/2006/main" noGrp="1"/>
          </p:cNvSpPr>
          <p:nvPr/>
        </p:nvSpPr>
        <p:spPr>
          <a:xfrm xmlns:a="http://schemas.openxmlformats.org/drawingml/2006/main">
            <a:off x="495300" y="1924050"/>
            <a:ext cx="11201400" cy="10478"/>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9" name="relation-role-subscription">
            <a:extLst xmlns:a="http://schemas.openxmlformats.org/drawingml/2006/main">
              <a:ext uri="{FF2B5EF4-FFF2-40B4-BE49-F238E27FC236}">
                <a16:creationId xmlns:a16="http://schemas.microsoft.com/office/drawing/2014/main" id="{FD0B189C-303F-43C1-8D69-0163339C89A5}"/>
              </a:ext>
            </a:extLst>
          </p:cNvPr>
          <p:cNvSpPr>
            <a:spLocks xmlns:a="http://schemas.openxmlformats.org/drawingml/2006/main" noGrp="1"/>
          </p:cNvSpPr>
          <p:nvPr/>
        </p:nvSpPr>
        <p:spPr>
          <a:xfrm xmlns:a="http://schemas.openxmlformats.org/drawingml/2006/main">
            <a:off x="3543300" y="24431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20" name="arrow-0">
            <a:extLst xmlns:a="http://schemas.openxmlformats.org/drawingml/2006/main">
              <a:ext uri="{FF2B5EF4-FFF2-40B4-BE49-F238E27FC236}">
                <a16:creationId xmlns:a16="http://schemas.microsoft.com/office/drawing/2014/main" id="{59AC99D2-6253-447A-A99D-AB8B7113FF3C}"/>
              </a:ext>
            </a:extLst>
          </p:cNvPr>
          <p:cNvSpPr>
            <a:spLocks xmlns:a="http://schemas.openxmlformats.org/drawingml/2006/main" noGrp="1"/>
          </p:cNvSpPr>
          <p:nvPr/>
        </p:nvSpPr>
        <p:spPr>
          <a:xfrm xmlns:a="http://schemas.openxmlformats.org/drawingml/2006/main">
            <a:off x="4505325" y="24145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21" name="relation-label-0">
            <a:extLst xmlns:a="http://schemas.openxmlformats.org/drawingml/2006/main">
              <a:ext uri="{FF2B5EF4-FFF2-40B4-BE49-F238E27FC236}">
                <a16:creationId xmlns:a16="http://schemas.microsoft.com/office/drawing/2014/main" id="{0DBA54A8-CEE2-4173-A502-DF8DB31438E7}"/>
              </a:ext>
            </a:extLst>
          </p:cNvPr>
          <p:cNvSpPr>
            <a:spLocks xmlns:a="http://schemas.openxmlformats.org/drawingml/2006/main" noGrp="1"/>
          </p:cNvSpPr>
          <p:nvPr/>
        </p:nvSpPr>
        <p:spPr>
          <a:xfrm xmlns:a="http://schemas.openxmlformats.org/drawingml/2006/main">
            <a:off x="3705225" y="2238375"/>
            <a:ext cx="7048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选择</a:t>
            </a:r>
          </a:p>
        </p:txBody>
      </p:sp>
      <p:sp>
        <p:nvSpPr>
          <p:cNvPr id="22" name="relation-operation-subscription">
            <a:extLst xmlns:a="http://schemas.openxmlformats.org/drawingml/2006/main">
              <a:ext uri="{FF2B5EF4-FFF2-40B4-BE49-F238E27FC236}">
                <a16:creationId xmlns:a16="http://schemas.microsoft.com/office/drawing/2014/main" id="{049EEF29-5EBD-451E-A04E-14DDCB4816CA}"/>
              </a:ext>
            </a:extLst>
          </p:cNvPr>
          <p:cNvSpPr>
            <a:spLocks xmlns:a="http://schemas.openxmlformats.org/drawingml/2006/main" noGrp="1"/>
          </p:cNvSpPr>
          <p:nvPr/>
        </p:nvSpPr>
        <p:spPr>
          <a:xfrm xmlns:a="http://schemas.openxmlformats.org/drawingml/2006/main">
            <a:off x="7620000" y="2443163"/>
            <a:ext cx="1028700" cy="9525"/>
          </a:xfrm>
          <a:custGeom xmlns:a="http://schemas.openxmlformats.org/drawingml/2006/main">
            <a:pathLst>
              <a:path w="1028700" h="9525">
                <a:moveTo>
                  <a:pt x="1028700" y="4763"/>
                </a:moveTo>
                <a:lnTo>
                  <a:pt x="0" y="4763"/>
                </a:lnTo>
              </a:path>
            </a:pathLst>
          </a:custGeom>
          <a:noFill xmlns:a="http://schemas.openxmlformats.org/drawingml/2006/main"/>
          <a:ln xmlns:a="http://schemas.openxmlformats.org/drawingml/2006/main" w="17145">
            <a:solidFill>
              <a:srgbClr val="246AB8"/>
            </a:solidFill>
            <a:prstDash val="solid"/>
          </a:ln>
        </p:spPr>
      </p:sp>
      <p:sp>
        <p:nvSpPr>
          <p:cNvPr id="23" name="arrow-1">
            <a:extLst xmlns:a="http://schemas.openxmlformats.org/drawingml/2006/main">
              <a:ext uri="{FF2B5EF4-FFF2-40B4-BE49-F238E27FC236}">
                <a16:creationId xmlns:a16="http://schemas.microsoft.com/office/drawing/2014/main" id="{07E88897-FA40-4290-8A9C-B7BB6C032F1D}"/>
              </a:ext>
            </a:extLst>
          </p:cNvPr>
          <p:cNvSpPr>
            <a:spLocks xmlns:a="http://schemas.openxmlformats.org/drawingml/2006/main" noGrp="1"/>
          </p:cNvSpPr>
          <p:nvPr/>
        </p:nvSpPr>
        <p:spPr>
          <a:xfrm xmlns:a="http://schemas.openxmlformats.org/drawingml/2006/main">
            <a:off x="76200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246AB8"/>
            </a:solidFill>
            <a:prstDash val="solid"/>
          </a:ln>
        </p:spPr>
      </p:sp>
      <p:sp>
        <p:nvSpPr>
          <p:cNvPr id="24" name="relation-label-1">
            <a:extLst xmlns:a="http://schemas.openxmlformats.org/drawingml/2006/main">
              <a:ext uri="{FF2B5EF4-FFF2-40B4-BE49-F238E27FC236}">
                <a16:creationId xmlns:a16="http://schemas.microsoft.com/office/drawing/2014/main" id="{81520FCF-7807-426D-A295-B6E71217F7F0}"/>
              </a:ext>
            </a:extLst>
          </p:cNvPr>
          <p:cNvSpPr>
            <a:spLocks xmlns:a="http://schemas.openxmlformats.org/drawingml/2006/main" noGrp="1"/>
          </p:cNvSpPr>
          <p:nvPr/>
        </p:nvSpPr>
        <p:spPr>
          <a:xfrm xmlns:a="http://schemas.openxmlformats.org/drawingml/2006/main">
            <a:off x="7772400" y="2238375"/>
            <a:ext cx="7239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目标</a:t>
            </a:r>
          </a:p>
        </p:txBody>
      </p:sp>
      <p:sp>
        <p:nvSpPr>
          <p:cNvPr id="25" name="relation-subscription-binding">
            <a:extLst xmlns:a="http://schemas.openxmlformats.org/drawingml/2006/main">
              <a:ext uri="{FF2B5EF4-FFF2-40B4-BE49-F238E27FC236}">
                <a16:creationId xmlns:a16="http://schemas.microsoft.com/office/drawing/2014/main" id="{71166596-4894-49E4-B615-23A749D10588}"/>
              </a:ext>
            </a:extLst>
          </p:cNvPr>
          <p:cNvSpPr>
            <a:spLocks xmlns:a="http://schemas.openxmlformats.org/drawingml/2006/main" noGrp="1"/>
          </p:cNvSpPr>
          <p:nvPr/>
        </p:nvSpPr>
        <p:spPr>
          <a:xfrm xmlns:a="http://schemas.openxmlformats.org/drawingml/2006/main">
            <a:off x="60912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26" name="arrow-2">
            <a:extLst xmlns:a="http://schemas.openxmlformats.org/drawingml/2006/main">
              <a:ext uri="{FF2B5EF4-FFF2-40B4-BE49-F238E27FC236}">
                <a16:creationId xmlns:a16="http://schemas.microsoft.com/office/drawing/2014/main" id="{0D75D08F-BD9D-45AF-9204-B61E1414A004}"/>
              </a:ext>
            </a:extLst>
          </p:cNvPr>
          <p:cNvSpPr>
            <a:spLocks xmlns:a="http://schemas.openxmlformats.org/drawingml/2006/main" noGrp="1"/>
          </p:cNvSpPr>
          <p:nvPr/>
        </p:nvSpPr>
        <p:spPr>
          <a:xfrm xmlns:a="http://schemas.openxmlformats.org/drawingml/2006/main">
            <a:off x="60626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27" name="relation-label-2">
            <a:extLst xmlns:a="http://schemas.openxmlformats.org/drawingml/2006/main">
              <a:ext uri="{FF2B5EF4-FFF2-40B4-BE49-F238E27FC236}">
                <a16:creationId xmlns:a16="http://schemas.microsoft.com/office/drawing/2014/main" id="{E775EC73-4ED9-4FF7-8C26-C6AD2F71065C}"/>
              </a:ext>
            </a:extLst>
          </p:cNvPr>
          <p:cNvSpPr>
            <a:spLocks xmlns:a="http://schemas.openxmlformats.org/drawingml/2006/main" noGrp="1"/>
          </p:cNvSpPr>
          <p:nvPr/>
        </p:nvSpPr>
        <p:spPr>
          <a:xfrm xmlns:a="http://schemas.openxmlformats.org/drawingml/2006/main">
            <a:off x="6181725" y="28956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当前绑定</a:t>
            </a:r>
          </a:p>
        </p:txBody>
      </p:sp>
      <p:sp>
        <p:nvSpPr>
          <p:cNvPr id="28" name="relation-euicc-profile">
            <a:extLst xmlns:a="http://schemas.openxmlformats.org/drawingml/2006/main">
              <a:ext uri="{FF2B5EF4-FFF2-40B4-BE49-F238E27FC236}">
                <a16:creationId xmlns:a16="http://schemas.microsoft.com/office/drawing/2014/main" id="{F327DEBA-274F-40EF-A75E-9FA13344179F}"/>
              </a:ext>
            </a:extLst>
          </p:cNvPr>
          <p:cNvSpPr>
            <a:spLocks xmlns:a="http://schemas.openxmlformats.org/drawingml/2006/main" noGrp="1"/>
          </p:cNvSpPr>
          <p:nvPr/>
        </p:nvSpPr>
        <p:spPr>
          <a:xfrm xmlns:a="http://schemas.openxmlformats.org/drawingml/2006/main">
            <a:off x="20145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29" name="arrow-3">
            <a:extLst xmlns:a="http://schemas.openxmlformats.org/drawingml/2006/main">
              <a:ext uri="{FF2B5EF4-FFF2-40B4-BE49-F238E27FC236}">
                <a16:creationId xmlns:a16="http://schemas.microsoft.com/office/drawing/2014/main" id="{3B3CEF6E-A976-459D-A33B-87BFE8B3D9F4}"/>
              </a:ext>
            </a:extLst>
          </p:cNvPr>
          <p:cNvSpPr>
            <a:spLocks xmlns:a="http://schemas.openxmlformats.org/drawingml/2006/main" noGrp="1"/>
          </p:cNvSpPr>
          <p:nvPr/>
        </p:nvSpPr>
        <p:spPr>
          <a:xfrm xmlns:a="http://schemas.openxmlformats.org/drawingml/2006/main">
            <a:off x="19859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0" name="relation-label-3">
            <a:extLst xmlns:a="http://schemas.openxmlformats.org/drawingml/2006/main">
              <a:ext uri="{FF2B5EF4-FFF2-40B4-BE49-F238E27FC236}">
                <a16:creationId xmlns:a16="http://schemas.microsoft.com/office/drawing/2014/main" id="{1C3AE6DB-691B-4D35-AB16-4D633DF113FF}"/>
              </a:ext>
            </a:extLst>
          </p:cNvPr>
          <p:cNvSpPr>
            <a:spLocks xmlns:a="http://schemas.openxmlformats.org/drawingml/2006/main" noGrp="1"/>
          </p:cNvSpPr>
          <p:nvPr/>
        </p:nvSpPr>
        <p:spPr>
          <a:xfrm xmlns:a="http://schemas.openxmlformats.org/drawingml/2006/main">
            <a:off x="2124075" y="3962400"/>
            <a:ext cx="8763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容纳配置</a:t>
            </a:r>
          </a:p>
        </p:txBody>
      </p:sp>
      <p:sp>
        <p:nvSpPr>
          <p:cNvPr id="31" name="relation-profile-port">
            <a:extLst xmlns:a="http://schemas.openxmlformats.org/drawingml/2006/main">
              <a:ext uri="{FF2B5EF4-FFF2-40B4-BE49-F238E27FC236}">
                <a16:creationId xmlns:a16="http://schemas.microsoft.com/office/drawing/2014/main" id="{0EF6B649-B1DA-4C9A-AAF6-89747488ABB5}"/>
              </a:ext>
            </a:extLst>
          </p:cNvPr>
          <p:cNvSpPr>
            <a:spLocks xmlns:a="http://schemas.openxmlformats.org/drawingml/2006/main" noGrp="1"/>
          </p:cNvSpPr>
          <p:nvPr/>
        </p:nvSpPr>
        <p:spPr>
          <a:xfrm xmlns:a="http://schemas.openxmlformats.org/drawingml/2006/main">
            <a:off x="20145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32" name="arrow-4">
            <a:extLst xmlns:a="http://schemas.openxmlformats.org/drawingml/2006/main">
              <a:ext uri="{FF2B5EF4-FFF2-40B4-BE49-F238E27FC236}">
                <a16:creationId xmlns:a16="http://schemas.microsoft.com/office/drawing/2014/main" id="{C266B815-B440-403C-A536-5478E24817B1}"/>
              </a:ext>
            </a:extLst>
          </p:cNvPr>
          <p:cNvSpPr>
            <a:spLocks xmlns:a="http://schemas.openxmlformats.org/drawingml/2006/main" noGrp="1"/>
          </p:cNvSpPr>
          <p:nvPr/>
        </p:nvSpPr>
        <p:spPr>
          <a:xfrm xmlns:a="http://schemas.openxmlformats.org/drawingml/2006/main">
            <a:off x="19859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3" name="relation-label-4">
            <a:extLst xmlns:a="http://schemas.openxmlformats.org/drawingml/2006/main">
              <a:ext uri="{FF2B5EF4-FFF2-40B4-BE49-F238E27FC236}">
                <a16:creationId xmlns:a16="http://schemas.microsoft.com/office/drawing/2014/main" id="{B09A6798-F02F-4C73-8847-4562963D8D14}"/>
              </a:ext>
            </a:extLst>
          </p:cNvPr>
          <p:cNvSpPr>
            <a:spLocks xmlns:a="http://schemas.openxmlformats.org/drawingml/2006/main" noGrp="1"/>
          </p:cNvSpPr>
          <p:nvPr/>
        </p:nvSpPr>
        <p:spPr>
          <a:xfrm xmlns:a="http://schemas.openxmlformats.org/drawingml/2006/main">
            <a:off x="2124075" y="50292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使能于</a:t>
            </a:r>
          </a:p>
        </p:txBody>
      </p:sp>
      <p:sp>
        <p:nvSpPr>
          <p:cNvPr id="34" name="relation-port-slot">
            <a:extLst xmlns:a="http://schemas.openxmlformats.org/drawingml/2006/main">
              <a:ext uri="{FF2B5EF4-FFF2-40B4-BE49-F238E27FC236}">
                <a16:creationId xmlns:a16="http://schemas.microsoft.com/office/drawing/2014/main" id="{B072FA8C-7B38-480F-A51A-B1AD40DA5D9B}"/>
              </a:ext>
            </a:extLst>
          </p:cNvPr>
          <p:cNvSpPr>
            <a:spLocks xmlns:a="http://schemas.openxmlformats.org/drawingml/2006/main" noGrp="1"/>
          </p:cNvSpPr>
          <p:nvPr/>
        </p:nvSpPr>
        <p:spPr>
          <a:xfrm xmlns:a="http://schemas.openxmlformats.org/drawingml/2006/main">
            <a:off x="3543300" y="56435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35" name="arrow-5">
            <a:extLst xmlns:a="http://schemas.openxmlformats.org/drawingml/2006/main">
              <a:ext uri="{FF2B5EF4-FFF2-40B4-BE49-F238E27FC236}">
                <a16:creationId xmlns:a16="http://schemas.microsoft.com/office/drawing/2014/main" id="{FFC15296-F130-43E0-A754-1A5AAD44DD7A}"/>
              </a:ext>
            </a:extLst>
          </p:cNvPr>
          <p:cNvSpPr>
            <a:spLocks xmlns:a="http://schemas.openxmlformats.org/drawingml/2006/main" noGrp="1"/>
          </p:cNvSpPr>
          <p:nvPr/>
        </p:nvSpPr>
        <p:spPr>
          <a:xfrm xmlns:a="http://schemas.openxmlformats.org/drawingml/2006/main">
            <a:off x="4505325" y="56149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36" name="relation-label-5">
            <a:extLst xmlns:a="http://schemas.openxmlformats.org/drawingml/2006/main">
              <a:ext uri="{FF2B5EF4-FFF2-40B4-BE49-F238E27FC236}">
                <a16:creationId xmlns:a16="http://schemas.microsoft.com/office/drawing/2014/main" id="{428F9F6D-4D55-4D98-8AF0-AC7199BE623E}"/>
              </a:ext>
            </a:extLst>
          </p:cNvPr>
          <p:cNvSpPr>
            <a:spLocks xmlns:a="http://schemas.openxmlformats.org/drawingml/2006/main" noGrp="1"/>
          </p:cNvSpPr>
          <p:nvPr/>
        </p:nvSpPr>
        <p:spPr>
          <a:xfrm xmlns:a="http://schemas.openxmlformats.org/drawingml/2006/main">
            <a:off x="3657600" y="54387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映射到</a:t>
            </a:r>
          </a:p>
        </p:txBody>
      </p:sp>
      <p:sp>
        <p:nvSpPr>
          <p:cNvPr id="37" name="relation-binding-session">
            <a:extLst xmlns:a="http://schemas.openxmlformats.org/drawingml/2006/main">
              <a:ext uri="{FF2B5EF4-FFF2-40B4-BE49-F238E27FC236}">
                <a16:creationId xmlns:a16="http://schemas.microsoft.com/office/drawing/2014/main" id="{9366BA1A-7BAC-43B6-9161-31154BE5B353}"/>
              </a:ext>
            </a:extLst>
          </p:cNvPr>
          <p:cNvSpPr>
            <a:spLocks xmlns:a="http://schemas.openxmlformats.org/drawingml/2006/main" noGrp="1"/>
          </p:cNvSpPr>
          <p:nvPr/>
        </p:nvSpPr>
        <p:spPr>
          <a:xfrm xmlns:a="http://schemas.openxmlformats.org/drawingml/2006/main">
            <a:off x="60912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38" name="arrow-6">
            <a:extLst xmlns:a="http://schemas.openxmlformats.org/drawingml/2006/main">
              <a:ext uri="{FF2B5EF4-FFF2-40B4-BE49-F238E27FC236}">
                <a16:creationId xmlns:a16="http://schemas.microsoft.com/office/drawing/2014/main" id="{227843C5-E48C-4298-8556-40F9EC0340ED}"/>
              </a:ext>
            </a:extLst>
          </p:cNvPr>
          <p:cNvSpPr>
            <a:spLocks xmlns:a="http://schemas.openxmlformats.org/drawingml/2006/main" noGrp="1"/>
          </p:cNvSpPr>
          <p:nvPr/>
        </p:nvSpPr>
        <p:spPr>
          <a:xfrm xmlns:a="http://schemas.openxmlformats.org/drawingml/2006/main">
            <a:off x="60626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9" name="relation-label-6">
            <a:extLst xmlns:a="http://schemas.openxmlformats.org/drawingml/2006/main">
              <a:ext uri="{FF2B5EF4-FFF2-40B4-BE49-F238E27FC236}">
                <a16:creationId xmlns:a16="http://schemas.microsoft.com/office/drawing/2014/main" id="{3145F130-B373-4C27-9E46-12FE2C905666}"/>
              </a:ext>
            </a:extLst>
          </p:cNvPr>
          <p:cNvSpPr>
            <a:spLocks xmlns:a="http://schemas.openxmlformats.org/drawingml/2006/main" noGrp="1"/>
          </p:cNvSpPr>
          <p:nvPr/>
        </p:nvSpPr>
        <p:spPr>
          <a:xfrm xmlns:a="http://schemas.openxmlformats.org/drawingml/2006/main">
            <a:off x="6181725" y="39624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当前应用</a:t>
            </a:r>
          </a:p>
        </p:txBody>
      </p:sp>
      <p:sp>
        <p:nvSpPr>
          <p:cNvPr id="40" name="relation-profile-session">
            <a:extLst xmlns:a="http://schemas.openxmlformats.org/drawingml/2006/main">
              <a:ext uri="{FF2B5EF4-FFF2-40B4-BE49-F238E27FC236}">
                <a16:creationId xmlns:a16="http://schemas.microsoft.com/office/drawing/2014/main" id="{74369B11-7077-4D57-87F3-AEA81B280805}"/>
              </a:ext>
            </a:extLst>
          </p:cNvPr>
          <p:cNvSpPr>
            <a:spLocks xmlns:a="http://schemas.openxmlformats.org/drawingml/2006/main" noGrp="1"/>
          </p:cNvSpPr>
          <p:nvPr/>
        </p:nvSpPr>
        <p:spPr>
          <a:xfrm xmlns:a="http://schemas.openxmlformats.org/drawingml/2006/main">
            <a:off x="3543300" y="45767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41" name="arrow-7">
            <a:extLst xmlns:a="http://schemas.openxmlformats.org/drawingml/2006/main">
              <a:ext uri="{FF2B5EF4-FFF2-40B4-BE49-F238E27FC236}">
                <a16:creationId xmlns:a16="http://schemas.microsoft.com/office/drawing/2014/main" id="{9D62A02E-4F0B-4981-8887-ED652294625B}"/>
              </a:ext>
            </a:extLst>
          </p:cNvPr>
          <p:cNvSpPr>
            <a:spLocks xmlns:a="http://schemas.openxmlformats.org/drawingml/2006/main" noGrp="1"/>
          </p:cNvSpPr>
          <p:nvPr/>
        </p:nvSpPr>
        <p:spPr>
          <a:xfrm xmlns:a="http://schemas.openxmlformats.org/drawingml/2006/main">
            <a:off x="4505325" y="45481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42" name="relation-label-7">
            <a:extLst xmlns:a="http://schemas.openxmlformats.org/drawingml/2006/main">
              <a:ext uri="{FF2B5EF4-FFF2-40B4-BE49-F238E27FC236}">
                <a16:creationId xmlns:a16="http://schemas.microsoft.com/office/drawing/2014/main" id="{45598DA5-A39F-43EC-8DFD-06E50873856E}"/>
              </a:ext>
            </a:extLst>
          </p:cNvPr>
          <p:cNvSpPr>
            <a:spLocks xmlns:a="http://schemas.openxmlformats.org/drawingml/2006/main" noGrp="1"/>
          </p:cNvSpPr>
          <p:nvPr/>
        </p:nvSpPr>
        <p:spPr>
          <a:xfrm xmlns:a="http://schemas.openxmlformats.org/drawingml/2006/main">
            <a:off x="3657600" y="43719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卡应用</a:t>
            </a:r>
          </a:p>
        </p:txBody>
      </p:sp>
      <p:sp>
        <p:nvSpPr>
          <p:cNvPr id="43" name="relation-session-slot">
            <a:extLst xmlns:a="http://schemas.openxmlformats.org/drawingml/2006/main">
              <a:ext uri="{FF2B5EF4-FFF2-40B4-BE49-F238E27FC236}">
                <a16:creationId xmlns:a16="http://schemas.microsoft.com/office/drawing/2014/main" id="{87B1570C-0072-45D6-938D-449CFD754ED9}"/>
              </a:ext>
            </a:extLst>
          </p:cNvPr>
          <p:cNvSpPr>
            <a:spLocks xmlns:a="http://schemas.openxmlformats.org/drawingml/2006/main" noGrp="1"/>
          </p:cNvSpPr>
          <p:nvPr/>
        </p:nvSpPr>
        <p:spPr>
          <a:xfrm xmlns:a="http://schemas.openxmlformats.org/drawingml/2006/main">
            <a:off x="60912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44" name="arrow-8">
            <a:extLst xmlns:a="http://schemas.openxmlformats.org/drawingml/2006/main">
              <a:ext uri="{FF2B5EF4-FFF2-40B4-BE49-F238E27FC236}">
                <a16:creationId xmlns:a16="http://schemas.microsoft.com/office/drawing/2014/main" id="{1FA7EE3C-675D-4BDB-871D-A205396C5379}"/>
              </a:ext>
            </a:extLst>
          </p:cNvPr>
          <p:cNvSpPr>
            <a:spLocks xmlns:a="http://schemas.openxmlformats.org/drawingml/2006/main" noGrp="1"/>
          </p:cNvSpPr>
          <p:nvPr/>
        </p:nvSpPr>
        <p:spPr>
          <a:xfrm xmlns:a="http://schemas.openxmlformats.org/drawingml/2006/main">
            <a:off x="60626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45" name="relation-label-8">
            <a:extLst xmlns:a="http://schemas.openxmlformats.org/drawingml/2006/main">
              <a:ext uri="{FF2B5EF4-FFF2-40B4-BE49-F238E27FC236}">
                <a16:creationId xmlns:a16="http://schemas.microsoft.com/office/drawing/2014/main" id="{FAA04761-471B-479D-8ABE-44E8E2013043}"/>
              </a:ext>
            </a:extLst>
          </p:cNvPr>
          <p:cNvSpPr>
            <a:spLocks xmlns:a="http://schemas.openxmlformats.org/drawingml/2006/main" noGrp="1"/>
          </p:cNvSpPr>
          <p:nvPr/>
        </p:nvSpPr>
        <p:spPr>
          <a:xfrm xmlns:a="http://schemas.openxmlformats.org/drawingml/2006/main">
            <a:off x="6181725" y="5029200"/>
            <a:ext cx="7620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路由</a:t>
            </a:r>
          </a:p>
        </p:txBody>
      </p:sp>
      <p:sp>
        <p:nvSpPr>
          <p:cNvPr id="46" name="relation-operation-request">
            <a:extLst xmlns:a="http://schemas.openxmlformats.org/drawingml/2006/main">
              <a:ext uri="{FF2B5EF4-FFF2-40B4-BE49-F238E27FC236}">
                <a16:creationId xmlns:a16="http://schemas.microsoft.com/office/drawing/2014/main" id="{3ED49C54-058B-45E7-A499-17371FAB342E}"/>
              </a:ext>
            </a:extLst>
          </p:cNvPr>
          <p:cNvSpPr>
            <a:spLocks xmlns:a="http://schemas.openxmlformats.org/drawingml/2006/main" noGrp="1"/>
          </p:cNvSpPr>
          <p:nvPr/>
        </p:nvSpPr>
        <p:spPr>
          <a:xfrm xmlns:a="http://schemas.openxmlformats.org/drawingml/2006/main">
            <a:off x="101679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47" name="arrow-9">
            <a:extLst xmlns:a="http://schemas.openxmlformats.org/drawingml/2006/main">
              <a:ext uri="{FF2B5EF4-FFF2-40B4-BE49-F238E27FC236}">
                <a16:creationId xmlns:a16="http://schemas.microsoft.com/office/drawing/2014/main" id="{7E17F715-DF9C-4C94-A63D-04221A1151F8}"/>
              </a:ext>
            </a:extLst>
          </p:cNvPr>
          <p:cNvSpPr>
            <a:spLocks xmlns:a="http://schemas.openxmlformats.org/drawingml/2006/main" noGrp="1"/>
          </p:cNvSpPr>
          <p:nvPr/>
        </p:nvSpPr>
        <p:spPr>
          <a:xfrm xmlns:a="http://schemas.openxmlformats.org/drawingml/2006/main">
            <a:off x="101393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48" name="relation-label-9">
            <a:extLst xmlns:a="http://schemas.openxmlformats.org/drawingml/2006/main">
              <a:ext uri="{FF2B5EF4-FFF2-40B4-BE49-F238E27FC236}">
                <a16:creationId xmlns:a16="http://schemas.microsoft.com/office/drawing/2014/main" id="{069316D5-27EA-4C5A-98F7-3ED6324107BA}"/>
              </a:ext>
            </a:extLst>
          </p:cNvPr>
          <p:cNvSpPr>
            <a:spLocks xmlns:a="http://schemas.openxmlformats.org/drawingml/2006/main" noGrp="1"/>
          </p:cNvSpPr>
          <p:nvPr/>
        </p:nvSpPr>
        <p:spPr>
          <a:xfrm xmlns:a="http://schemas.openxmlformats.org/drawingml/2006/main">
            <a:off x="10258425" y="2895600"/>
            <a:ext cx="10668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步骤关联</a:t>
            </a:r>
          </a:p>
        </p:txBody>
      </p:sp>
      <p:sp>
        <p:nvSpPr>
          <p:cNvPr id="49" name="relation-request-session">
            <a:extLst xmlns:a="http://schemas.openxmlformats.org/drawingml/2006/main">
              <a:ext uri="{FF2B5EF4-FFF2-40B4-BE49-F238E27FC236}">
                <a16:creationId xmlns:a16="http://schemas.microsoft.com/office/drawing/2014/main" id="{5D8997F4-73B0-4770-8057-F64AF82EEB27}"/>
              </a:ext>
            </a:extLst>
          </p:cNvPr>
          <p:cNvSpPr>
            <a:spLocks xmlns:a="http://schemas.openxmlformats.org/drawingml/2006/main" noGrp="1"/>
          </p:cNvSpPr>
          <p:nvPr/>
        </p:nvSpPr>
        <p:spPr>
          <a:xfrm xmlns:a="http://schemas.openxmlformats.org/drawingml/2006/main">
            <a:off x="7620000" y="3514725"/>
            <a:ext cx="1028700" cy="1066800"/>
          </a:xfrm>
          <a:custGeom xmlns:a="http://schemas.openxmlformats.org/drawingml/2006/main">
            <a:pathLst>
              <a:path w="1028700" h="1066800">
                <a:moveTo>
                  <a:pt x="1028700" y="0"/>
                </a:moveTo>
                <a:lnTo>
                  <a:pt x="438150" y="0"/>
                </a:lnTo>
                <a:lnTo>
                  <a:pt x="438150" y="1066800"/>
                </a:lnTo>
                <a:lnTo>
                  <a:pt x="0" y="1066800"/>
                </a:lnTo>
              </a:path>
            </a:pathLst>
          </a:custGeom>
          <a:noFill xmlns:a="http://schemas.openxmlformats.org/drawingml/2006/main"/>
          <a:ln xmlns:a="http://schemas.openxmlformats.org/drawingml/2006/main" w="11430">
            <a:solidFill>
              <a:srgbClr val="ABBBCB"/>
            </a:solidFill>
            <a:prstDash val="solid"/>
          </a:ln>
        </p:spPr>
      </p:sp>
      <p:sp>
        <p:nvSpPr>
          <p:cNvPr id="50" name="arrow-10">
            <a:extLst xmlns:a="http://schemas.openxmlformats.org/drawingml/2006/main">
              <a:ext uri="{FF2B5EF4-FFF2-40B4-BE49-F238E27FC236}">
                <a16:creationId xmlns:a16="http://schemas.microsoft.com/office/drawing/2014/main" id="{54E1997F-1954-47B5-8B7B-C62ED8556D6F}"/>
              </a:ext>
            </a:extLst>
          </p:cNvPr>
          <p:cNvSpPr>
            <a:spLocks xmlns:a="http://schemas.openxmlformats.org/drawingml/2006/main" noGrp="1"/>
          </p:cNvSpPr>
          <p:nvPr/>
        </p:nvSpPr>
        <p:spPr>
          <a:xfrm xmlns:a="http://schemas.openxmlformats.org/drawingml/2006/main">
            <a:off x="7620000" y="45481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1" name="relation-label-10">
            <a:extLst xmlns:a="http://schemas.openxmlformats.org/drawingml/2006/main">
              <a:ext uri="{FF2B5EF4-FFF2-40B4-BE49-F238E27FC236}">
                <a16:creationId xmlns:a16="http://schemas.microsoft.com/office/drawing/2014/main" id="{DFE8D213-06A6-443D-902E-8361B12415BD}"/>
              </a:ext>
            </a:extLst>
          </p:cNvPr>
          <p:cNvSpPr>
            <a:spLocks xmlns:a="http://schemas.openxmlformats.org/drawingml/2006/main" noGrp="1"/>
          </p:cNvSpPr>
          <p:nvPr/>
        </p:nvSpPr>
        <p:spPr>
          <a:xfrm xmlns:a="http://schemas.openxmlformats.org/drawingml/2006/main">
            <a:off x="7734300" y="3886200"/>
            <a:ext cx="6667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原会话</a:t>
            </a:r>
          </a:p>
        </p:txBody>
      </p:sp>
      <p:sp>
        <p:nvSpPr>
          <p:cNvPr id="52" name="relation-subscription-store">
            <a:extLst xmlns:a="http://schemas.openxmlformats.org/drawingml/2006/main">
              <a:ext uri="{FF2B5EF4-FFF2-40B4-BE49-F238E27FC236}">
                <a16:creationId xmlns:a16="http://schemas.microsoft.com/office/drawing/2014/main" id="{D9D23641-4E81-4D36-BA19-98E4A4D6F043}"/>
              </a:ext>
            </a:extLst>
          </p:cNvPr>
          <p:cNvSpPr>
            <a:spLocks xmlns:a="http://schemas.openxmlformats.org/drawingml/2006/main" noGrp="1"/>
          </p:cNvSpPr>
          <p:nvPr/>
        </p:nvSpPr>
        <p:spPr>
          <a:xfrm xmlns:a="http://schemas.openxmlformats.org/drawingml/2006/main">
            <a:off x="7620000" y="2447925"/>
            <a:ext cx="2552700" cy="1685925"/>
          </a:xfrm>
          <a:custGeom xmlns:a="http://schemas.openxmlformats.org/drawingml/2006/main">
            <a:pathLst>
              <a:path w="2552700" h="1685925">
                <a:moveTo>
                  <a:pt x="0" y="0"/>
                </a:moveTo>
                <a:lnTo>
                  <a:pt x="800100" y="0"/>
                </a:lnTo>
                <a:lnTo>
                  <a:pt x="800100" y="1590675"/>
                </a:lnTo>
                <a:lnTo>
                  <a:pt x="2552700" y="1590675"/>
                </a:lnTo>
                <a:lnTo>
                  <a:pt x="2552700" y="1685925"/>
                </a:lnTo>
              </a:path>
            </a:pathLst>
          </a:custGeom>
          <a:noFill xmlns:a="http://schemas.openxmlformats.org/drawingml/2006/main"/>
          <a:ln xmlns:a="http://schemas.openxmlformats.org/drawingml/2006/main" w="17145">
            <a:solidFill>
              <a:srgbClr val="246AB8"/>
            </a:solidFill>
            <a:prstDash val="solid"/>
          </a:ln>
        </p:spPr>
      </p:sp>
      <p:sp>
        <p:nvSpPr>
          <p:cNvPr id="53" name="arrow-11">
            <a:extLst xmlns:a="http://schemas.openxmlformats.org/drawingml/2006/main">
              <a:ext uri="{FF2B5EF4-FFF2-40B4-BE49-F238E27FC236}">
                <a16:creationId xmlns:a16="http://schemas.microsoft.com/office/drawing/2014/main" id="{688B5793-B8C3-43DC-A986-CFC5936AA53B}"/>
              </a:ext>
            </a:extLst>
          </p:cNvPr>
          <p:cNvSpPr>
            <a:spLocks xmlns:a="http://schemas.openxmlformats.org/drawingml/2006/main" noGrp="1"/>
          </p:cNvSpPr>
          <p:nvPr/>
        </p:nvSpPr>
        <p:spPr>
          <a:xfrm xmlns:a="http://schemas.openxmlformats.org/drawingml/2006/main">
            <a:off x="101393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54" name="relation-label-11">
            <a:extLst xmlns:a="http://schemas.openxmlformats.org/drawingml/2006/main">
              <a:ext uri="{FF2B5EF4-FFF2-40B4-BE49-F238E27FC236}">
                <a16:creationId xmlns:a16="http://schemas.microsoft.com/office/drawing/2014/main" id="{FC84007E-2CD9-4C54-BBF8-0D0C5A203306}"/>
              </a:ext>
            </a:extLst>
          </p:cNvPr>
          <p:cNvSpPr>
            <a:spLocks xmlns:a="http://schemas.openxmlformats.org/drawingml/2006/main" noGrp="1"/>
          </p:cNvSpPr>
          <p:nvPr/>
        </p:nvSpPr>
        <p:spPr>
          <a:xfrm xmlns:a="http://schemas.openxmlformats.org/drawingml/2006/main">
            <a:off x="7696200" y="2895600"/>
            <a:ext cx="9715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账户字段存取</a:t>
            </a:r>
          </a:p>
        </p:txBody>
      </p:sp>
      <p:sp>
        <p:nvSpPr>
          <p:cNvPr id="55" name="relation-compat-operation">
            <a:extLst xmlns:a="http://schemas.openxmlformats.org/drawingml/2006/main">
              <a:ext uri="{FF2B5EF4-FFF2-40B4-BE49-F238E27FC236}">
                <a16:creationId xmlns:a16="http://schemas.microsoft.com/office/drawing/2014/main" id="{9E1F0EF3-7E07-46A4-B221-76EDFEDC0AD9}"/>
              </a:ext>
            </a:extLst>
          </p:cNvPr>
          <p:cNvSpPr>
            <a:spLocks xmlns:a="http://schemas.openxmlformats.org/drawingml/2006/main" noGrp="1"/>
          </p:cNvSpPr>
          <p:nvPr/>
        </p:nvSpPr>
        <p:spPr>
          <a:xfrm xmlns:a="http://schemas.openxmlformats.org/drawingml/2006/main">
            <a:off x="11696700" y="2447925"/>
            <a:ext cx="171450" cy="3200400"/>
          </a:xfrm>
          <a:custGeom xmlns:a="http://schemas.openxmlformats.org/drawingml/2006/main">
            <a:pathLst>
              <a:path w="171450" h="3200400">
                <a:moveTo>
                  <a:pt x="0" y="3200400"/>
                </a:moveTo>
                <a:lnTo>
                  <a:pt x="171450" y="3200400"/>
                </a:lnTo>
                <a:lnTo>
                  <a:pt x="171450" y="0"/>
                </a:lnTo>
                <a:lnTo>
                  <a:pt x="0" y="0"/>
                </a:lnTo>
              </a:path>
            </a:pathLst>
          </a:custGeom>
          <a:noFill xmlns:a="http://schemas.openxmlformats.org/drawingml/2006/main"/>
          <a:ln xmlns:a="http://schemas.openxmlformats.org/drawingml/2006/main" w="17145">
            <a:solidFill>
              <a:srgbClr val="246AB8"/>
            </a:solidFill>
            <a:prstDash val="dash"/>
          </a:ln>
        </p:spPr>
      </p:sp>
      <p:sp>
        <p:nvSpPr>
          <p:cNvPr id="56" name="arrow-12">
            <a:extLst xmlns:a="http://schemas.openxmlformats.org/drawingml/2006/main">
              <a:ext uri="{FF2B5EF4-FFF2-40B4-BE49-F238E27FC236}">
                <a16:creationId xmlns:a16="http://schemas.microsoft.com/office/drawing/2014/main" id="{57B667FF-CFC2-46A4-8DD7-011C5A249002}"/>
              </a:ext>
            </a:extLst>
          </p:cNvPr>
          <p:cNvSpPr>
            <a:spLocks xmlns:a="http://schemas.openxmlformats.org/drawingml/2006/main" noGrp="1"/>
          </p:cNvSpPr>
          <p:nvPr/>
        </p:nvSpPr>
        <p:spPr>
          <a:xfrm xmlns:a="http://schemas.openxmlformats.org/drawingml/2006/main">
            <a:off x="116967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246AB8"/>
            </a:solidFill>
            <a:prstDash val="solid"/>
          </a:ln>
        </p:spPr>
      </p:sp>
      <p:sp>
        <p:nvSpPr>
          <p:cNvPr id="57" name="back-arrow-12">
            <a:extLst xmlns:a="http://schemas.openxmlformats.org/drawingml/2006/main">
              <a:ext uri="{FF2B5EF4-FFF2-40B4-BE49-F238E27FC236}">
                <a16:creationId xmlns:a16="http://schemas.microsoft.com/office/drawing/2014/main" id="{7513490C-E302-4320-A8AF-33D5F867781D}"/>
              </a:ext>
            </a:extLst>
          </p:cNvPr>
          <p:cNvSpPr>
            <a:spLocks xmlns:a="http://schemas.openxmlformats.org/drawingml/2006/main" noGrp="1"/>
          </p:cNvSpPr>
          <p:nvPr/>
        </p:nvSpPr>
        <p:spPr>
          <a:xfrm xmlns:a="http://schemas.openxmlformats.org/drawingml/2006/main">
            <a:off x="11696700" y="56149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246AB8"/>
            </a:solidFill>
            <a:prstDash val="solid"/>
          </a:ln>
        </p:spPr>
      </p:sp>
      <p:sp>
        <p:nvSpPr>
          <p:cNvPr id="58" name="relation-label-12">
            <a:extLst xmlns:a="http://schemas.openxmlformats.org/drawingml/2006/main">
              <a:ext uri="{FF2B5EF4-FFF2-40B4-BE49-F238E27FC236}">
                <a16:creationId xmlns:a16="http://schemas.microsoft.com/office/drawing/2014/main" id="{5A3AD19B-AE0D-4364-8706-DCA999F9B608}"/>
              </a:ext>
            </a:extLst>
          </p:cNvPr>
          <p:cNvSpPr>
            <a:spLocks xmlns:a="http://schemas.openxmlformats.org/drawingml/2006/main" noGrp="1"/>
          </p:cNvSpPr>
          <p:nvPr/>
        </p:nvSpPr>
        <p:spPr>
          <a:xfrm xmlns:a="http://schemas.openxmlformats.org/drawingml/2006/main">
            <a:off x="10791825" y="5029200"/>
            <a:ext cx="1076325"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受理 / 完成</a:t>
            </a:r>
          </a:p>
        </p:txBody>
      </p:sp>
      <p:sp>
        <p:nvSpPr>
          <p:cNvPr id="59" name="concept-role">
            <a:extLst xmlns:a="http://schemas.openxmlformats.org/drawingml/2006/main">
              <a:ext uri="{FF2B5EF4-FFF2-40B4-BE49-F238E27FC236}">
                <a16:creationId xmlns:a16="http://schemas.microsoft.com/office/drawing/2014/main" id="{D4D22917-9A38-4A25-B880-5673EE920E01}"/>
              </a:ext>
            </a:extLst>
          </p:cNvPr>
          <p:cNvSpPr>
            <a:spLocks xmlns:a="http://schemas.openxmlformats.org/drawingml/2006/main" noGrp="1"/>
          </p:cNvSpPr>
          <p:nvPr/>
        </p:nvSpPr>
        <p:spPr>
          <a:xfrm xmlns:a="http://schemas.openxmlformats.org/drawingml/2006/main">
            <a:off x="4953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0" name="concept-title-role">
            <a:extLst xmlns:a="http://schemas.openxmlformats.org/drawingml/2006/main">
              <a:ext uri="{FF2B5EF4-FFF2-40B4-BE49-F238E27FC236}">
                <a16:creationId xmlns:a16="http://schemas.microsoft.com/office/drawing/2014/main" id="{359EA18C-8991-4050-9942-2D6EF012AA0F}"/>
              </a:ext>
            </a:extLst>
          </p:cNvPr>
          <p:cNvSpPr>
            <a:spLocks xmlns:a="http://schemas.openxmlformats.org/drawingml/2006/main" noGrp="1"/>
          </p:cNvSpPr>
          <p:nvPr/>
        </p:nvSpPr>
        <p:spPr>
          <a:xfrm xmlns:a="http://schemas.openxmlformats.org/drawingml/2006/main">
            <a:off x="6096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[A] 角色与资源选择</a:t>
            </a:r>
          </a:p>
        </p:txBody>
      </p:sp>
      <p:sp>
        <p:nvSpPr>
          <p:cNvPr id="61" name="concept-alias-role">
            <a:extLst xmlns:a="http://schemas.openxmlformats.org/drawingml/2006/main">
              <a:ext uri="{FF2B5EF4-FFF2-40B4-BE49-F238E27FC236}">
                <a16:creationId xmlns:a16="http://schemas.microsoft.com/office/drawing/2014/main" id="{5E836414-1FD1-477E-9F26-6026E2BDCBFB}"/>
              </a:ext>
            </a:extLst>
          </p:cNvPr>
          <p:cNvSpPr>
            <a:spLocks xmlns:a="http://schemas.openxmlformats.org/drawingml/2006/main" noGrp="1"/>
          </p:cNvSpPr>
          <p:nvPr/>
        </p:nvSpPr>
        <p:spPr>
          <a:xfrm xmlns:a="http://schemas.openxmlformats.org/drawingml/2006/main">
            <a:off x="6096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Assignment</a:t>
            </a:r>
          </a:p>
        </p:txBody>
      </p:sp>
      <p:sp>
        <p:nvSpPr>
          <p:cNvPr id="62" name="concept-function-role">
            <a:extLst xmlns:a="http://schemas.openxmlformats.org/drawingml/2006/main">
              <a:ext uri="{FF2B5EF4-FFF2-40B4-BE49-F238E27FC236}">
                <a16:creationId xmlns:a16="http://schemas.microsoft.com/office/drawing/2014/main" id="{894526EA-82E7-4C7D-90F0-3E0774A6CEA0}"/>
              </a:ext>
            </a:extLst>
          </p:cNvPr>
          <p:cNvSpPr>
            <a:spLocks xmlns:a="http://schemas.openxmlformats.org/drawingml/2006/main" noGrp="1"/>
          </p:cNvSpPr>
          <p:nvPr/>
        </p:nvSpPr>
        <p:spPr>
          <a:xfrm xmlns:a="http://schemas.openxmlformats.org/drawingml/2006/main">
            <a:off x="6096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Voice / SMS / Data / Primary</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选择订阅，本用例不改角色</a:t>
            </a:r>
          </a:p>
        </p:txBody>
      </p:sp>
      <p:sp>
        <p:nvSpPr>
          <p:cNvPr id="63" name="concept-subscription">
            <a:extLst xmlns:a="http://schemas.openxmlformats.org/drawingml/2006/main">
              <a:ext uri="{FF2B5EF4-FFF2-40B4-BE49-F238E27FC236}">
                <a16:creationId xmlns:a16="http://schemas.microsoft.com/office/drawing/2014/main" id="{BDB44214-AFE5-4C84-B694-EDBD4E989978}"/>
              </a:ext>
            </a:extLst>
          </p:cNvPr>
          <p:cNvSpPr>
            <a:spLocks xmlns:a="http://schemas.openxmlformats.org/drawingml/2006/main" noGrp="1"/>
          </p:cNvSpPr>
          <p:nvPr/>
        </p:nvSpPr>
        <p:spPr>
          <a:xfrm xmlns:a="http://schemas.openxmlformats.org/drawingml/2006/main">
            <a:off x="4572000" y="20002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64" name="concept-title-subscription">
            <a:extLst xmlns:a="http://schemas.openxmlformats.org/drawingml/2006/main">
              <a:ext uri="{FF2B5EF4-FFF2-40B4-BE49-F238E27FC236}">
                <a16:creationId xmlns:a16="http://schemas.microsoft.com/office/drawing/2014/main" id="{B3812512-2D4D-48A6-88AD-E1FFDE0D7B94}"/>
              </a:ext>
            </a:extLst>
          </p:cNvPr>
          <p:cNvSpPr>
            <a:spLocks xmlns:a="http://schemas.openxmlformats.org/drawingml/2006/main" noGrp="1"/>
          </p:cNvSpPr>
          <p:nvPr/>
        </p:nvSpPr>
        <p:spPr>
          <a:xfrm xmlns:a="http://schemas.openxmlformats.org/drawingml/2006/main">
            <a:off x="46863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⑦] 订阅／账户</a:t>
            </a:r>
          </a:p>
        </p:txBody>
      </p:sp>
      <p:sp>
        <p:nvSpPr>
          <p:cNvPr id="65" name="concept-alias-subscription">
            <a:extLst xmlns:a="http://schemas.openxmlformats.org/drawingml/2006/main">
              <a:ext uri="{FF2B5EF4-FFF2-40B4-BE49-F238E27FC236}">
                <a16:creationId xmlns:a16="http://schemas.microsoft.com/office/drawing/2014/main" id="{EC8AD38C-9CBE-40DA-8F14-446A4FBECB50}"/>
              </a:ext>
            </a:extLst>
          </p:cNvPr>
          <p:cNvSpPr>
            <a:spLocks xmlns:a="http://schemas.openxmlformats.org/drawingml/2006/main" noGrp="1"/>
          </p:cNvSpPr>
          <p:nvPr/>
        </p:nvSpPr>
        <p:spPr>
          <a:xfrm xmlns:a="http://schemas.openxmlformats.org/drawingml/2006/main">
            <a:off x="46863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Subscription</a:t>
            </a:r>
          </a:p>
        </p:txBody>
      </p:sp>
      <p:sp>
        <p:nvSpPr>
          <p:cNvPr id="66" name="concept-function-subscription">
            <a:extLst xmlns:a="http://schemas.openxmlformats.org/drawingml/2006/main">
              <a:ext uri="{FF2B5EF4-FFF2-40B4-BE49-F238E27FC236}">
                <a16:creationId xmlns:a16="http://schemas.microsoft.com/office/drawing/2014/main" id="{A088E131-80B1-42F4-B797-F75A709C28B6}"/>
              </a:ext>
            </a:extLst>
          </p:cNvPr>
          <p:cNvSpPr>
            <a:spLocks xmlns:a="http://schemas.openxmlformats.org/drawingml/2006/main" noGrp="1"/>
          </p:cNvSpPr>
          <p:nvPr/>
        </p:nvSpPr>
        <p:spPr>
          <a:xfrm xmlns:a="http://schemas.openxmlformats.org/drawingml/2006/main">
            <a:off x="46863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保留已接受的账户事实</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失败不能伪造未发生</a:t>
            </a:r>
          </a:p>
        </p:txBody>
      </p:sp>
      <p:sp>
        <p:nvSpPr>
          <p:cNvPr id="67" name="concept-operation">
            <a:extLst xmlns:a="http://schemas.openxmlformats.org/drawingml/2006/main">
              <a:ext uri="{FF2B5EF4-FFF2-40B4-BE49-F238E27FC236}">
                <a16:creationId xmlns:a16="http://schemas.microsoft.com/office/drawing/2014/main" id="{99BCE39D-1C27-4601-B708-A2294A064C35}"/>
              </a:ext>
            </a:extLst>
          </p:cNvPr>
          <p:cNvSpPr>
            <a:spLocks xmlns:a="http://schemas.openxmlformats.org/drawingml/2006/main" noGrp="1"/>
          </p:cNvSpPr>
          <p:nvPr/>
        </p:nvSpPr>
        <p:spPr>
          <a:xfrm xmlns:a="http://schemas.openxmlformats.org/drawingml/2006/main">
            <a:off x="8648700" y="20002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68" name="concept-title-operation">
            <a:extLst xmlns:a="http://schemas.openxmlformats.org/drawingml/2006/main">
              <a:ext uri="{FF2B5EF4-FFF2-40B4-BE49-F238E27FC236}">
                <a16:creationId xmlns:a16="http://schemas.microsoft.com/office/drawing/2014/main" id="{8F265537-8ECE-4018-9BBB-BF95766A1B43}"/>
              </a:ext>
            </a:extLst>
          </p:cNvPr>
          <p:cNvSpPr>
            <a:spLocks xmlns:a="http://schemas.openxmlformats.org/drawingml/2006/main" noGrp="1"/>
          </p:cNvSpPr>
          <p:nvPr/>
        </p:nvSpPr>
        <p:spPr>
          <a:xfrm xmlns:a="http://schemas.openxmlformats.org/drawingml/2006/main">
            <a:off x="87630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[O ⑦] 本地业务操作</a:t>
            </a:r>
          </a:p>
        </p:txBody>
      </p:sp>
      <p:sp>
        <p:nvSpPr>
          <p:cNvPr id="69" name="concept-alias-operation">
            <a:extLst xmlns:a="http://schemas.openxmlformats.org/drawingml/2006/main">
              <a:ext uri="{FF2B5EF4-FFF2-40B4-BE49-F238E27FC236}">
                <a16:creationId xmlns:a16="http://schemas.microsoft.com/office/drawing/2014/main" id="{4D543E37-62D8-44F6-9F2C-FC758548A1F7}"/>
              </a:ext>
            </a:extLst>
          </p:cNvPr>
          <p:cNvSpPr>
            <a:spLocks xmlns:a="http://schemas.openxmlformats.org/drawingml/2006/main" noGrp="1"/>
          </p:cNvSpPr>
          <p:nvPr/>
        </p:nvSpPr>
        <p:spPr>
          <a:xfrm xmlns:a="http://schemas.openxmlformats.org/drawingml/2006/main">
            <a:off x="87630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Operation</a:t>
            </a:r>
          </a:p>
        </p:txBody>
      </p:sp>
      <p:sp>
        <p:nvSpPr>
          <p:cNvPr id="70" name="concept-function-operation">
            <a:extLst xmlns:a="http://schemas.openxmlformats.org/drawingml/2006/main">
              <a:ext uri="{FF2B5EF4-FFF2-40B4-BE49-F238E27FC236}">
                <a16:creationId xmlns:a16="http://schemas.microsoft.com/office/drawing/2014/main" id="{C1287AF6-BF39-421F-8D95-4FE89F9FFFB2}"/>
              </a:ext>
            </a:extLst>
          </p:cNvPr>
          <p:cNvSpPr>
            <a:spLocks xmlns:a="http://schemas.openxmlformats.org/drawingml/2006/main" noGrp="1"/>
          </p:cNvSpPr>
          <p:nvPr/>
        </p:nvSpPr>
        <p:spPr>
          <a:xfrm xmlns:a="http://schemas.openxmlformats.org/drawingml/2006/main">
            <a:off x="87630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记录用例终态与局部效果</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等待与设备状态分别维护</a:t>
            </a:r>
          </a:p>
        </p:txBody>
      </p:sp>
      <p:sp>
        <p:nvSpPr>
          <p:cNvPr id="71" name="concept-euicc">
            <a:extLst xmlns:a="http://schemas.openxmlformats.org/drawingml/2006/main">
              <a:ext uri="{FF2B5EF4-FFF2-40B4-BE49-F238E27FC236}">
                <a16:creationId xmlns:a16="http://schemas.microsoft.com/office/drawing/2014/main" id="{BD5FC20E-840D-4FB0-A747-AD70BD6CA9F8}"/>
              </a:ext>
            </a:extLst>
          </p:cNvPr>
          <p:cNvSpPr>
            <a:spLocks xmlns:a="http://schemas.openxmlformats.org/drawingml/2006/main" noGrp="1"/>
          </p:cNvSpPr>
          <p:nvPr/>
        </p:nvSpPr>
        <p:spPr>
          <a:xfrm xmlns:a="http://schemas.openxmlformats.org/drawingml/2006/main">
            <a:off x="4953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72" name="concept-title-euicc">
            <a:extLst xmlns:a="http://schemas.openxmlformats.org/drawingml/2006/main">
              <a:ext uri="{FF2B5EF4-FFF2-40B4-BE49-F238E27FC236}">
                <a16:creationId xmlns:a16="http://schemas.microsoft.com/office/drawing/2014/main" id="{B4DDEAE6-3593-4D45-856E-60B67F3D0A3E}"/>
              </a:ext>
            </a:extLst>
          </p:cNvPr>
          <p:cNvSpPr>
            <a:spLocks xmlns:a="http://schemas.openxmlformats.org/drawingml/2006/main" noGrp="1"/>
          </p:cNvSpPr>
          <p:nvPr/>
        </p:nvSpPr>
        <p:spPr>
          <a:xfrm xmlns:a="http://schemas.openxmlformats.org/drawingml/2006/main">
            <a:off x="6096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[R/H] eUICC 与物理接入</a:t>
            </a:r>
          </a:p>
        </p:txBody>
      </p:sp>
      <p:sp>
        <p:nvSpPr>
          <p:cNvPr id="73" name="concept-alias-euicc">
            <a:extLst xmlns:a="http://schemas.openxmlformats.org/drawingml/2006/main">
              <a:ext uri="{FF2B5EF4-FFF2-40B4-BE49-F238E27FC236}">
                <a16:creationId xmlns:a16="http://schemas.microsoft.com/office/drawing/2014/main" id="{62A8396D-1979-42B1-B8E7-5475D8B15D39}"/>
              </a:ext>
            </a:extLst>
          </p:cNvPr>
          <p:cNvSpPr>
            <a:spLocks xmlns:a="http://schemas.openxmlformats.org/drawingml/2006/main" noGrp="1"/>
          </p:cNvSpPr>
          <p:nvPr/>
        </p:nvSpPr>
        <p:spPr>
          <a:xfrm xmlns:a="http://schemas.openxmlformats.org/drawingml/2006/main">
            <a:off x="6096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Endpoint</a:t>
            </a:r>
          </a:p>
        </p:txBody>
      </p:sp>
      <p:sp>
        <p:nvSpPr>
          <p:cNvPr id="74" name="concept-function-euicc">
            <a:extLst xmlns:a="http://schemas.openxmlformats.org/drawingml/2006/main">
              <a:ext uri="{FF2B5EF4-FFF2-40B4-BE49-F238E27FC236}">
                <a16:creationId xmlns:a16="http://schemas.microsoft.com/office/drawing/2014/main" id="{8EDAA794-9468-43F2-976D-2F132F3D6CCC}"/>
              </a:ext>
            </a:extLst>
          </p:cNvPr>
          <p:cNvSpPr>
            <a:spLocks xmlns:a="http://schemas.openxmlformats.org/drawingml/2006/main" noGrp="1"/>
          </p:cNvSpPr>
          <p:nvPr/>
        </p:nvSpPr>
        <p:spPr>
          <a:xfrm xmlns:a="http://schemas.openxmlformats.org/drawingml/2006/main">
            <a:off x="6096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EID-E / 物理接入 P-E</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安全元件与实际共享设备</a:t>
            </a:r>
          </a:p>
        </p:txBody>
      </p:sp>
      <p:sp>
        <p:nvSpPr>
          <p:cNvPr id="75" name="concept-binding">
            <a:extLst xmlns:a="http://schemas.openxmlformats.org/drawingml/2006/main">
              <a:ext uri="{FF2B5EF4-FFF2-40B4-BE49-F238E27FC236}">
                <a16:creationId xmlns:a16="http://schemas.microsoft.com/office/drawing/2014/main" id="{8CC213F9-3F3F-4DFF-996A-8F998AF0098A}"/>
              </a:ext>
            </a:extLst>
          </p:cNvPr>
          <p:cNvSpPr>
            <a:spLocks xmlns:a="http://schemas.openxmlformats.org/drawingml/2006/main" noGrp="1"/>
          </p:cNvSpPr>
          <p:nvPr/>
        </p:nvSpPr>
        <p:spPr>
          <a:xfrm xmlns:a="http://schemas.openxmlformats.org/drawingml/2006/main">
            <a:off x="45720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76" name="concept-title-binding">
            <a:extLst xmlns:a="http://schemas.openxmlformats.org/drawingml/2006/main">
              <a:ext uri="{FF2B5EF4-FFF2-40B4-BE49-F238E27FC236}">
                <a16:creationId xmlns:a16="http://schemas.microsoft.com/office/drawing/2014/main" id="{5F8102DA-1662-4C02-8CF4-19A88A8EDC41}"/>
              </a:ext>
            </a:extLst>
          </p:cNvPr>
          <p:cNvSpPr>
            <a:spLocks xmlns:a="http://schemas.openxmlformats.org/drawingml/2006/main" noGrp="1"/>
          </p:cNvSpPr>
          <p:nvPr/>
        </p:nvSpPr>
        <p:spPr>
          <a:xfrm xmlns:a="http://schemas.openxmlformats.org/drawingml/2006/main">
            <a:off x="46863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当前连接绑定</a:t>
            </a:r>
          </a:p>
        </p:txBody>
      </p:sp>
      <p:sp>
        <p:nvSpPr>
          <p:cNvPr id="77" name="concept-alias-binding">
            <a:extLst xmlns:a="http://schemas.openxmlformats.org/drawingml/2006/main">
              <a:ext uri="{FF2B5EF4-FFF2-40B4-BE49-F238E27FC236}">
                <a16:creationId xmlns:a16="http://schemas.microsoft.com/office/drawing/2014/main" id="{23D44746-C5CC-4FDC-A3EC-C8EED67F5D4E}"/>
              </a:ext>
            </a:extLst>
          </p:cNvPr>
          <p:cNvSpPr>
            <a:spLocks xmlns:a="http://schemas.openxmlformats.org/drawingml/2006/main" noGrp="1"/>
          </p:cNvSpPr>
          <p:nvPr/>
        </p:nvSpPr>
        <p:spPr>
          <a:xfrm xmlns:a="http://schemas.openxmlformats.org/drawingml/2006/main">
            <a:off x="46863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Binding</a:t>
            </a:r>
          </a:p>
        </p:txBody>
      </p:sp>
      <p:sp>
        <p:nvSpPr>
          <p:cNvPr id="78" name="concept-function-binding">
            <a:extLst xmlns:a="http://schemas.openxmlformats.org/drawingml/2006/main">
              <a:ext uri="{FF2B5EF4-FFF2-40B4-BE49-F238E27FC236}">
                <a16:creationId xmlns:a16="http://schemas.microsoft.com/office/drawing/2014/main" id="{90899ED5-A3E1-42DD-999E-8A9D8183D8D6}"/>
              </a:ext>
            </a:extLst>
          </p:cNvPr>
          <p:cNvSpPr>
            <a:spLocks xmlns:a="http://schemas.openxmlformats.org/drawingml/2006/main" noGrp="1"/>
          </p:cNvSpPr>
          <p:nvPr/>
        </p:nvSpPr>
        <p:spPr>
          <a:xfrm xmlns:a="http://schemas.openxmlformats.org/drawingml/2006/main">
            <a:off x="46863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S-A ↔ Profile-A / Port-0</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路由 slot-1 / 相关绑定版本</a:t>
            </a:r>
          </a:p>
        </p:txBody>
      </p:sp>
      <p:sp>
        <p:nvSpPr>
          <p:cNvPr id="79" name="concept-request">
            <a:extLst xmlns:a="http://schemas.openxmlformats.org/drawingml/2006/main">
              <a:ext uri="{FF2B5EF4-FFF2-40B4-BE49-F238E27FC236}">
                <a16:creationId xmlns:a16="http://schemas.microsoft.com/office/drawing/2014/main" id="{4EF0E203-459A-4F49-9DDE-A986112AB542}"/>
              </a:ext>
            </a:extLst>
          </p:cNvPr>
          <p:cNvSpPr>
            <a:spLocks xmlns:a="http://schemas.openxmlformats.org/drawingml/2006/main" noGrp="1"/>
          </p:cNvSpPr>
          <p:nvPr/>
        </p:nvSpPr>
        <p:spPr>
          <a:xfrm xmlns:a="http://schemas.openxmlformats.org/drawingml/2006/main">
            <a:off x="86487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0" name="concept-title-request">
            <a:extLst xmlns:a="http://schemas.openxmlformats.org/drawingml/2006/main">
              <a:ext uri="{FF2B5EF4-FFF2-40B4-BE49-F238E27FC236}">
                <a16:creationId xmlns:a16="http://schemas.microsoft.com/office/drawing/2014/main" id="{886CA31B-E8D0-4490-82E3-94437FF3B3BA}"/>
              </a:ext>
            </a:extLst>
          </p:cNvPr>
          <p:cNvSpPr>
            <a:spLocks xmlns:a="http://schemas.openxmlformats.org/drawingml/2006/main" noGrp="1"/>
          </p:cNvSpPr>
          <p:nvPr/>
        </p:nvSpPr>
        <p:spPr>
          <a:xfrm xmlns:a="http://schemas.openxmlformats.org/drawingml/2006/main">
            <a:off x="87630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[应用/R] 单次请求关联</a:t>
            </a:r>
          </a:p>
        </p:txBody>
      </p:sp>
      <p:sp>
        <p:nvSpPr>
          <p:cNvPr id="81" name="concept-alias-request">
            <a:extLst xmlns:a="http://schemas.openxmlformats.org/drawingml/2006/main">
              <a:ext uri="{FF2B5EF4-FFF2-40B4-BE49-F238E27FC236}">
                <a16:creationId xmlns:a16="http://schemas.microsoft.com/office/drawing/2014/main" id="{B9EA4E12-B8A5-49F3-B783-CDF76397402B}"/>
              </a:ext>
            </a:extLst>
          </p:cNvPr>
          <p:cNvSpPr>
            <a:spLocks xmlns:a="http://schemas.openxmlformats.org/drawingml/2006/main" noGrp="1"/>
          </p:cNvSpPr>
          <p:nvPr/>
        </p:nvSpPr>
        <p:spPr>
          <a:xfrm xmlns:a="http://schemas.openxmlformats.org/drawingml/2006/main">
            <a:off x="87630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RequestContext</a:t>
            </a:r>
          </a:p>
        </p:txBody>
      </p:sp>
      <p:sp>
        <p:nvSpPr>
          <p:cNvPr id="82" name="concept-function-request">
            <a:extLst xmlns:a="http://schemas.openxmlformats.org/drawingml/2006/main">
              <a:ext uri="{FF2B5EF4-FFF2-40B4-BE49-F238E27FC236}">
                <a16:creationId xmlns:a16="http://schemas.microsoft.com/office/drawing/2014/main" id="{B64AA863-8CE9-4F65-B730-0CDDE57E7585}"/>
              </a:ext>
            </a:extLst>
          </p:cNvPr>
          <p:cNvSpPr>
            <a:spLocks xmlns:a="http://schemas.openxmlformats.org/drawingml/2006/main" noGrp="1"/>
          </p:cNvSpPr>
          <p:nvPr/>
        </p:nvSpPr>
        <p:spPr>
          <a:xfrm xmlns:a="http://schemas.openxmlformats.org/drawingml/2006/main">
            <a:off x="87630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原目标 S-A / 原会话 g8</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step / attempt / RIL serial</a:t>
            </a:r>
          </a:p>
        </p:txBody>
      </p:sp>
      <p:sp>
        <p:nvSpPr>
          <p:cNvPr id="83" name="concept-profile">
            <a:extLst xmlns:a="http://schemas.openxmlformats.org/drawingml/2006/main">
              <a:ext uri="{FF2B5EF4-FFF2-40B4-BE49-F238E27FC236}">
                <a16:creationId xmlns:a16="http://schemas.microsoft.com/office/drawing/2014/main" id="{A4310E82-96C8-452D-BB9B-1119F6B39F0B}"/>
              </a:ext>
            </a:extLst>
          </p:cNvPr>
          <p:cNvSpPr>
            <a:spLocks xmlns:a="http://schemas.openxmlformats.org/drawingml/2006/main" noGrp="1"/>
          </p:cNvSpPr>
          <p:nvPr/>
        </p:nvSpPr>
        <p:spPr>
          <a:xfrm xmlns:a="http://schemas.openxmlformats.org/drawingml/2006/main">
            <a:off x="4953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4" name="concept-title-profile">
            <a:extLst xmlns:a="http://schemas.openxmlformats.org/drawingml/2006/main">
              <a:ext uri="{FF2B5EF4-FFF2-40B4-BE49-F238E27FC236}">
                <a16:creationId xmlns:a16="http://schemas.microsoft.com/office/drawing/2014/main" id="{3DDB3EC0-9F14-40E2-B48E-2B8C244D9B22}"/>
              </a:ext>
            </a:extLst>
          </p:cNvPr>
          <p:cNvSpPr>
            <a:spLocks xmlns:a="http://schemas.openxmlformats.org/drawingml/2006/main" noGrp="1"/>
          </p:cNvSpPr>
          <p:nvPr/>
        </p:nvSpPr>
        <p:spPr>
          <a:xfrm xmlns:a="http://schemas.openxmlformats.org/drawingml/2006/main">
            <a:off x="6096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eSIM 配置</a:t>
            </a:r>
          </a:p>
        </p:txBody>
      </p:sp>
      <p:sp>
        <p:nvSpPr>
          <p:cNvPr id="85" name="concept-alias-profile">
            <a:extLst xmlns:a="http://schemas.openxmlformats.org/drawingml/2006/main">
              <a:ext uri="{FF2B5EF4-FFF2-40B4-BE49-F238E27FC236}">
                <a16:creationId xmlns:a16="http://schemas.microsoft.com/office/drawing/2014/main" id="{0399DC67-44E8-4477-88F4-212FCFF30867}"/>
              </a:ext>
            </a:extLst>
          </p:cNvPr>
          <p:cNvSpPr>
            <a:spLocks xmlns:a="http://schemas.openxmlformats.org/drawingml/2006/main" noGrp="1"/>
          </p:cNvSpPr>
          <p:nvPr/>
        </p:nvSpPr>
        <p:spPr>
          <a:xfrm xmlns:a="http://schemas.openxmlformats.org/drawingml/2006/main">
            <a:off x="6096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Profile</a:t>
            </a:r>
          </a:p>
        </p:txBody>
      </p:sp>
      <p:sp>
        <p:nvSpPr>
          <p:cNvPr id="86" name="concept-function-profile">
            <a:extLst xmlns:a="http://schemas.openxmlformats.org/drawingml/2006/main">
              <a:ext uri="{FF2B5EF4-FFF2-40B4-BE49-F238E27FC236}">
                <a16:creationId xmlns:a16="http://schemas.microsoft.com/office/drawing/2014/main" id="{1E603508-780E-4377-B3CC-A0F173767B0A}"/>
              </a:ext>
            </a:extLst>
          </p:cNvPr>
          <p:cNvSpPr>
            <a:spLocks xmlns:a="http://schemas.openxmlformats.org/drawingml/2006/main" noGrp="1"/>
          </p:cNvSpPr>
          <p:nvPr/>
        </p:nvSpPr>
        <p:spPr>
          <a:xfrm xmlns:a="http://schemas.openxmlformats.org/drawingml/2006/main">
            <a:off x="6096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Profile-A / ICCID-A（示意）</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已启用，存于 eUICC-E</a:t>
            </a:r>
          </a:p>
        </p:txBody>
      </p:sp>
      <p:sp>
        <p:nvSpPr>
          <p:cNvPr id="87" name="concept-session">
            <a:extLst xmlns:a="http://schemas.openxmlformats.org/drawingml/2006/main">
              <a:ext uri="{FF2B5EF4-FFF2-40B4-BE49-F238E27FC236}">
                <a16:creationId xmlns:a16="http://schemas.microsoft.com/office/drawing/2014/main" id="{3BD0D171-3A61-4098-B11C-873A243CAFEE}"/>
              </a:ext>
            </a:extLst>
          </p:cNvPr>
          <p:cNvSpPr>
            <a:spLocks xmlns:a="http://schemas.openxmlformats.org/drawingml/2006/main" noGrp="1"/>
          </p:cNvSpPr>
          <p:nvPr/>
        </p:nvSpPr>
        <p:spPr>
          <a:xfrm xmlns:a="http://schemas.openxmlformats.org/drawingml/2006/main">
            <a:off x="4572000" y="41338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88" name="concept-title-session">
            <a:extLst xmlns:a="http://schemas.openxmlformats.org/drawingml/2006/main">
              <a:ext uri="{FF2B5EF4-FFF2-40B4-BE49-F238E27FC236}">
                <a16:creationId xmlns:a16="http://schemas.microsoft.com/office/drawing/2014/main" id="{CFB23545-43AE-40EA-B739-5910C1B232D9}"/>
              </a:ext>
            </a:extLst>
          </p:cNvPr>
          <p:cNvSpPr>
            <a:spLocks xmlns:a="http://schemas.openxmlformats.org/drawingml/2006/main" noGrp="1"/>
          </p:cNvSpPr>
          <p:nvPr/>
        </p:nvSpPr>
        <p:spPr>
          <a:xfrm xmlns:a="http://schemas.openxmlformats.org/drawingml/2006/main">
            <a:off x="46863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卡应用会话</a:t>
            </a:r>
          </a:p>
        </p:txBody>
      </p:sp>
      <p:sp>
        <p:nvSpPr>
          <p:cNvPr id="89" name="concept-alias-session">
            <a:extLst xmlns:a="http://schemas.openxmlformats.org/drawingml/2006/main">
              <a:ext uri="{FF2B5EF4-FFF2-40B4-BE49-F238E27FC236}">
                <a16:creationId xmlns:a16="http://schemas.microsoft.com/office/drawing/2014/main" id="{A8F36420-8090-4067-8881-21E7FB523844}"/>
              </a:ext>
            </a:extLst>
          </p:cNvPr>
          <p:cNvSpPr>
            <a:spLocks xmlns:a="http://schemas.openxmlformats.org/drawingml/2006/main" noGrp="1"/>
          </p:cNvSpPr>
          <p:nvPr/>
        </p:nvSpPr>
        <p:spPr>
          <a:xfrm xmlns:a="http://schemas.openxmlformats.org/drawingml/2006/main">
            <a:off x="46863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SessionRef</a:t>
            </a:r>
          </a:p>
        </p:txBody>
      </p:sp>
      <p:sp>
        <p:nvSpPr>
          <p:cNvPr id="90" name="concept-function-session">
            <a:extLst xmlns:a="http://schemas.openxmlformats.org/drawingml/2006/main">
              <a:ext uri="{FF2B5EF4-FFF2-40B4-BE49-F238E27FC236}">
                <a16:creationId xmlns:a16="http://schemas.microsoft.com/office/drawing/2014/main" id="{DC064351-9C3B-40B7-BC91-C53EFA42C0D6}"/>
              </a:ext>
            </a:extLst>
          </p:cNvPr>
          <p:cNvSpPr>
            <a:spLocks xmlns:a="http://schemas.openxmlformats.org/drawingml/2006/main" noGrp="1"/>
          </p:cNvSpPr>
          <p:nvPr/>
        </p:nvSpPr>
        <p:spPr>
          <a:xfrm xmlns:a="http://schemas.openxmlformats.org/drawingml/2006/main">
            <a:off x="46863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SessionRef：应用代次 g8</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文件加载另有 LoadScope</a:t>
            </a:r>
          </a:p>
        </p:txBody>
      </p:sp>
      <p:sp>
        <p:nvSpPr>
          <p:cNvPr id="91" name="concept-store">
            <a:extLst xmlns:a="http://schemas.openxmlformats.org/drawingml/2006/main">
              <a:ext uri="{FF2B5EF4-FFF2-40B4-BE49-F238E27FC236}">
                <a16:creationId xmlns:a16="http://schemas.microsoft.com/office/drawing/2014/main" id="{6FE0D9BC-1974-4B5B-BCB8-F2B2F95A6A73}"/>
              </a:ext>
            </a:extLst>
          </p:cNvPr>
          <p:cNvSpPr>
            <a:spLocks xmlns:a="http://schemas.openxmlformats.org/drawingml/2006/main" noGrp="1"/>
          </p:cNvSpPr>
          <p:nvPr/>
        </p:nvSpPr>
        <p:spPr>
          <a:xfrm xmlns:a="http://schemas.openxmlformats.org/drawingml/2006/main">
            <a:off x="8648700" y="41338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92" name="concept-title-store">
            <a:extLst xmlns:a="http://schemas.openxmlformats.org/drawingml/2006/main">
              <a:ext uri="{FF2B5EF4-FFF2-40B4-BE49-F238E27FC236}">
                <a16:creationId xmlns:a16="http://schemas.microsoft.com/office/drawing/2014/main" id="{13393731-02D0-4716-A182-7A9EB59961B5}"/>
              </a:ext>
            </a:extLst>
          </p:cNvPr>
          <p:cNvSpPr>
            <a:spLocks xmlns:a="http://schemas.openxmlformats.org/drawingml/2006/main" noGrp="1"/>
          </p:cNvSpPr>
          <p:nvPr/>
        </p:nvSpPr>
        <p:spPr>
          <a:xfrm xmlns:a="http://schemas.openxmlformats.org/drawingml/2006/main">
            <a:off x="87630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[I ⑦] 账户存储适配</a:t>
            </a:r>
          </a:p>
        </p:txBody>
      </p:sp>
      <p:sp>
        <p:nvSpPr>
          <p:cNvPr id="93" name="concept-alias-store">
            <a:extLst xmlns:a="http://schemas.openxmlformats.org/drawingml/2006/main">
              <a:ext uri="{FF2B5EF4-FFF2-40B4-BE49-F238E27FC236}">
                <a16:creationId xmlns:a16="http://schemas.microsoft.com/office/drawing/2014/main" id="{FEDF7894-0E56-485B-AC3C-75EBE621C558}"/>
              </a:ext>
            </a:extLst>
          </p:cNvPr>
          <p:cNvSpPr>
            <a:spLocks xmlns:a="http://schemas.openxmlformats.org/drawingml/2006/main" noGrp="1"/>
          </p:cNvSpPr>
          <p:nvPr/>
        </p:nvSpPr>
        <p:spPr>
          <a:xfrm xmlns:a="http://schemas.openxmlformats.org/drawingml/2006/main">
            <a:off x="87630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AccountStore</a:t>
            </a:r>
          </a:p>
        </p:txBody>
      </p:sp>
      <p:sp>
        <p:nvSpPr>
          <p:cNvPr id="94" name="concept-function-store">
            <a:extLst xmlns:a="http://schemas.openxmlformats.org/drawingml/2006/main">
              <a:ext uri="{FF2B5EF4-FFF2-40B4-BE49-F238E27FC236}">
                <a16:creationId xmlns:a16="http://schemas.microsoft.com/office/drawing/2014/main" id="{53642DE1-C3E4-42CD-B5F0-20CDE4A012A0}"/>
              </a:ext>
            </a:extLst>
          </p:cNvPr>
          <p:cNvSpPr>
            <a:spLocks xmlns:a="http://schemas.openxmlformats.org/drawingml/2006/main" noGrp="1"/>
          </p:cNvSpPr>
          <p:nvPr/>
        </p:nvSpPr>
        <p:spPr>
          <a:xfrm xmlns:a="http://schemas.openxmlformats.org/drawingml/2006/main">
            <a:off x="87630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保留实际存储结果</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不提供设备原子回滚</a:t>
            </a:r>
          </a:p>
        </p:txBody>
      </p:sp>
      <p:sp>
        <p:nvSpPr>
          <p:cNvPr id="95" name="concept-port">
            <a:extLst xmlns:a="http://schemas.openxmlformats.org/drawingml/2006/main">
              <a:ext uri="{FF2B5EF4-FFF2-40B4-BE49-F238E27FC236}">
                <a16:creationId xmlns:a16="http://schemas.microsoft.com/office/drawing/2014/main" id="{CB034D59-FBBA-4955-B2CB-7109BC5DDEAE}"/>
              </a:ext>
            </a:extLst>
          </p:cNvPr>
          <p:cNvSpPr>
            <a:spLocks xmlns:a="http://schemas.openxmlformats.org/drawingml/2006/main" noGrp="1"/>
          </p:cNvSpPr>
          <p:nvPr/>
        </p:nvSpPr>
        <p:spPr>
          <a:xfrm xmlns:a="http://schemas.openxmlformats.org/drawingml/2006/main">
            <a:off x="4953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96" name="concept-title-port">
            <a:extLst xmlns:a="http://schemas.openxmlformats.org/drawingml/2006/main">
              <a:ext uri="{FF2B5EF4-FFF2-40B4-BE49-F238E27FC236}">
                <a16:creationId xmlns:a16="http://schemas.microsoft.com/office/drawing/2014/main" id="{4D312C06-4AC5-495B-9955-A87CD9CF961A}"/>
              </a:ext>
            </a:extLst>
          </p:cNvPr>
          <p:cNvSpPr>
            <a:spLocks xmlns:a="http://schemas.openxmlformats.org/drawingml/2006/main" noGrp="1"/>
          </p:cNvSpPr>
          <p:nvPr/>
        </p:nvSpPr>
        <p:spPr>
          <a:xfrm xmlns:a="http://schemas.openxmlformats.org/drawingml/2006/main">
            <a:off x="6096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eSIM 连接端口</a:t>
            </a:r>
          </a:p>
        </p:txBody>
      </p:sp>
      <p:sp>
        <p:nvSpPr>
          <p:cNvPr id="97" name="concept-alias-port">
            <a:extLst xmlns:a="http://schemas.openxmlformats.org/drawingml/2006/main">
              <a:ext uri="{FF2B5EF4-FFF2-40B4-BE49-F238E27FC236}">
                <a16:creationId xmlns:a16="http://schemas.microsoft.com/office/drawing/2014/main" id="{3586F09A-F783-4D4A-8649-B31FAB508D35}"/>
              </a:ext>
            </a:extLst>
          </p:cNvPr>
          <p:cNvSpPr>
            <a:spLocks xmlns:a="http://schemas.openxmlformats.org/drawingml/2006/main" noGrp="1"/>
          </p:cNvSpPr>
          <p:nvPr/>
        </p:nvSpPr>
        <p:spPr>
          <a:xfrm xmlns:a="http://schemas.openxmlformats.org/drawingml/2006/main">
            <a:off x="6096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Port</a:t>
            </a:r>
          </a:p>
        </p:txBody>
      </p:sp>
      <p:sp>
        <p:nvSpPr>
          <p:cNvPr id="98" name="concept-function-port">
            <a:extLst xmlns:a="http://schemas.openxmlformats.org/drawingml/2006/main">
              <a:ext uri="{FF2B5EF4-FFF2-40B4-BE49-F238E27FC236}">
                <a16:creationId xmlns:a16="http://schemas.microsoft.com/office/drawing/2014/main" id="{5A342EE2-29D1-4FF0-AAAD-AFA23FAC52C1}"/>
              </a:ext>
            </a:extLst>
          </p:cNvPr>
          <p:cNvSpPr>
            <a:spLocks xmlns:a="http://schemas.openxmlformats.org/drawingml/2006/main" noGrp="1"/>
          </p:cNvSpPr>
          <p:nvPr/>
        </p:nvSpPr>
        <p:spPr>
          <a:xfrm xmlns:a="http://schemas.openxmlformats.org/drawingml/2006/main">
            <a:off x="6096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Port-0 当前承载 Profile-A</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按真实设备约束访问</a:t>
            </a:r>
          </a:p>
        </p:txBody>
      </p:sp>
      <p:sp>
        <p:nvSpPr>
          <p:cNvPr id="99" name="concept-slot">
            <a:extLst xmlns:a="http://schemas.openxmlformats.org/drawingml/2006/main">
              <a:ext uri="{FF2B5EF4-FFF2-40B4-BE49-F238E27FC236}">
                <a16:creationId xmlns:a16="http://schemas.microsoft.com/office/drawing/2014/main" id="{1E7097F2-2271-48CB-AAF0-A8BE89A98C14}"/>
              </a:ext>
            </a:extLst>
          </p:cNvPr>
          <p:cNvSpPr>
            <a:spLocks xmlns:a="http://schemas.openxmlformats.org/drawingml/2006/main" noGrp="1"/>
          </p:cNvSpPr>
          <p:nvPr/>
        </p:nvSpPr>
        <p:spPr>
          <a:xfrm xmlns:a="http://schemas.openxmlformats.org/drawingml/2006/main">
            <a:off x="45720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100" name="concept-title-slot">
            <a:extLst xmlns:a="http://schemas.openxmlformats.org/drawingml/2006/main">
              <a:ext uri="{FF2B5EF4-FFF2-40B4-BE49-F238E27FC236}">
                <a16:creationId xmlns:a16="http://schemas.microsoft.com/office/drawing/2014/main" id="{C0DEEA83-56EC-4324-BB85-0718C6A39B2D}"/>
              </a:ext>
            </a:extLst>
          </p:cNvPr>
          <p:cNvSpPr>
            <a:spLocks xmlns:a="http://schemas.openxmlformats.org/drawingml/2006/main" noGrp="1"/>
          </p:cNvSpPr>
          <p:nvPr/>
        </p:nvSpPr>
        <p:spPr>
          <a:xfrm xmlns:a="http://schemas.openxmlformats.org/drawingml/2006/main">
            <a:off x="46863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[C/R] 逻辑槽／软件路由</a:t>
            </a:r>
          </a:p>
        </p:txBody>
      </p:sp>
      <p:sp>
        <p:nvSpPr>
          <p:cNvPr id="101" name="concept-alias-slot">
            <a:extLst xmlns:a="http://schemas.openxmlformats.org/drawingml/2006/main">
              <a:ext uri="{FF2B5EF4-FFF2-40B4-BE49-F238E27FC236}">
                <a16:creationId xmlns:a16="http://schemas.microsoft.com/office/drawing/2014/main" id="{3241B8F4-27B3-4043-9BF6-F0B29A553CB7}"/>
              </a:ext>
            </a:extLst>
          </p:cNvPr>
          <p:cNvSpPr>
            <a:spLocks xmlns:a="http://schemas.openxmlformats.org/drawingml/2006/main" noGrp="1"/>
          </p:cNvSpPr>
          <p:nvPr/>
        </p:nvSpPr>
        <p:spPr>
          <a:xfrm xmlns:a="http://schemas.openxmlformats.org/drawingml/2006/main">
            <a:off x="46863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Logical Slot</a:t>
            </a:r>
          </a:p>
        </p:txBody>
      </p:sp>
      <p:sp>
        <p:nvSpPr>
          <p:cNvPr id="102" name="concept-function-slot">
            <a:extLst xmlns:a="http://schemas.openxmlformats.org/drawingml/2006/main">
              <a:ext uri="{FF2B5EF4-FFF2-40B4-BE49-F238E27FC236}">
                <a16:creationId xmlns:a16="http://schemas.microsoft.com/office/drawing/2014/main" id="{D6EC8824-2E5B-4A9A-8E43-2DB257DBAEE4}"/>
              </a:ext>
            </a:extLst>
          </p:cNvPr>
          <p:cNvSpPr>
            <a:spLocks xmlns:a="http://schemas.openxmlformats.org/drawingml/2006/main" noGrp="1"/>
          </p:cNvSpPr>
          <p:nvPr/>
        </p:nvSpPr>
        <p:spPr>
          <a:xfrm xmlns:a="http://schemas.openxmlformats.org/drawingml/2006/main">
            <a:off x="46863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逻辑 slot-1 可复用</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保持原路由与兼容参数含义</a:t>
            </a:r>
          </a:p>
        </p:txBody>
      </p:sp>
      <p:sp>
        <p:nvSpPr>
          <p:cNvPr id="103" name="concept-compat">
            <a:extLst xmlns:a="http://schemas.openxmlformats.org/drawingml/2006/main">
              <a:ext uri="{FF2B5EF4-FFF2-40B4-BE49-F238E27FC236}">
                <a16:creationId xmlns:a16="http://schemas.microsoft.com/office/drawing/2014/main" id="{26726E85-8A5F-46AE-BEAF-EF3B557E0504}"/>
              </a:ext>
            </a:extLst>
          </p:cNvPr>
          <p:cNvSpPr>
            <a:spLocks xmlns:a="http://schemas.openxmlformats.org/drawingml/2006/main" noGrp="1"/>
          </p:cNvSpPr>
          <p:nvPr/>
        </p:nvSpPr>
        <p:spPr>
          <a:xfrm xmlns:a="http://schemas.openxmlformats.org/drawingml/2006/main">
            <a:off x="8648700" y="52006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104" name="concept-title-compat">
            <a:extLst xmlns:a="http://schemas.openxmlformats.org/drawingml/2006/main">
              <a:ext uri="{FF2B5EF4-FFF2-40B4-BE49-F238E27FC236}">
                <a16:creationId xmlns:a16="http://schemas.microsoft.com/office/drawing/2014/main" id="{23A57FB9-8A89-4680-9578-21D1391EF831}"/>
              </a:ext>
            </a:extLst>
          </p:cNvPr>
          <p:cNvSpPr>
            <a:spLocks xmlns:a="http://schemas.openxmlformats.org/drawingml/2006/main" noGrp="1"/>
          </p:cNvSpPr>
          <p:nvPr/>
        </p:nvSpPr>
        <p:spPr>
          <a:xfrm xmlns:a="http://schemas.openxmlformats.org/drawingml/2006/main">
            <a:off x="87630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 ⑦] 旧接口与完成出口</a:t>
            </a:r>
          </a:p>
        </p:txBody>
      </p:sp>
      <p:sp>
        <p:nvSpPr>
          <p:cNvPr id="105" name="concept-alias-compat">
            <a:extLst xmlns:a="http://schemas.openxmlformats.org/drawingml/2006/main">
              <a:ext uri="{FF2B5EF4-FFF2-40B4-BE49-F238E27FC236}">
                <a16:creationId xmlns:a16="http://schemas.microsoft.com/office/drawing/2014/main" id="{C88A653E-062C-4F34-AB47-FC15CFD1CDD0}"/>
              </a:ext>
            </a:extLst>
          </p:cNvPr>
          <p:cNvSpPr>
            <a:spLocks xmlns:a="http://schemas.openxmlformats.org/drawingml/2006/main" noGrp="1"/>
          </p:cNvSpPr>
          <p:nvPr/>
        </p:nvSpPr>
        <p:spPr>
          <a:xfrm xmlns:a="http://schemas.openxmlformats.org/drawingml/2006/main">
            <a:off x="87630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Compatibility</a:t>
            </a:r>
          </a:p>
        </p:txBody>
      </p:sp>
      <p:sp>
        <p:nvSpPr>
          <p:cNvPr id="106" name="concept-function-compat">
            <a:extLst xmlns:a="http://schemas.openxmlformats.org/drawingml/2006/main">
              <a:ext uri="{FF2B5EF4-FFF2-40B4-BE49-F238E27FC236}">
                <a16:creationId xmlns:a16="http://schemas.microsoft.com/office/drawing/2014/main" id="{3F1611F9-0A1A-4E17-9454-929A44680614}"/>
              </a:ext>
            </a:extLst>
          </p:cNvPr>
          <p:cNvSpPr>
            <a:spLocks xmlns:a="http://schemas.openxmlformats.org/drawingml/2006/main" noGrp="1"/>
          </p:cNvSpPr>
          <p:nvPr/>
        </p:nvSpPr>
        <p:spPr>
          <a:xfrm xmlns:a="http://schemas.openxmlformats.org/drawingml/2006/main">
            <a:off x="87630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输出原业务回调与结果</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完整成功保留原账户通知</a:t>
            </a:r>
          </a:p>
        </p:txBody>
      </p:sp>
      <p:sp>
        <p:nvSpPr>
          <p:cNvPr id="107" name="footer-rule">
            <a:extLst xmlns:a="http://schemas.openxmlformats.org/drawingml/2006/main">
              <a:ext uri="{FF2B5EF4-FFF2-40B4-BE49-F238E27FC236}">
                <a16:creationId xmlns:a16="http://schemas.microsoft.com/office/drawing/2014/main" id="{4A1B8865-A33D-4CE8-8C09-80D1396EED65}"/>
              </a:ext>
            </a:extLst>
          </p:cNvPr>
          <p:cNvSpPr>
            <a:spLocks xmlns:a="http://schemas.openxmlformats.org/drawingml/2006/main" noGrp="1"/>
          </p:cNvSpPr>
          <p:nvPr/>
        </p:nvSpPr>
        <p:spPr>
          <a:xfrm xmlns:a="http://schemas.openxmlformats.org/drawingml/2006/main">
            <a:off x="495300" y="62198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8" name="owner-legend">
            <a:extLst xmlns:a="http://schemas.openxmlformats.org/drawingml/2006/main">
              <a:ext uri="{FF2B5EF4-FFF2-40B4-BE49-F238E27FC236}">
                <a16:creationId xmlns:a16="http://schemas.microsoft.com/office/drawing/2014/main" id="{C3EDC4AE-03A6-4978-8D00-0C76EBE80BFE}"/>
              </a:ext>
            </a:extLst>
          </p:cNvPr>
          <p:cNvSpPr>
            <a:spLocks xmlns:a="http://schemas.openxmlformats.org/drawingml/2006/main" noGrp="1"/>
          </p:cNvSpPr>
          <p:nvPr/>
        </p:nvSpPr>
        <p:spPr>
          <a:xfrm xmlns:a="http://schemas.openxmlformats.org/drawingml/2006/main">
            <a:off x="495300" y="63055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buNone/>
              <a:defRPr sz="1050" b="0">
                <a:solidFill>
                  <a:srgbClr val="56657A"/>
                </a:solidFill>
                <a:latin typeface="Microsoft YaHei"/>
                <a:ea typeface="Microsoft YaHei"/>
                <a:cs typeface="Microsoft YaHei"/>
              </a:defRPr>
            </a:lvl1pPr>
            <a:lvl2pPr algn="l">
              <a:buNone/>
              <a:defRPr sz="1050" b="0">
                <a:solidFill>
                  <a:srgbClr val="56657A"/>
                </a:solidFill>
                <a:latin typeface="Microsoft YaHei"/>
                <a:ea typeface="Microsoft YaHei"/>
                <a:cs typeface="Microsoft YaHei"/>
              </a:defRPr>
            </a:lvl2pPr>
            <a:lvl3pPr algn="l">
              <a:buNone/>
              <a:defRPr sz="1050" b="0">
                <a:solidFill>
                  <a:srgbClr val="56657A"/>
                </a:solidFill>
                <a:latin typeface="Microsoft YaHei"/>
                <a:ea typeface="Microsoft YaHei"/>
                <a:cs typeface="Microsoft YaHei"/>
              </a:defRPr>
            </a:lvl3pPr>
            <a:lvl4pPr algn="l">
              <a:buNone/>
              <a:defRPr sz="1050" b="0">
                <a:solidFill>
                  <a:srgbClr val="56657A"/>
                </a:solidFill>
                <a:latin typeface="Microsoft YaHei"/>
                <a:ea typeface="Microsoft YaHei"/>
                <a:cs typeface="Microsoft YaHei"/>
              </a:defRPr>
            </a:lvl4pPr>
            <a:lvl5pPr algn="l">
              <a:buNone/>
              <a:defRPr sz="1050" b="0">
                <a:solidFill>
                  <a:srgbClr val="56657A"/>
                </a:solidFill>
                <a:latin typeface="Microsoft YaHei"/>
                <a:ea typeface="Microsoft YaHei"/>
                <a:cs typeface="Microsoft YaHei"/>
              </a:defRPr>
            </a:lvl5pPr>
            <a:lvl6pPr algn="l">
              <a:buNone/>
              <a:defRPr sz="1050" b="0">
                <a:solidFill>
                  <a:srgbClr val="56657A"/>
                </a:solidFill>
                <a:latin typeface="Microsoft YaHei"/>
                <a:ea typeface="Microsoft YaHei"/>
                <a:cs typeface="Microsoft YaHei"/>
              </a:defRPr>
            </a:lvl6pPr>
            <a:lvl7pPr algn="l">
              <a:buNone/>
              <a:defRPr sz="1050" b="0">
                <a:solidFill>
                  <a:srgbClr val="56657A"/>
                </a:solidFill>
                <a:latin typeface="Microsoft YaHei"/>
                <a:ea typeface="Microsoft YaHei"/>
                <a:cs typeface="Microsoft YaHei"/>
              </a:defRPr>
            </a:lvl7pPr>
            <a:lvl8pPr algn="l">
              <a:buNone/>
              <a:defRPr sz="1050" b="0">
                <a:solidFill>
                  <a:srgbClr val="56657A"/>
                </a:solidFill>
                <a:latin typeface="Microsoft YaHei"/>
                <a:ea typeface="Microsoft YaHei"/>
                <a:cs typeface="Microsoft YaHei"/>
              </a:defRPr>
            </a:lvl8pPr>
            <a:lvl9pPr algn="l">
              <a:buNone/>
              <a:defRPr sz="1050" b="0">
                <a:solidFill>
                  <a:srgbClr val="56657A"/>
                </a:solidFill>
                <a:latin typeface="Microsoft YaHei"/>
                <a:ea typeface="Microsoft YaHei"/>
                <a:cs typeface="Microsoft YaHei"/>
              </a:defRPr>
            </a:lvl9pPr>
          </a:lstStyle>
          <a:p xmlns:a="http://schemas.openxmlformats.org/drawingml/2006/main">
            <a:pPr algn="l">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T 账户拓扑　A 角色资源　O 本地操作　R 卡运行　I 适配　C 兼容　H 宿主</a:t>
            </a:r>
          </a:p>
        </p:txBody>
      </p:sp>
      <p:sp>
        <p:nvSpPr>
          <p:cNvPr id="109" name="relation-legend">
            <a:extLst xmlns:a="http://schemas.openxmlformats.org/drawingml/2006/main">
              <a:ext uri="{FF2B5EF4-FFF2-40B4-BE49-F238E27FC236}">
                <a16:creationId xmlns:a16="http://schemas.microsoft.com/office/drawing/2014/main" id="{DF4DE3D9-C94D-42C6-933E-95C67E5B7478}"/>
              </a:ext>
            </a:extLst>
          </p:cNvPr>
          <p:cNvSpPr>
            <a:spLocks xmlns:a="http://schemas.openxmlformats.org/drawingml/2006/main" noGrp="1"/>
          </p:cNvSpPr>
          <p:nvPr/>
        </p:nvSpPr>
        <p:spPr>
          <a:xfrm xmlns:a="http://schemas.openxmlformats.org/drawingml/2006/main">
            <a:off x="7848600" y="6305550"/>
            <a:ext cx="3848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实线：概念关系　虚线：入口协作</a:t>
            </a:r>
          </a:p>
        </p:txBody>
      </p:sp>
      <p:sp>
        <p:nvSpPr>
          <p:cNvPr id="110" name="footer">
            <a:extLst xmlns:a="http://schemas.openxmlformats.org/drawingml/2006/main">
              <a:ext uri="{FF2B5EF4-FFF2-40B4-BE49-F238E27FC236}">
                <a16:creationId xmlns:a16="http://schemas.microsoft.com/office/drawing/2014/main" id="{87E0AE78-1313-4822-A3E4-DDDFD3CBB43F}"/>
              </a:ext>
            </a:extLst>
          </p:cNvPr>
          <p:cNvSpPr>
            <a:spLocks xmlns:a="http://schemas.openxmlformats.org/drawingml/2006/main" noGrp="1"/>
          </p:cNvSpPr>
          <p:nvPr/>
        </p:nvSpPr>
        <p:spPr>
          <a:xfrm xmlns:a="http://schemas.openxmlformats.org/drawingml/2006/main">
            <a:off x="495300" y="65913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111" name="page-number">
            <a:extLst xmlns:a="http://schemas.openxmlformats.org/drawingml/2006/main">
              <a:ext uri="{FF2B5EF4-FFF2-40B4-BE49-F238E27FC236}">
                <a16:creationId xmlns:a16="http://schemas.microsoft.com/office/drawing/2014/main" id="{230EAC97-72DF-449A-ACC2-5E7F6BBA30B7}"/>
              </a:ext>
            </a:extLst>
          </p:cNvPr>
          <p:cNvSpPr>
            <a:spLocks xmlns:a="http://schemas.openxmlformats.org/drawingml/2006/main" noGrp="1"/>
          </p:cNvSpPr>
          <p:nvPr/>
        </p:nvSpPr>
        <p:spPr>
          <a:xfrm xmlns:a="http://schemas.openxmlformats.org/drawingml/2006/main">
            <a:off x="9486900" y="65913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buNone/>
              <a:defRPr sz="900" b="0">
                <a:solidFill>
                  <a:srgbClr val="56657A"/>
                </a:solidFill>
                <a:latin typeface="Microsoft YaHei"/>
                <a:ea typeface="Microsoft YaHei"/>
                <a:cs typeface="Microsoft YaHei"/>
              </a:defRPr>
            </a:lvl1pPr>
            <a:lvl2pPr algn="r">
              <a:buNone/>
              <a:defRPr sz="900" b="0">
                <a:solidFill>
                  <a:srgbClr val="56657A"/>
                </a:solidFill>
                <a:latin typeface="Microsoft YaHei"/>
                <a:ea typeface="Microsoft YaHei"/>
                <a:cs typeface="Microsoft YaHei"/>
              </a:defRPr>
            </a:lvl2pPr>
            <a:lvl3pPr algn="r">
              <a:buNone/>
              <a:defRPr sz="900" b="0">
                <a:solidFill>
                  <a:srgbClr val="56657A"/>
                </a:solidFill>
                <a:latin typeface="Microsoft YaHei"/>
                <a:ea typeface="Microsoft YaHei"/>
                <a:cs typeface="Microsoft YaHei"/>
              </a:defRPr>
            </a:lvl3pPr>
            <a:lvl4pPr algn="r">
              <a:buNone/>
              <a:defRPr sz="900" b="0">
                <a:solidFill>
                  <a:srgbClr val="56657A"/>
                </a:solidFill>
                <a:latin typeface="Microsoft YaHei"/>
                <a:ea typeface="Microsoft YaHei"/>
                <a:cs typeface="Microsoft YaHei"/>
              </a:defRPr>
            </a:lvl4pPr>
            <a:lvl5pPr algn="r">
              <a:buNone/>
              <a:defRPr sz="900" b="0">
                <a:solidFill>
                  <a:srgbClr val="56657A"/>
                </a:solidFill>
                <a:latin typeface="Microsoft YaHei"/>
                <a:ea typeface="Microsoft YaHei"/>
                <a:cs typeface="Microsoft YaHei"/>
              </a:defRPr>
            </a:lvl5pPr>
            <a:lvl6pPr algn="r">
              <a:buNone/>
              <a:defRPr sz="900" b="0">
                <a:solidFill>
                  <a:srgbClr val="56657A"/>
                </a:solidFill>
                <a:latin typeface="Microsoft YaHei"/>
                <a:ea typeface="Microsoft YaHei"/>
                <a:cs typeface="Microsoft YaHei"/>
              </a:defRPr>
            </a:lvl6pPr>
            <a:lvl7pPr algn="r">
              <a:buNone/>
              <a:defRPr sz="900" b="0">
                <a:solidFill>
                  <a:srgbClr val="56657A"/>
                </a:solidFill>
                <a:latin typeface="Microsoft YaHei"/>
                <a:ea typeface="Microsoft YaHei"/>
                <a:cs typeface="Microsoft YaHei"/>
              </a:defRPr>
            </a:lvl7pPr>
            <a:lvl8pPr algn="r">
              <a:buNone/>
              <a:defRPr sz="900" b="0">
                <a:solidFill>
                  <a:srgbClr val="56657A"/>
                </a:solidFill>
                <a:latin typeface="Microsoft YaHei"/>
                <a:ea typeface="Microsoft YaHei"/>
                <a:cs typeface="Microsoft YaHei"/>
              </a:defRPr>
            </a:lvl8pPr>
            <a:lvl9pPr algn="r">
              <a:buNone/>
              <a:defRPr sz="900" b="0">
                <a:solidFill>
                  <a:srgbClr val="56657A"/>
                </a:solidFill>
                <a:latin typeface="Microsoft YaHei"/>
                <a:ea typeface="Microsoft YaHei"/>
                <a:cs typeface="Microsoft YaHei"/>
              </a:defRPr>
            </a:lvl9pPr>
          </a:lstStyle>
          <a:p xmlns:a="http://schemas.openxmlformats.org/drawingml/2006/main">
            <a:pPr algn="r">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09 · 步骤 7 / 7</a:t>
            </a:r>
          </a:p>
        </p:txBody>
      </p:sp>
      <p:sp>
        <p:nvSpPr>
          <p:cNvPr id="113" name="open-compare">
            <ns0:hlinkClick xmlns:ns0="http://schemas.openxmlformats.org/drawingml/2006/main" xmlns:ns1="http://schemas.openxmlformats.org/officeDocument/2006/relationships" ns1:id="rIdCompareNav12" action="ppaction://hlinksldjump" tooltip="架构前后对照"/>
            <a:extLst xmlns:a="http://schemas.openxmlformats.org/drawingml/2006/main">
              <a:ext uri="{FF2B5EF4-FFF2-40B4-BE49-F238E27FC236}">
                <a16:creationId xmlns:a16="http://schemas.microsoft.com/office/drawing/2014/main" id="{46B7B116-CEBD-4983-8B94-A17E94D42883}"/>
              </a:ext>
            </a:extLst>
          </p:cNvPr>
          <p:cNvSpPr>
            <a:spLocks xmlns:a="http://schemas.openxmlformats.org/drawingml/2006/main" noGrp="1"/>
          </p:cNvSpPr>
          <p:nvPr/>
        </p:nvSpPr>
        <p:spPr>
          <a:xfrm xmlns:a="http://schemas.openxmlformats.org/drawingml/2006/main">
            <a:off x="10248900" y="209550"/>
            <a:ext cx="1447800" cy="2667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架构前后对照</a:t>
            </a:r>
          </a:p>
        </p:txBody>
      </p:sp>
    </p:spTree>
    <p:extLst>
      <p:ext uri="{BB962C8B-B14F-4D97-AF65-F5344CB8AC3E}">
        <p14:creationId xmlns:p14="http://schemas.microsoft.com/office/powerpoint/2010/main" val="295622798"/>
      </p:ext>
    </p:extLst>
  </p:cSld>
  <p:transition spd="fast" advClick="0">
    <p:fade/>
  </p:transition>
</p:sld>
</file>

<file path=ppt/slides/slide17.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2" name="accent">
            <a:extLst xmlns:a="http://schemas.openxmlformats.org/drawingml/2006/main">
              <a:ext uri="{FF2B5EF4-FFF2-40B4-BE49-F238E27FC236}">
                <a16:creationId xmlns:a16="http://schemas.microsoft.com/office/drawing/2014/main" id="{27438F4D-8603-4D5A-B84E-CB43B7552835}"/>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B79309A7-EA05-41EF-A87D-53FBE20D7BF6}"/>
              </a:ext>
            </a:extLst>
          </p:cNvPr>
          <p:cNvSpPr>
            <a:spLocks xmlns:a="http://schemas.openxmlformats.org/drawingml/2006/main" noGrp="1"/>
          </p:cNvSpPr>
          <p:nvPr/>
        </p:nvSpPr>
        <p:spPr>
          <a:xfrm xmlns:a="http://schemas.openxmlformats.org/drawingml/2006/main">
            <a:off x="495300" y="238125"/>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04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0915081F-44E9-4721-963B-2DFAA730CE89}"/>
              </a:ext>
            </a:extLst>
          </p:cNvPr>
          <p:cNvSpPr>
            <a:spLocks xmlns:a="http://schemas.openxmlformats.org/drawingml/2006/main" noGrp="1"/>
          </p:cNvSpPr>
          <p:nvPr/>
        </p:nvSpPr>
        <p:spPr>
          <a:xfrm xmlns:a="http://schemas.openxmlformats.org/drawingml/2006/main">
            <a:off x="8248650" y="238125"/>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点步骤看概念间协作</a:t>
            </a:r>
          </a:p>
        </p:txBody>
      </p:sp>
      <p:sp>
        <p:nvSpPr>
          <p:cNvPr id="4" name="title">
            <a:extLst xmlns:a="http://schemas.openxmlformats.org/drawingml/2006/main">
              <a:ext uri="{FF2B5EF4-FFF2-40B4-BE49-F238E27FC236}">
                <a16:creationId xmlns:a16="http://schemas.microsoft.com/office/drawing/2014/main" id="{16A733FD-93B3-441A-A860-E9E2FFE5A224}"/>
              </a:ext>
            </a:extLst>
          </p:cNvPr>
          <p:cNvSpPr>
            <a:spLocks xmlns:a="http://schemas.openxmlformats.org/drawingml/2006/main" noGrp="1"/>
          </p:cNvSpPr>
          <p:nvPr/>
        </p:nvSpPr>
        <p:spPr>
          <a:xfrm xmlns:a="http://schemas.openxmlformats.org/drawingml/2006/main">
            <a:off x="495300" y="58102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buNone/>
              <a:defRPr sz="2550" b="1">
                <a:solidFill>
                  <a:srgbClr val="081426"/>
                </a:solidFill>
                <a:latin typeface="Microsoft YaHei"/>
                <a:ea typeface="Microsoft YaHei"/>
                <a:cs typeface="Microsoft YaHei"/>
              </a:defRPr>
            </a:lvl1pPr>
            <a:lvl2pPr algn="l">
              <a:buNone/>
              <a:defRPr sz="2550" b="1">
                <a:solidFill>
                  <a:srgbClr val="081426"/>
                </a:solidFill>
                <a:latin typeface="Microsoft YaHei"/>
                <a:ea typeface="Microsoft YaHei"/>
                <a:cs typeface="Microsoft YaHei"/>
              </a:defRPr>
            </a:lvl2pPr>
            <a:lvl3pPr algn="l">
              <a:buNone/>
              <a:defRPr sz="2550" b="1">
                <a:solidFill>
                  <a:srgbClr val="081426"/>
                </a:solidFill>
                <a:latin typeface="Microsoft YaHei"/>
                <a:ea typeface="Microsoft YaHei"/>
                <a:cs typeface="Microsoft YaHei"/>
              </a:defRPr>
            </a:lvl3pPr>
            <a:lvl4pPr algn="l">
              <a:buNone/>
              <a:defRPr sz="2550" b="1">
                <a:solidFill>
                  <a:srgbClr val="081426"/>
                </a:solidFill>
                <a:latin typeface="Microsoft YaHei"/>
                <a:ea typeface="Microsoft YaHei"/>
                <a:cs typeface="Microsoft YaHei"/>
              </a:defRPr>
            </a:lvl4pPr>
            <a:lvl5pPr algn="l">
              <a:buNone/>
              <a:defRPr sz="2550" b="1">
                <a:solidFill>
                  <a:srgbClr val="081426"/>
                </a:solidFill>
                <a:latin typeface="Microsoft YaHei"/>
                <a:ea typeface="Microsoft YaHei"/>
                <a:cs typeface="Microsoft YaHei"/>
              </a:defRPr>
            </a:lvl5pPr>
            <a:lvl6pPr algn="l">
              <a:buNone/>
              <a:defRPr sz="2550" b="1">
                <a:solidFill>
                  <a:srgbClr val="081426"/>
                </a:solidFill>
                <a:latin typeface="Microsoft YaHei"/>
                <a:ea typeface="Microsoft YaHei"/>
                <a:cs typeface="Microsoft YaHei"/>
              </a:defRPr>
            </a:lvl6pPr>
            <a:lvl7pPr algn="l">
              <a:buNone/>
              <a:defRPr sz="2550" b="1">
                <a:solidFill>
                  <a:srgbClr val="081426"/>
                </a:solidFill>
                <a:latin typeface="Microsoft YaHei"/>
                <a:ea typeface="Microsoft YaHei"/>
                <a:cs typeface="Microsoft YaHei"/>
              </a:defRPr>
            </a:lvl7pPr>
            <a:lvl8pPr algn="l">
              <a:buNone/>
              <a:defRPr sz="2550" b="1">
                <a:solidFill>
                  <a:srgbClr val="081426"/>
                </a:solidFill>
                <a:latin typeface="Microsoft YaHei"/>
                <a:ea typeface="Microsoft YaHei"/>
                <a:cs typeface="Microsoft YaHei"/>
              </a:defRPr>
            </a:lvl8pPr>
            <a:lvl9pPr algn="l">
              <a:buNone/>
              <a:defRPr sz="2550" b="1">
                <a:solidFill>
                  <a:srgbClr val="081426"/>
                </a:solidFill>
                <a:latin typeface="Microsoft YaHei"/>
                <a:ea typeface="Microsoft YaHei"/>
                <a:cs typeface="Microsoft YaHei"/>
              </a:defRPr>
            </a:lvl9pPr>
          </a:lstStyle>
          <a:p xmlns:a="http://schemas.openxmlformats.org/drawingml/2006/main">
            <a:pPr algn="l">
              <a:lnSpc>
                <a:spcPct val="104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订阅、位置与执行：概念关系和号码设置流程</a:t>
            </a:r>
          </a:p>
        </p:txBody>
      </p:sp>
      <p:sp>
        <p:nvSpPr>
          <p:cNvPr id="5" name="flow-nav-0">
            <ns0:hlinkClick xmlns:ns0="http://schemas.openxmlformats.org/drawingml/2006/main" xmlns:ns1="http://schemas.openxmlformats.org/officeDocument/2006/relationships" ns1:id="rIdCompareNav0" action="ppaction://hlinksldjump" tooltip="概念图：概念总览"/>
            <a:extLst xmlns:a="http://schemas.openxmlformats.org/drawingml/2006/main">
              <a:ext uri="{FF2B5EF4-FFF2-40B4-BE49-F238E27FC236}">
                <a16:creationId xmlns:a16="http://schemas.microsoft.com/office/drawing/2014/main" id="{0F0227AF-E7D7-42EB-BE61-0AF36C9004EE}"/>
              </a:ext>
            </a:extLst>
          </p:cNvPr>
          <p:cNvSpPr>
            <a:spLocks xmlns:a="http://schemas.openxmlformats.org/drawingml/2006/main" noGrp="1"/>
          </p:cNvSpPr>
          <p:nvPr/>
        </p:nvSpPr>
        <p:spPr>
          <a:xfrm xmlns:a="http://schemas.openxmlformats.org/drawingml/2006/main">
            <a:off x="495300" y="1104900"/>
            <a:ext cx="9715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概念总览</a:t>
            </a:r>
          </a:p>
        </p:txBody>
      </p:sp>
      <p:sp>
        <p:nvSpPr>
          <p:cNvPr id="6" name="flow-nav-1">
            <ns0:hlinkClick xmlns:ns0="http://schemas.openxmlformats.org/drawingml/2006/main" xmlns:ns1="http://schemas.openxmlformats.org/officeDocument/2006/relationships" ns1:id="rIdCompareNav1" action="ppaction://hlinksldjump" tooltip="概念图：① 受理"/>
            <a:extLst xmlns:a="http://schemas.openxmlformats.org/drawingml/2006/main">
              <a:ext uri="{FF2B5EF4-FFF2-40B4-BE49-F238E27FC236}">
                <a16:creationId xmlns:a16="http://schemas.microsoft.com/office/drawing/2014/main" id="{2049D086-7F98-4B9D-BCB7-E15D0ECA8497}"/>
              </a:ext>
            </a:extLst>
          </p:cNvPr>
          <p:cNvSpPr>
            <a:spLocks xmlns:a="http://schemas.openxmlformats.org/drawingml/2006/main" noGrp="1"/>
          </p:cNvSpPr>
          <p:nvPr/>
        </p:nvSpPr>
        <p:spPr>
          <a:xfrm xmlns:a="http://schemas.openxmlformats.org/drawingml/2006/main">
            <a:off x="15430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① 受理</a:t>
            </a:r>
          </a:p>
        </p:txBody>
      </p:sp>
      <p:sp>
        <p:nvSpPr>
          <p:cNvPr id="7" name="flow-nav-2">
            <ns0:hlinkClick xmlns:ns0="http://schemas.openxmlformats.org/drawingml/2006/main" xmlns:ns1="http://schemas.openxmlformats.org/officeDocument/2006/relationships" ns1:id="rIdCompareNav2" action="ppaction://hlinksldjump" tooltip="概念图：② 目标"/>
            <a:extLst xmlns:a="http://schemas.openxmlformats.org/drawingml/2006/main">
              <a:ext uri="{FF2B5EF4-FFF2-40B4-BE49-F238E27FC236}">
                <a16:creationId xmlns:a16="http://schemas.microsoft.com/office/drawing/2014/main" id="{C99545AE-3D04-4AAC-98A2-09DEFA74595B}"/>
              </a:ext>
            </a:extLst>
          </p:cNvPr>
          <p:cNvSpPr>
            <a:spLocks xmlns:a="http://schemas.openxmlformats.org/drawingml/2006/main" noGrp="1"/>
          </p:cNvSpPr>
          <p:nvPr/>
        </p:nvSpPr>
        <p:spPr>
          <a:xfrm xmlns:a="http://schemas.openxmlformats.org/drawingml/2006/main">
            <a:off x="25146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② 目标</a:t>
            </a:r>
          </a:p>
        </p:txBody>
      </p:sp>
      <p:sp>
        <p:nvSpPr>
          <p:cNvPr id="8" name="flow-nav-3">
            <ns0:hlinkClick xmlns:ns0="http://schemas.openxmlformats.org/drawingml/2006/main" xmlns:ns1="http://schemas.openxmlformats.org/officeDocument/2006/relationships" ns1:id="rIdCompareNav3" action="ppaction://hlinksldjump" tooltip="概念图：③ 关联"/>
            <a:extLst xmlns:a="http://schemas.openxmlformats.org/drawingml/2006/main">
              <a:ext uri="{FF2B5EF4-FFF2-40B4-BE49-F238E27FC236}">
                <a16:creationId xmlns:a16="http://schemas.microsoft.com/office/drawing/2014/main" id="{59B5F4A2-80D4-4723-A08D-1E25F970F5BF}"/>
              </a:ext>
            </a:extLst>
          </p:cNvPr>
          <p:cNvSpPr>
            <a:spLocks xmlns:a="http://schemas.openxmlformats.org/drawingml/2006/main" noGrp="1"/>
          </p:cNvSpPr>
          <p:nvPr/>
        </p:nvSpPr>
        <p:spPr>
          <a:xfrm xmlns:a="http://schemas.openxmlformats.org/drawingml/2006/main">
            <a:off x="34861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③ 关联</a:t>
            </a:r>
          </a:p>
        </p:txBody>
      </p:sp>
      <p:sp>
        <p:nvSpPr>
          <p:cNvPr id="9" name="flow-nav-4">
            <ns0:hlinkClick xmlns:ns0="http://schemas.openxmlformats.org/drawingml/2006/main" xmlns:ns1="http://schemas.openxmlformats.org/officeDocument/2006/relationships" ns1:id="rIdCompareNav4" action="ppaction://hlinksldjump" tooltip="概念图：④ 写卡"/>
            <a:extLst xmlns:a="http://schemas.openxmlformats.org/drawingml/2006/main">
              <a:ext uri="{FF2B5EF4-FFF2-40B4-BE49-F238E27FC236}">
                <a16:creationId xmlns:a16="http://schemas.microsoft.com/office/drawing/2014/main" id="{2EDA1651-3FD3-4AA6-BED4-FC305AA1CEC8}"/>
              </a:ext>
            </a:extLst>
          </p:cNvPr>
          <p:cNvSpPr>
            <a:spLocks xmlns:a="http://schemas.openxmlformats.org/drawingml/2006/main" noGrp="1"/>
          </p:cNvSpPr>
          <p:nvPr/>
        </p:nvSpPr>
        <p:spPr>
          <a:xfrm xmlns:a="http://schemas.openxmlformats.org/drawingml/2006/main">
            <a:off x="44577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④ 写卡</a:t>
            </a:r>
          </a:p>
        </p:txBody>
      </p:sp>
      <p:sp>
        <p:nvSpPr>
          <p:cNvPr id="10" name="flow-nav-5">
            <ns0:hlinkClick xmlns:ns0="http://schemas.openxmlformats.org/drawingml/2006/main" xmlns:ns1="http://schemas.openxmlformats.org/officeDocument/2006/relationships" ns1:id="rIdCompareNav5" action="ppaction://hlinksldjump" tooltip="概念图：⑤ 准入"/>
            <a:extLst xmlns:a="http://schemas.openxmlformats.org/drawingml/2006/main">
              <a:ext uri="{FF2B5EF4-FFF2-40B4-BE49-F238E27FC236}">
                <a16:creationId xmlns:a16="http://schemas.microsoft.com/office/drawing/2014/main" id="{6DE4181D-2CA7-4951-A006-E8E2D9AAE50B}"/>
              </a:ext>
            </a:extLst>
          </p:cNvPr>
          <p:cNvSpPr>
            <a:spLocks xmlns:a="http://schemas.openxmlformats.org/drawingml/2006/main" noGrp="1"/>
          </p:cNvSpPr>
          <p:nvPr/>
        </p:nvSpPr>
        <p:spPr>
          <a:xfrm xmlns:a="http://schemas.openxmlformats.org/drawingml/2006/main">
            <a:off x="54292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⑤ 准入</a:t>
            </a:r>
          </a:p>
        </p:txBody>
      </p:sp>
      <p:sp>
        <p:nvSpPr>
          <p:cNvPr id="11" name="flow-nav-6">
            <ns0:hlinkClick xmlns:ns0="http://schemas.openxmlformats.org/drawingml/2006/main" xmlns:ns1="http://schemas.openxmlformats.org/officeDocument/2006/relationships" ns1:id="rIdCompareNav6" action="ppaction://hlinksldjump" tooltip="概念图：⑥ 账户"/>
            <a:extLst xmlns:a="http://schemas.openxmlformats.org/drawingml/2006/main">
              <a:ext uri="{FF2B5EF4-FFF2-40B4-BE49-F238E27FC236}">
                <a16:creationId xmlns:a16="http://schemas.microsoft.com/office/drawing/2014/main" id="{F31401D7-C666-4F99-A2E7-E488D28BE9A1}"/>
              </a:ext>
            </a:extLst>
          </p:cNvPr>
          <p:cNvSpPr>
            <a:spLocks xmlns:a="http://schemas.openxmlformats.org/drawingml/2006/main" noGrp="1"/>
          </p:cNvSpPr>
          <p:nvPr/>
        </p:nvSpPr>
        <p:spPr>
          <a:xfrm xmlns:a="http://schemas.openxmlformats.org/drawingml/2006/main">
            <a:off x="640080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⑥ 账户</a:t>
            </a:r>
          </a:p>
        </p:txBody>
      </p:sp>
      <p:sp>
        <p:nvSpPr>
          <p:cNvPr id="12" name="flow-nav-7">
            <ns0:hlinkClick xmlns:ns0="http://schemas.openxmlformats.org/drawingml/2006/main" xmlns:ns1="http://schemas.openxmlformats.org/officeDocument/2006/relationships" ns1:id="rIdCompareNav7" action="ppaction://hlinksldjump" tooltip="概念图：⑦ 完成"/>
            <a:extLst xmlns:a="http://schemas.openxmlformats.org/drawingml/2006/main">
              <a:ext uri="{FF2B5EF4-FFF2-40B4-BE49-F238E27FC236}">
                <a16:creationId xmlns:a16="http://schemas.microsoft.com/office/drawing/2014/main" id="{A9F33C5B-362B-4E8B-8A71-F5DADFBA89C7}"/>
              </a:ext>
            </a:extLst>
          </p:cNvPr>
          <p:cNvSpPr>
            <a:spLocks xmlns:a="http://schemas.openxmlformats.org/drawingml/2006/main" noGrp="1"/>
          </p:cNvSpPr>
          <p:nvPr/>
        </p:nvSpPr>
        <p:spPr>
          <a:xfrm xmlns:a="http://schemas.openxmlformats.org/drawingml/2006/main">
            <a:off x="7372350" y="1104900"/>
            <a:ext cx="8953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17263A"/>
                </a:solidFill>
                <a:latin typeface="Microsoft YaHei"/>
                <a:ea typeface="Microsoft YaHei"/>
                <a:cs typeface="Microsoft YaHei"/>
              </a:defRPr>
            </a:defPPr>
            <a:lvl1pPr algn="ctr">
              <a:buNone/>
              <a:defRPr sz="1275" b="0">
                <a:solidFill>
                  <a:srgbClr val="17263A"/>
                </a:solidFill>
                <a:latin typeface="Microsoft YaHei"/>
                <a:ea typeface="Microsoft YaHei"/>
                <a:cs typeface="Microsoft YaHei"/>
              </a:defRPr>
            </a:lvl1pPr>
            <a:lvl2pPr algn="ctr">
              <a:buNone/>
              <a:defRPr sz="1275" b="0">
                <a:solidFill>
                  <a:srgbClr val="17263A"/>
                </a:solidFill>
                <a:latin typeface="Microsoft YaHei"/>
                <a:ea typeface="Microsoft YaHei"/>
                <a:cs typeface="Microsoft YaHei"/>
              </a:defRPr>
            </a:lvl2pPr>
            <a:lvl3pPr algn="ctr">
              <a:buNone/>
              <a:defRPr sz="1275" b="0">
                <a:solidFill>
                  <a:srgbClr val="17263A"/>
                </a:solidFill>
                <a:latin typeface="Microsoft YaHei"/>
                <a:ea typeface="Microsoft YaHei"/>
                <a:cs typeface="Microsoft YaHei"/>
              </a:defRPr>
            </a:lvl3pPr>
            <a:lvl4pPr algn="ctr">
              <a:buNone/>
              <a:defRPr sz="1275" b="0">
                <a:solidFill>
                  <a:srgbClr val="17263A"/>
                </a:solidFill>
                <a:latin typeface="Microsoft YaHei"/>
                <a:ea typeface="Microsoft YaHei"/>
                <a:cs typeface="Microsoft YaHei"/>
              </a:defRPr>
            </a:lvl4pPr>
            <a:lvl5pPr algn="ctr">
              <a:buNone/>
              <a:defRPr sz="1275" b="0">
                <a:solidFill>
                  <a:srgbClr val="17263A"/>
                </a:solidFill>
                <a:latin typeface="Microsoft YaHei"/>
                <a:ea typeface="Microsoft YaHei"/>
                <a:cs typeface="Microsoft YaHei"/>
              </a:defRPr>
            </a:lvl5pPr>
            <a:lvl6pPr algn="ctr">
              <a:buNone/>
              <a:defRPr sz="1275" b="0">
                <a:solidFill>
                  <a:srgbClr val="17263A"/>
                </a:solidFill>
                <a:latin typeface="Microsoft YaHei"/>
                <a:ea typeface="Microsoft YaHei"/>
                <a:cs typeface="Microsoft YaHei"/>
              </a:defRPr>
            </a:lvl6pPr>
            <a:lvl7pPr algn="ctr">
              <a:buNone/>
              <a:defRPr sz="1275" b="0">
                <a:solidFill>
                  <a:srgbClr val="17263A"/>
                </a:solidFill>
                <a:latin typeface="Microsoft YaHei"/>
                <a:ea typeface="Microsoft YaHei"/>
                <a:cs typeface="Microsoft YaHei"/>
              </a:defRPr>
            </a:lvl7pPr>
            <a:lvl8pPr algn="ctr">
              <a:buNone/>
              <a:defRPr sz="1275" b="0">
                <a:solidFill>
                  <a:srgbClr val="17263A"/>
                </a:solidFill>
                <a:latin typeface="Microsoft YaHei"/>
                <a:ea typeface="Microsoft YaHei"/>
                <a:cs typeface="Microsoft YaHei"/>
              </a:defRPr>
            </a:lvl8pPr>
            <a:lvl9pPr algn="ctr">
              <a:buNone/>
              <a:defRPr sz="1275" b="0">
                <a:solidFill>
                  <a:srgbClr val="17263A"/>
                </a:solidFill>
                <a:latin typeface="Microsoft YaHei"/>
                <a:ea typeface="Microsoft YaHei"/>
                <a:cs typeface="Microsoft YaHei"/>
              </a:defRPr>
            </a:lvl9pPr>
          </a:lstStyle>
          <a:p xmlns:a="http://schemas.openxmlformats.org/drawingml/2006/main">
            <a:pPr algn="ctr">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⑦ 完成</a:t>
            </a:r>
          </a:p>
        </p:txBody>
      </p:sp>
      <p:sp>
        <p:nvSpPr>
          <p:cNvPr id="13" name="flow-nav-8">
            <ns0:hlinkClick xmlns:ns0="http://schemas.openxmlformats.org/drawingml/2006/main" xmlns:ns1="http://schemas.openxmlformats.org/officeDocument/2006/relationships" ns1:id="rIdCompareNav8" action="ppaction://hlinksldjump" tooltip="概念图：失败 / 迟到"/>
            <a:extLst xmlns:a="http://schemas.openxmlformats.org/drawingml/2006/main">
              <a:ext uri="{FF2B5EF4-FFF2-40B4-BE49-F238E27FC236}">
                <a16:creationId xmlns:a16="http://schemas.microsoft.com/office/drawing/2014/main" id="{268F08C3-E2CD-4894-990D-C781CC41A9EE}"/>
              </a:ext>
            </a:extLst>
          </p:cNvPr>
          <p:cNvSpPr>
            <a:spLocks xmlns:a="http://schemas.openxmlformats.org/drawingml/2006/main" noGrp="1"/>
          </p:cNvSpPr>
          <p:nvPr/>
        </p:nvSpPr>
        <p:spPr>
          <a:xfrm xmlns:a="http://schemas.openxmlformats.org/drawingml/2006/main">
            <a:off x="8343900" y="1104900"/>
            <a:ext cx="1104900"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buNone/>
              <a:defRPr sz="1275" b="1">
                <a:solidFill>
                  <a:srgbClr val="FFFFFF"/>
                </a:solidFill>
                <a:latin typeface="Microsoft YaHei"/>
                <a:ea typeface="Microsoft YaHei"/>
                <a:cs typeface="Microsoft YaHei"/>
              </a:defRPr>
            </a:lvl1pPr>
            <a:lvl2pPr algn="ctr">
              <a:buNone/>
              <a:defRPr sz="1275" b="1">
                <a:solidFill>
                  <a:srgbClr val="FFFFFF"/>
                </a:solidFill>
                <a:latin typeface="Microsoft YaHei"/>
                <a:ea typeface="Microsoft YaHei"/>
                <a:cs typeface="Microsoft YaHei"/>
              </a:defRPr>
            </a:lvl2pPr>
            <a:lvl3pPr algn="ctr">
              <a:buNone/>
              <a:defRPr sz="1275" b="1">
                <a:solidFill>
                  <a:srgbClr val="FFFFFF"/>
                </a:solidFill>
                <a:latin typeface="Microsoft YaHei"/>
                <a:ea typeface="Microsoft YaHei"/>
                <a:cs typeface="Microsoft YaHei"/>
              </a:defRPr>
            </a:lvl3pPr>
            <a:lvl4pPr algn="ctr">
              <a:buNone/>
              <a:defRPr sz="1275" b="1">
                <a:solidFill>
                  <a:srgbClr val="FFFFFF"/>
                </a:solidFill>
                <a:latin typeface="Microsoft YaHei"/>
                <a:ea typeface="Microsoft YaHei"/>
                <a:cs typeface="Microsoft YaHei"/>
              </a:defRPr>
            </a:lvl4pPr>
            <a:lvl5pPr algn="ctr">
              <a:buNone/>
              <a:defRPr sz="1275" b="1">
                <a:solidFill>
                  <a:srgbClr val="FFFFFF"/>
                </a:solidFill>
                <a:latin typeface="Microsoft YaHei"/>
                <a:ea typeface="Microsoft YaHei"/>
                <a:cs typeface="Microsoft YaHei"/>
              </a:defRPr>
            </a:lvl5pPr>
            <a:lvl6pPr algn="ctr">
              <a:buNone/>
              <a:defRPr sz="1275" b="1">
                <a:solidFill>
                  <a:srgbClr val="FFFFFF"/>
                </a:solidFill>
                <a:latin typeface="Microsoft YaHei"/>
                <a:ea typeface="Microsoft YaHei"/>
                <a:cs typeface="Microsoft YaHei"/>
              </a:defRPr>
            </a:lvl6pPr>
            <a:lvl7pPr algn="ctr">
              <a:buNone/>
              <a:defRPr sz="1275" b="1">
                <a:solidFill>
                  <a:srgbClr val="FFFFFF"/>
                </a:solidFill>
                <a:latin typeface="Microsoft YaHei"/>
                <a:ea typeface="Microsoft YaHei"/>
                <a:cs typeface="Microsoft YaHei"/>
              </a:defRPr>
            </a:lvl7pPr>
            <a:lvl8pPr algn="ctr">
              <a:buNone/>
              <a:defRPr sz="1275" b="1">
                <a:solidFill>
                  <a:srgbClr val="FFFFFF"/>
                </a:solidFill>
                <a:latin typeface="Microsoft YaHei"/>
                <a:ea typeface="Microsoft YaHei"/>
                <a:cs typeface="Microsoft YaHei"/>
              </a:defRPr>
            </a:lvl8pPr>
            <a:lvl9pPr algn="ctr">
              <a:buNone/>
              <a:defRPr sz="1275" b="1">
                <a:solidFill>
                  <a:srgbClr val="FFFFFF"/>
                </a:solidFill>
                <a:latin typeface="Microsoft YaHei"/>
                <a:ea typeface="Microsoft YaHei"/>
                <a:cs typeface="Microsoft YaHei"/>
              </a:defRPr>
            </a:lvl9pPr>
          </a:lstStyle>
          <a:p xmlns:a="http://schemas.openxmlformats.org/drawingml/2006/main">
            <a:pPr algn="ctr">
              <a:buNone/>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失败 / 迟到</a:t>
            </a:r>
          </a:p>
        </p:txBody>
      </p:sp>
      <p:sp>
        <p:nvSpPr>
          <p:cNvPr id="14" name="flow-prev">
            <ns0:hlinkClick xmlns:ns0="http://schemas.openxmlformats.org/drawingml/2006/main" xmlns:ns1="http://schemas.openxmlformats.org/officeDocument/2006/relationships" ns1:id="rIdCompareNav9" action="ppaction://hlinksldjump" tooltip="上一步"/>
            <a:extLst xmlns:a="http://schemas.openxmlformats.org/drawingml/2006/main">
              <a:ext uri="{FF2B5EF4-FFF2-40B4-BE49-F238E27FC236}">
                <a16:creationId xmlns:a16="http://schemas.microsoft.com/office/drawing/2014/main" id="{EC516A2E-918F-44A1-87A4-B9BEDBE17234}"/>
              </a:ext>
            </a:extLst>
          </p:cNvPr>
          <p:cNvSpPr>
            <a:spLocks xmlns:a="http://schemas.openxmlformats.org/drawingml/2006/main" noGrp="1"/>
          </p:cNvSpPr>
          <p:nvPr/>
        </p:nvSpPr>
        <p:spPr>
          <a:xfrm xmlns:a="http://schemas.openxmlformats.org/drawingml/2006/main">
            <a:off x="95440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5" name="flow-next">
            <ns0:hlinkClick xmlns:ns0="http://schemas.openxmlformats.org/drawingml/2006/main" xmlns:ns1="http://schemas.openxmlformats.org/officeDocument/2006/relationships" ns1:id="rIdCompareNav10" action="ppaction://hlinksldjump" tooltip="下一步"/>
            <a:extLst xmlns:a="http://schemas.openxmlformats.org/drawingml/2006/main">
              <a:ext uri="{FF2B5EF4-FFF2-40B4-BE49-F238E27FC236}">
                <a16:creationId xmlns:a16="http://schemas.microsoft.com/office/drawing/2014/main" id="{CECC846F-6F7E-4D60-8283-6A0DB761DE0C}"/>
              </a:ext>
            </a:extLst>
          </p:cNvPr>
          <p:cNvSpPr>
            <a:spLocks xmlns:a="http://schemas.openxmlformats.org/drawingml/2006/main" noGrp="1"/>
          </p:cNvSpPr>
          <p:nvPr/>
        </p:nvSpPr>
        <p:spPr>
          <a:xfrm xmlns:a="http://schemas.openxmlformats.org/drawingml/2006/main">
            <a:off x="10229850" y="1104900"/>
            <a:ext cx="6096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16" name="flow-body">
            <ns0:hlinkClick xmlns:ns0="http://schemas.openxmlformats.org/drawingml/2006/main" xmlns:ns1="http://schemas.openxmlformats.org/officeDocument/2006/relationships" ns1:id="rIdCompareNav11" action="ppaction://hlinksldjump" tooltip="返回正文"/>
            <a:extLst xmlns:a="http://schemas.openxmlformats.org/drawingml/2006/main">
              <a:ext uri="{FF2B5EF4-FFF2-40B4-BE49-F238E27FC236}">
                <a16:creationId xmlns:a16="http://schemas.microsoft.com/office/drawing/2014/main" id="{4BE22D1C-06C1-457E-A59C-0F84CD975248}"/>
              </a:ext>
            </a:extLst>
          </p:cNvPr>
          <p:cNvSpPr>
            <a:spLocks xmlns:a="http://schemas.openxmlformats.org/drawingml/2006/main" noGrp="1"/>
          </p:cNvSpPr>
          <p:nvPr/>
        </p:nvSpPr>
        <p:spPr>
          <a:xfrm xmlns:a="http://schemas.openxmlformats.org/drawingml/2006/main">
            <a:off x="10915650" y="1104900"/>
            <a:ext cx="7810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buNone/>
              <a:defRPr sz="1200" b="0">
                <a:solidFill>
                  <a:srgbClr val="246AB8"/>
                </a:solidFill>
                <a:latin typeface="Microsoft YaHei"/>
                <a:ea typeface="Microsoft YaHei"/>
                <a:cs typeface="Microsoft YaHei"/>
              </a:defRPr>
            </a:lvl1pPr>
            <a:lvl2pPr algn="ctr">
              <a:buNone/>
              <a:defRPr sz="1200" b="0">
                <a:solidFill>
                  <a:srgbClr val="246AB8"/>
                </a:solidFill>
                <a:latin typeface="Microsoft YaHei"/>
                <a:ea typeface="Microsoft YaHei"/>
                <a:cs typeface="Microsoft YaHei"/>
              </a:defRPr>
            </a:lvl2pPr>
            <a:lvl3pPr algn="ctr">
              <a:buNone/>
              <a:defRPr sz="1200" b="0">
                <a:solidFill>
                  <a:srgbClr val="246AB8"/>
                </a:solidFill>
                <a:latin typeface="Microsoft YaHei"/>
                <a:ea typeface="Microsoft YaHei"/>
                <a:cs typeface="Microsoft YaHei"/>
              </a:defRPr>
            </a:lvl3pPr>
            <a:lvl4pPr algn="ctr">
              <a:buNone/>
              <a:defRPr sz="1200" b="0">
                <a:solidFill>
                  <a:srgbClr val="246AB8"/>
                </a:solidFill>
                <a:latin typeface="Microsoft YaHei"/>
                <a:ea typeface="Microsoft YaHei"/>
                <a:cs typeface="Microsoft YaHei"/>
              </a:defRPr>
            </a:lvl4pPr>
            <a:lvl5pPr algn="ctr">
              <a:buNone/>
              <a:defRPr sz="1200" b="0">
                <a:solidFill>
                  <a:srgbClr val="246AB8"/>
                </a:solidFill>
                <a:latin typeface="Microsoft YaHei"/>
                <a:ea typeface="Microsoft YaHei"/>
                <a:cs typeface="Microsoft YaHei"/>
              </a:defRPr>
            </a:lvl5pPr>
            <a:lvl6pPr algn="ctr">
              <a:buNone/>
              <a:defRPr sz="1200" b="0">
                <a:solidFill>
                  <a:srgbClr val="246AB8"/>
                </a:solidFill>
                <a:latin typeface="Microsoft YaHei"/>
                <a:ea typeface="Microsoft YaHei"/>
                <a:cs typeface="Microsoft YaHei"/>
              </a:defRPr>
            </a:lvl6pPr>
            <a:lvl7pPr algn="ctr">
              <a:buNone/>
              <a:defRPr sz="1200" b="0">
                <a:solidFill>
                  <a:srgbClr val="246AB8"/>
                </a:solidFill>
                <a:latin typeface="Microsoft YaHei"/>
                <a:ea typeface="Microsoft YaHei"/>
                <a:cs typeface="Microsoft YaHei"/>
              </a:defRPr>
            </a:lvl7pPr>
            <a:lvl8pPr algn="ctr">
              <a:buNone/>
              <a:defRPr sz="1200" b="0">
                <a:solidFill>
                  <a:srgbClr val="246AB8"/>
                </a:solidFill>
                <a:latin typeface="Microsoft YaHei"/>
                <a:ea typeface="Microsoft YaHei"/>
                <a:cs typeface="Microsoft YaHei"/>
              </a:defRPr>
            </a:lvl8pPr>
            <a:lvl9pPr algn="ctr">
              <a:buNone/>
              <a:defRPr sz="1200" b="0">
                <a:solidFill>
                  <a:srgbClr val="246AB8"/>
                </a:solidFill>
                <a:latin typeface="Microsoft YaHei"/>
                <a:ea typeface="Microsoft YaHei"/>
                <a:cs typeface="Microsoft YaHei"/>
              </a:defRPr>
            </a:lvl9pPr>
          </a:lstStyle>
          <a:p xmlns:a="http://schemas.openxmlformats.org/drawingml/2006/main">
            <a:pPr algn="ctr">
              <a:buNone/>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返回正文</a:t>
            </a:r>
          </a:p>
        </p:txBody>
      </p:sp>
      <p:sp>
        <p:nvSpPr>
          <p:cNvPr id="17" name="step-summary">
            <a:extLst xmlns:a="http://schemas.openxmlformats.org/drawingml/2006/main">
              <a:ext uri="{FF2B5EF4-FFF2-40B4-BE49-F238E27FC236}">
                <a16:creationId xmlns:a16="http://schemas.microsoft.com/office/drawing/2014/main" id="{2568549B-3360-4F97-86A6-7DC54C14DCAE}"/>
              </a:ext>
            </a:extLst>
          </p:cNvPr>
          <p:cNvSpPr>
            <a:spLocks xmlns:a="http://schemas.openxmlformats.org/drawingml/2006/main" noGrp="1"/>
          </p:cNvSpPr>
          <p:nvPr/>
        </p:nvSpPr>
        <p:spPr>
          <a:xfrm xmlns:a="http://schemas.openxmlformats.org/drawingml/2006/main">
            <a:off x="495300" y="15144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04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失败与迟到：slot-1 已承载 B，旧请求仍属于 S-A / g8。拒绝串写 B，已发写卡的未知效果交 O / R 核对。</a:t>
            </a:r>
          </a:p>
        </p:txBody>
      </p:sp>
      <p:sp>
        <p:nvSpPr>
          <p:cNvPr id="18" name="header-rule">
            <a:extLst xmlns:a="http://schemas.openxmlformats.org/drawingml/2006/main">
              <a:ext uri="{FF2B5EF4-FFF2-40B4-BE49-F238E27FC236}">
                <a16:creationId xmlns:a16="http://schemas.microsoft.com/office/drawing/2014/main" id="{46F7735D-8555-4B24-ABE0-55C3E2100156}"/>
              </a:ext>
            </a:extLst>
          </p:cNvPr>
          <p:cNvSpPr>
            <a:spLocks xmlns:a="http://schemas.openxmlformats.org/drawingml/2006/main" noGrp="1"/>
          </p:cNvSpPr>
          <p:nvPr/>
        </p:nvSpPr>
        <p:spPr>
          <a:xfrm xmlns:a="http://schemas.openxmlformats.org/drawingml/2006/main">
            <a:off x="495300" y="1924050"/>
            <a:ext cx="11201400" cy="10478"/>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9" name="relation-role-subscription">
            <a:extLst xmlns:a="http://schemas.openxmlformats.org/drawingml/2006/main">
              <a:ext uri="{FF2B5EF4-FFF2-40B4-BE49-F238E27FC236}">
                <a16:creationId xmlns:a16="http://schemas.microsoft.com/office/drawing/2014/main" id="{78833972-9623-428A-9764-97348B906984}"/>
              </a:ext>
            </a:extLst>
          </p:cNvPr>
          <p:cNvSpPr>
            <a:spLocks xmlns:a="http://schemas.openxmlformats.org/drawingml/2006/main" noGrp="1"/>
          </p:cNvSpPr>
          <p:nvPr/>
        </p:nvSpPr>
        <p:spPr>
          <a:xfrm xmlns:a="http://schemas.openxmlformats.org/drawingml/2006/main">
            <a:off x="3543300" y="24431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20" name="arrow-0">
            <a:extLst xmlns:a="http://schemas.openxmlformats.org/drawingml/2006/main">
              <a:ext uri="{FF2B5EF4-FFF2-40B4-BE49-F238E27FC236}">
                <a16:creationId xmlns:a16="http://schemas.microsoft.com/office/drawing/2014/main" id="{B99C9885-018F-45C9-BD26-4E4226D1C6EE}"/>
              </a:ext>
            </a:extLst>
          </p:cNvPr>
          <p:cNvSpPr>
            <a:spLocks xmlns:a="http://schemas.openxmlformats.org/drawingml/2006/main" noGrp="1"/>
          </p:cNvSpPr>
          <p:nvPr/>
        </p:nvSpPr>
        <p:spPr>
          <a:xfrm xmlns:a="http://schemas.openxmlformats.org/drawingml/2006/main">
            <a:off x="4505325" y="24145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21" name="relation-label-0">
            <a:extLst xmlns:a="http://schemas.openxmlformats.org/drawingml/2006/main">
              <a:ext uri="{FF2B5EF4-FFF2-40B4-BE49-F238E27FC236}">
                <a16:creationId xmlns:a16="http://schemas.microsoft.com/office/drawing/2014/main" id="{AEF413A0-925A-49F7-8D60-ACCDA2E41F95}"/>
              </a:ext>
            </a:extLst>
          </p:cNvPr>
          <p:cNvSpPr>
            <a:spLocks xmlns:a="http://schemas.openxmlformats.org/drawingml/2006/main" noGrp="1"/>
          </p:cNvSpPr>
          <p:nvPr/>
        </p:nvSpPr>
        <p:spPr>
          <a:xfrm xmlns:a="http://schemas.openxmlformats.org/drawingml/2006/main">
            <a:off x="3705225" y="2238375"/>
            <a:ext cx="7048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选择</a:t>
            </a:r>
          </a:p>
        </p:txBody>
      </p:sp>
      <p:sp>
        <p:nvSpPr>
          <p:cNvPr id="22" name="relation-operation-subscription">
            <a:extLst xmlns:a="http://schemas.openxmlformats.org/drawingml/2006/main">
              <a:ext uri="{FF2B5EF4-FFF2-40B4-BE49-F238E27FC236}">
                <a16:creationId xmlns:a16="http://schemas.microsoft.com/office/drawing/2014/main" id="{46AF17E8-93A9-4194-A411-152D3F04E2C7}"/>
              </a:ext>
            </a:extLst>
          </p:cNvPr>
          <p:cNvSpPr>
            <a:spLocks xmlns:a="http://schemas.openxmlformats.org/drawingml/2006/main" noGrp="1"/>
          </p:cNvSpPr>
          <p:nvPr/>
        </p:nvSpPr>
        <p:spPr>
          <a:xfrm xmlns:a="http://schemas.openxmlformats.org/drawingml/2006/main">
            <a:off x="7620000" y="2443163"/>
            <a:ext cx="1028700" cy="9525"/>
          </a:xfrm>
          <a:custGeom xmlns:a="http://schemas.openxmlformats.org/drawingml/2006/main">
            <a:pathLst>
              <a:path w="1028700" h="9525">
                <a:moveTo>
                  <a:pt x="1028700" y="4763"/>
                </a:moveTo>
                <a:lnTo>
                  <a:pt x="0" y="4763"/>
                </a:lnTo>
              </a:path>
            </a:pathLst>
          </a:custGeom>
          <a:noFill xmlns:a="http://schemas.openxmlformats.org/drawingml/2006/main"/>
          <a:ln xmlns:a="http://schemas.openxmlformats.org/drawingml/2006/main" w="17145">
            <a:solidFill>
              <a:srgbClr val="246AB8"/>
            </a:solidFill>
            <a:prstDash val="solid"/>
          </a:ln>
        </p:spPr>
      </p:sp>
      <p:sp>
        <p:nvSpPr>
          <p:cNvPr id="23" name="arrow-1">
            <a:extLst xmlns:a="http://schemas.openxmlformats.org/drawingml/2006/main">
              <a:ext uri="{FF2B5EF4-FFF2-40B4-BE49-F238E27FC236}">
                <a16:creationId xmlns:a16="http://schemas.microsoft.com/office/drawing/2014/main" id="{0E4D0BB9-D288-4A93-B356-2E505B537389}"/>
              </a:ext>
            </a:extLst>
          </p:cNvPr>
          <p:cNvSpPr>
            <a:spLocks xmlns:a="http://schemas.openxmlformats.org/drawingml/2006/main" noGrp="1"/>
          </p:cNvSpPr>
          <p:nvPr/>
        </p:nvSpPr>
        <p:spPr>
          <a:xfrm xmlns:a="http://schemas.openxmlformats.org/drawingml/2006/main">
            <a:off x="76200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246AB8"/>
            </a:solidFill>
            <a:prstDash val="solid"/>
          </a:ln>
        </p:spPr>
      </p:sp>
      <p:sp>
        <p:nvSpPr>
          <p:cNvPr id="24" name="relation-label-1">
            <a:extLst xmlns:a="http://schemas.openxmlformats.org/drawingml/2006/main">
              <a:ext uri="{FF2B5EF4-FFF2-40B4-BE49-F238E27FC236}">
                <a16:creationId xmlns:a16="http://schemas.microsoft.com/office/drawing/2014/main" id="{DBBF3BBD-5F79-4DAB-9B67-654DDE598B23}"/>
              </a:ext>
            </a:extLst>
          </p:cNvPr>
          <p:cNvSpPr>
            <a:spLocks xmlns:a="http://schemas.openxmlformats.org/drawingml/2006/main" noGrp="1"/>
          </p:cNvSpPr>
          <p:nvPr/>
        </p:nvSpPr>
        <p:spPr>
          <a:xfrm xmlns:a="http://schemas.openxmlformats.org/drawingml/2006/main">
            <a:off x="7772400" y="2238375"/>
            <a:ext cx="7239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原目标</a:t>
            </a:r>
          </a:p>
        </p:txBody>
      </p:sp>
      <p:sp>
        <p:nvSpPr>
          <p:cNvPr id="25" name="relation-subscription-binding">
            <a:extLst xmlns:a="http://schemas.openxmlformats.org/drawingml/2006/main">
              <a:ext uri="{FF2B5EF4-FFF2-40B4-BE49-F238E27FC236}">
                <a16:creationId xmlns:a16="http://schemas.microsoft.com/office/drawing/2014/main" id="{3B1E010F-ABE5-4D4F-B49E-B4C1C24C3D0B}"/>
              </a:ext>
            </a:extLst>
          </p:cNvPr>
          <p:cNvSpPr>
            <a:spLocks xmlns:a="http://schemas.openxmlformats.org/drawingml/2006/main" noGrp="1"/>
          </p:cNvSpPr>
          <p:nvPr/>
        </p:nvSpPr>
        <p:spPr>
          <a:xfrm xmlns:a="http://schemas.openxmlformats.org/drawingml/2006/main">
            <a:off x="60912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8098">
            <a:solidFill>
              <a:srgbClr val="C53D39"/>
            </a:solidFill>
            <a:prstDash val="dash"/>
          </a:ln>
        </p:spPr>
      </p:sp>
      <p:sp>
        <p:nvSpPr>
          <p:cNvPr id="26" name="arrow-2">
            <a:extLst xmlns:a="http://schemas.openxmlformats.org/drawingml/2006/main">
              <a:ext uri="{FF2B5EF4-FFF2-40B4-BE49-F238E27FC236}">
                <a16:creationId xmlns:a16="http://schemas.microsoft.com/office/drawing/2014/main" id="{76011E23-D405-4DD1-B0DF-2B8DB6C6BBDA}"/>
              </a:ext>
            </a:extLst>
          </p:cNvPr>
          <p:cNvSpPr>
            <a:spLocks xmlns:a="http://schemas.openxmlformats.org/drawingml/2006/main" noGrp="1"/>
          </p:cNvSpPr>
          <p:nvPr/>
        </p:nvSpPr>
        <p:spPr>
          <a:xfrm xmlns:a="http://schemas.openxmlformats.org/drawingml/2006/main">
            <a:off x="60626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C53D39"/>
            </a:solidFill>
            <a:prstDash val="solid"/>
          </a:ln>
        </p:spPr>
      </p:sp>
      <p:sp>
        <p:nvSpPr>
          <p:cNvPr id="27" name="relation-label-2">
            <a:extLst xmlns:a="http://schemas.openxmlformats.org/drawingml/2006/main">
              <a:ext uri="{FF2B5EF4-FFF2-40B4-BE49-F238E27FC236}">
                <a16:creationId xmlns:a16="http://schemas.microsoft.com/office/drawing/2014/main" id="{59EE6E33-F37E-4873-85B8-C1494B932E0F}"/>
              </a:ext>
            </a:extLst>
          </p:cNvPr>
          <p:cNvSpPr>
            <a:spLocks xmlns:a="http://schemas.openxmlformats.org/drawingml/2006/main" noGrp="1"/>
          </p:cNvSpPr>
          <p:nvPr/>
        </p:nvSpPr>
        <p:spPr>
          <a:xfrm xmlns:a="http://schemas.openxmlformats.org/drawingml/2006/main">
            <a:off x="6181725" y="28956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C53D39"/>
                </a:solidFill>
                <a:latin typeface="Microsoft YaHei"/>
                <a:ea typeface="Microsoft YaHei"/>
                <a:cs typeface="Microsoft YaHei"/>
              </a:defRPr>
            </a:defPPr>
            <a:lvl1pPr algn="ctr">
              <a:buNone/>
              <a:defRPr sz="1125" b="0">
                <a:solidFill>
                  <a:srgbClr val="C53D39"/>
                </a:solidFill>
                <a:latin typeface="Microsoft YaHei"/>
                <a:ea typeface="Microsoft YaHei"/>
                <a:cs typeface="Microsoft YaHei"/>
              </a:defRPr>
            </a:lvl1pPr>
            <a:lvl2pPr algn="ctr">
              <a:buNone/>
              <a:defRPr sz="1125" b="0">
                <a:solidFill>
                  <a:srgbClr val="C53D39"/>
                </a:solidFill>
                <a:latin typeface="Microsoft YaHei"/>
                <a:ea typeface="Microsoft YaHei"/>
                <a:cs typeface="Microsoft YaHei"/>
              </a:defRPr>
            </a:lvl2pPr>
            <a:lvl3pPr algn="ctr">
              <a:buNone/>
              <a:defRPr sz="1125" b="0">
                <a:solidFill>
                  <a:srgbClr val="C53D39"/>
                </a:solidFill>
                <a:latin typeface="Microsoft YaHei"/>
                <a:ea typeface="Microsoft YaHei"/>
                <a:cs typeface="Microsoft YaHei"/>
              </a:defRPr>
            </a:lvl3pPr>
            <a:lvl4pPr algn="ctr">
              <a:buNone/>
              <a:defRPr sz="1125" b="0">
                <a:solidFill>
                  <a:srgbClr val="C53D39"/>
                </a:solidFill>
                <a:latin typeface="Microsoft YaHei"/>
                <a:ea typeface="Microsoft YaHei"/>
                <a:cs typeface="Microsoft YaHei"/>
              </a:defRPr>
            </a:lvl4pPr>
            <a:lvl5pPr algn="ctr">
              <a:buNone/>
              <a:defRPr sz="1125" b="0">
                <a:solidFill>
                  <a:srgbClr val="C53D39"/>
                </a:solidFill>
                <a:latin typeface="Microsoft YaHei"/>
                <a:ea typeface="Microsoft YaHei"/>
                <a:cs typeface="Microsoft YaHei"/>
              </a:defRPr>
            </a:lvl5pPr>
            <a:lvl6pPr algn="ctr">
              <a:buNone/>
              <a:defRPr sz="1125" b="0">
                <a:solidFill>
                  <a:srgbClr val="C53D39"/>
                </a:solidFill>
                <a:latin typeface="Microsoft YaHei"/>
                <a:ea typeface="Microsoft YaHei"/>
                <a:cs typeface="Microsoft YaHei"/>
              </a:defRPr>
            </a:lvl6pPr>
            <a:lvl7pPr algn="ctr">
              <a:buNone/>
              <a:defRPr sz="1125" b="0">
                <a:solidFill>
                  <a:srgbClr val="C53D39"/>
                </a:solidFill>
                <a:latin typeface="Microsoft YaHei"/>
                <a:ea typeface="Microsoft YaHei"/>
                <a:cs typeface="Microsoft YaHei"/>
              </a:defRPr>
            </a:lvl7pPr>
            <a:lvl8pPr algn="ctr">
              <a:buNone/>
              <a:defRPr sz="1125" b="0">
                <a:solidFill>
                  <a:srgbClr val="C53D39"/>
                </a:solidFill>
                <a:latin typeface="Microsoft YaHei"/>
                <a:ea typeface="Microsoft YaHei"/>
                <a:cs typeface="Microsoft YaHei"/>
              </a:defRPr>
            </a:lvl8pPr>
            <a:lvl9pPr algn="ctr">
              <a:buNone/>
              <a:defRPr sz="1125" b="0">
                <a:solidFill>
                  <a:srgbClr val="C53D39"/>
                </a:solidFill>
                <a:latin typeface="Microsoft YaHei"/>
                <a:ea typeface="Microsoft YaHei"/>
                <a:cs typeface="Microsoft YaHei"/>
              </a:defRPr>
            </a:lvl9pPr>
          </a:lstStyle>
          <a:p xmlns:a="http://schemas.openxmlformats.org/drawingml/2006/main">
            <a:pPr algn="ctr">
              <a:lnSpc>
                <a:spcPct val="104000"/>
              </a:lnSpc>
              <a:buNone/>
              <a:defRPr sz="1125" b="0">
                <a:solidFill>
                  <a:srgbClr val="C53D39"/>
                </a:solidFill>
                <a:latin typeface="Microsoft YaHei"/>
                <a:ea typeface="Microsoft YaHei"/>
                <a:cs typeface="Microsoft YaHei"/>
              </a:defRPr>
            </a:pPr>
            <a:r>
              <a:rPr sz="1125" b="0">
                <a:solidFill>
                  <a:srgbClr val="C53D39"/>
                </a:solidFill>
                <a:latin typeface="Microsoft YaHei"/>
                <a:ea typeface="Microsoft YaHei"/>
                <a:cs typeface="Microsoft YaHei"/>
              </a:rPr>
              <a:t>已失效</a:t>
            </a:r>
          </a:p>
        </p:txBody>
      </p:sp>
      <p:sp>
        <p:nvSpPr>
          <p:cNvPr id="28" name="relation-euicc-profile">
            <a:extLst xmlns:a="http://schemas.openxmlformats.org/drawingml/2006/main">
              <a:ext uri="{FF2B5EF4-FFF2-40B4-BE49-F238E27FC236}">
                <a16:creationId xmlns:a16="http://schemas.microsoft.com/office/drawing/2014/main" id="{C4E8DFBB-4F08-4490-8572-73892B74BFFF}"/>
              </a:ext>
            </a:extLst>
          </p:cNvPr>
          <p:cNvSpPr>
            <a:spLocks xmlns:a="http://schemas.openxmlformats.org/drawingml/2006/main" noGrp="1"/>
          </p:cNvSpPr>
          <p:nvPr/>
        </p:nvSpPr>
        <p:spPr>
          <a:xfrm xmlns:a="http://schemas.openxmlformats.org/drawingml/2006/main">
            <a:off x="20145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29" name="arrow-3">
            <a:extLst xmlns:a="http://schemas.openxmlformats.org/drawingml/2006/main">
              <a:ext uri="{FF2B5EF4-FFF2-40B4-BE49-F238E27FC236}">
                <a16:creationId xmlns:a16="http://schemas.microsoft.com/office/drawing/2014/main" id="{73CADA6D-F7B0-4D40-8306-F0FE796FB114}"/>
              </a:ext>
            </a:extLst>
          </p:cNvPr>
          <p:cNvSpPr>
            <a:spLocks xmlns:a="http://schemas.openxmlformats.org/drawingml/2006/main" noGrp="1"/>
          </p:cNvSpPr>
          <p:nvPr/>
        </p:nvSpPr>
        <p:spPr>
          <a:xfrm xmlns:a="http://schemas.openxmlformats.org/drawingml/2006/main">
            <a:off x="19859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0" name="relation-label-3">
            <a:extLst xmlns:a="http://schemas.openxmlformats.org/drawingml/2006/main">
              <a:ext uri="{FF2B5EF4-FFF2-40B4-BE49-F238E27FC236}">
                <a16:creationId xmlns:a16="http://schemas.microsoft.com/office/drawing/2014/main" id="{69C8B631-55D3-4FA1-AC74-A5562D22CCB8}"/>
              </a:ext>
            </a:extLst>
          </p:cNvPr>
          <p:cNvSpPr>
            <a:spLocks xmlns:a="http://schemas.openxmlformats.org/drawingml/2006/main" noGrp="1"/>
          </p:cNvSpPr>
          <p:nvPr/>
        </p:nvSpPr>
        <p:spPr>
          <a:xfrm xmlns:a="http://schemas.openxmlformats.org/drawingml/2006/main">
            <a:off x="2124075" y="3962400"/>
            <a:ext cx="8763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容纳配置</a:t>
            </a:r>
          </a:p>
        </p:txBody>
      </p:sp>
      <p:sp>
        <p:nvSpPr>
          <p:cNvPr id="31" name="relation-profile-port">
            <a:extLst xmlns:a="http://schemas.openxmlformats.org/drawingml/2006/main">
              <a:ext uri="{FF2B5EF4-FFF2-40B4-BE49-F238E27FC236}">
                <a16:creationId xmlns:a16="http://schemas.microsoft.com/office/drawing/2014/main" id="{B955511C-9A0B-4872-A263-2BCB112F519E}"/>
              </a:ext>
            </a:extLst>
          </p:cNvPr>
          <p:cNvSpPr>
            <a:spLocks xmlns:a="http://schemas.openxmlformats.org/drawingml/2006/main" noGrp="1"/>
          </p:cNvSpPr>
          <p:nvPr/>
        </p:nvSpPr>
        <p:spPr>
          <a:xfrm xmlns:a="http://schemas.openxmlformats.org/drawingml/2006/main">
            <a:off x="20145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1430">
            <a:solidFill>
              <a:srgbClr val="ABBBCB"/>
            </a:solidFill>
            <a:prstDash val="solid"/>
          </a:ln>
        </p:spPr>
      </p:sp>
      <p:sp>
        <p:nvSpPr>
          <p:cNvPr id="32" name="arrow-4">
            <a:extLst xmlns:a="http://schemas.openxmlformats.org/drawingml/2006/main">
              <a:ext uri="{FF2B5EF4-FFF2-40B4-BE49-F238E27FC236}">
                <a16:creationId xmlns:a16="http://schemas.microsoft.com/office/drawing/2014/main" id="{6553C1DC-54BC-4109-A8D0-6A25A8BB0AA8}"/>
              </a:ext>
            </a:extLst>
          </p:cNvPr>
          <p:cNvSpPr>
            <a:spLocks xmlns:a="http://schemas.openxmlformats.org/drawingml/2006/main" noGrp="1"/>
          </p:cNvSpPr>
          <p:nvPr/>
        </p:nvSpPr>
        <p:spPr>
          <a:xfrm xmlns:a="http://schemas.openxmlformats.org/drawingml/2006/main">
            <a:off x="19859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ABBBCB"/>
            </a:solidFill>
            <a:prstDash val="solid"/>
          </a:ln>
        </p:spPr>
      </p:sp>
      <p:sp>
        <p:nvSpPr>
          <p:cNvPr id="33" name="relation-label-4">
            <a:extLst xmlns:a="http://schemas.openxmlformats.org/drawingml/2006/main">
              <a:ext uri="{FF2B5EF4-FFF2-40B4-BE49-F238E27FC236}">
                <a16:creationId xmlns:a16="http://schemas.microsoft.com/office/drawing/2014/main" id="{3C4D97EB-1C4B-47E3-B41C-B1DD76CE6ECA}"/>
              </a:ext>
            </a:extLst>
          </p:cNvPr>
          <p:cNvSpPr>
            <a:spLocks xmlns:a="http://schemas.openxmlformats.org/drawingml/2006/main" noGrp="1"/>
          </p:cNvSpPr>
          <p:nvPr/>
        </p:nvSpPr>
        <p:spPr>
          <a:xfrm xmlns:a="http://schemas.openxmlformats.org/drawingml/2006/main">
            <a:off x="2124075" y="50292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使能于</a:t>
            </a:r>
          </a:p>
        </p:txBody>
      </p:sp>
      <p:sp>
        <p:nvSpPr>
          <p:cNvPr id="34" name="relation-port-slot">
            <a:extLst xmlns:a="http://schemas.openxmlformats.org/drawingml/2006/main">
              <a:ext uri="{FF2B5EF4-FFF2-40B4-BE49-F238E27FC236}">
                <a16:creationId xmlns:a16="http://schemas.microsoft.com/office/drawing/2014/main" id="{C023F60D-21EE-476C-984D-1987BF589AF0}"/>
              </a:ext>
            </a:extLst>
          </p:cNvPr>
          <p:cNvSpPr>
            <a:spLocks xmlns:a="http://schemas.openxmlformats.org/drawingml/2006/main" noGrp="1"/>
          </p:cNvSpPr>
          <p:nvPr/>
        </p:nvSpPr>
        <p:spPr>
          <a:xfrm xmlns:a="http://schemas.openxmlformats.org/drawingml/2006/main">
            <a:off x="3543300" y="56435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1430">
            <a:solidFill>
              <a:srgbClr val="ABBBCB"/>
            </a:solidFill>
            <a:prstDash val="solid"/>
          </a:ln>
        </p:spPr>
      </p:sp>
      <p:sp>
        <p:nvSpPr>
          <p:cNvPr id="35" name="arrow-5">
            <a:extLst xmlns:a="http://schemas.openxmlformats.org/drawingml/2006/main">
              <a:ext uri="{FF2B5EF4-FFF2-40B4-BE49-F238E27FC236}">
                <a16:creationId xmlns:a16="http://schemas.microsoft.com/office/drawing/2014/main" id="{CD50D11B-D287-47D9-B192-67DC423A22F4}"/>
              </a:ext>
            </a:extLst>
          </p:cNvPr>
          <p:cNvSpPr>
            <a:spLocks xmlns:a="http://schemas.openxmlformats.org/drawingml/2006/main" noGrp="1"/>
          </p:cNvSpPr>
          <p:nvPr/>
        </p:nvSpPr>
        <p:spPr>
          <a:xfrm xmlns:a="http://schemas.openxmlformats.org/drawingml/2006/main">
            <a:off x="4505325" y="56149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ABBBCB"/>
            </a:solidFill>
            <a:prstDash val="solid"/>
          </a:ln>
        </p:spPr>
      </p:sp>
      <p:sp>
        <p:nvSpPr>
          <p:cNvPr id="36" name="relation-label-5">
            <a:extLst xmlns:a="http://schemas.openxmlformats.org/drawingml/2006/main">
              <a:ext uri="{FF2B5EF4-FFF2-40B4-BE49-F238E27FC236}">
                <a16:creationId xmlns:a16="http://schemas.microsoft.com/office/drawing/2014/main" id="{00E9DDA4-4C76-4DBB-B3F8-56B8E3771275}"/>
              </a:ext>
            </a:extLst>
          </p:cNvPr>
          <p:cNvSpPr>
            <a:spLocks xmlns:a="http://schemas.openxmlformats.org/drawingml/2006/main" noGrp="1"/>
          </p:cNvSpPr>
          <p:nvPr/>
        </p:nvSpPr>
        <p:spPr>
          <a:xfrm xmlns:a="http://schemas.openxmlformats.org/drawingml/2006/main">
            <a:off x="3657600" y="54387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映射到</a:t>
            </a:r>
          </a:p>
        </p:txBody>
      </p:sp>
      <p:sp>
        <p:nvSpPr>
          <p:cNvPr id="37" name="relation-binding-session">
            <a:extLst xmlns:a="http://schemas.openxmlformats.org/drawingml/2006/main">
              <a:ext uri="{FF2B5EF4-FFF2-40B4-BE49-F238E27FC236}">
                <a16:creationId xmlns:a16="http://schemas.microsoft.com/office/drawing/2014/main" id="{54729B02-E7FB-458E-B6AA-3AF7F37D5C43}"/>
              </a:ext>
            </a:extLst>
          </p:cNvPr>
          <p:cNvSpPr>
            <a:spLocks xmlns:a="http://schemas.openxmlformats.org/drawingml/2006/main" noGrp="1"/>
          </p:cNvSpPr>
          <p:nvPr/>
        </p:nvSpPr>
        <p:spPr>
          <a:xfrm xmlns:a="http://schemas.openxmlformats.org/drawingml/2006/main">
            <a:off x="6091238" y="39624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38" name="arrow-6">
            <a:extLst xmlns:a="http://schemas.openxmlformats.org/drawingml/2006/main">
              <a:ext uri="{FF2B5EF4-FFF2-40B4-BE49-F238E27FC236}">
                <a16:creationId xmlns:a16="http://schemas.microsoft.com/office/drawing/2014/main" id="{BA6EC24C-6059-4840-9016-F0937CB49A62}"/>
              </a:ext>
            </a:extLst>
          </p:cNvPr>
          <p:cNvSpPr>
            <a:spLocks xmlns:a="http://schemas.openxmlformats.org/drawingml/2006/main" noGrp="1"/>
          </p:cNvSpPr>
          <p:nvPr/>
        </p:nvSpPr>
        <p:spPr>
          <a:xfrm xmlns:a="http://schemas.openxmlformats.org/drawingml/2006/main">
            <a:off x="60626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39" name="relation-label-6">
            <a:extLst xmlns:a="http://schemas.openxmlformats.org/drawingml/2006/main">
              <a:ext uri="{FF2B5EF4-FFF2-40B4-BE49-F238E27FC236}">
                <a16:creationId xmlns:a16="http://schemas.microsoft.com/office/drawing/2014/main" id="{69A05512-6BA2-479C-8B65-0DCF010E7719}"/>
              </a:ext>
            </a:extLst>
          </p:cNvPr>
          <p:cNvSpPr>
            <a:spLocks xmlns:a="http://schemas.openxmlformats.org/drawingml/2006/main" noGrp="1"/>
          </p:cNvSpPr>
          <p:nvPr/>
        </p:nvSpPr>
        <p:spPr>
          <a:xfrm xmlns:a="http://schemas.openxmlformats.org/drawingml/2006/main">
            <a:off x="6181725" y="3962400"/>
            <a:ext cx="8572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当前应用</a:t>
            </a:r>
          </a:p>
        </p:txBody>
      </p:sp>
      <p:sp>
        <p:nvSpPr>
          <p:cNvPr id="40" name="relation-profile-session">
            <a:extLst xmlns:a="http://schemas.openxmlformats.org/drawingml/2006/main">
              <a:ext uri="{FF2B5EF4-FFF2-40B4-BE49-F238E27FC236}">
                <a16:creationId xmlns:a16="http://schemas.microsoft.com/office/drawing/2014/main" id="{7DCC6334-E0A1-4D81-BB66-F3BEFCDD3E17}"/>
              </a:ext>
            </a:extLst>
          </p:cNvPr>
          <p:cNvSpPr>
            <a:spLocks xmlns:a="http://schemas.openxmlformats.org/drawingml/2006/main" noGrp="1"/>
          </p:cNvSpPr>
          <p:nvPr/>
        </p:nvSpPr>
        <p:spPr>
          <a:xfrm xmlns:a="http://schemas.openxmlformats.org/drawingml/2006/main">
            <a:off x="3543300" y="4576763"/>
            <a:ext cx="1028700" cy="9525"/>
          </a:xfrm>
          <a:custGeom xmlns:a="http://schemas.openxmlformats.org/drawingml/2006/main">
            <a:pathLst>
              <a:path w="1028700" h="9525">
                <a:moveTo>
                  <a:pt x="0" y="4763"/>
                </a:moveTo>
                <a:lnTo>
                  <a:pt x="1028700" y="4763"/>
                </a:lnTo>
              </a:path>
            </a:pathLst>
          </a:custGeom>
          <a:noFill xmlns:a="http://schemas.openxmlformats.org/drawingml/2006/main"/>
          <a:ln xmlns:a="http://schemas.openxmlformats.org/drawingml/2006/main" w="17145">
            <a:solidFill>
              <a:srgbClr val="246AB8"/>
            </a:solidFill>
            <a:prstDash val="solid"/>
          </a:ln>
        </p:spPr>
      </p:sp>
      <p:sp>
        <p:nvSpPr>
          <p:cNvPr id="41" name="arrow-7">
            <a:extLst xmlns:a="http://schemas.openxmlformats.org/drawingml/2006/main">
              <a:ext uri="{FF2B5EF4-FFF2-40B4-BE49-F238E27FC236}">
                <a16:creationId xmlns:a16="http://schemas.microsoft.com/office/drawing/2014/main" id="{C6C6E39E-4C13-476C-BFFD-71D53A597F17}"/>
              </a:ext>
            </a:extLst>
          </p:cNvPr>
          <p:cNvSpPr>
            <a:spLocks xmlns:a="http://schemas.openxmlformats.org/drawingml/2006/main" noGrp="1"/>
          </p:cNvSpPr>
          <p:nvPr/>
        </p:nvSpPr>
        <p:spPr>
          <a:xfrm xmlns:a="http://schemas.openxmlformats.org/drawingml/2006/main">
            <a:off x="4505325" y="4548188"/>
            <a:ext cx="66675" cy="66675"/>
          </a:xfrm>
          <a:custGeom xmlns:a="http://schemas.openxmlformats.org/drawingml/2006/main">
            <a:pathLst>
              <a:path w="66675" h="66675">
                <a:moveTo>
                  <a:pt x="0" y="66675"/>
                </a:moveTo>
                <a:lnTo>
                  <a:pt x="66675" y="33338"/>
                </a:lnTo>
                <a:lnTo>
                  <a:pt x="0" y="0"/>
                </a:lnTo>
              </a:path>
            </a:pathLst>
          </a:custGeom>
          <a:noFill xmlns:a="http://schemas.openxmlformats.org/drawingml/2006/main"/>
          <a:ln xmlns:a="http://schemas.openxmlformats.org/drawingml/2006/main" w="13335">
            <a:solidFill>
              <a:srgbClr val="246AB8"/>
            </a:solidFill>
            <a:prstDash val="solid"/>
          </a:ln>
        </p:spPr>
      </p:sp>
      <p:sp>
        <p:nvSpPr>
          <p:cNvPr id="42" name="relation-label-7">
            <a:extLst xmlns:a="http://schemas.openxmlformats.org/drawingml/2006/main">
              <a:ext uri="{FF2B5EF4-FFF2-40B4-BE49-F238E27FC236}">
                <a16:creationId xmlns:a16="http://schemas.microsoft.com/office/drawing/2014/main" id="{E0F6A0C5-E16F-48A6-86F4-6C63613C268D}"/>
              </a:ext>
            </a:extLst>
          </p:cNvPr>
          <p:cNvSpPr>
            <a:spLocks xmlns:a="http://schemas.openxmlformats.org/drawingml/2006/main" noGrp="1"/>
          </p:cNvSpPr>
          <p:nvPr/>
        </p:nvSpPr>
        <p:spPr>
          <a:xfrm xmlns:a="http://schemas.openxmlformats.org/drawingml/2006/main">
            <a:off x="3657600" y="4371975"/>
            <a:ext cx="8001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卡应用</a:t>
            </a:r>
          </a:p>
        </p:txBody>
      </p:sp>
      <p:sp>
        <p:nvSpPr>
          <p:cNvPr id="43" name="relation-session-slot">
            <a:extLst xmlns:a="http://schemas.openxmlformats.org/drawingml/2006/main">
              <a:ext uri="{FF2B5EF4-FFF2-40B4-BE49-F238E27FC236}">
                <a16:creationId xmlns:a16="http://schemas.microsoft.com/office/drawing/2014/main" id="{564C5DCD-6A97-4C12-A6D9-0D9E81B6836F}"/>
              </a:ext>
            </a:extLst>
          </p:cNvPr>
          <p:cNvSpPr>
            <a:spLocks xmlns:a="http://schemas.openxmlformats.org/drawingml/2006/main" noGrp="1"/>
          </p:cNvSpPr>
          <p:nvPr/>
        </p:nvSpPr>
        <p:spPr>
          <a:xfrm xmlns:a="http://schemas.openxmlformats.org/drawingml/2006/main">
            <a:off x="6091238" y="50292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44" name="arrow-8">
            <a:extLst xmlns:a="http://schemas.openxmlformats.org/drawingml/2006/main">
              <a:ext uri="{FF2B5EF4-FFF2-40B4-BE49-F238E27FC236}">
                <a16:creationId xmlns:a16="http://schemas.microsoft.com/office/drawing/2014/main" id="{C5CE2EAF-11F9-4C95-A338-BDF652AD6572}"/>
              </a:ext>
            </a:extLst>
          </p:cNvPr>
          <p:cNvSpPr>
            <a:spLocks xmlns:a="http://schemas.openxmlformats.org/drawingml/2006/main" noGrp="1"/>
          </p:cNvSpPr>
          <p:nvPr/>
        </p:nvSpPr>
        <p:spPr>
          <a:xfrm xmlns:a="http://schemas.openxmlformats.org/drawingml/2006/main">
            <a:off x="6062663" y="51339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45" name="relation-label-8">
            <a:extLst xmlns:a="http://schemas.openxmlformats.org/drawingml/2006/main">
              <a:ext uri="{FF2B5EF4-FFF2-40B4-BE49-F238E27FC236}">
                <a16:creationId xmlns:a16="http://schemas.microsoft.com/office/drawing/2014/main" id="{DFF64C66-EE7F-4790-BE2A-DE5E3DE9DF83}"/>
              </a:ext>
            </a:extLst>
          </p:cNvPr>
          <p:cNvSpPr>
            <a:spLocks xmlns:a="http://schemas.openxmlformats.org/drawingml/2006/main" noGrp="1"/>
          </p:cNvSpPr>
          <p:nvPr/>
        </p:nvSpPr>
        <p:spPr>
          <a:xfrm xmlns:a="http://schemas.openxmlformats.org/drawingml/2006/main">
            <a:off x="6181725" y="5029200"/>
            <a:ext cx="7620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路由</a:t>
            </a:r>
          </a:p>
        </p:txBody>
      </p:sp>
      <p:sp>
        <p:nvSpPr>
          <p:cNvPr id="46" name="relation-operation-request">
            <a:extLst xmlns:a="http://schemas.openxmlformats.org/drawingml/2006/main">
              <a:ext uri="{FF2B5EF4-FFF2-40B4-BE49-F238E27FC236}">
                <a16:creationId xmlns:a16="http://schemas.microsoft.com/office/drawing/2014/main" id="{577317B2-603F-46B2-9C50-7313D9065A6B}"/>
              </a:ext>
            </a:extLst>
          </p:cNvPr>
          <p:cNvSpPr>
            <a:spLocks xmlns:a="http://schemas.openxmlformats.org/drawingml/2006/main" noGrp="1"/>
          </p:cNvSpPr>
          <p:nvPr/>
        </p:nvSpPr>
        <p:spPr>
          <a:xfrm xmlns:a="http://schemas.openxmlformats.org/drawingml/2006/main">
            <a:off x="10167938" y="2895600"/>
            <a:ext cx="9525" cy="171450"/>
          </a:xfrm>
          <a:custGeom xmlns:a="http://schemas.openxmlformats.org/drawingml/2006/main">
            <a:pathLst>
              <a:path w="9525" h="171450">
                <a:moveTo>
                  <a:pt x="4763" y="0"/>
                </a:moveTo>
                <a:lnTo>
                  <a:pt x="4763" y="171450"/>
                </a:lnTo>
              </a:path>
            </a:pathLst>
          </a:custGeom>
          <a:noFill xmlns:a="http://schemas.openxmlformats.org/drawingml/2006/main"/>
          <a:ln xmlns:a="http://schemas.openxmlformats.org/drawingml/2006/main" w="17145">
            <a:solidFill>
              <a:srgbClr val="246AB8"/>
            </a:solidFill>
            <a:prstDash val="solid"/>
          </a:ln>
        </p:spPr>
      </p:sp>
      <p:sp>
        <p:nvSpPr>
          <p:cNvPr id="47" name="arrow-9">
            <a:extLst xmlns:a="http://schemas.openxmlformats.org/drawingml/2006/main">
              <a:ext uri="{FF2B5EF4-FFF2-40B4-BE49-F238E27FC236}">
                <a16:creationId xmlns:a16="http://schemas.microsoft.com/office/drawing/2014/main" id="{BA5E1364-881B-47D3-8E20-CCD95AE671E7}"/>
              </a:ext>
            </a:extLst>
          </p:cNvPr>
          <p:cNvSpPr>
            <a:spLocks xmlns:a="http://schemas.openxmlformats.org/drawingml/2006/main" noGrp="1"/>
          </p:cNvSpPr>
          <p:nvPr/>
        </p:nvSpPr>
        <p:spPr>
          <a:xfrm xmlns:a="http://schemas.openxmlformats.org/drawingml/2006/main">
            <a:off x="10139363" y="30003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48" name="relation-label-9">
            <a:extLst xmlns:a="http://schemas.openxmlformats.org/drawingml/2006/main">
              <a:ext uri="{FF2B5EF4-FFF2-40B4-BE49-F238E27FC236}">
                <a16:creationId xmlns:a16="http://schemas.microsoft.com/office/drawing/2014/main" id="{B7511390-9EF0-47FF-85AE-FE2DB5B8F5A0}"/>
              </a:ext>
            </a:extLst>
          </p:cNvPr>
          <p:cNvSpPr>
            <a:spLocks xmlns:a="http://schemas.openxmlformats.org/drawingml/2006/main" noGrp="1"/>
          </p:cNvSpPr>
          <p:nvPr/>
        </p:nvSpPr>
        <p:spPr>
          <a:xfrm xmlns:a="http://schemas.openxmlformats.org/drawingml/2006/main">
            <a:off x="10258425" y="2895600"/>
            <a:ext cx="106680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步骤关联</a:t>
            </a:r>
          </a:p>
        </p:txBody>
      </p:sp>
      <p:sp>
        <p:nvSpPr>
          <p:cNvPr id="49" name="relation-request-session">
            <a:extLst xmlns:a="http://schemas.openxmlformats.org/drawingml/2006/main">
              <a:ext uri="{FF2B5EF4-FFF2-40B4-BE49-F238E27FC236}">
                <a16:creationId xmlns:a16="http://schemas.microsoft.com/office/drawing/2014/main" id="{A2D89825-8861-4D63-8018-124D05110963}"/>
              </a:ext>
            </a:extLst>
          </p:cNvPr>
          <p:cNvSpPr>
            <a:spLocks xmlns:a="http://schemas.openxmlformats.org/drawingml/2006/main" noGrp="1"/>
          </p:cNvSpPr>
          <p:nvPr/>
        </p:nvSpPr>
        <p:spPr>
          <a:xfrm xmlns:a="http://schemas.openxmlformats.org/drawingml/2006/main">
            <a:off x="7620000" y="3514725"/>
            <a:ext cx="1028700" cy="1066800"/>
          </a:xfrm>
          <a:custGeom xmlns:a="http://schemas.openxmlformats.org/drawingml/2006/main">
            <a:pathLst>
              <a:path w="1028700" h="1066800">
                <a:moveTo>
                  <a:pt x="1028700" y="0"/>
                </a:moveTo>
                <a:lnTo>
                  <a:pt x="438150" y="0"/>
                </a:lnTo>
                <a:lnTo>
                  <a:pt x="438150" y="1066800"/>
                </a:lnTo>
                <a:lnTo>
                  <a:pt x="0" y="1066800"/>
                </a:lnTo>
              </a:path>
            </a:pathLst>
          </a:custGeom>
          <a:noFill xmlns:a="http://schemas.openxmlformats.org/drawingml/2006/main"/>
          <a:ln xmlns:a="http://schemas.openxmlformats.org/drawingml/2006/main" w="18098">
            <a:solidFill>
              <a:srgbClr val="C53D39"/>
            </a:solidFill>
            <a:prstDash val="dash"/>
          </a:ln>
        </p:spPr>
      </p:sp>
      <p:sp>
        <p:nvSpPr>
          <p:cNvPr id="50" name="arrow-10">
            <a:extLst xmlns:a="http://schemas.openxmlformats.org/drawingml/2006/main">
              <a:ext uri="{FF2B5EF4-FFF2-40B4-BE49-F238E27FC236}">
                <a16:creationId xmlns:a16="http://schemas.microsoft.com/office/drawing/2014/main" id="{6BDA37F5-BC18-4C0C-8327-293A2B760CA3}"/>
              </a:ext>
            </a:extLst>
          </p:cNvPr>
          <p:cNvSpPr>
            <a:spLocks xmlns:a="http://schemas.openxmlformats.org/drawingml/2006/main" noGrp="1"/>
          </p:cNvSpPr>
          <p:nvPr/>
        </p:nvSpPr>
        <p:spPr>
          <a:xfrm xmlns:a="http://schemas.openxmlformats.org/drawingml/2006/main">
            <a:off x="7620000" y="45481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C53D39"/>
            </a:solidFill>
            <a:prstDash val="solid"/>
          </a:ln>
        </p:spPr>
      </p:sp>
      <p:sp>
        <p:nvSpPr>
          <p:cNvPr id="51" name="relation-label-10">
            <a:extLst xmlns:a="http://schemas.openxmlformats.org/drawingml/2006/main">
              <a:ext uri="{FF2B5EF4-FFF2-40B4-BE49-F238E27FC236}">
                <a16:creationId xmlns:a16="http://schemas.microsoft.com/office/drawing/2014/main" id="{0BED7500-BF4D-48F1-B59C-6767F9B6FAAA}"/>
              </a:ext>
            </a:extLst>
          </p:cNvPr>
          <p:cNvSpPr>
            <a:spLocks xmlns:a="http://schemas.openxmlformats.org/drawingml/2006/main" noGrp="1"/>
          </p:cNvSpPr>
          <p:nvPr/>
        </p:nvSpPr>
        <p:spPr>
          <a:xfrm xmlns:a="http://schemas.openxmlformats.org/drawingml/2006/main">
            <a:off x="7734300" y="3886200"/>
            <a:ext cx="6667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C53D39"/>
                </a:solidFill>
                <a:latin typeface="Microsoft YaHei"/>
                <a:ea typeface="Microsoft YaHei"/>
                <a:cs typeface="Microsoft YaHei"/>
              </a:defRPr>
            </a:defPPr>
            <a:lvl1pPr algn="ctr">
              <a:buNone/>
              <a:defRPr sz="1125" b="0">
                <a:solidFill>
                  <a:srgbClr val="C53D39"/>
                </a:solidFill>
                <a:latin typeface="Microsoft YaHei"/>
                <a:ea typeface="Microsoft YaHei"/>
                <a:cs typeface="Microsoft YaHei"/>
              </a:defRPr>
            </a:lvl1pPr>
            <a:lvl2pPr algn="ctr">
              <a:buNone/>
              <a:defRPr sz="1125" b="0">
                <a:solidFill>
                  <a:srgbClr val="C53D39"/>
                </a:solidFill>
                <a:latin typeface="Microsoft YaHei"/>
                <a:ea typeface="Microsoft YaHei"/>
                <a:cs typeface="Microsoft YaHei"/>
              </a:defRPr>
            </a:lvl2pPr>
            <a:lvl3pPr algn="ctr">
              <a:buNone/>
              <a:defRPr sz="1125" b="0">
                <a:solidFill>
                  <a:srgbClr val="C53D39"/>
                </a:solidFill>
                <a:latin typeface="Microsoft YaHei"/>
                <a:ea typeface="Microsoft YaHei"/>
                <a:cs typeface="Microsoft YaHei"/>
              </a:defRPr>
            </a:lvl3pPr>
            <a:lvl4pPr algn="ctr">
              <a:buNone/>
              <a:defRPr sz="1125" b="0">
                <a:solidFill>
                  <a:srgbClr val="C53D39"/>
                </a:solidFill>
                <a:latin typeface="Microsoft YaHei"/>
                <a:ea typeface="Microsoft YaHei"/>
                <a:cs typeface="Microsoft YaHei"/>
              </a:defRPr>
            </a:lvl4pPr>
            <a:lvl5pPr algn="ctr">
              <a:buNone/>
              <a:defRPr sz="1125" b="0">
                <a:solidFill>
                  <a:srgbClr val="C53D39"/>
                </a:solidFill>
                <a:latin typeface="Microsoft YaHei"/>
                <a:ea typeface="Microsoft YaHei"/>
                <a:cs typeface="Microsoft YaHei"/>
              </a:defRPr>
            </a:lvl5pPr>
            <a:lvl6pPr algn="ctr">
              <a:buNone/>
              <a:defRPr sz="1125" b="0">
                <a:solidFill>
                  <a:srgbClr val="C53D39"/>
                </a:solidFill>
                <a:latin typeface="Microsoft YaHei"/>
                <a:ea typeface="Microsoft YaHei"/>
                <a:cs typeface="Microsoft YaHei"/>
              </a:defRPr>
            </a:lvl6pPr>
            <a:lvl7pPr algn="ctr">
              <a:buNone/>
              <a:defRPr sz="1125" b="0">
                <a:solidFill>
                  <a:srgbClr val="C53D39"/>
                </a:solidFill>
                <a:latin typeface="Microsoft YaHei"/>
                <a:ea typeface="Microsoft YaHei"/>
                <a:cs typeface="Microsoft YaHei"/>
              </a:defRPr>
            </a:lvl7pPr>
            <a:lvl8pPr algn="ctr">
              <a:buNone/>
              <a:defRPr sz="1125" b="0">
                <a:solidFill>
                  <a:srgbClr val="C53D39"/>
                </a:solidFill>
                <a:latin typeface="Microsoft YaHei"/>
                <a:ea typeface="Microsoft YaHei"/>
                <a:cs typeface="Microsoft YaHei"/>
              </a:defRPr>
            </a:lvl8pPr>
            <a:lvl9pPr algn="ctr">
              <a:buNone/>
              <a:defRPr sz="1125" b="0">
                <a:solidFill>
                  <a:srgbClr val="C53D39"/>
                </a:solidFill>
                <a:latin typeface="Microsoft YaHei"/>
                <a:ea typeface="Microsoft YaHei"/>
                <a:cs typeface="Microsoft YaHei"/>
              </a:defRPr>
            </a:lvl9pPr>
          </a:lstStyle>
          <a:p xmlns:a="http://schemas.openxmlformats.org/drawingml/2006/main">
            <a:pPr algn="ctr">
              <a:lnSpc>
                <a:spcPct val="104000"/>
              </a:lnSpc>
              <a:buNone/>
              <a:defRPr sz="1125" b="0">
                <a:solidFill>
                  <a:srgbClr val="C53D39"/>
                </a:solidFill>
                <a:latin typeface="Microsoft YaHei"/>
                <a:ea typeface="Microsoft YaHei"/>
                <a:cs typeface="Microsoft YaHei"/>
              </a:defRPr>
            </a:pPr>
            <a:r>
              <a:rPr sz="1125" b="0">
                <a:solidFill>
                  <a:srgbClr val="C53D39"/>
                </a:solidFill>
                <a:latin typeface="Microsoft YaHei"/>
                <a:ea typeface="Microsoft YaHei"/>
                <a:cs typeface="Microsoft YaHei"/>
              </a:rPr>
              <a:t>拒绝</a:t>
            </a:r>
          </a:p>
        </p:txBody>
      </p:sp>
      <p:sp>
        <p:nvSpPr>
          <p:cNvPr id="52" name="relation-subscription-store">
            <a:extLst xmlns:a="http://schemas.openxmlformats.org/drawingml/2006/main">
              <a:ext uri="{FF2B5EF4-FFF2-40B4-BE49-F238E27FC236}">
                <a16:creationId xmlns:a16="http://schemas.microsoft.com/office/drawing/2014/main" id="{3932EB37-7740-4F34-9656-2E5416D020C3}"/>
              </a:ext>
            </a:extLst>
          </p:cNvPr>
          <p:cNvSpPr>
            <a:spLocks xmlns:a="http://schemas.openxmlformats.org/drawingml/2006/main" noGrp="1"/>
          </p:cNvSpPr>
          <p:nvPr/>
        </p:nvSpPr>
        <p:spPr>
          <a:xfrm xmlns:a="http://schemas.openxmlformats.org/drawingml/2006/main">
            <a:off x="7620000" y="2447925"/>
            <a:ext cx="2552700" cy="1685925"/>
          </a:xfrm>
          <a:custGeom xmlns:a="http://schemas.openxmlformats.org/drawingml/2006/main">
            <a:pathLst>
              <a:path w="2552700" h="1685925">
                <a:moveTo>
                  <a:pt x="0" y="0"/>
                </a:moveTo>
                <a:lnTo>
                  <a:pt x="800100" y="0"/>
                </a:lnTo>
                <a:lnTo>
                  <a:pt x="800100" y="1590675"/>
                </a:lnTo>
                <a:lnTo>
                  <a:pt x="2552700" y="1590675"/>
                </a:lnTo>
                <a:lnTo>
                  <a:pt x="2552700" y="1685925"/>
                </a:lnTo>
              </a:path>
            </a:pathLst>
          </a:custGeom>
          <a:noFill xmlns:a="http://schemas.openxmlformats.org/drawingml/2006/main"/>
          <a:ln xmlns:a="http://schemas.openxmlformats.org/drawingml/2006/main" w="17145">
            <a:solidFill>
              <a:srgbClr val="246AB8"/>
            </a:solidFill>
            <a:prstDash val="solid"/>
          </a:ln>
        </p:spPr>
      </p:sp>
      <p:sp>
        <p:nvSpPr>
          <p:cNvPr id="53" name="arrow-11">
            <a:extLst xmlns:a="http://schemas.openxmlformats.org/drawingml/2006/main">
              <a:ext uri="{FF2B5EF4-FFF2-40B4-BE49-F238E27FC236}">
                <a16:creationId xmlns:a16="http://schemas.microsoft.com/office/drawing/2014/main" id="{AB232EDD-8A07-4FC4-9FC6-401306765003}"/>
              </a:ext>
            </a:extLst>
          </p:cNvPr>
          <p:cNvSpPr>
            <a:spLocks xmlns:a="http://schemas.openxmlformats.org/drawingml/2006/main" noGrp="1"/>
          </p:cNvSpPr>
          <p:nvPr/>
        </p:nvSpPr>
        <p:spPr>
          <a:xfrm xmlns:a="http://schemas.openxmlformats.org/drawingml/2006/main">
            <a:off x="10139363" y="4067175"/>
            <a:ext cx="66675" cy="66675"/>
          </a:xfrm>
          <a:custGeom xmlns:a="http://schemas.openxmlformats.org/drawingml/2006/main">
            <a:pathLst>
              <a:path w="66675" h="66675">
                <a:moveTo>
                  <a:pt x="0" y="0"/>
                </a:moveTo>
                <a:lnTo>
                  <a:pt x="33338" y="66675"/>
                </a:lnTo>
                <a:lnTo>
                  <a:pt x="66675" y="0"/>
                </a:lnTo>
              </a:path>
            </a:pathLst>
          </a:custGeom>
          <a:noFill xmlns:a="http://schemas.openxmlformats.org/drawingml/2006/main"/>
          <a:ln xmlns:a="http://schemas.openxmlformats.org/drawingml/2006/main" w="13335">
            <a:solidFill>
              <a:srgbClr val="246AB8"/>
            </a:solidFill>
            <a:prstDash val="solid"/>
          </a:ln>
        </p:spPr>
      </p:sp>
      <p:sp>
        <p:nvSpPr>
          <p:cNvPr id="54" name="relation-label-11">
            <a:extLst xmlns:a="http://schemas.openxmlformats.org/drawingml/2006/main">
              <a:ext uri="{FF2B5EF4-FFF2-40B4-BE49-F238E27FC236}">
                <a16:creationId xmlns:a16="http://schemas.microsoft.com/office/drawing/2014/main" id="{D129A0CA-26AB-4E79-AF7A-F8E2AB0C589F}"/>
              </a:ext>
            </a:extLst>
          </p:cNvPr>
          <p:cNvSpPr>
            <a:spLocks xmlns:a="http://schemas.openxmlformats.org/drawingml/2006/main" noGrp="1"/>
          </p:cNvSpPr>
          <p:nvPr/>
        </p:nvSpPr>
        <p:spPr>
          <a:xfrm xmlns:a="http://schemas.openxmlformats.org/drawingml/2006/main">
            <a:off x="7696200" y="2895600"/>
            <a:ext cx="971550"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账户字段存取</a:t>
            </a:r>
          </a:p>
        </p:txBody>
      </p:sp>
      <p:sp>
        <p:nvSpPr>
          <p:cNvPr id="55" name="relation-compat-operation">
            <a:extLst xmlns:a="http://schemas.openxmlformats.org/drawingml/2006/main">
              <a:ext uri="{FF2B5EF4-FFF2-40B4-BE49-F238E27FC236}">
                <a16:creationId xmlns:a16="http://schemas.microsoft.com/office/drawing/2014/main" id="{7B6E1CC7-9EA0-4720-B658-2519A33720CD}"/>
              </a:ext>
            </a:extLst>
          </p:cNvPr>
          <p:cNvSpPr>
            <a:spLocks xmlns:a="http://schemas.openxmlformats.org/drawingml/2006/main" noGrp="1"/>
          </p:cNvSpPr>
          <p:nvPr/>
        </p:nvSpPr>
        <p:spPr>
          <a:xfrm xmlns:a="http://schemas.openxmlformats.org/drawingml/2006/main">
            <a:off x="11696700" y="2447925"/>
            <a:ext cx="171450" cy="3200400"/>
          </a:xfrm>
          <a:custGeom xmlns:a="http://schemas.openxmlformats.org/drawingml/2006/main">
            <a:pathLst>
              <a:path w="171450" h="3200400">
                <a:moveTo>
                  <a:pt x="0" y="3200400"/>
                </a:moveTo>
                <a:lnTo>
                  <a:pt x="171450" y="3200400"/>
                </a:lnTo>
                <a:lnTo>
                  <a:pt x="171450" y="0"/>
                </a:lnTo>
                <a:lnTo>
                  <a:pt x="0" y="0"/>
                </a:lnTo>
              </a:path>
            </a:pathLst>
          </a:custGeom>
          <a:noFill xmlns:a="http://schemas.openxmlformats.org/drawingml/2006/main"/>
          <a:ln xmlns:a="http://schemas.openxmlformats.org/drawingml/2006/main" w="11430">
            <a:solidFill>
              <a:srgbClr val="ABBBCB"/>
            </a:solidFill>
            <a:prstDash val="dash"/>
          </a:ln>
        </p:spPr>
      </p:sp>
      <p:sp>
        <p:nvSpPr>
          <p:cNvPr id="56" name="arrow-12">
            <a:extLst xmlns:a="http://schemas.openxmlformats.org/drawingml/2006/main">
              <a:ext uri="{FF2B5EF4-FFF2-40B4-BE49-F238E27FC236}">
                <a16:creationId xmlns:a16="http://schemas.microsoft.com/office/drawing/2014/main" id="{E8E1CCE4-BF4E-4E4C-B08B-0A7178482216}"/>
              </a:ext>
            </a:extLst>
          </p:cNvPr>
          <p:cNvSpPr>
            <a:spLocks xmlns:a="http://schemas.openxmlformats.org/drawingml/2006/main" noGrp="1"/>
          </p:cNvSpPr>
          <p:nvPr/>
        </p:nvSpPr>
        <p:spPr>
          <a:xfrm xmlns:a="http://schemas.openxmlformats.org/drawingml/2006/main">
            <a:off x="11696700" y="24145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7" name="back-arrow-12">
            <a:extLst xmlns:a="http://schemas.openxmlformats.org/drawingml/2006/main">
              <a:ext uri="{FF2B5EF4-FFF2-40B4-BE49-F238E27FC236}">
                <a16:creationId xmlns:a16="http://schemas.microsoft.com/office/drawing/2014/main" id="{0625A23B-1265-4F14-9122-59E4F7B97A68}"/>
              </a:ext>
            </a:extLst>
          </p:cNvPr>
          <p:cNvSpPr>
            <a:spLocks xmlns:a="http://schemas.openxmlformats.org/drawingml/2006/main" noGrp="1"/>
          </p:cNvSpPr>
          <p:nvPr/>
        </p:nvSpPr>
        <p:spPr>
          <a:xfrm xmlns:a="http://schemas.openxmlformats.org/drawingml/2006/main">
            <a:off x="11696700" y="5614988"/>
            <a:ext cx="66675" cy="66675"/>
          </a:xfrm>
          <a:custGeom xmlns:a="http://schemas.openxmlformats.org/drawingml/2006/main">
            <a:pathLst>
              <a:path w="66675" h="66675">
                <a:moveTo>
                  <a:pt x="66675" y="0"/>
                </a:moveTo>
                <a:lnTo>
                  <a:pt x="0" y="33338"/>
                </a:lnTo>
                <a:lnTo>
                  <a:pt x="66675" y="66675"/>
                </a:lnTo>
              </a:path>
            </a:pathLst>
          </a:custGeom>
          <a:noFill xmlns:a="http://schemas.openxmlformats.org/drawingml/2006/main"/>
          <a:ln xmlns:a="http://schemas.openxmlformats.org/drawingml/2006/main" w="13335">
            <a:solidFill>
              <a:srgbClr val="ABBBCB"/>
            </a:solidFill>
            <a:prstDash val="solid"/>
          </a:ln>
        </p:spPr>
      </p:sp>
      <p:sp>
        <p:nvSpPr>
          <p:cNvPr id="58" name="relation-label-12">
            <a:extLst xmlns:a="http://schemas.openxmlformats.org/drawingml/2006/main">
              <a:ext uri="{FF2B5EF4-FFF2-40B4-BE49-F238E27FC236}">
                <a16:creationId xmlns:a16="http://schemas.microsoft.com/office/drawing/2014/main" id="{19EB526F-FF9B-4402-B6DE-E05B89BD106C}"/>
              </a:ext>
            </a:extLst>
          </p:cNvPr>
          <p:cNvSpPr>
            <a:spLocks xmlns:a="http://schemas.openxmlformats.org/drawingml/2006/main" noGrp="1"/>
          </p:cNvSpPr>
          <p:nvPr/>
        </p:nvSpPr>
        <p:spPr>
          <a:xfrm xmlns:a="http://schemas.openxmlformats.org/drawingml/2006/main">
            <a:off x="10791825" y="5029200"/>
            <a:ext cx="1076325" cy="171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56657A"/>
                </a:solidFill>
                <a:latin typeface="Microsoft YaHei"/>
                <a:ea typeface="Microsoft YaHei"/>
                <a:cs typeface="Microsoft YaHei"/>
              </a:defRPr>
            </a:defPPr>
            <a:lvl1pPr algn="ctr">
              <a:buNone/>
              <a:defRPr sz="1125" b="0">
                <a:solidFill>
                  <a:srgbClr val="56657A"/>
                </a:solidFill>
                <a:latin typeface="Microsoft YaHei"/>
                <a:ea typeface="Microsoft YaHei"/>
                <a:cs typeface="Microsoft YaHei"/>
              </a:defRPr>
            </a:lvl1pPr>
            <a:lvl2pPr algn="ctr">
              <a:buNone/>
              <a:defRPr sz="1125" b="0">
                <a:solidFill>
                  <a:srgbClr val="56657A"/>
                </a:solidFill>
                <a:latin typeface="Microsoft YaHei"/>
                <a:ea typeface="Microsoft YaHei"/>
                <a:cs typeface="Microsoft YaHei"/>
              </a:defRPr>
            </a:lvl2pPr>
            <a:lvl3pPr algn="ctr">
              <a:buNone/>
              <a:defRPr sz="1125" b="0">
                <a:solidFill>
                  <a:srgbClr val="56657A"/>
                </a:solidFill>
                <a:latin typeface="Microsoft YaHei"/>
                <a:ea typeface="Microsoft YaHei"/>
                <a:cs typeface="Microsoft YaHei"/>
              </a:defRPr>
            </a:lvl3pPr>
            <a:lvl4pPr algn="ctr">
              <a:buNone/>
              <a:defRPr sz="1125" b="0">
                <a:solidFill>
                  <a:srgbClr val="56657A"/>
                </a:solidFill>
                <a:latin typeface="Microsoft YaHei"/>
                <a:ea typeface="Microsoft YaHei"/>
                <a:cs typeface="Microsoft YaHei"/>
              </a:defRPr>
            </a:lvl4pPr>
            <a:lvl5pPr algn="ctr">
              <a:buNone/>
              <a:defRPr sz="1125" b="0">
                <a:solidFill>
                  <a:srgbClr val="56657A"/>
                </a:solidFill>
                <a:latin typeface="Microsoft YaHei"/>
                <a:ea typeface="Microsoft YaHei"/>
                <a:cs typeface="Microsoft YaHei"/>
              </a:defRPr>
            </a:lvl5pPr>
            <a:lvl6pPr algn="ctr">
              <a:buNone/>
              <a:defRPr sz="1125" b="0">
                <a:solidFill>
                  <a:srgbClr val="56657A"/>
                </a:solidFill>
                <a:latin typeface="Microsoft YaHei"/>
                <a:ea typeface="Microsoft YaHei"/>
                <a:cs typeface="Microsoft YaHei"/>
              </a:defRPr>
            </a:lvl6pPr>
            <a:lvl7pPr algn="ctr">
              <a:buNone/>
              <a:defRPr sz="1125" b="0">
                <a:solidFill>
                  <a:srgbClr val="56657A"/>
                </a:solidFill>
                <a:latin typeface="Microsoft YaHei"/>
                <a:ea typeface="Microsoft YaHei"/>
                <a:cs typeface="Microsoft YaHei"/>
              </a:defRPr>
            </a:lvl7pPr>
            <a:lvl8pPr algn="ctr">
              <a:buNone/>
              <a:defRPr sz="1125" b="0">
                <a:solidFill>
                  <a:srgbClr val="56657A"/>
                </a:solidFill>
                <a:latin typeface="Microsoft YaHei"/>
                <a:ea typeface="Microsoft YaHei"/>
                <a:cs typeface="Microsoft YaHei"/>
              </a:defRPr>
            </a:lvl8pPr>
            <a:lvl9pPr algn="ctr">
              <a:buNone/>
              <a:defRPr sz="1125" b="0">
                <a:solidFill>
                  <a:srgbClr val="56657A"/>
                </a:solidFill>
                <a:latin typeface="Microsoft YaHei"/>
                <a:ea typeface="Microsoft YaHei"/>
                <a:cs typeface="Microsoft YaHei"/>
              </a:defRPr>
            </a:lvl9pPr>
          </a:lstStyle>
          <a:p xmlns:a="http://schemas.openxmlformats.org/drawingml/2006/main">
            <a:pPr algn="ctr">
              <a:lnSpc>
                <a:spcPct val="104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受理 / 完成</a:t>
            </a:r>
          </a:p>
        </p:txBody>
      </p:sp>
      <p:sp>
        <p:nvSpPr>
          <p:cNvPr id="59" name="concept-role">
            <a:extLst xmlns:a="http://schemas.openxmlformats.org/drawingml/2006/main">
              <a:ext uri="{FF2B5EF4-FFF2-40B4-BE49-F238E27FC236}">
                <a16:creationId xmlns:a16="http://schemas.microsoft.com/office/drawing/2014/main" id="{D78D4C4D-201E-4FE6-87B0-CA8FA3D54DC6}"/>
              </a:ext>
            </a:extLst>
          </p:cNvPr>
          <p:cNvSpPr>
            <a:spLocks xmlns:a="http://schemas.openxmlformats.org/drawingml/2006/main" noGrp="1"/>
          </p:cNvSpPr>
          <p:nvPr/>
        </p:nvSpPr>
        <p:spPr>
          <a:xfrm xmlns:a="http://schemas.openxmlformats.org/drawingml/2006/main">
            <a:off x="495300" y="20002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60" name="concept-title-role">
            <a:extLst xmlns:a="http://schemas.openxmlformats.org/drawingml/2006/main">
              <a:ext uri="{FF2B5EF4-FFF2-40B4-BE49-F238E27FC236}">
                <a16:creationId xmlns:a16="http://schemas.microsoft.com/office/drawing/2014/main" id="{4439E01B-B39C-473A-976A-A3F5385E10B5}"/>
              </a:ext>
            </a:extLst>
          </p:cNvPr>
          <p:cNvSpPr>
            <a:spLocks xmlns:a="http://schemas.openxmlformats.org/drawingml/2006/main" noGrp="1"/>
          </p:cNvSpPr>
          <p:nvPr/>
        </p:nvSpPr>
        <p:spPr>
          <a:xfrm xmlns:a="http://schemas.openxmlformats.org/drawingml/2006/main">
            <a:off x="6096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[A] 角色与资源选择</a:t>
            </a:r>
          </a:p>
        </p:txBody>
      </p:sp>
      <p:sp>
        <p:nvSpPr>
          <p:cNvPr id="61" name="concept-alias-role">
            <a:extLst xmlns:a="http://schemas.openxmlformats.org/drawingml/2006/main">
              <a:ext uri="{FF2B5EF4-FFF2-40B4-BE49-F238E27FC236}">
                <a16:creationId xmlns:a16="http://schemas.microsoft.com/office/drawing/2014/main" id="{AD52BB75-4E03-4159-97E3-B2A0A707CB70}"/>
              </a:ext>
            </a:extLst>
          </p:cNvPr>
          <p:cNvSpPr>
            <a:spLocks xmlns:a="http://schemas.openxmlformats.org/drawingml/2006/main" noGrp="1"/>
          </p:cNvSpPr>
          <p:nvPr/>
        </p:nvSpPr>
        <p:spPr>
          <a:xfrm xmlns:a="http://schemas.openxmlformats.org/drawingml/2006/main">
            <a:off x="6096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Assignment</a:t>
            </a:r>
          </a:p>
        </p:txBody>
      </p:sp>
      <p:sp>
        <p:nvSpPr>
          <p:cNvPr id="62" name="concept-function-role">
            <a:extLst xmlns:a="http://schemas.openxmlformats.org/drawingml/2006/main">
              <a:ext uri="{FF2B5EF4-FFF2-40B4-BE49-F238E27FC236}">
                <a16:creationId xmlns:a16="http://schemas.microsoft.com/office/drawing/2014/main" id="{29C05FD4-DE55-4B7D-A070-BAE252621CD4}"/>
              </a:ext>
            </a:extLst>
          </p:cNvPr>
          <p:cNvSpPr>
            <a:spLocks xmlns:a="http://schemas.openxmlformats.org/drawingml/2006/main" noGrp="1"/>
          </p:cNvSpPr>
          <p:nvPr/>
        </p:nvSpPr>
        <p:spPr>
          <a:xfrm xmlns:a="http://schemas.openxmlformats.org/drawingml/2006/main">
            <a:off x="6096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Voice / SMS / Data / Primary</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选择订阅，本用例不改角色</a:t>
            </a:r>
          </a:p>
        </p:txBody>
      </p:sp>
      <p:sp>
        <p:nvSpPr>
          <p:cNvPr id="63" name="concept-subscription">
            <a:extLst xmlns:a="http://schemas.openxmlformats.org/drawingml/2006/main">
              <a:ext uri="{FF2B5EF4-FFF2-40B4-BE49-F238E27FC236}">
                <a16:creationId xmlns:a16="http://schemas.microsoft.com/office/drawing/2014/main" id="{AB156A71-8EFC-4AA2-ABE8-14B5533DADD7}"/>
              </a:ext>
            </a:extLst>
          </p:cNvPr>
          <p:cNvSpPr>
            <a:spLocks xmlns:a="http://schemas.openxmlformats.org/drawingml/2006/main" noGrp="1"/>
          </p:cNvSpPr>
          <p:nvPr/>
        </p:nvSpPr>
        <p:spPr>
          <a:xfrm xmlns:a="http://schemas.openxmlformats.org/drawingml/2006/main">
            <a:off x="4572000" y="20002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64" name="concept-title-subscription">
            <a:extLst xmlns:a="http://schemas.openxmlformats.org/drawingml/2006/main">
              <a:ext uri="{FF2B5EF4-FFF2-40B4-BE49-F238E27FC236}">
                <a16:creationId xmlns:a16="http://schemas.microsoft.com/office/drawing/2014/main" id="{22C3A8CC-CB60-4F9A-A7F2-161A5384DE5C}"/>
              </a:ext>
            </a:extLst>
          </p:cNvPr>
          <p:cNvSpPr>
            <a:spLocks xmlns:a="http://schemas.openxmlformats.org/drawingml/2006/main" noGrp="1"/>
          </p:cNvSpPr>
          <p:nvPr/>
        </p:nvSpPr>
        <p:spPr>
          <a:xfrm xmlns:a="http://schemas.openxmlformats.org/drawingml/2006/main">
            <a:off x="46863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订阅／账户</a:t>
            </a:r>
          </a:p>
        </p:txBody>
      </p:sp>
      <p:sp>
        <p:nvSpPr>
          <p:cNvPr id="65" name="concept-alias-subscription">
            <a:extLst xmlns:a="http://schemas.openxmlformats.org/drawingml/2006/main">
              <a:ext uri="{FF2B5EF4-FFF2-40B4-BE49-F238E27FC236}">
                <a16:creationId xmlns:a16="http://schemas.microsoft.com/office/drawing/2014/main" id="{E04FFBFB-A51E-44A6-BD7D-07C41295C258}"/>
              </a:ext>
            </a:extLst>
          </p:cNvPr>
          <p:cNvSpPr>
            <a:spLocks xmlns:a="http://schemas.openxmlformats.org/drawingml/2006/main" noGrp="1"/>
          </p:cNvSpPr>
          <p:nvPr/>
        </p:nvSpPr>
        <p:spPr>
          <a:xfrm xmlns:a="http://schemas.openxmlformats.org/drawingml/2006/main">
            <a:off x="46863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Subscription</a:t>
            </a:r>
          </a:p>
        </p:txBody>
      </p:sp>
      <p:sp>
        <p:nvSpPr>
          <p:cNvPr id="66" name="concept-function-subscription">
            <a:extLst xmlns:a="http://schemas.openxmlformats.org/drawingml/2006/main">
              <a:ext uri="{FF2B5EF4-FFF2-40B4-BE49-F238E27FC236}">
                <a16:creationId xmlns:a16="http://schemas.microsoft.com/office/drawing/2014/main" id="{65F1D91A-0C7D-43BF-841C-B293F9B5A9A0}"/>
              </a:ext>
            </a:extLst>
          </p:cNvPr>
          <p:cNvSpPr>
            <a:spLocks xmlns:a="http://schemas.openxmlformats.org/drawingml/2006/main" noGrp="1"/>
          </p:cNvSpPr>
          <p:nvPr/>
        </p:nvSpPr>
        <p:spPr>
          <a:xfrm xmlns:a="http://schemas.openxmlformats.org/drawingml/2006/main">
            <a:off x="46863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旧用例目标仍为 S-A</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不改解释为当前账户 B</a:t>
            </a:r>
          </a:p>
        </p:txBody>
      </p:sp>
      <p:sp>
        <p:nvSpPr>
          <p:cNvPr id="67" name="concept-operation">
            <a:extLst xmlns:a="http://schemas.openxmlformats.org/drawingml/2006/main">
              <a:ext uri="{FF2B5EF4-FFF2-40B4-BE49-F238E27FC236}">
                <a16:creationId xmlns:a16="http://schemas.microsoft.com/office/drawing/2014/main" id="{2AF76660-FC06-4294-A7E9-F390B011A50A}"/>
              </a:ext>
            </a:extLst>
          </p:cNvPr>
          <p:cNvSpPr>
            <a:spLocks xmlns:a="http://schemas.openxmlformats.org/drawingml/2006/main" noGrp="1"/>
          </p:cNvSpPr>
          <p:nvPr/>
        </p:nvSpPr>
        <p:spPr>
          <a:xfrm xmlns:a="http://schemas.openxmlformats.org/drawingml/2006/main">
            <a:off x="8648700" y="20002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68" name="concept-title-operation">
            <a:extLst xmlns:a="http://schemas.openxmlformats.org/drawingml/2006/main">
              <a:ext uri="{FF2B5EF4-FFF2-40B4-BE49-F238E27FC236}">
                <a16:creationId xmlns:a16="http://schemas.microsoft.com/office/drawing/2014/main" id="{1A71AFCA-457F-4C1F-954E-5B0D447AF691}"/>
              </a:ext>
            </a:extLst>
          </p:cNvPr>
          <p:cNvSpPr>
            <a:spLocks xmlns:a="http://schemas.openxmlformats.org/drawingml/2006/main" noGrp="1"/>
          </p:cNvSpPr>
          <p:nvPr/>
        </p:nvSpPr>
        <p:spPr>
          <a:xfrm xmlns:a="http://schemas.openxmlformats.org/drawingml/2006/main">
            <a:off x="8763000" y="2057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[O] 本地业务操作</a:t>
            </a:r>
          </a:p>
        </p:txBody>
      </p:sp>
      <p:sp>
        <p:nvSpPr>
          <p:cNvPr id="69" name="concept-alias-operation">
            <a:extLst xmlns:a="http://schemas.openxmlformats.org/drawingml/2006/main">
              <a:ext uri="{FF2B5EF4-FFF2-40B4-BE49-F238E27FC236}">
                <a16:creationId xmlns:a16="http://schemas.microsoft.com/office/drawing/2014/main" id="{F361DAE2-D3F8-4F18-BEEE-A3E7628BF82E}"/>
              </a:ext>
            </a:extLst>
          </p:cNvPr>
          <p:cNvSpPr>
            <a:spLocks xmlns:a="http://schemas.openxmlformats.org/drawingml/2006/main" noGrp="1"/>
          </p:cNvSpPr>
          <p:nvPr/>
        </p:nvSpPr>
        <p:spPr>
          <a:xfrm xmlns:a="http://schemas.openxmlformats.org/drawingml/2006/main">
            <a:off x="8763000" y="22860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Operation</a:t>
            </a:r>
          </a:p>
        </p:txBody>
      </p:sp>
      <p:sp>
        <p:nvSpPr>
          <p:cNvPr id="70" name="concept-function-operation">
            <a:extLst xmlns:a="http://schemas.openxmlformats.org/drawingml/2006/main">
              <a:ext uri="{FF2B5EF4-FFF2-40B4-BE49-F238E27FC236}">
                <a16:creationId xmlns:a16="http://schemas.microsoft.com/office/drawing/2014/main" id="{E4F4724A-7551-430D-849E-0BCEB8E21885}"/>
              </a:ext>
            </a:extLst>
          </p:cNvPr>
          <p:cNvSpPr>
            <a:spLocks xmlns:a="http://schemas.openxmlformats.org/drawingml/2006/main" noGrp="1"/>
          </p:cNvSpPr>
          <p:nvPr/>
        </p:nvSpPr>
        <p:spPr>
          <a:xfrm xmlns:a="http://schemas.openxmlformats.org/drawingml/2006/main">
            <a:off x="8763000" y="24765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结束等待不等于设备静止</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已结束用例不补走旧 DB</a:t>
            </a:r>
          </a:p>
        </p:txBody>
      </p:sp>
      <p:sp>
        <p:nvSpPr>
          <p:cNvPr id="71" name="concept-euicc">
            <a:extLst xmlns:a="http://schemas.openxmlformats.org/drawingml/2006/main">
              <a:ext uri="{FF2B5EF4-FFF2-40B4-BE49-F238E27FC236}">
                <a16:creationId xmlns:a16="http://schemas.microsoft.com/office/drawing/2014/main" id="{97ED53B0-C037-4407-BB14-82F95A3DD727}"/>
              </a:ext>
            </a:extLst>
          </p:cNvPr>
          <p:cNvSpPr>
            <a:spLocks xmlns:a="http://schemas.openxmlformats.org/drawingml/2006/main" noGrp="1"/>
          </p:cNvSpPr>
          <p:nvPr/>
        </p:nvSpPr>
        <p:spPr>
          <a:xfrm xmlns:a="http://schemas.openxmlformats.org/drawingml/2006/main">
            <a:off x="495300" y="30670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72" name="concept-title-euicc">
            <a:extLst xmlns:a="http://schemas.openxmlformats.org/drawingml/2006/main">
              <a:ext uri="{FF2B5EF4-FFF2-40B4-BE49-F238E27FC236}">
                <a16:creationId xmlns:a16="http://schemas.microsoft.com/office/drawing/2014/main" id="{4AC437F7-0FE3-4C7B-BE73-CE80E50B3BB9}"/>
              </a:ext>
            </a:extLst>
          </p:cNvPr>
          <p:cNvSpPr>
            <a:spLocks xmlns:a="http://schemas.openxmlformats.org/drawingml/2006/main" noGrp="1"/>
          </p:cNvSpPr>
          <p:nvPr/>
        </p:nvSpPr>
        <p:spPr>
          <a:xfrm xmlns:a="http://schemas.openxmlformats.org/drawingml/2006/main">
            <a:off x="6096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[R/H] eUICC 与物理接入</a:t>
            </a:r>
          </a:p>
        </p:txBody>
      </p:sp>
      <p:sp>
        <p:nvSpPr>
          <p:cNvPr id="73" name="concept-alias-euicc">
            <a:extLst xmlns:a="http://schemas.openxmlformats.org/drawingml/2006/main">
              <a:ext uri="{FF2B5EF4-FFF2-40B4-BE49-F238E27FC236}">
                <a16:creationId xmlns:a16="http://schemas.microsoft.com/office/drawing/2014/main" id="{B12C89C4-8F4E-4E01-956B-CD130BDE65E7}"/>
              </a:ext>
            </a:extLst>
          </p:cNvPr>
          <p:cNvSpPr>
            <a:spLocks xmlns:a="http://schemas.openxmlformats.org/drawingml/2006/main" noGrp="1"/>
          </p:cNvSpPr>
          <p:nvPr/>
        </p:nvSpPr>
        <p:spPr>
          <a:xfrm xmlns:a="http://schemas.openxmlformats.org/drawingml/2006/main">
            <a:off x="6096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Endpoint</a:t>
            </a:r>
          </a:p>
        </p:txBody>
      </p:sp>
      <p:sp>
        <p:nvSpPr>
          <p:cNvPr id="74" name="concept-function-euicc">
            <a:extLst xmlns:a="http://schemas.openxmlformats.org/drawingml/2006/main">
              <a:ext uri="{FF2B5EF4-FFF2-40B4-BE49-F238E27FC236}">
                <a16:creationId xmlns:a16="http://schemas.microsoft.com/office/drawing/2014/main" id="{12E8A15F-C705-455E-B5BD-87722D6EC331}"/>
              </a:ext>
            </a:extLst>
          </p:cNvPr>
          <p:cNvSpPr>
            <a:spLocks xmlns:a="http://schemas.openxmlformats.org/drawingml/2006/main" noGrp="1"/>
          </p:cNvSpPr>
          <p:nvPr/>
        </p:nvSpPr>
        <p:spPr>
          <a:xfrm xmlns:a="http://schemas.openxmlformats.org/drawingml/2006/main">
            <a:off x="6096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EID-E / 物理接入 P-E</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安全元件与实际共享设备</a:t>
            </a:r>
          </a:p>
        </p:txBody>
      </p:sp>
      <p:sp>
        <p:nvSpPr>
          <p:cNvPr id="75" name="concept-binding">
            <a:extLst xmlns:a="http://schemas.openxmlformats.org/drawingml/2006/main">
              <a:ext uri="{FF2B5EF4-FFF2-40B4-BE49-F238E27FC236}">
                <a16:creationId xmlns:a16="http://schemas.microsoft.com/office/drawing/2014/main" id="{60149639-A869-4FA9-88F7-4A7C875D98E0}"/>
              </a:ext>
            </a:extLst>
          </p:cNvPr>
          <p:cNvSpPr>
            <a:spLocks xmlns:a="http://schemas.openxmlformats.org/drawingml/2006/main" noGrp="1"/>
          </p:cNvSpPr>
          <p:nvPr/>
        </p:nvSpPr>
        <p:spPr>
          <a:xfrm xmlns:a="http://schemas.openxmlformats.org/drawingml/2006/main">
            <a:off x="4572000" y="30670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76" name="concept-title-binding">
            <a:extLst xmlns:a="http://schemas.openxmlformats.org/drawingml/2006/main">
              <a:ext uri="{FF2B5EF4-FFF2-40B4-BE49-F238E27FC236}">
                <a16:creationId xmlns:a16="http://schemas.microsoft.com/office/drawing/2014/main" id="{01375485-1B67-4531-AD86-4A26F066E915}"/>
              </a:ext>
            </a:extLst>
          </p:cNvPr>
          <p:cNvSpPr>
            <a:spLocks xmlns:a="http://schemas.openxmlformats.org/drawingml/2006/main" noGrp="1"/>
          </p:cNvSpPr>
          <p:nvPr/>
        </p:nvSpPr>
        <p:spPr>
          <a:xfrm xmlns:a="http://schemas.openxmlformats.org/drawingml/2006/main">
            <a:off x="46863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[T] 当前连接绑定</a:t>
            </a:r>
          </a:p>
        </p:txBody>
      </p:sp>
      <p:sp>
        <p:nvSpPr>
          <p:cNvPr id="77" name="concept-alias-binding">
            <a:extLst xmlns:a="http://schemas.openxmlformats.org/drawingml/2006/main">
              <a:ext uri="{FF2B5EF4-FFF2-40B4-BE49-F238E27FC236}">
                <a16:creationId xmlns:a16="http://schemas.microsoft.com/office/drawing/2014/main" id="{4041B898-3459-4778-A885-26A945F0F484}"/>
              </a:ext>
            </a:extLst>
          </p:cNvPr>
          <p:cNvSpPr>
            <a:spLocks xmlns:a="http://schemas.openxmlformats.org/drawingml/2006/main" noGrp="1"/>
          </p:cNvSpPr>
          <p:nvPr/>
        </p:nvSpPr>
        <p:spPr>
          <a:xfrm xmlns:a="http://schemas.openxmlformats.org/drawingml/2006/main">
            <a:off x="46863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Binding</a:t>
            </a:r>
          </a:p>
        </p:txBody>
      </p:sp>
      <p:sp>
        <p:nvSpPr>
          <p:cNvPr id="78" name="concept-function-binding">
            <a:extLst xmlns:a="http://schemas.openxmlformats.org/drawingml/2006/main">
              <a:ext uri="{FF2B5EF4-FFF2-40B4-BE49-F238E27FC236}">
                <a16:creationId xmlns:a16="http://schemas.microsoft.com/office/drawing/2014/main" id="{CE558F3A-AC15-4842-A73B-3A5C555DABC2}"/>
              </a:ext>
            </a:extLst>
          </p:cNvPr>
          <p:cNvSpPr>
            <a:spLocks xmlns:a="http://schemas.openxmlformats.org/drawingml/2006/main" noGrp="1"/>
          </p:cNvSpPr>
          <p:nvPr/>
        </p:nvSpPr>
        <p:spPr>
          <a:xfrm xmlns:a="http://schemas.openxmlformats.org/drawingml/2006/main">
            <a:off x="46863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当前位置已关联 B</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A 的旧绑定失效（示意）</a:t>
            </a:r>
          </a:p>
        </p:txBody>
      </p:sp>
      <p:sp>
        <p:nvSpPr>
          <p:cNvPr id="79" name="concept-request">
            <a:extLst xmlns:a="http://schemas.openxmlformats.org/drawingml/2006/main">
              <a:ext uri="{FF2B5EF4-FFF2-40B4-BE49-F238E27FC236}">
                <a16:creationId xmlns:a16="http://schemas.microsoft.com/office/drawing/2014/main" id="{6FD1DDF9-EADD-444A-A6F3-A9924A1D140F}"/>
              </a:ext>
            </a:extLst>
          </p:cNvPr>
          <p:cNvSpPr>
            <a:spLocks xmlns:a="http://schemas.openxmlformats.org/drawingml/2006/main" noGrp="1"/>
          </p:cNvSpPr>
          <p:nvPr/>
        </p:nvSpPr>
        <p:spPr>
          <a:xfrm xmlns:a="http://schemas.openxmlformats.org/drawingml/2006/main">
            <a:off x="8648700" y="30670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80" name="concept-title-request">
            <a:extLst xmlns:a="http://schemas.openxmlformats.org/drawingml/2006/main">
              <a:ext uri="{FF2B5EF4-FFF2-40B4-BE49-F238E27FC236}">
                <a16:creationId xmlns:a16="http://schemas.microsoft.com/office/drawing/2014/main" id="{2FCABA21-9E05-4699-B4D1-C81C51CBCDE7}"/>
              </a:ext>
            </a:extLst>
          </p:cNvPr>
          <p:cNvSpPr>
            <a:spLocks xmlns:a="http://schemas.openxmlformats.org/drawingml/2006/main" noGrp="1"/>
          </p:cNvSpPr>
          <p:nvPr/>
        </p:nvSpPr>
        <p:spPr>
          <a:xfrm xmlns:a="http://schemas.openxmlformats.org/drawingml/2006/main">
            <a:off x="8763000" y="31242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[应用/R] 单次请求关联</a:t>
            </a:r>
          </a:p>
        </p:txBody>
      </p:sp>
      <p:sp>
        <p:nvSpPr>
          <p:cNvPr id="81" name="concept-alias-request">
            <a:extLst xmlns:a="http://schemas.openxmlformats.org/drawingml/2006/main">
              <a:ext uri="{FF2B5EF4-FFF2-40B4-BE49-F238E27FC236}">
                <a16:creationId xmlns:a16="http://schemas.microsoft.com/office/drawing/2014/main" id="{D381E0E4-997B-4507-8C50-5FCFD663F2DF}"/>
              </a:ext>
            </a:extLst>
          </p:cNvPr>
          <p:cNvSpPr>
            <a:spLocks xmlns:a="http://schemas.openxmlformats.org/drawingml/2006/main" noGrp="1"/>
          </p:cNvSpPr>
          <p:nvPr/>
        </p:nvSpPr>
        <p:spPr>
          <a:xfrm xmlns:a="http://schemas.openxmlformats.org/drawingml/2006/main">
            <a:off x="8763000" y="33528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RequestContext</a:t>
            </a:r>
          </a:p>
        </p:txBody>
      </p:sp>
      <p:sp>
        <p:nvSpPr>
          <p:cNvPr id="82" name="concept-function-request">
            <a:extLst xmlns:a="http://schemas.openxmlformats.org/drawingml/2006/main">
              <a:ext uri="{FF2B5EF4-FFF2-40B4-BE49-F238E27FC236}">
                <a16:creationId xmlns:a16="http://schemas.microsoft.com/office/drawing/2014/main" id="{488BCEFE-2BD1-4A20-95EA-33FB8BA5C198}"/>
              </a:ext>
            </a:extLst>
          </p:cNvPr>
          <p:cNvSpPr>
            <a:spLocks xmlns:a="http://schemas.openxmlformats.org/drawingml/2006/main" noGrp="1"/>
          </p:cNvSpPr>
          <p:nvPr/>
        </p:nvSpPr>
        <p:spPr>
          <a:xfrm xmlns:a="http://schemas.openxmlformats.org/drawingml/2006/main">
            <a:off x="8763000" y="35433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仍关联原目标 S-A / g8</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slot 相同不恢复写入资格</a:t>
            </a:r>
          </a:p>
        </p:txBody>
      </p:sp>
      <p:sp>
        <p:nvSpPr>
          <p:cNvPr id="83" name="concept-profile">
            <a:extLst xmlns:a="http://schemas.openxmlformats.org/drawingml/2006/main">
              <a:ext uri="{FF2B5EF4-FFF2-40B4-BE49-F238E27FC236}">
                <a16:creationId xmlns:a16="http://schemas.microsoft.com/office/drawing/2014/main" id="{D99F7228-C3D9-4D06-B555-6C0E169068D8}"/>
              </a:ext>
            </a:extLst>
          </p:cNvPr>
          <p:cNvSpPr>
            <a:spLocks xmlns:a="http://schemas.openxmlformats.org/drawingml/2006/main" noGrp="1"/>
          </p:cNvSpPr>
          <p:nvPr/>
        </p:nvSpPr>
        <p:spPr>
          <a:xfrm xmlns:a="http://schemas.openxmlformats.org/drawingml/2006/main">
            <a:off x="495300" y="41338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84" name="concept-title-profile">
            <a:extLst xmlns:a="http://schemas.openxmlformats.org/drawingml/2006/main">
              <a:ext uri="{FF2B5EF4-FFF2-40B4-BE49-F238E27FC236}">
                <a16:creationId xmlns:a16="http://schemas.microsoft.com/office/drawing/2014/main" id="{D14D884A-2C44-4DE2-914C-606EC6EFDD63}"/>
              </a:ext>
            </a:extLst>
          </p:cNvPr>
          <p:cNvSpPr>
            <a:spLocks xmlns:a="http://schemas.openxmlformats.org/drawingml/2006/main" noGrp="1"/>
          </p:cNvSpPr>
          <p:nvPr/>
        </p:nvSpPr>
        <p:spPr>
          <a:xfrm xmlns:a="http://schemas.openxmlformats.org/drawingml/2006/main">
            <a:off x="6096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eSIM 配置</a:t>
            </a:r>
          </a:p>
        </p:txBody>
      </p:sp>
      <p:sp>
        <p:nvSpPr>
          <p:cNvPr id="85" name="concept-alias-profile">
            <a:extLst xmlns:a="http://schemas.openxmlformats.org/drawingml/2006/main">
              <a:ext uri="{FF2B5EF4-FFF2-40B4-BE49-F238E27FC236}">
                <a16:creationId xmlns:a16="http://schemas.microsoft.com/office/drawing/2014/main" id="{6857BA8D-6FA9-4FD7-84C7-C66ADE8CC0DA}"/>
              </a:ext>
            </a:extLst>
          </p:cNvPr>
          <p:cNvSpPr>
            <a:spLocks xmlns:a="http://schemas.openxmlformats.org/drawingml/2006/main" noGrp="1"/>
          </p:cNvSpPr>
          <p:nvPr/>
        </p:nvSpPr>
        <p:spPr>
          <a:xfrm xmlns:a="http://schemas.openxmlformats.org/drawingml/2006/main">
            <a:off x="6096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Profile</a:t>
            </a:r>
          </a:p>
        </p:txBody>
      </p:sp>
      <p:sp>
        <p:nvSpPr>
          <p:cNvPr id="86" name="concept-function-profile">
            <a:extLst xmlns:a="http://schemas.openxmlformats.org/drawingml/2006/main">
              <a:ext uri="{FF2B5EF4-FFF2-40B4-BE49-F238E27FC236}">
                <a16:creationId xmlns:a16="http://schemas.microsoft.com/office/drawing/2014/main" id="{5BCF6FF7-10E8-42AB-A6E0-F40D85AE8B73}"/>
              </a:ext>
            </a:extLst>
          </p:cNvPr>
          <p:cNvSpPr>
            <a:spLocks xmlns:a="http://schemas.openxmlformats.org/drawingml/2006/main" noGrp="1"/>
          </p:cNvSpPr>
          <p:nvPr/>
        </p:nvSpPr>
        <p:spPr>
          <a:xfrm xmlns:a="http://schemas.openxmlformats.org/drawingml/2006/main">
            <a:off x="6096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当前位置：Profile-B</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原请求属于 Profile-A</a:t>
            </a:r>
          </a:p>
        </p:txBody>
      </p:sp>
      <p:sp>
        <p:nvSpPr>
          <p:cNvPr id="87" name="concept-session">
            <a:extLst xmlns:a="http://schemas.openxmlformats.org/drawingml/2006/main">
              <a:ext uri="{FF2B5EF4-FFF2-40B4-BE49-F238E27FC236}">
                <a16:creationId xmlns:a16="http://schemas.microsoft.com/office/drawing/2014/main" id="{D38C0523-D813-4592-91F4-433AA7362288}"/>
              </a:ext>
            </a:extLst>
          </p:cNvPr>
          <p:cNvSpPr>
            <a:spLocks xmlns:a="http://schemas.openxmlformats.org/drawingml/2006/main" noGrp="1"/>
          </p:cNvSpPr>
          <p:nvPr/>
        </p:nvSpPr>
        <p:spPr>
          <a:xfrm xmlns:a="http://schemas.openxmlformats.org/drawingml/2006/main">
            <a:off x="4572000" y="41338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88" name="concept-title-session">
            <a:extLst xmlns:a="http://schemas.openxmlformats.org/drawingml/2006/main">
              <a:ext uri="{FF2B5EF4-FFF2-40B4-BE49-F238E27FC236}">
                <a16:creationId xmlns:a16="http://schemas.microsoft.com/office/drawing/2014/main" id="{0E9745A9-04DD-4D81-BBA8-0C0A18BFB60F}"/>
              </a:ext>
            </a:extLst>
          </p:cNvPr>
          <p:cNvSpPr>
            <a:spLocks xmlns:a="http://schemas.openxmlformats.org/drawingml/2006/main" noGrp="1"/>
          </p:cNvSpPr>
          <p:nvPr/>
        </p:nvSpPr>
        <p:spPr>
          <a:xfrm xmlns:a="http://schemas.openxmlformats.org/drawingml/2006/main">
            <a:off x="46863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卡应用会话</a:t>
            </a:r>
          </a:p>
        </p:txBody>
      </p:sp>
      <p:sp>
        <p:nvSpPr>
          <p:cNvPr id="89" name="concept-alias-session">
            <a:extLst xmlns:a="http://schemas.openxmlformats.org/drawingml/2006/main">
              <a:ext uri="{FF2B5EF4-FFF2-40B4-BE49-F238E27FC236}">
                <a16:creationId xmlns:a16="http://schemas.microsoft.com/office/drawing/2014/main" id="{08D956C0-90F5-4A2D-9103-DD37708A60A5}"/>
              </a:ext>
            </a:extLst>
          </p:cNvPr>
          <p:cNvSpPr>
            <a:spLocks xmlns:a="http://schemas.openxmlformats.org/drawingml/2006/main" noGrp="1"/>
          </p:cNvSpPr>
          <p:nvPr/>
        </p:nvSpPr>
        <p:spPr>
          <a:xfrm xmlns:a="http://schemas.openxmlformats.org/drawingml/2006/main">
            <a:off x="46863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SessionRef</a:t>
            </a:r>
          </a:p>
        </p:txBody>
      </p:sp>
      <p:sp>
        <p:nvSpPr>
          <p:cNvPr id="90" name="concept-function-session">
            <a:extLst xmlns:a="http://schemas.openxmlformats.org/drawingml/2006/main">
              <a:ext uri="{FF2B5EF4-FFF2-40B4-BE49-F238E27FC236}">
                <a16:creationId xmlns:a16="http://schemas.microsoft.com/office/drawing/2014/main" id="{68801EC7-3D97-45F3-AB25-58A6066416E2}"/>
              </a:ext>
            </a:extLst>
          </p:cNvPr>
          <p:cNvSpPr>
            <a:spLocks xmlns:a="http://schemas.openxmlformats.org/drawingml/2006/main" noGrp="1"/>
          </p:cNvSpPr>
          <p:nvPr/>
        </p:nvSpPr>
        <p:spPr>
          <a:xfrm xmlns:a="http://schemas.openxmlformats.org/drawingml/2006/main">
            <a:off x="46863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当前为 g9，原请求为 g8</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旧结果不得改写 B</a:t>
            </a:r>
          </a:p>
        </p:txBody>
      </p:sp>
      <p:sp>
        <p:nvSpPr>
          <p:cNvPr id="91" name="concept-store">
            <a:extLst xmlns:a="http://schemas.openxmlformats.org/drawingml/2006/main">
              <a:ext uri="{FF2B5EF4-FFF2-40B4-BE49-F238E27FC236}">
                <a16:creationId xmlns:a16="http://schemas.microsoft.com/office/drawing/2014/main" id="{04085B20-5184-48F4-B205-AB0C9A6D2C70}"/>
              </a:ext>
            </a:extLst>
          </p:cNvPr>
          <p:cNvSpPr>
            <a:spLocks xmlns:a="http://schemas.openxmlformats.org/drawingml/2006/main" noGrp="1"/>
          </p:cNvSpPr>
          <p:nvPr/>
        </p:nvSpPr>
        <p:spPr>
          <a:xfrm xmlns:a="http://schemas.openxmlformats.org/drawingml/2006/main">
            <a:off x="8648700" y="41338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92" name="concept-title-store">
            <a:extLst xmlns:a="http://schemas.openxmlformats.org/drawingml/2006/main">
              <a:ext uri="{FF2B5EF4-FFF2-40B4-BE49-F238E27FC236}">
                <a16:creationId xmlns:a16="http://schemas.microsoft.com/office/drawing/2014/main" id="{2722652E-53F6-4AC7-9F0E-44A3387D4B5C}"/>
              </a:ext>
            </a:extLst>
          </p:cNvPr>
          <p:cNvSpPr>
            <a:spLocks xmlns:a="http://schemas.openxmlformats.org/drawingml/2006/main" noGrp="1"/>
          </p:cNvSpPr>
          <p:nvPr/>
        </p:nvSpPr>
        <p:spPr>
          <a:xfrm xmlns:a="http://schemas.openxmlformats.org/drawingml/2006/main">
            <a:off x="8763000" y="41910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[I] 账户存储适配</a:t>
            </a:r>
          </a:p>
        </p:txBody>
      </p:sp>
      <p:sp>
        <p:nvSpPr>
          <p:cNvPr id="93" name="concept-alias-store">
            <a:extLst xmlns:a="http://schemas.openxmlformats.org/drawingml/2006/main">
              <a:ext uri="{FF2B5EF4-FFF2-40B4-BE49-F238E27FC236}">
                <a16:creationId xmlns:a16="http://schemas.microsoft.com/office/drawing/2014/main" id="{4BC9EF79-0FCC-4EBB-8EDF-6FBBDA2416E2}"/>
              </a:ext>
            </a:extLst>
          </p:cNvPr>
          <p:cNvSpPr>
            <a:spLocks xmlns:a="http://schemas.openxmlformats.org/drawingml/2006/main" noGrp="1"/>
          </p:cNvSpPr>
          <p:nvPr/>
        </p:nvSpPr>
        <p:spPr>
          <a:xfrm xmlns:a="http://schemas.openxmlformats.org/drawingml/2006/main">
            <a:off x="8763000" y="44196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AccountStore</a:t>
            </a:r>
          </a:p>
        </p:txBody>
      </p:sp>
      <p:sp>
        <p:nvSpPr>
          <p:cNvPr id="94" name="concept-function-store">
            <a:extLst xmlns:a="http://schemas.openxmlformats.org/drawingml/2006/main">
              <a:ext uri="{FF2B5EF4-FFF2-40B4-BE49-F238E27FC236}">
                <a16:creationId xmlns:a16="http://schemas.microsoft.com/office/drawing/2014/main" id="{FCA9E32D-8CB6-4D3E-AA79-94A3FF330A1D}"/>
              </a:ext>
            </a:extLst>
          </p:cNvPr>
          <p:cNvSpPr>
            <a:spLocks xmlns:a="http://schemas.openxmlformats.org/drawingml/2006/main" noGrp="1"/>
          </p:cNvSpPr>
          <p:nvPr/>
        </p:nvSpPr>
        <p:spPr>
          <a:xfrm xmlns:a="http://schemas.openxmlformats.org/drawingml/2006/main">
            <a:off x="8763000" y="46101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卡成功 / DB 失败：卡已变</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不自动反向写卡补偿</a:t>
            </a:r>
          </a:p>
        </p:txBody>
      </p:sp>
      <p:sp>
        <p:nvSpPr>
          <p:cNvPr id="95" name="concept-port">
            <a:extLst xmlns:a="http://schemas.openxmlformats.org/drawingml/2006/main">
              <a:ext uri="{FF2B5EF4-FFF2-40B4-BE49-F238E27FC236}">
                <a16:creationId xmlns:a16="http://schemas.microsoft.com/office/drawing/2014/main" id="{736252A4-9E98-47DD-9E03-9F9BBE3F79B9}"/>
              </a:ext>
            </a:extLst>
          </p:cNvPr>
          <p:cNvSpPr>
            <a:spLocks xmlns:a="http://schemas.openxmlformats.org/drawingml/2006/main" noGrp="1"/>
          </p:cNvSpPr>
          <p:nvPr/>
        </p:nvSpPr>
        <p:spPr>
          <a:xfrm xmlns:a="http://schemas.openxmlformats.org/drawingml/2006/main">
            <a:off x="4953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96" name="concept-title-port">
            <a:extLst xmlns:a="http://schemas.openxmlformats.org/drawingml/2006/main">
              <a:ext uri="{FF2B5EF4-FFF2-40B4-BE49-F238E27FC236}">
                <a16:creationId xmlns:a16="http://schemas.microsoft.com/office/drawing/2014/main" id="{C9BE28A5-1CA0-4EE4-84C3-446AF9C3B114}"/>
              </a:ext>
            </a:extLst>
          </p:cNvPr>
          <p:cNvSpPr>
            <a:spLocks xmlns:a="http://schemas.openxmlformats.org/drawingml/2006/main" noGrp="1"/>
          </p:cNvSpPr>
          <p:nvPr/>
        </p:nvSpPr>
        <p:spPr>
          <a:xfrm xmlns:a="http://schemas.openxmlformats.org/drawingml/2006/main">
            <a:off x="6096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[R] eSIM 连接端口</a:t>
            </a:r>
          </a:p>
        </p:txBody>
      </p:sp>
      <p:sp>
        <p:nvSpPr>
          <p:cNvPr id="97" name="concept-alias-port">
            <a:extLst xmlns:a="http://schemas.openxmlformats.org/drawingml/2006/main">
              <a:ext uri="{FF2B5EF4-FFF2-40B4-BE49-F238E27FC236}">
                <a16:creationId xmlns:a16="http://schemas.microsoft.com/office/drawing/2014/main" id="{DBD588DC-31AB-4C36-A9EA-EA793CE4736E}"/>
              </a:ext>
            </a:extLst>
          </p:cNvPr>
          <p:cNvSpPr>
            <a:spLocks xmlns:a="http://schemas.openxmlformats.org/drawingml/2006/main" noGrp="1"/>
          </p:cNvSpPr>
          <p:nvPr/>
        </p:nvSpPr>
        <p:spPr>
          <a:xfrm xmlns:a="http://schemas.openxmlformats.org/drawingml/2006/main">
            <a:off x="6096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Port</a:t>
            </a:r>
          </a:p>
        </p:txBody>
      </p:sp>
      <p:sp>
        <p:nvSpPr>
          <p:cNvPr id="98" name="concept-function-port">
            <a:extLst xmlns:a="http://schemas.openxmlformats.org/drawingml/2006/main">
              <a:ext uri="{FF2B5EF4-FFF2-40B4-BE49-F238E27FC236}">
                <a16:creationId xmlns:a16="http://schemas.microsoft.com/office/drawing/2014/main" id="{74D365B4-F5F0-42CC-A7AF-5B663AB8B515}"/>
              </a:ext>
            </a:extLst>
          </p:cNvPr>
          <p:cNvSpPr>
            <a:spLocks xmlns:a="http://schemas.openxmlformats.org/drawingml/2006/main" noGrp="1"/>
          </p:cNvSpPr>
          <p:nvPr/>
        </p:nvSpPr>
        <p:spPr>
          <a:xfrm xmlns:a="http://schemas.openxmlformats.org/drawingml/2006/main">
            <a:off x="6096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Port-0 当前承载 Profile-B</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旧请求属于原 Profile-A</a:t>
            </a:r>
          </a:p>
        </p:txBody>
      </p:sp>
      <p:sp>
        <p:nvSpPr>
          <p:cNvPr id="99" name="concept-slot">
            <a:extLst xmlns:a="http://schemas.openxmlformats.org/drawingml/2006/main">
              <a:ext uri="{FF2B5EF4-FFF2-40B4-BE49-F238E27FC236}">
                <a16:creationId xmlns:a16="http://schemas.microsoft.com/office/drawing/2014/main" id="{C109A70E-CEF8-4971-B923-9898A3CB8A09}"/>
              </a:ext>
            </a:extLst>
          </p:cNvPr>
          <p:cNvSpPr>
            <a:spLocks xmlns:a="http://schemas.openxmlformats.org/drawingml/2006/main" noGrp="1"/>
          </p:cNvSpPr>
          <p:nvPr/>
        </p:nvSpPr>
        <p:spPr>
          <a:xfrm xmlns:a="http://schemas.openxmlformats.org/drawingml/2006/main">
            <a:off x="4572000" y="5200650"/>
            <a:ext cx="3048000" cy="895350"/>
          </a:xfrm>
          <a:prstGeom xmlns:a="http://schemas.openxmlformats.org/drawingml/2006/main" prst="roundRect">
            <a:avLst>
              <a:gd name="adj" fmla="val 4255"/>
            </a:avLst>
          </a:prstGeom>
          <a:solidFill xmlns:a="http://schemas.openxmlformats.org/drawingml/2006/main">
            <a:srgbClr val="EAF1FB"/>
          </a:solidFill>
          <a:ln xmlns:a="http://schemas.openxmlformats.org/drawingml/2006/main" w="14288">
            <a:solidFill>
              <a:srgbClr val="246AB8"/>
            </a:solidFill>
            <a:prstDash val="solid"/>
          </a:ln>
        </p:spPr>
      </p:sp>
      <p:sp>
        <p:nvSpPr>
          <p:cNvPr id="100" name="concept-title-slot">
            <a:extLst xmlns:a="http://schemas.openxmlformats.org/drawingml/2006/main">
              <a:ext uri="{FF2B5EF4-FFF2-40B4-BE49-F238E27FC236}">
                <a16:creationId xmlns:a16="http://schemas.microsoft.com/office/drawing/2014/main" id="{17AEEEC5-7074-49C2-BBDB-784EA515C831}"/>
              </a:ext>
            </a:extLst>
          </p:cNvPr>
          <p:cNvSpPr>
            <a:spLocks xmlns:a="http://schemas.openxmlformats.org/drawingml/2006/main" noGrp="1"/>
          </p:cNvSpPr>
          <p:nvPr/>
        </p:nvSpPr>
        <p:spPr>
          <a:xfrm xmlns:a="http://schemas.openxmlformats.org/drawingml/2006/main">
            <a:off x="46863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[C/R] 逻辑槽／软件路由</a:t>
            </a:r>
          </a:p>
        </p:txBody>
      </p:sp>
      <p:sp>
        <p:nvSpPr>
          <p:cNvPr id="101" name="concept-alias-slot">
            <a:extLst xmlns:a="http://schemas.openxmlformats.org/drawingml/2006/main">
              <a:ext uri="{FF2B5EF4-FFF2-40B4-BE49-F238E27FC236}">
                <a16:creationId xmlns:a16="http://schemas.microsoft.com/office/drawing/2014/main" id="{472030B4-255D-42E9-906C-33ECCFDC86AB}"/>
              </a:ext>
            </a:extLst>
          </p:cNvPr>
          <p:cNvSpPr>
            <a:spLocks xmlns:a="http://schemas.openxmlformats.org/drawingml/2006/main" noGrp="1"/>
          </p:cNvSpPr>
          <p:nvPr/>
        </p:nvSpPr>
        <p:spPr>
          <a:xfrm xmlns:a="http://schemas.openxmlformats.org/drawingml/2006/main">
            <a:off x="46863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Logical Slot</a:t>
            </a:r>
          </a:p>
        </p:txBody>
      </p:sp>
      <p:sp>
        <p:nvSpPr>
          <p:cNvPr id="102" name="concept-function-slot">
            <a:extLst xmlns:a="http://schemas.openxmlformats.org/drawingml/2006/main">
              <a:ext uri="{FF2B5EF4-FFF2-40B4-BE49-F238E27FC236}">
                <a16:creationId xmlns:a16="http://schemas.microsoft.com/office/drawing/2014/main" id="{19ACCB3D-957C-4077-B656-0764A8EA5951}"/>
              </a:ext>
            </a:extLst>
          </p:cNvPr>
          <p:cNvSpPr>
            <a:spLocks xmlns:a="http://schemas.openxmlformats.org/drawingml/2006/main" noGrp="1"/>
          </p:cNvSpPr>
          <p:nvPr/>
        </p:nvSpPr>
        <p:spPr>
          <a:xfrm xmlns:a="http://schemas.openxmlformats.org/drawingml/2006/main">
            <a:off x="46863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逻辑 slot-1 仍然相同</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位置相同，业务目标已变化</a:t>
            </a:r>
          </a:p>
        </p:txBody>
      </p:sp>
      <p:sp>
        <p:nvSpPr>
          <p:cNvPr id="103" name="concept-compat">
            <a:extLst xmlns:a="http://schemas.openxmlformats.org/drawingml/2006/main">
              <a:ext uri="{FF2B5EF4-FFF2-40B4-BE49-F238E27FC236}">
                <a16:creationId xmlns:a16="http://schemas.microsoft.com/office/drawing/2014/main" id="{3341AD2D-834E-45D0-9DFD-47953DC6F002}"/>
              </a:ext>
            </a:extLst>
          </p:cNvPr>
          <p:cNvSpPr>
            <a:spLocks xmlns:a="http://schemas.openxmlformats.org/drawingml/2006/main" noGrp="1"/>
          </p:cNvSpPr>
          <p:nvPr/>
        </p:nvSpPr>
        <p:spPr>
          <a:xfrm xmlns:a="http://schemas.openxmlformats.org/drawingml/2006/main">
            <a:off x="8648700" y="5200650"/>
            <a:ext cx="30480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CDD8E6"/>
            </a:solidFill>
            <a:prstDash val="solid"/>
          </a:ln>
        </p:spPr>
      </p:sp>
      <p:sp>
        <p:nvSpPr>
          <p:cNvPr id="104" name="concept-title-compat">
            <a:extLst xmlns:a="http://schemas.openxmlformats.org/drawingml/2006/main">
              <a:ext uri="{FF2B5EF4-FFF2-40B4-BE49-F238E27FC236}">
                <a16:creationId xmlns:a16="http://schemas.microsoft.com/office/drawing/2014/main" id="{8743B3C7-1155-486A-83DB-C7C91D0962B0}"/>
              </a:ext>
            </a:extLst>
          </p:cNvPr>
          <p:cNvSpPr>
            <a:spLocks xmlns:a="http://schemas.openxmlformats.org/drawingml/2006/main" noGrp="1"/>
          </p:cNvSpPr>
          <p:nvPr/>
        </p:nvSpPr>
        <p:spPr>
          <a:xfrm xmlns:a="http://schemas.openxmlformats.org/drawingml/2006/main">
            <a:off x="8763000" y="52578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17263A"/>
                </a:solidFill>
                <a:latin typeface="Microsoft YaHei"/>
                <a:ea typeface="Microsoft YaHei"/>
                <a:cs typeface="Microsoft YaHei"/>
              </a:defRPr>
            </a:defPPr>
            <a:lvl1pPr algn="l">
              <a:buNone/>
              <a:defRPr sz="1500" b="1">
                <a:solidFill>
                  <a:srgbClr val="17263A"/>
                </a:solidFill>
                <a:latin typeface="Microsoft YaHei"/>
                <a:ea typeface="Microsoft YaHei"/>
                <a:cs typeface="Microsoft YaHei"/>
              </a:defRPr>
            </a:lvl1pPr>
            <a:lvl2pPr algn="l">
              <a:buNone/>
              <a:defRPr sz="1500" b="1">
                <a:solidFill>
                  <a:srgbClr val="17263A"/>
                </a:solidFill>
                <a:latin typeface="Microsoft YaHei"/>
                <a:ea typeface="Microsoft YaHei"/>
                <a:cs typeface="Microsoft YaHei"/>
              </a:defRPr>
            </a:lvl2pPr>
            <a:lvl3pPr algn="l">
              <a:buNone/>
              <a:defRPr sz="1500" b="1">
                <a:solidFill>
                  <a:srgbClr val="17263A"/>
                </a:solidFill>
                <a:latin typeface="Microsoft YaHei"/>
                <a:ea typeface="Microsoft YaHei"/>
                <a:cs typeface="Microsoft YaHei"/>
              </a:defRPr>
            </a:lvl3pPr>
            <a:lvl4pPr algn="l">
              <a:buNone/>
              <a:defRPr sz="1500" b="1">
                <a:solidFill>
                  <a:srgbClr val="17263A"/>
                </a:solidFill>
                <a:latin typeface="Microsoft YaHei"/>
                <a:ea typeface="Microsoft YaHei"/>
                <a:cs typeface="Microsoft YaHei"/>
              </a:defRPr>
            </a:lvl4pPr>
            <a:lvl5pPr algn="l">
              <a:buNone/>
              <a:defRPr sz="1500" b="1">
                <a:solidFill>
                  <a:srgbClr val="17263A"/>
                </a:solidFill>
                <a:latin typeface="Microsoft YaHei"/>
                <a:ea typeface="Microsoft YaHei"/>
                <a:cs typeface="Microsoft YaHei"/>
              </a:defRPr>
            </a:lvl5pPr>
            <a:lvl6pPr algn="l">
              <a:buNone/>
              <a:defRPr sz="1500" b="1">
                <a:solidFill>
                  <a:srgbClr val="17263A"/>
                </a:solidFill>
                <a:latin typeface="Microsoft YaHei"/>
                <a:ea typeface="Microsoft YaHei"/>
                <a:cs typeface="Microsoft YaHei"/>
              </a:defRPr>
            </a:lvl6pPr>
            <a:lvl7pPr algn="l">
              <a:buNone/>
              <a:defRPr sz="1500" b="1">
                <a:solidFill>
                  <a:srgbClr val="17263A"/>
                </a:solidFill>
                <a:latin typeface="Microsoft YaHei"/>
                <a:ea typeface="Microsoft YaHei"/>
                <a:cs typeface="Microsoft YaHei"/>
              </a:defRPr>
            </a:lvl7pPr>
            <a:lvl8pPr algn="l">
              <a:buNone/>
              <a:defRPr sz="1500" b="1">
                <a:solidFill>
                  <a:srgbClr val="17263A"/>
                </a:solidFill>
                <a:latin typeface="Microsoft YaHei"/>
                <a:ea typeface="Microsoft YaHei"/>
                <a:cs typeface="Microsoft YaHei"/>
              </a:defRPr>
            </a:lvl8pPr>
            <a:lvl9pPr algn="l">
              <a:buNone/>
              <a:defRPr sz="1500" b="1">
                <a:solidFill>
                  <a:srgbClr val="17263A"/>
                </a:solidFill>
                <a:latin typeface="Microsoft YaHei"/>
                <a:ea typeface="Microsoft YaHei"/>
                <a:cs typeface="Microsoft YaHei"/>
              </a:defRPr>
            </a:lvl9pPr>
          </a:lstStyle>
          <a:p xmlns:a="http://schemas.openxmlformats.org/drawingml/2006/main">
            <a:pPr algn="l">
              <a:lnSpc>
                <a:spcPct val="104000"/>
              </a:lnSpc>
              <a:buNone/>
              <a:defRPr sz="1500" b="1">
                <a:solidFill>
                  <a:srgbClr val="17263A"/>
                </a:solidFill>
                <a:latin typeface="Microsoft YaHei"/>
                <a:ea typeface="Microsoft YaHei"/>
                <a:cs typeface="Microsoft YaHei"/>
              </a:defRPr>
            </a:pPr>
            <a:r>
              <a:rPr sz="1500" b="1">
                <a:solidFill>
                  <a:srgbClr val="17263A"/>
                </a:solidFill>
                <a:latin typeface="Microsoft YaHei"/>
                <a:ea typeface="Microsoft YaHei"/>
                <a:cs typeface="Microsoft YaHei"/>
              </a:rPr>
              <a:t>[C] 旧接口与完成出口</a:t>
            </a:r>
          </a:p>
        </p:txBody>
      </p:sp>
      <p:sp>
        <p:nvSpPr>
          <p:cNvPr id="105" name="concept-alias-compat">
            <a:extLst xmlns:a="http://schemas.openxmlformats.org/drawingml/2006/main">
              <a:ext uri="{FF2B5EF4-FFF2-40B4-BE49-F238E27FC236}">
                <a16:creationId xmlns:a16="http://schemas.microsoft.com/office/drawing/2014/main" id="{00A6DF09-4819-4A97-A0E8-D0DA541DCABF}"/>
              </a:ext>
            </a:extLst>
          </p:cNvPr>
          <p:cNvSpPr>
            <a:spLocks xmlns:a="http://schemas.openxmlformats.org/drawingml/2006/main" noGrp="1"/>
          </p:cNvSpPr>
          <p:nvPr/>
        </p:nvSpPr>
        <p:spPr>
          <a:xfrm xmlns:a="http://schemas.openxmlformats.org/drawingml/2006/main">
            <a:off x="8763000" y="5486400"/>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56657A"/>
                </a:solidFill>
                <a:latin typeface="Microsoft YaHei"/>
                <a:ea typeface="Microsoft YaHei"/>
                <a:cs typeface="Microsoft YaHei"/>
              </a:defRPr>
            </a:defPPr>
            <a:lvl1pPr algn="l">
              <a:buNone/>
              <a:defRPr sz="1163" b="0">
                <a:solidFill>
                  <a:srgbClr val="56657A"/>
                </a:solidFill>
                <a:latin typeface="Microsoft YaHei"/>
                <a:ea typeface="Microsoft YaHei"/>
                <a:cs typeface="Microsoft YaHei"/>
              </a:defRPr>
            </a:lvl1pPr>
            <a:lvl2pPr algn="l">
              <a:buNone/>
              <a:defRPr sz="1163" b="0">
                <a:solidFill>
                  <a:srgbClr val="56657A"/>
                </a:solidFill>
                <a:latin typeface="Microsoft YaHei"/>
                <a:ea typeface="Microsoft YaHei"/>
                <a:cs typeface="Microsoft YaHei"/>
              </a:defRPr>
            </a:lvl2pPr>
            <a:lvl3pPr algn="l">
              <a:buNone/>
              <a:defRPr sz="1163" b="0">
                <a:solidFill>
                  <a:srgbClr val="56657A"/>
                </a:solidFill>
                <a:latin typeface="Microsoft YaHei"/>
                <a:ea typeface="Microsoft YaHei"/>
                <a:cs typeface="Microsoft YaHei"/>
              </a:defRPr>
            </a:lvl3pPr>
            <a:lvl4pPr algn="l">
              <a:buNone/>
              <a:defRPr sz="1163" b="0">
                <a:solidFill>
                  <a:srgbClr val="56657A"/>
                </a:solidFill>
                <a:latin typeface="Microsoft YaHei"/>
                <a:ea typeface="Microsoft YaHei"/>
                <a:cs typeface="Microsoft YaHei"/>
              </a:defRPr>
            </a:lvl4pPr>
            <a:lvl5pPr algn="l">
              <a:buNone/>
              <a:defRPr sz="1163" b="0">
                <a:solidFill>
                  <a:srgbClr val="56657A"/>
                </a:solidFill>
                <a:latin typeface="Microsoft YaHei"/>
                <a:ea typeface="Microsoft YaHei"/>
                <a:cs typeface="Microsoft YaHei"/>
              </a:defRPr>
            </a:lvl5pPr>
            <a:lvl6pPr algn="l">
              <a:buNone/>
              <a:defRPr sz="1163" b="0">
                <a:solidFill>
                  <a:srgbClr val="56657A"/>
                </a:solidFill>
                <a:latin typeface="Microsoft YaHei"/>
                <a:ea typeface="Microsoft YaHei"/>
                <a:cs typeface="Microsoft YaHei"/>
              </a:defRPr>
            </a:lvl6pPr>
            <a:lvl7pPr algn="l">
              <a:buNone/>
              <a:defRPr sz="1163" b="0">
                <a:solidFill>
                  <a:srgbClr val="56657A"/>
                </a:solidFill>
                <a:latin typeface="Microsoft YaHei"/>
                <a:ea typeface="Microsoft YaHei"/>
                <a:cs typeface="Microsoft YaHei"/>
              </a:defRPr>
            </a:lvl7pPr>
            <a:lvl8pPr algn="l">
              <a:buNone/>
              <a:defRPr sz="1163" b="0">
                <a:solidFill>
                  <a:srgbClr val="56657A"/>
                </a:solidFill>
                <a:latin typeface="Microsoft YaHei"/>
                <a:ea typeface="Microsoft YaHei"/>
                <a:cs typeface="Microsoft YaHei"/>
              </a:defRPr>
            </a:lvl8pPr>
            <a:lvl9pPr algn="l">
              <a:buNone/>
              <a:defRPr sz="1163" b="0">
                <a:solidFill>
                  <a:srgbClr val="56657A"/>
                </a:solidFill>
                <a:latin typeface="Microsoft YaHei"/>
                <a:ea typeface="Microsoft YaHei"/>
                <a:cs typeface="Microsoft YaHei"/>
              </a:defRPr>
            </a:lvl9pPr>
          </a:lstStyle>
          <a:p xmlns:a="http://schemas.openxmlformats.org/drawingml/2006/main">
            <a:pPr algn="l">
              <a:lnSpc>
                <a:spcPct val="104000"/>
              </a:lnSpc>
              <a:buNone/>
              <a:defRPr sz="1163" b="0">
                <a:solidFill>
                  <a:srgbClr val="56657A"/>
                </a:solidFill>
                <a:latin typeface="Microsoft YaHei"/>
                <a:ea typeface="Microsoft YaHei"/>
                <a:cs typeface="Microsoft YaHei"/>
              </a:defRPr>
            </a:pPr>
            <a:r>
              <a:rPr sz="1163" b="0">
                <a:solidFill>
                  <a:srgbClr val="56657A"/>
                </a:solidFill>
                <a:latin typeface="Microsoft YaHei"/>
                <a:ea typeface="Microsoft YaHei"/>
                <a:cs typeface="Microsoft YaHei"/>
              </a:rPr>
              <a:t>Compatibility</a:t>
            </a:r>
          </a:p>
        </p:txBody>
      </p:sp>
      <p:sp>
        <p:nvSpPr>
          <p:cNvPr id="106" name="concept-function-compat">
            <a:extLst xmlns:a="http://schemas.openxmlformats.org/drawingml/2006/main">
              <a:ext uri="{FF2B5EF4-FFF2-40B4-BE49-F238E27FC236}">
                <a16:creationId xmlns:a16="http://schemas.microsoft.com/office/drawing/2014/main" id="{735468D5-1E12-453B-9813-7A4A6890ED05}"/>
              </a:ext>
            </a:extLst>
          </p:cNvPr>
          <p:cNvSpPr>
            <a:spLocks xmlns:a="http://schemas.openxmlformats.org/drawingml/2006/main" noGrp="1"/>
          </p:cNvSpPr>
          <p:nvPr/>
        </p:nvSpPr>
        <p:spPr>
          <a:xfrm xmlns:a="http://schemas.openxmlformats.org/drawingml/2006/main">
            <a:off x="8763000" y="5676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13" b="0">
                <a:solidFill>
                  <a:srgbClr val="17263A"/>
                </a:solidFill>
                <a:latin typeface="Microsoft YaHei"/>
                <a:ea typeface="Microsoft YaHei"/>
                <a:cs typeface="Microsoft YaHei"/>
              </a:defRPr>
            </a:defPPr>
            <a:lvl1pPr algn="l">
              <a:buNone/>
              <a:defRPr sz="1313" b="0">
                <a:solidFill>
                  <a:srgbClr val="17263A"/>
                </a:solidFill>
                <a:latin typeface="Microsoft YaHei"/>
                <a:ea typeface="Microsoft YaHei"/>
                <a:cs typeface="Microsoft YaHei"/>
              </a:defRPr>
            </a:lvl1pPr>
            <a:lvl2pPr algn="l">
              <a:buNone/>
              <a:defRPr sz="1313" b="0">
                <a:solidFill>
                  <a:srgbClr val="17263A"/>
                </a:solidFill>
                <a:latin typeface="Microsoft YaHei"/>
                <a:ea typeface="Microsoft YaHei"/>
                <a:cs typeface="Microsoft YaHei"/>
              </a:defRPr>
            </a:lvl2pPr>
            <a:lvl3pPr algn="l">
              <a:buNone/>
              <a:defRPr sz="1313" b="0">
                <a:solidFill>
                  <a:srgbClr val="17263A"/>
                </a:solidFill>
                <a:latin typeface="Microsoft YaHei"/>
                <a:ea typeface="Microsoft YaHei"/>
                <a:cs typeface="Microsoft YaHei"/>
              </a:defRPr>
            </a:lvl3pPr>
            <a:lvl4pPr algn="l">
              <a:buNone/>
              <a:defRPr sz="1313" b="0">
                <a:solidFill>
                  <a:srgbClr val="17263A"/>
                </a:solidFill>
                <a:latin typeface="Microsoft YaHei"/>
                <a:ea typeface="Microsoft YaHei"/>
                <a:cs typeface="Microsoft YaHei"/>
              </a:defRPr>
            </a:lvl4pPr>
            <a:lvl5pPr algn="l">
              <a:buNone/>
              <a:defRPr sz="1313" b="0">
                <a:solidFill>
                  <a:srgbClr val="17263A"/>
                </a:solidFill>
                <a:latin typeface="Microsoft YaHei"/>
                <a:ea typeface="Microsoft YaHei"/>
                <a:cs typeface="Microsoft YaHei"/>
              </a:defRPr>
            </a:lvl5pPr>
            <a:lvl6pPr algn="l">
              <a:buNone/>
              <a:defRPr sz="1313" b="0">
                <a:solidFill>
                  <a:srgbClr val="17263A"/>
                </a:solidFill>
                <a:latin typeface="Microsoft YaHei"/>
                <a:ea typeface="Microsoft YaHei"/>
                <a:cs typeface="Microsoft YaHei"/>
              </a:defRPr>
            </a:lvl6pPr>
            <a:lvl7pPr algn="l">
              <a:buNone/>
              <a:defRPr sz="1313" b="0">
                <a:solidFill>
                  <a:srgbClr val="17263A"/>
                </a:solidFill>
                <a:latin typeface="Microsoft YaHei"/>
                <a:ea typeface="Microsoft YaHei"/>
                <a:cs typeface="Microsoft YaHei"/>
              </a:defRPr>
            </a:lvl7pPr>
            <a:lvl8pPr algn="l">
              <a:buNone/>
              <a:defRPr sz="1313" b="0">
                <a:solidFill>
                  <a:srgbClr val="17263A"/>
                </a:solidFill>
                <a:latin typeface="Microsoft YaHei"/>
                <a:ea typeface="Microsoft YaHei"/>
                <a:cs typeface="Microsoft YaHei"/>
              </a:defRPr>
            </a:lvl8pPr>
            <a:lvl9pPr algn="l">
              <a:buNone/>
              <a:defRPr sz="1313" b="0">
                <a:solidFill>
                  <a:srgbClr val="17263A"/>
                </a:solidFill>
                <a:latin typeface="Microsoft YaHei"/>
                <a:ea typeface="Microsoft YaHei"/>
                <a:cs typeface="Microsoft YaHei"/>
              </a:defRPr>
            </a:lvl9pPr>
          </a:lstStyle>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旧 slot 参数 / 权限 / 原错误</a:t>
            </a:r>
          </a:p>
          <a:p xmlns:a="http://schemas.openxmlformats.org/drawingml/2006/main">
            <a:pPr algn="l">
              <a:lnSpc>
                <a:spcPct val="100000"/>
              </a:lnSpc>
              <a:buNone/>
              <a:defRPr sz="1313" b="0">
                <a:solidFill>
                  <a:srgbClr val="17263A"/>
                </a:solidFill>
                <a:latin typeface="Microsoft YaHei"/>
                <a:ea typeface="Microsoft YaHei"/>
                <a:cs typeface="Microsoft YaHei"/>
              </a:defRPr>
            </a:pPr>
            <a:r>
              <a:rPr sz="1313" b="0">
                <a:solidFill>
                  <a:srgbClr val="17263A"/>
                </a:solidFill>
                <a:latin typeface="Microsoft YaHei"/>
                <a:ea typeface="Microsoft YaHei"/>
                <a:cs typeface="Microsoft YaHei"/>
              </a:rPr>
              <a:t>受理返回与业务完成分开</a:t>
            </a:r>
          </a:p>
        </p:txBody>
      </p:sp>
      <p:sp>
        <p:nvSpPr>
          <p:cNvPr id="107" name="footer-rule">
            <a:extLst xmlns:a="http://schemas.openxmlformats.org/drawingml/2006/main">
              <a:ext uri="{FF2B5EF4-FFF2-40B4-BE49-F238E27FC236}">
                <a16:creationId xmlns:a16="http://schemas.microsoft.com/office/drawing/2014/main" id="{EF65A892-9E0C-4897-85E8-A838582A3F5A}"/>
              </a:ext>
            </a:extLst>
          </p:cNvPr>
          <p:cNvSpPr>
            <a:spLocks xmlns:a="http://schemas.openxmlformats.org/drawingml/2006/main" noGrp="1"/>
          </p:cNvSpPr>
          <p:nvPr/>
        </p:nvSpPr>
        <p:spPr>
          <a:xfrm xmlns:a="http://schemas.openxmlformats.org/drawingml/2006/main">
            <a:off x="495300" y="62198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8" name="owner-legend">
            <a:extLst xmlns:a="http://schemas.openxmlformats.org/drawingml/2006/main">
              <a:ext uri="{FF2B5EF4-FFF2-40B4-BE49-F238E27FC236}">
                <a16:creationId xmlns:a16="http://schemas.microsoft.com/office/drawing/2014/main" id="{990A7AD0-95A7-4B95-83D2-C64AFFDB99DA}"/>
              </a:ext>
            </a:extLst>
          </p:cNvPr>
          <p:cNvSpPr>
            <a:spLocks xmlns:a="http://schemas.openxmlformats.org/drawingml/2006/main" noGrp="1"/>
          </p:cNvSpPr>
          <p:nvPr/>
        </p:nvSpPr>
        <p:spPr>
          <a:xfrm xmlns:a="http://schemas.openxmlformats.org/drawingml/2006/main">
            <a:off x="495300" y="63055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buNone/>
              <a:defRPr sz="1050" b="0">
                <a:solidFill>
                  <a:srgbClr val="56657A"/>
                </a:solidFill>
                <a:latin typeface="Microsoft YaHei"/>
                <a:ea typeface="Microsoft YaHei"/>
                <a:cs typeface="Microsoft YaHei"/>
              </a:defRPr>
            </a:lvl1pPr>
            <a:lvl2pPr algn="l">
              <a:buNone/>
              <a:defRPr sz="1050" b="0">
                <a:solidFill>
                  <a:srgbClr val="56657A"/>
                </a:solidFill>
                <a:latin typeface="Microsoft YaHei"/>
                <a:ea typeface="Microsoft YaHei"/>
                <a:cs typeface="Microsoft YaHei"/>
              </a:defRPr>
            </a:lvl2pPr>
            <a:lvl3pPr algn="l">
              <a:buNone/>
              <a:defRPr sz="1050" b="0">
                <a:solidFill>
                  <a:srgbClr val="56657A"/>
                </a:solidFill>
                <a:latin typeface="Microsoft YaHei"/>
                <a:ea typeface="Microsoft YaHei"/>
                <a:cs typeface="Microsoft YaHei"/>
              </a:defRPr>
            </a:lvl3pPr>
            <a:lvl4pPr algn="l">
              <a:buNone/>
              <a:defRPr sz="1050" b="0">
                <a:solidFill>
                  <a:srgbClr val="56657A"/>
                </a:solidFill>
                <a:latin typeface="Microsoft YaHei"/>
                <a:ea typeface="Microsoft YaHei"/>
                <a:cs typeface="Microsoft YaHei"/>
              </a:defRPr>
            </a:lvl4pPr>
            <a:lvl5pPr algn="l">
              <a:buNone/>
              <a:defRPr sz="1050" b="0">
                <a:solidFill>
                  <a:srgbClr val="56657A"/>
                </a:solidFill>
                <a:latin typeface="Microsoft YaHei"/>
                <a:ea typeface="Microsoft YaHei"/>
                <a:cs typeface="Microsoft YaHei"/>
              </a:defRPr>
            </a:lvl5pPr>
            <a:lvl6pPr algn="l">
              <a:buNone/>
              <a:defRPr sz="1050" b="0">
                <a:solidFill>
                  <a:srgbClr val="56657A"/>
                </a:solidFill>
                <a:latin typeface="Microsoft YaHei"/>
                <a:ea typeface="Microsoft YaHei"/>
                <a:cs typeface="Microsoft YaHei"/>
              </a:defRPr>
            </a:lvl6pPr>
            <a:lvl7pPr algn="l">
              <a:buNone/>
              <a:defRPr sz="1050" b="0">
                <a:solidFill>
                  <a:srgbClr val="56657A"/>
                </a:solidFill>
                <a:latin typeface="Microsoft YaHei"/>
                <a:ea typeface="Microsoft YaHei"/>
                <a:cs typeface="Microsoft YaHei"/>
              </a:defRPr>
            </a:lvl7pPr>
            <a:lvl8pPr algn="l">
              <a:buNone/>
              <a:defRPr sz="1050" b="0">
                <a:solidFill>
                  <a:srgbClr val="56657A"/>
                </a:solidFill>
                <a:latin typeface="Microsoft YaHei"/>
                <a:ea typeface="Microsoft YaHei"/>
                <a:cs typeface="Microsoft YaHei"/>
              </a:defRPr>
            </a:lvl8pPr>
            <a:lvl9pPr algn="l">
              <a:buNone/>
              <a:defRPr sz="1050" b="0">
                <a:solidFill>
                  <a:srgbClr val="56657A"/>
                </a:solidFill>
                <a:latin typeface="Microsoft YaHei"/>
                <a:ea typeface="Microsoft YaHei"/>
                <a:cs typeface="Microsoft YaHei"/>
              </a:defRPr>
            </a:lvl9pPr>
          </a:lstStyle>
          <a:p xmlns:a="http://schemas.openxmlformats.org/drawingml/2006/main">
            <a:pPr algn="l">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T 账户拓扑　A 角色资源　O 本地操作　R 卡运行　I 适配　C 兼容　H 宿主</a:t>
            </a:r>
          </a:p>
        </p:txBody>
      </p:sp>
      <p:sp>
        <p:nvSpPr>
          <p:cNvPr id="109" name="relation-legend">
            <a:extLst xmlns:a="http://schemas.openxmlformats.org/drawingml/2006/main">
              <a:ext uri="{FF2B5EF4-FFF2-40B4-BE49-F238E27FC236}">
                <a16:creationId xmlns:a16="http://schemas.microsoft.com/office/drawing/2014/main" id="{CE879355-522B-42B1-90DF-DD43E984C199}"/>
              </a:ext>
            </a:extLst>
          </p:cNvPr>
          <p:cNvSpPr>
            <a:spLocks xmlns:a="http://schemas.openxmlformats.org/drawingml/2006/main" noGrp="1"/>
          </p:cNvSpPr>
          <p:nvPr/>
        </p:nvSpPr>
        <p:spPr>
          <a:xfrm xmlns:a="http://schemas.openxmlformats.org/drawingml/2006/main">
            <a:off x="7848600" y="6305550"/>
            <a:ext cx="3848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04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实线：概念关系　虚线：入口协作</a:t>
            </a:r>
          </a:p>
        </p:txBody>
      </p:sp>
      <p:sp>
        <p:nvSpPr>
          <p:cNvPr id="110" name="footer">
            <a:extLst xmlns:a="http://schemas.openxmlformats.org/drawingml/2006/main">
              <a:ext uri="{FF2B5EF4-FFF2-40B4-BE49-F238E27FC236}">
                <a16:creationId xmlns:a16="http://schemas.microsoft.com/office/drawing/2014/main" id="{4ECEAD3E-E111-4FAF-A122-AB3D66DBF468}"/>
              </a:ext>
            </a:extLst>
          </p:cNvPr>
          <p:cNvSpPr>
            <a:spLocks xmlns:a="http://schemas.openxmlformats.org/drawingml/2006/main" noGrp="1"/>
          </p:cNvSpPr>
          <p:nvPr/>
        </p:nvSpPr>
        <p:spPr>
          <a:xfrm xmlns:a="http://schemas.openxmlformats.org/drawingml/2006/main">
            <a:off x="495300" y="65913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111" name="page-number">
            <a:extLst xmlns:a="http://schemas.openxmlformats.org/drawingml/2006/main">
              <a:ext uri="{FF2B5EF4-FFF2-40B4-BE49-F238E27FC236}">
                <a16:creationId xmlns:a16="http://schemas.microsoft.com/office/drawing/2014/main" id="{25E64A66-3EE0-4BB4-BFB8-F083C8E85917}"/>
              </a:ext>
            </a:extLst>
          </p:cNvPr>
          <p:cNvSpPr>
            <a:spLocks xmlns:a="http://schemas.openxmlformats.org/drawingml/2006/main" noGrp="1"/>
          </p:cNvSpPr>
          <p:nvPr/>
        </p:nvSpPr>
        <p:spPr>
          <a:xfrm xmlns:a="http://schemas.openxmlformats.org/drawingml/2006/main">
            <a:off x="9486900" y="65913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buNone/>
              <a:defRPr sz="900" b="0">
                <a:solidFill>
                  <a:srgbClr val="56657A"/>
                </a:solidFill>
                <a:latin typeface="Microsoft YaHei"/>
                <a:ea typeface="Microsoft YaHei"/>
                <a:cs typeface="Microsoft YaHei"/>
              </a:defRPr>
            </a:lvl1pPr>
            <a:lvl2pPr algn="r">
              <a:buNone/>
              <a:defRPr sz="900" b="0">
                <a:solidFill>
                  <a:srgbClr val="56657A"/>
                </a:solidFill>
                <a:latin typeface="Microsoft YaHei"/>
                <a:ea typeface="Microsoft YaHei"/>
                <a:cs typeface="Microsoft YaHei"/>
              </a:defRPr>
            </a:lvl2pPr>
            <a:lvl3pPr algn="r">
              <a:buNone/>
              <a:defRPr sz="900" b="0">
                <a:solidFill>
                  <a:srgbClr val="56657A"/>
                </a:solidFill>
                <a:latin typeface="Microsoft YaHei"/>
                <a:ea typeface="Microsoft YaHei"/>
                <a:cs typeface="Microsoft YaHei"/>
              </a:defRPr>
            </a:lvl3pPr>
            <a:lvl4pPr algn="r">
              <a:buNone/>
              <a:defRPr sz="900" b="0">
                <a:solidFill>
                  <a:srgbClr val="56657A"/>
                </a:solidFill>
                <a:latin typeface="Microsoft YaHei"/>
                <a:ea typeface="Microsoft YaHei"/>
                <a:cs typeface="Microsoft YaHei"/>
              </a:defRPr>
            </a:lvl4pPr>
            <a:lvl5pPr algn="r">
              <a:buNone/>
              <a:defRPr sz="900" b="0">
                <a:solidFill>
                  <a:srgbClr val="56657A"/>
                </a:solidFill>
                <a:latin typeface="Microsoft YaHei"/>
                <a:ea typeface="Microsoft YaHei"/>
                <a:cs typeface="Microsoft YaHei"/>
              </a:defRPr>
            </a:lvl5pPr>
            <a:lvl6pPr algn="r">
              <a:buNone/>
              <a:defRPr sz="900" b="0">
                <a:solidFill>
                  <a:srgbClr val="56657A"/>
                </a:solidFill>
                <a:latin typeface="Microsoft YaHei"/>
                <a:ea typeface="Microsoft YaHei"/>
                <a:cs typeface="Microsoft YaHei"/>
              </a:defRPr>
            </a:lvl6pPr>
            <a:lvl7pPr algn="r">
              <a:buNone/>
              <a:defRPr sz="900" b="0">
                <a:solidFill>
                  <a:srgbClr val="56657A"/>
                </a:solidFill>
                <a:latin typeface="Microsoft YaHei"/>
                <a:ea typeface="Microsoft YaHei"/>
                <a:cs typeface="Microsoft YaHei"/>
              </a:defRPr>
            </a:lvl7pPr>
            <a:lvl8pPr algn="r">
              <a:buNone/>
              <a:defRPr sz="900" b="0">
                <a:solidFill>
                  <a:srgbClr val="56657A"/>
                </a:solidFill>
                <a:latin typeface="Microsoft YaHei"/>
                <a:ea typeface="Microsoft YaHei"/>
                <a:cs typeface="Microsoft YaHei"/>
              </a:defRPr>
            </a:lvl8pPr>
            <a:lvl9pPr algn="r">
              <a:buNone/>
              <a:defRPr sz="900" b="0">
                <a:solidFill>
                  <a:srgbClr val="56657A"/>
                </a:solidFill>
                <a:latin typeface="Microsoft YaHei"/>
                <a:ea typeface="Microsoft YaHei"/>
                <a:cs typeface="Microsoft YaHei"/>
              </a:defRPr>
            </a:lvl9pPr>
          </a:lstStyle>
          <a:p xmlns:a="http://schemas.openxmlformats.org/drawingml/2006/main">
            <a:pPr algn="r">
              <a:lnSpc>
                <a:spcPct val="104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09 · 异常场景</a:t>
            </a:r>
          </a:p>
        </p:txBody>
      </p:sp>
      <p:sp>
        <p:nvSpPr>
          <p:cNvPr id="113" name="open-compare">
            <ns0:hlinkClick xmlns:ns0="http://schemas.openxmlformats.org/drawingml/2006/main" xmlns:ns1="http://schemas.openxmlformats.org/officeDocument/2006/relationships" ns1:id="rIdCompareNav12" action="ppaction://hlinksldjump" tooltip="架构前后对照"/>
            <a:extLst xmlns:a="http://schemas.openxmlformats.org/drawingml/2006/main">
              <a:ext uri="{FF2B5EF4-FFF2-40B4-BE49-F238E27FC236}">
                <a16:creationId xmlns:a16="http://schemas.microsoft.com/office/drawing/2014/main" id="{2665913F-0F8D-44F6-8D7E-87A61B429DA9}"/>
              </a:ext>
            </a:extLst>
          </p:cNvPr>
          <p:cNvSpPr>
            <a:spLocks xmlns:a="http://schemas.openxmlformats.org/drawingml/2006/main" noGrp="1"/>
          </p:cNvSpPr>
          <p:nvPr/>
        </p:nvSpPr>
        <p:spPr>
          <a:xfrm xmlns:a="http://schemas.openxmlformats.org/drawingml/2006/main">
            <a:off x="10248900" y="209550"/>
            <a:ext cx="1447800" cy="2667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架构前后对照</a:t>
            </a:r>
          </a:p>
        </p:txBody>
      </p:sp>
    </p:spTree>
    <p:extLst>
      <p:ext uri="{BB962C8B-B14F-4D97-AF65-F5344CB8AC3E}">
        <p14:creationId xmlns:p14="http://schemas.microsoft.com/office/powerpoint/2010/main" val="244361238"/>
      </p:ext>
    </p:extLst>
  </p:cSld>
  <p:transition spd="fast" advClick="0">
    <p:fade/>
  </p:transition>
</p:sld>
</file>

<file path=ppt/slides/slide1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0" name="accent">
            <a:extLst xmlns:a="http://schemas.openxmlformats.org/drawingml/2006/main">
              <a:ext uri="{FF2B5EF4-FFF2-40B4-BE49-F238E27FC236}">
                <a16:creationId xmlns:a16="http://schemas.microsoft.com/office/drawing/2014/main" id="{01FA652B-E2F2-43B8-95FC-72052B70C66A}"/>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C65791DB-1BA9-45AF-9C7E-372C926B18A6}"/>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31363E2C-8ED5-4216-B22E-A5628FD5F066}"/>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340C7095-9223-4CCF-AF79-82D278F0747F}"/>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E01C7076-9512-44CC-AC8A-AFBB92586EB3}"/>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A5FCAE4F-0CC0-4B86-BEBE-D99FFDEBD7E0}"/>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0FED95C4-1E68-49ED-B80E-9A91D6747822}"/>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4ED14AFB-8968-4A84-8BD1-BFDEFBEE5745}"/>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5FA04A5C-9F4E-40DB-9A98-7588D65364CA}"/>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35EB76AF-BBDC-4238-BEC3-4C1E5FC9D5E6}"/>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E1AED687-7355-4D0E-B2DD-FC69C0063B6D}"/>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50DB9022-9DDA-44A6-BD9E-D2033769C0FD}"/>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B96455AB-9CE6-4D59-8284-F61C2FF36E25}"/>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250881B6-2401-4D3C-9C53-1CAC472AFE03}"/>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348A36B0-E4C0-4236-887B-D877732476C9}"/>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EDF2F3D1-CEF4-4589-8F95-9EFF8A4D16EF}"/>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4BE0B7D5-DDBA-4B2E-AF6D-B314C93A9825}"/>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44A0B2BD-3ABF-4316-A630-0B8A2E956AEE}"/>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42957D7C-D79D-4671-8BE8-92B4E6C2BA6D}"/>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AD5F3205-8F54-426D-885C-19D7F04603CD}"/>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同一号码修改：旧 Controller 串起写卡、账户与通知；目标由 O 编排、R 写卡、T 接纳账户、I 执行存储。</a:t>
            </a:r>
          </a:p>
        </p:txBody>
      </p:sp>
      <p:sp>
        <p:nvSpPr>
          <p:cNvPr id="21" name="top-rule">
            <a:extLst xmlns:a="http://schemas.openxmlformats.org/drawingml/2006/main">
              <a:ext uri="{FF2B5EF4-FFF2-40B4-BE49-F238E27FC236}">
                <a16:creationId xmlns:a16="http://schemas.microsoft.com/office/drawing/2014/main" id="{EF5BCBC4-8292-48AD-A5C6-C15D1C2B2A9A}"/>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F1C36350-9F5D-4575-86DA-3ECBD54272F6}"/>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9AF3E341-90ED-4BFB-8218-5AB4B049C7F0}"/>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7CD2C724-8A4A-4BD1-B4B5-0C5B0B16673C}"/>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EK">
            <a:extLst xmlns:a="http://schemas.openxmlformats.org/drawingml/2006/main">
              <a:ext uri="{FF2B5EF4-FFF2-40B4-BE49-F238E27FC236}">
                <a16:creationId xmlns:a16="http://schemas.microsoft.com/office/drawing/2014/main" id="{25D3633B-145D-47A5-8266-1BB57636AE21}"/>
              </a:ext>
            </a:extLst>
          </p:cNvPr>
          <p:cNvSpPr>
            <a:spLocks xmlns:a="http://schemas.openxmlformats.org/drawingml/2006/main" noGrp="1"/>
          </p:cNvSpPr>
          <p:nvPr/>
        </p:nvSpPr>
        <p:spPr>
          <a:xfrm xmlns:a="http://schemas.openxmlformats.org/drawingml/2006/main">
            <a:off x="1747838" y="3190875"/>
            <a:ext cx="9525" cy="200025"/>
          </a:xfrm>
          <a:custGeom xmlns:a="http://schemas.openxmlformats.org/drawingml/2006/main">
            <a:pathLst>
              <a:path w="9525" h="200025">
                <a:moveTo>
                  <a:pt x="4763" y="0"/>
                </a:moveTo>
                <a:lnTo>
                  <a:pt x="4763" y="200025"/>
                </a:lnTo>
              </a:path>
            </a:pathLst>
          </a:custGeom>
          <a:noFill xmlns:a="http://schemas.openxmlformats.org/drawingml/2006/main"/>
          <a:ln xmlns:a="http://schemas.openxmlformats.org/drawingml/2006/main" w="17145">
            <a:solidFill>
              <a:srgbClr val="246AB8"/>
            </a:solidFill>
            <a:prstDash val="solid"/>
          </a:ln>
        </p:spPr>
      </p:sp>
      <p:sp>
        <p:nvSpPr>
          <p:cNvPr id="26" name="legacy-edge-EK-head">
            <a:extLst xmlns:a="http://schemas.openxmlformats.org/drawingml/2006/main">
              <a:ext uri="{FF2B5EF4-FFF2-40B4-BE49-F238E27FC236}">
                <a16:creationId xmlns:a16="http://schemas.microsoft.com/office/drawing/2014/main" id="{25F69348-919E-4084-9B4B-A3BA87B0598A}"/>
              </a:ext>
            </a:extLst>
          </p:cNvPr>
          <p:cNvSpPr>
            <a:spLocks xmlns:a="http://schemas.openxmlformats.org/drawingml/2006/main" noGrp="1"/>
          </p:cNvSpPr>
          <p:nvPr/>
        </p:nvSpPr>
        <p:spPr>
          <a:xfrm xmlns:a="http://schemas.openxmlformats.org/drawingml/2006/main">
            <a:off x="1724025" y="33337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EK">
            <a:extLst xmlns:a="http://schemas.openxmlformats.org/drawingml/2006/main">
              <a:ext uri="{FF2B5EF4-FFF2-40B4-BE49-F238E27FC236}">
                <a16:creationId xmlns:a16="http://schemas.microsoft.com/office/drawing/2014/main" id="{2396DA4E-F9BE-43BA-B1D2-0821F6F680CF}"/>
              </a:ext>
            </a:extLst>
          </p:cNvPr>
          <p:cNvSpPr>
            <a:spLocks xmlns:a="http://schemas.openxmlformats.org/drawingml/2006/main" noGrp="1"/>
          </p:cNvSpPr>
          <p:nvPr/>
        </p:nvSpPr>
        <p:spPr>
          <a:xfrm xmlns:a="http://schemas.openxmlformats.org/drawingml/2006/main">
            <a:off x="1838325" y="3190875"/>
            <a:ext cx="4572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①②</a:t>
            </a:r>
          </a:p>
        </p:txBody>
      </p:sp>
      <p:sp>
        <p:nvSpPr>
          <p:cNvPr id="28" name="legacy-edge-KR">
            <a:extLst xmlns:a="http://schemas.openxmlformats.org/drawingml/2006/main">
              <a:ext uri="{FF2B5EF4-FFF2-40B4-BE49-F238E27FC236}">
                <a16:creationId xmlns:a16="http://schemas.microsoft.com/office/drawing/2014/main" id="{77D66A65-92FA-4F8C-963A-EA36981FF05F}"/>
              </a:ext>
            </a:extLst>
          </p:cNvPr>
          <p:cNvSpPr>
            <a:spLocks xmlns:a="http://schemas.openxmlformats.org/drawingml/2006/main" noGrp="1"/>
          </p:cNvSpPr>
          <p:nvPr/>
        </p:nvSpPr>
        <p:spPr>
          <a:xfrm xmlns:a="http://schemas.openxmlformats.org/drawingml/2006/main">
            <a:off x="3009900" y="3748088"/>
            <a:ext cx="342900" cy="9525"/>
          </a:xfrm>
          <a:custGeom xmlns:a="http://schemas.openxmlformats.org/drawingml/2006/main">
            <a:pathLst>
              <a:path w="342900" h="9525">
                <a:moveTo>
                  <a:pt x="0" y="4763"/>
                </a:moveTo>
                <a:lnTo>
                  <a:pt x="342900" y="4763"/>
                </a:lnTo>
              </a:path>
            </a:pathLst>
          </a:custGeom>
          <a:noFill xmlns:a="http://schemas.openxmlformats.org/drawingml/2006/main"/>
          <a:ln xmlns:a="http://schemas.openxmlformats.org/drawingml/2006/main" w="17145">
            <a:solidFill>
              <a:srgbClr val="246AB8"/>
            </a:solidFill>
            <a:prstDash val="solid"/>
          </a:ln>
        </p:spPr>
      </p:sp>
      <p:sp>
        <p:nvSpPr>
          <p:cNvPr id="29" name="legacy-edge-KR-head">
            <a:extLst xmlns:a="http://schemas.openxmlformats.org/drawingml/2006/main">
              <a:ext uri="{FF2B5EF4-FFF2-40B4-BE49-F238E27FC236}">
                <a16:creationId xmlns:a16="http://schemas.microsoft.com/office/drawing/2014/main" id="{A81843A4-5AF0-4351-9875-8DF4C0C0F68D}"/>
              </a:ext>
            </a:extLst>
          </p:cNvPr>
          <p:cNvSpPr>
            <a:spLocks xmlns:a="http://schemas.openxmlformats.org/drawingml/2006/main" noGrp="1"/>
          </p:cNvSpPr>
          <p:nvPr/>
        </p:nvSpPr>
        <p:spPr>
          <a:xfrm xmlns:a="http://schemas.openxmlformats.org/drawingml/2006/main">
            <a:off x="3295650" y="37242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30" name="legacy-edge-label-KR">
            <a:extLst xmlns:a="http://schemas.openxmlformats.org/drawingml/2006/main">
              <a:ext uri="{FF2B5EF4-FFF2-40B4-BE49-F238E27FC236}">
                <a16:creationId xmlns:a16="http://schemas.microsoft.com/office/drawing/2014/main" id="{67BEBFBD-4EAC-47D0-AF3D-E5BCB745C54C}"/>
              </a:ext>
            </a:extLst>
          </p:cNvPr>
          <p:cNvSpPr>
            <a:spLocks xmlns:a="http://schemas.openxmlformats.org/drawingml/2006/main" noGrp="1"/>
          </p:cNvSpPr>
          <p:nvPr/>
        </p:nvSpPr>
        <p:spPr>
          <a:xfrm xmlns:a="http://schemas.openxmlformats.org/drawingml/2006/main">
            <a:off x="3057525" y="35242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③</a:t>
            </a:r>
          </a:p>
        </p:txBody>
      </p:sp>
      <p:sp>
        <p:nvSpPr>
          <p:cNvPr id="31" name="legacy-edge-RK">
            <a:extLst xmlns:a="http://schemas.openxmlformats.org/drawingml/2006/main">
              <a:ext uri="{FF2B5EF4-FFF2-40B4-BE49-F238E27FC236}">
                <a16:creationId xmlns:a16="http://schemas.microsoft.com/office/drawing/2014/main" id="{5E4086C8-B2F0-4C8B-B272-FDDE4A896B9D}"/>
              </a:ext>
            </a:extLst>
          </p:cNvPr>
          <p:cNvSpPr>
            <a:spLocks xmlns:a="http://schemas.openxmlformats.org/drawingml/2006/main" noGrp="1"/>
          </p:cNvSpPr>
          <p:nvPr/>
        </p:nvSpPr>
        <p:spPr>
          <a:xfrm xmlns:a="http://schemas.openxmlformats.org/drawingml/2006/main">
            <a:off x="3009900" y="4357688"/>
            <a:ext cx="342900" cy="9525"/>
          </a:xfrm>
          <a:custGeom xmlns:a="http://schemas.openxmlformats.org/drawingml/2006/main">
            <a:pathLst>
              <a:path w="342900" h="9525">
                <a:moveTo>
                  <a:pt x="342900" y="4763"/>
                </a:moveTo>
                <a:lnTo>
                  <a:pt x="0" y="4763"/>
                </a:lnTo>
              </a:path>
            </a:pathLst>
          </a:custGeom>
          <a:noFill xmlns:a="http://schemas.openxmlformats.org/drawingml/2006/main"/>
          <a:ln xmlns:a="http://schemas.openxmlformats.org/drawingml/2006/main" w="17145">
            <a:solidFill>
              <a:srgbClr val="246AB8"/>
            </a:solidFill>
            <a:prstDash val="solid"/>
          </a:ln>
        </p:spPr>
      </p:sp>
      <p:sp>
        <p:nvSpPr>
          <p:cNvPr id="32" name="legacy-edge-RK-head">
            <a:extLst xmlns:a="http://schemas.openxmlformats.org/drawingml/2006/main">
              <a:ext uri="{FF2B5EF4-FFF2-40B4-BE49-F238E27FC236}">
                <a16:creationId xmlns:a16="http://schemas.microsoft.com/office/drawing/2014/main" id="{38B02DCD-3D8E-4479-A590-950EF25E5567}"/>
              </a:ext>
            </a:extLst>
          </p:cNvPr>
          <p:cNvSpPr>
            <a:spLocks xmlns:a="http://schemas.openxmlformats.org/drawingml/2006/main" noGrp="1"/>
          </p:cNvSpPr>
          <p:nvPr/>
        </p:nvSpPr>
        <p:spPr>
          <a:xfrm xmlns:a="http://schemas.openxmlformats.org/drawingml/2006/main">
            <a:off x="3009900" y="43338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246AB8"/>
            </a:solidFill>
            <a:prstDash val="solid"/>
          </a:ln>
        </p:spPr>
      </p:sp>
      <p:sp>
        <p:nvSpPr>
          <p:cNvPr id="33" name="legacy-edge-label-RK">
            <a:extLst xmlns:a="http://schemas.openxmlformats.org/drawingml/2006/main">
              <a:ext uri="{FF2B5EF4-FFF2-40B4-BE49-F238E27FC236}">
                <a16:creationId xmlns:a16="http://schemas.microsoft.com/office/drawing/2014/main" id="{F0474BF6-BD35-4993-972A-34BE0DA9DA09}"/>
              </a:ext>
            </a:extLst>
          </p:cNvPr>
          <p:cNvSpPr>
            <a:spLocks xmlns:a="http://schemas.openxmlformats.org/drawingml/2006/main" noGrp="1"/>
          </p:cNvSpPr>
          <p:nvPr/>
        </p:nvSpPr>
        <p:spPr>
          <a:xfrm xmlns:a="http://schemas.openxmlformats.org/drawingml/2006/main">
            <a:off x="3057525" y="41338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④</a:t>
            </a:r>
          </a:p>
        </p:txBody>
      </p:sp>
      <p:sp>
        <p:nvSpPr>
          <p:cNvPr id="34" name="legacy-edge-KD">
            <a:extLst xmlns:a="http://schemas.openxmlformats.org/drawingml/2006/main">
              <a:ext uri="{FF2B5EF4-FFF2-40B4-BE49-F238E27FC236}">
                <a16:creationId xmlns:a16="http://schemas.microsoft.com/office/drawing/2014/main" id="{96AB4958-5205-4CA5-814F-BD809DCAEF5A}"/>
              </a:ext>
            </a:extLst>
          </p:cNvPr>
          <p:cNvSpPr>
            <a:spLocks xmlns:a="http://schemas.openxmlformats.org/drawingml/2006/main" noGrp="1"/>
          </p:cNvSpPr>
          <p:nvPr/>
        </p:nvSpPr>
        <p:spPr>
          <a:xfrm xmlns:a="http://schemas.openxmlformats.org/drawingml/2006/main">
            <a:off x="1328738" y="4743450"/>
            <a:ext cx="9525" cy="342900"/>
          </a:xfrm>
          <a:custGeom xmlns:a="http://schemas.openxmlformats.org/drawingml/2006/main">
            <a:pathLst>
              <a:path w="9525" h="342900">
                <a:moveTo>
                  <a:pt x="4763" y="0"/>
                </a:moveTo>
                <a:lnTo>
                  <a:pt x="4763" y="342900"/>
                </a:lnTo>
              </a:path>
            </a:pathLst>
          </a:custGeom>
          <a:noFill xmlns:a="http://schemas.openxmlformats.org/drawingml/2006/main"/>
          <a:ln xmlns:a="http://schemas.openxmlformats.org/drawingml/2006/main" w="17145">
            <a:solidFill>
              <a:srgbClr val="246AB8"/>
            </a:solidFill>
            <a:prstDash val="solid"/>
          </a:ln>
        </p:spPr>
      </p:sp>
      <p:sp>
        <p:nvSpPr>
          <p:cNvPr id="35" name="legacy-edge-KD-head">
            <a:extLst xmlns:a="http://schemas.openxmlformats.org/drawingml/2006/main">
              <a:ext uri="{FF2B5EF4-FFF2-40B4-BE49-F238E27FC236}">
                <a16:creationId xmlns:a16="http://schemas.microsoft.com/office/drawing/2014/main" id="{E377A9D9-FCB8-414B-A77F-0B3146138E55}"/>
              </a:ext>
            </a:extLst>
          </p:cNvPr>
          <p:cNvSpPr>
            <a:spLocks xmlns:a="http://schemas.openxmlformats.org/drawingml/2006/main" noGrp="1"/>
          </p:cNvSpPr>
          <p:nvPr/>
        </p:nvSpPr>
        <p:spPr>
          <a:xfrm xmlns:a="http://schemas.openxmlformats.org/drawingml/2006/main">
            <a:off x="1304925" y="50292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36" name="legacy-edge-label-KD">
            <a:extLst xmlns:a="http://schemas.openxmlformats.org/drawingml/2006/main">
              <a:ext uri="{FF2B5EF4-FFF2-40B4-BE49-F238E27FC236}">
                <a16:creationId xmlns:a16="http://schemas.microsoft.com/office/drawing/2014/main" id="{0F507F49-213D-41F1-B2AB-F72C8FAB09E0}"/>
              </a:ext>
            </a:extLst>
          </p:cNvPr>
          <p:cNvSpPr>
            <a:spLocks xmlns:a="http://schemas.openxmlformats.org/drawingml/2006/main" noGrp="1"/>
          </p:cNvSpPr>
          <p:nvPr/>
        </p:nvSpPr>
        <p:spPr>
          <a:xfrm xmlns:a="http://schemas.openxmlformats.org/drawingml/2006/main">
            <a:off x="14097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7" name="legacy-edge-DK">
            <a:extLst xmlns:a="http://schemas.openxmlformats.org/drawingml/2006/main">
              <a:ext uri="{FF2B5EF4-FFF2-40B4-BE49-F238E27FC236}">
                <a16:creationId xmlns:a16="http://schemas.microsoft.com/office/drawing/2014/main" id="{2BBB69AF-2985-4EBE-9575-E5B955F27F38}"/>
              </a:ext>
            </a:extLst>
          </p:cNvPr>
          <p:cNvSpPr>
            <a:spLocks xmlns:a="http://schemas.openxmlformats.org/drawingml/2006/main" noGrp="1"/>
          </p:cNvSpPr>
          <p:nvPr/>
        </p:nvSpPr>
        <p:spPr>
          <a:xfrm xmlns:a="http://schemas.openxmlformats.org/drawingml/2006/main">
            <a:off x="2433638" y="4743450"/>
            <a:ext cx="9525" cy="342900"/>
          </a:xfrm>
          <a:custGeom xmlns:a="http://schemas.openxmlformats.org/drawingml/2006/main">
            <a:pathLst>
              <a:path w="9525" h="342900">
                <a:moveTo>
                  <a:pt x="4763" y="342900"/>
                </a:moveTo>
                <a:lnTo>
                  <a:pt x="4763" y="0"/>
                </a:lnTo>
              </a:path>
            </a:pathLst>
          </a:custGeom>
          <a:noFill xmlns:a="http://schemas.openxmlformats.org/drawingml/2006/main"/>
          <a:ln xmlns:a="http://schemas.openxmlformats.org/drawingml/2006/main" w="17145">
            <a:solidFill>
              <a:srgbClr val="246AB8"/>
            </a:solidFill>
            <a:prstDash val="solid"/>
          </a:ln>
        </p:spPr>
      </p:sp>
      <p:sp>
        <p:nvSpPr>
          <p:cNvPr id="38" name="legacy-edge-DK-head">
            <a:extLst xmlns:a="http://schemas.openxmlformats.org/drawingml/2006/main">
              <a:ext uri="{FF2B5EF4-FFF2-40B4-BE49-F238E27FC236}">
                <a16:creationId xmlns:a16="http://schemas.microsoft.com/office/drawing/2014/main" id="{EC484AA8-84FC-4C7A-B064-A5F7C0825EA6}"/>
              </a:ext>
            </a:extLst>
          </p:cNvPr>
          <p:cNvSpPr>
            <a:spLocks xmlns:a="http://schemas.openxmlformats.org/drawingml/2006/main" noGrp="1"/>
          </p:cNvSpPr>
          <p:nvPr/>
        </p:nvSpPr>
        <p:spPr>
          <a:xfrm xmlns:a="http://schemas.openxmlformats.org/drawingml/2006/main">
            <a:off x="2409825" y="4743450"/>
            <a:ext cx="57150" cy="57150"/>
          </a:xfrm>
          <a:custGeom xmlns:a="http://schemas.openxmlformats.org/drawingml/2006/main">
            <a:pathLst>
              <a:path w="57150" h="57150">
                <a:moveTo>
                  <a:pt x="57150" y="57150"/>
                </a:moveTo>
                <a:lnTo>
                  <a:pt x="28575" y="0"/>
                </a:lnTo>
                <a:lnTo>
                  <a:pt x="0" y="57150"/>
                </a:lnTo>
              </a:path>
            </a:pathLst>
          </a:custGeom>
          <a:noFill xmlns:a="http://schemas.openxmlformats.org/drawingml/2006/main"/>
          <a:ln xmlns:a="http://schemas.openxmlformats.org/drawingml/2006/main" w="17145">
            <a:solidFill>
              <a:srgbClr val="246AB8"/>
            </a:solidFill>
            <a:prstDash val="solid"/>
          </a:ln>
        </p:spPr>
      </p:sp>
      <p:sp>
        <p:nvSpPr>
          <p:cNvPr id="39" name="legacy-edge-label-DK">
            <a:extLst xmlns:a="http://schemas.openxmlformats.org/drawingml/2006/main">
              <a:ext uri="{FF2B5EF4-FFF2-40B4-BE49-F238E27FC236}">
                <a16:creationId xmlns:a16="http://schemas.microsoft.com/office/drawing/2014/main" id="{F1D21B31-03F8-429F-9516-E20A5FD2F499}"/>
              </a:ext>
            </a:extLst>
          </p:cNvPr>
          <p:cNvSpPr>
            <a:spLocks xmlns:a="http://schemas.openxmlformats.org/drawingml/2006/main" noGrp="1"/>
          </p:cNvSpPr>
          <p:nvPr/>
        </p:nvSpPr>
        <p:spPr>
          <a:xfrm xmlns:a="http://schemas.openxmlformats.org/drawingml/2006/main">
            <a:off x="25146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40" name="legacy-edge-KN">
            <a:extLst xmlns:a="http://schemas.openxmlformats.org/drawingml/2006/main">
              <a:ext uri="{FF2B5EF4-FFF2-40B4-BE49-F238E27FC236}">
                <a16:creationId xmlns:a16="http://schemas.microsoft.com/office/drawing/2014/main" id="{2F916374-D8C4-4D24-AD71-8AF432BD42B9}"/>
              </a:ext>
            </a:extLst>
          </p:cNvPr>
          <p:cNvSpPr>
            <a:spLocks xmlns:a="http://schemas.openxmlformats.org/drawingml/2006/main" noGrp="1"/>
          </p:cNvSpPr>
          <p:nvPr/>
        </p:nvSpPr>
        <p:spPr>
          <a:xfrm xmlns:a="http://schemas.openxmlformats.org/drawingml/2006/main">
            <a:off x="3009900" y="4591050"/>
            <a:ext cx="342900" cy="819150"/>
          </a:xfrm>
          <a:custGeom xmlns:a="http://schemas.openxmlformats.org/drawingml/2006/main">
            <a:pathLst>
              <a:path w="342900" h="819150">
                <a:moveTo>
                  <a:pt x="0" y="0"/>
                </a:moveTo>
                <a:lnTo>
                  <a:pt x="171450" y="0"/>
                </a:lnTo>
                <a:lnTo>
                  <a:pt x="171450" y="819150"/>
                </a:lnTo>
                <a:lnTo>
                  <a:pt x="342900" y="819150"/>
                </a:lnTo>
              </a:path>
            </a:pathLst>
          </a:custGeom>
          <a:noFill xmlns:a="http://schemas.openxmlformats.org/drawingml/2006/main"/>
          <a:ln xmlns:a="http://schemas.openxmlformats.org/drawingml/2006/main" w="17145">
            <a:solidFill>
              <a:srgbClr val="246AB8"/>
            </a:solidFill>
            <a:prstDash val="solid"/>
          </a:ln>
        </p:spPr>
      </p:sp>
      <p:sp>
        <p:nvSpPr>
          <p:cNvPr id="41" name="legacy-edge-KN-head">
            <a:extLst xmlns:a="http://schemas.openxmlformats.org/drawingml/2006/main">
              <a:ext uri="{FF2B5EF4-FFF2-40B4-BE49-F238E27FC236}">
                <a16:creationId xmlns:a16="http://schemas.microsoft.com/office/drawing/2014/main" id="{E778C897-690D-4295-9390-B86EBD5006F4}"/>
              </a:ext>
            </a:extLst>
          </p:cNvPr>
          <p:cNvSpPr>
            <a:spLocks xmlns:a="http://schemas.openxmlformats.org/drawingml/2006/main" noGrp="1"/>
          </p:cNvSpPr>
          <p:nvPr/>
        </p:nvSpPr>
        <p:spPr>
          <a:xfrm xmlns:a="http://schemas.openxmlformats.org/drawingml/2006/main">
            <a:off x="3295650" y="538162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42" name="legacy-edge-label-KN">
            <a:extLst xmlns:a="http://schemas.openxmlformats.org/drawingml/2006/main">
              <a:ext uri="{FF2B5EF4-FFF2-40B4-BE49-F238E27FC236}">
                <a16:creationId xmlns:a16="http://schemas.microsoft.com/office/drawing/2014/main" id="{F930450D-D724-45E1-ADFE-B11F48E68130}"/>
              </a:ext>
            </a:extLst>
          </p:cNvPr>
          <p:cNvSpPr>
            <a:spLocks xmlns:a="http://schemas.openxmlformats.org/drawingml/2006/main" noGrp="1"/>
          </p:cNvSpPr>
          <p:nvPr/>
        </p:nvSpPr>
        <p:spPr>
          <a:xfrm xmlns:a="http://schemas.openxmlformats.org/drawingml/2006/main">
            <a:off x="3038475" y="5476875"/>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43" name="legacy-edge-NE">
            <a:extLst xmlns:a="http://schemas.openxmlformats.org/drawingml/2006/main">
              <a:ext uri="{FF2B5EF4-FFF2-40B4-BE49-F238E27FC236}">
                <a16:creationId xmlns:a16="http://schemas.microsoft.com/office/drawing/2014/main" id="{6F287E53-BBA9-4FFC-AF30-EB04AA86E82C}"/>
              </a:ext>
            </a:extLst>
          </p:cNvPr>
          <p:cNvSpPr>
            <a:spLocks xmlns:a="http://schemas.openxmlformats.org/drawingml/2006/main" noGrp="1"/>
          </p:cNvSpPr>
          <p:nvPr/>
        </p:nvSpPr>
        <p:spPr>
          <a:xfrm xmlns:a="http://schemas.openxmlformats.org/drawingml/2006/main">
            <a:off x="5753100" y="2905125"/>
            <a:ext cx="171450" cy="2524125"/>
          </a:xfrm>
          <a:custGeom xmlns:a="http://schemas.openxmlformats.org/drawingml/2006/main">
            <a:pathLst>
              <a:path w="171450" h="2524125">
                <a:moveTo>
                  <a:pt x="0" y="2524125"/>
                </a:moveTo>
                <a:lnTo>
                  <a:pt x="171450" y="2524125"/>
                </a:lnTo>
                <a:lnTo>
                  <a:pt x="171450" y="0"/>
                </a:lnTo>
                <a:lnTo>
                  <a:pt x="0" y="0"/>
                </a:lnTo>
              </a:path>
            </a:pathLst>
          </a:custGeom>
          <a:noFill xmlns:a="http://schemas.openxmlformats.org/drawingml/2006/main"/>
          <a:ln xmlns:a="http://schemas.openxmlformats.org/drawingml/2006/main" w="17145">
            <a:solidFill>
              <a:srgbClr val="246AB8"/>
            </a:solidFill>
            <a:prstDash val="solid"/>
          </a:ln>
        </p:spPr>
      </p:sp>
      <p:sp>
        <p:nvSpPr>
          <p:cNvPr id="44" name="legacy-edge-NE-head">
            <a:extLst xmlns:a="http://schemas.openxmlformats.org/drawingml/2006/main">
              <a:ext uri="{FF2B5EF4-FFF2-40B4-BE49-F238E27FC236}">
                <a16:creationId xmlns:a16="http://schemas.microsoft.com/office/drawing/2014/main" id="{C91B270D-E6B3-4775-88F2-0ABEA4615A1C}"/>
              </a:ext>
            </a:extLst>
          </p:cNvPr>
          <p:cNvSpPr>
            <a:spLocks xmlns:a="http://schemas.openxmlformats.org/drawingml/2006/main" noGrp="1"/>
          </p:cNvSpPr>
          <p:nvPr/>
        </p:nvSpPr>
        <p:spPr>
          <a:xfrm xmlns:a="http://schemas.openxmlformats.org/drawingml/2006/main">
            <a:off x="5753100" y="2876550"/>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246AB8"/>
            </a:solidFill>
            <a:prstDash val="solid"/>
          </a:ln>
        </p:spPr>
      </p:sp>
      <p:sp>
        <p:nvSpPr>
          <p:cNvPr id="45" name="legacy-edge-label-NE">
            <a:extLst xmlns:a="http://schemas.openxmlformats.org/drawingml/2006/main">
              <a:ext uri="{FF2B5EF4-FFF2-40B4-BE49-F238E27FC236}">
                <a16:creationId xmlns:a16="http://schemas.microsoft.com/office/drawing/2014/main" id="{0B248F0D-4F95-4878-9696-BDD306066CC9}"/>
              </a:ext>
            </a:extLst>
          </p:cNvPr>
          <p:cNvSpPr>
            <a:spLocks xmlns:a="http://schemas.openxmlformats.org/drawingml/2006/main" noGrp="1"/>
          </p:cNvSpPr>
          <p:nvPr/>
        </p:nvSpPr>
        <p:spPr>
          <a:xfrm xmlns:a="http://schemas.openxmlformats.org/drawingml/2006/main">
            <a:off x="5791200" y="3171825"/>
            <a:ext cx="2571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46" name="legacy-node-E">
            <a:extLst xmlns:a="http://schemas.openxmlformats.org/drawingml/2006/main">
              <a:ext uri="{FF2B5EF4-FFF2-40B4-BE49-F238E27FC236}">
                <a16:creationId xmlns:a16="http://schemas.microsoft.com/office/drawing/2014/main" id="{02346A1B-EF2A-474B-A33F-0A0AF9907510}"/>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EAF1FB"/>
          </a:solidFill>
          <a:ln xmlns:a="http://schemas.openxmlformats.org/drawingml/2006/main" w="14288">
            <a:solidFill>
              <a:srgbClr val="246AB8"/>
            </a:solidFill>
            <a:prstDash val="solid"/>
          </a:ln>
        </p:spPr>
      </p:sp>
      <p:sp>
        <p:nvSpPr>
          <p:cNvPr id="47" name="legacy-title-E">
            <a:extLst xmlns:a="http://schemas.openxmlformats.org/drawingml/2006/main">
              <a:ext uri="{FF2B5EF4-FFF2-40B4-BE49-F238E27FC236}">
                <a16:creationId xmlns:a16="http://schemas.microsoft.com/office/drawing/2014/main" id="{C0B2A85B-2A1B-46D8-B98A-E3C96A335412}"/>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7263A"/>
                </a:solidFill>
                <a:latin typeface="Microsoft YaHei"/>
                <a:ea typeface="Microsoft YaHei"/>
                <a:cs typeface="Microsoft YaHei"/>
              </a:defRPr>
            </a:defPPr>
            <a:lvl1pPr algn="l">
              <a:defRPr sz="1650" b="1">
                <a:solidFill>
                  <a:srgbClr val="17263A"/>
                </a:solidFill>
                <a:latin typeface="Microsoft YaHei"/>
                <a:ea typeface="Microsoft YaHei"/>
                <a:cs typeface="Microsoft YaHei"/>
              </a:defRPr>
            </a:lvl1pPr>
            <a:lvl2pPr algn="l">
              <a:defRPr sz="1650" b="1">
                <a:solidFill>
                  <a:srgbClr val="17263A"/>
                </a:solidFill>
                <a:latin typeface="Microsoft YaHei"/>
                <a:ea typeface="Microsoft YaHei"/>
                <a:cs typeface="Microsoft YaHei"/>
              </a:defRPr>
            </a:lvl2pPr>
            <a:lvl3pPr algn="l">
              <a:defRPr sz="1650" b="1">
                <a:solidFill>
                  <a:srgbClr val="17263A"/>
                </a:solidFill>
                <a:latin typeface="Microsoft YaHei"/>
                <a:ea typeface="Microsoft YaHei"/>
                <a:cs typeface="Microsoft YaHei"/>
              </a:defRPr>
            </a:lvl3pPr>
            <a:lvl4pPr algn="l">
              <a:defRPr sz="1650" b="1">
                <a:solidFill>
                  <a:srgbClr val="17263A"/>
                </a:solidFill>
                <a:latin typeface="Microsoft YaHei"/>
                <a:ea typeface="Microsoft YaHei"/>
                <a:cs typeface="Microsoft YaHei"/>
              </a:defRPr>
            </a:lvl4pPr>
            <a:lvl5pPr algn="l">
              <a:defRPr sz="1650" b="1">
                <a:solidFill>
                  <a:srgbClr val="17263A"/>
                </a:solidFill>
                <a:latin typeface="Microsoft YaHei"/>
                <a:ea typeface="Microsoft YaHei"/>
                <a:cs typeface="Microsoft YaHei"/>
              </a:defRPr>
            </a:lvl5pPr>
            <a:lvl6pPr algn="l">
              <a:defRPr sz="1650" b="1">
                <a:solidFill>
                  <a:srgbClr val="17263A"/>
                </a:solidFill>
                <a:latin typeface="Microsoft YaHei"/>
                <a:ea typeface="Microsoft YaHei"/>
                <a:cs typeface="Microsoft YaHei"/>
              </a:defRPr>
            </a:lvl6pPr>
            <a:lvl7pPr algn="l">
              <a:defRPr sz="1650" b="1">
                <a:solidFill>
                  <a:srgbClr val="17263A"/>
                </a:solidFill>
                <a:latin typeface="Microsoft YaHei"/>
                <a:ea typeface="Microsoft YaHei"/>
                <a:cs typeface="Microsoft YaHei"/>
              </a:defRPr>
            </a:lvl7pPr>
            <a:lvl8pPr algn="l">
              <a:defRPr sz="1650" b="1">
                <a:solidFill>
                  <a:srgbClr val="17263A"/>
                </a:solidFill>
                <a:latin typeface="Microsoft YaHei"/>
                <a:ea typeface="Microsoft YaHei"/>
                <a:cs typeface="Microsoft YaHei"/>
              </a:defRPr>
            </a:lvl8pPr>
            <a:lvl9pPr algn="l">
              <a:defRPr sz="1650" b="1">
                <a:solidFill>
                  <a:srgbClr val="17263A"/>
                </a:solidFill>
                <a:latin typeface="Microsoft YaHei"/>
                <a:ea typeface="Microsoft YaHei"/>
                <a:cs typeface="Microsoft YaHei"/>
              </a:defRPr>
            </a:lvl9pPr>
          </a:lstStyle>
          <a:p xmlns:a="http://schemas.openxmlformats.org/drawingml/2006/main">
            <a:pPr algn="l">
              <a:lnSpc>
                <a:spcPct val="102000"/>
              </a:lnSpc>
              <a:buNone/>
              <a:defRPr sz="1650" b="1">
                <a:solidFill>
                  <a:srgbClr val="17263A"/>
                </a:solidFill>
                <a:latin typeface="Microsoft YaHei"/>
                <a:ea typeface="Microsoft YaHei"/>
                <a:cs typeface="Microsoft YaHei"/>
              </a:defRPr>
            </a:pPr>
            <a:r>
              <a:rPr sz="1650" b="1">
                <a:solidFill>
                  <a:srgbClr val="17263A"/>
                </a:solidFill>
                <a:latin typeface="Microsoft YaHei"/>
                <a:ea typeface="Microsoft YaHei"/>
                <a:cs typeface="Microsoft YaHei"/>
              </a:rPr>
              <a:t>CoreServiceSim → SimManager</a:t>
            </a:r>
          </a:p>
        </p:txBody>
      </p:sp>
      <p:sp>
        <p:nvSpPr>
          <p:cNvPr id="48" name="legacy-line-E-0">
            <a:extLst xmlns:a="http://schemas.openxmlformats.org/drawingml/2006/main">
              <a:ext uri="{FF2B5EF4-FFF2-40B4-BE49-F238E27FC236}">
                <a16:creationId xmlns:a16="http://schemas.microsoft.com/office/drawing/2014/main" id="{45E3B004-5ADA-4D68-9C13-8ECD7856592E}"/>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slotId / number / callback；检查后异步排队</a:t>
            </a:r>
          </a:p>
        </p:txBody>
      </p:sp>
      <p:sp>
        <p:nvSpPr>
          <p:cNvPr id="49" name="legacy-node-K">
            <a:extLst xmlns:a="http://schemas.openxmlformats.org/drawingml/2006/main">
              <a:ext uri="{FF2B5EF4-FFF2-40B4-BE49-F238E27FC236}">
                <a16:creationId xmlns:a16="http://schemas.microsoft.com/office/drawing/2014/main" id="{51AEF83A-56EF-4192-9A77-ED9C58807C11}"/>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50" name="legacy-title-K">
            <a:extLst xmlns:a="http://schemas.openxmlformats.org/drawingml/2006/main">
              <a:ext uri="{FF2B5EF4-FFF2-40B4-BE49-F238E27FC236}">
                <a16:creationId xmlns:a16="http://schemas.microsoft.com/office/drawing/2014/main" id="{2B6EDD4E-3B76-41D5-94CA-7FA83463D59D}"/>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51" name="legacy-alias-K">
            <a:extLst xmlns:a="http://schemas.openxmlformats.org/drawingml/2006/main">
              <a:ext uri="{FF2B5EF4-FFF2-40B4-BE49-F238E27FC236}">
                <a16:creationId xmlns:a16="http://schemas.microsoft.com/office/drawing/2014/main" id="{BCAD16C5-0A91-4251-A9DD-5F3BCDF392EA}"/>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同一模块承接多种职责</a:t>
            </a:r>
          </a:p>
        </p:txBody>
      </p:sp>
      <p:sp>
        <p:nvSpPr>
          <p:cNvPr id="52" name="legacy-line-K-0">
            <a:extLst xmlns:a="http://schemas.openxmlformats.org/drawingml/2006/main">
              <a:ext uri="{FF2B5EF4-FFF2-40B4-BE49-F238E27FC236}">
                <a16:creationId xmlns:a16="http://schemas.microsoft.com/office/drawing/2014/main" id="{C48AC444-E253-45B5-A3BD-A2DF8CE105D5}"/>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② 按 slot 定位 File / curSimId</a:t>
            </a:r>
          </a:p>
        </p:txBody>
      </p:sp>
      <p:sp>
        <p:nvSpPr>
          <p:cNvPr id="53" name="legacy-line-K-1">
            <a:extLst xmlns:a="http://schemas.openxmlformats.org/drawingml/2006/main">
              <a:ext uri="{FF2B5EF4-FFF2-40B4-BE49-F238E27FC236}">
                <a16:creationId xmlns:a16="http://schemas.microsoft.com/office/drawing/2014/main" id="{E3DE46A9-5842-4DFC-80C0-29C12AC4FAA4}"/>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④ 写卡结果决定是否继续</a:t>
            </a:r>
          </a:p>
        </p:txBody>
      </p:sp>
      <p:sp>
        <p:nvSpPr>
          <p:cNvPr id="54" name="legacy-line-K-2">
            <a:extLst xmlns:a="http://schemas.openxmlformats.org/drawingml/2006/main">
              <a:ext uri="{FF2B5EF4-FFF2-40B4-BE49-F238E27FC236}">
                <a16:creationId xmlns:a16="http://schemas.microsoft.com/office/drawing/2014/main" id="{CF922FD8-5001-4E25-8ECD-650253CAFF4A}"/>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⑤ SetShowNumberToDB</a:t>
            </a:r>
          </a:p>
        </p:txBody>
      </p:sp>
      <p:sp>
        <p:nvSpPr>
          <p:cNvPr id="55" name="legacy-node-R">
            <a:extLst xmlns:a="http://schemas.openxmlformats.org/drawingml/2006/main">
              <a:ext uri="{FF2B5EF4-FFF2-40B4-BE49-F238E27FC236}">
                <a16:creationId xmlns:a16="http://schemas.microsoft.com/office/drawing/2014/main" id="{50202F16-20FC-4D21-83A0-2D300A5C4A9A}"/>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56" name="legacy-title-R">
            <a:extLst xmlns:a="http://schemas.openxmlformats.org/drawingml/2006/main">
              <a:ext uri="{FF2B5EF4-FFF2-40B4-BE49-F238E27FC236}">
                <a16:creationId xmlns:a16="http://schemas.microsoft.com/office/drawing/2014/main" id="{A94FFA93-7A94-4C5B-BFBD-35A7A5B2D06B}"/>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SimFileManager / SimFile</a:t>
            </a:r>
          </a:p>
        </p:txBody>
      </p:sp>
      <p:sp>
        <p:nvSpPr>
          <p:cNvPr id="57" name="legacy-alias-R">
            <a:extLst xmlns:a="http://schemas.openxmlformats.org/drawingml/2006/main">
              <a:ext uri="{FF2B5EF4-FFF2-40B4-BE49-F238E27FC236}">
                <a16:creationId xmlns:a16="http://schemas.microsoft.com/office/drawing/2014/main" id="{4F471072-CEFC-4A4F-8F92-4BBE2DA73F6E}"/>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DiallingNumbers / EF / RIL</a:t>
            </a:r>
          </a:p>
        </p:txBody>
      </p:sp>
      <p:sp>
        <p:nvSpPr>
          <p:cNvPr id="58" name="legacy-line-R-0">
            <a:extLst xmlns:a="http://schemas.openxmlformats.org/drawingml/2006/main">
              <a:ext uri="{FF2B5EF4-FFF2-40B4-BE49-F238E27FC236}">
                <a16:creationId xmlns:a16="http://schemas.microsoft.com/office/drawing/2014/main" id="{7DB280C0-B07C-4950-A5CD-730460832CDB}"/>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③ UpdateMsisdnNumber</a:t>
            </a:r>
          </a:p>
        </p:txBody>
      </p:sp>
      <p:sp>
        <p:nvSpPr>
          <p:cNvPr id="59" name="legacy-line-R-1">
            <a:extLst xmlns:a="http://schemas.openxmlformats.org/drawingml/2006/main">
              <a:ext uri="{FF2B5EF4-FFF2-40B4-BE49-F238E27FC236}">
                <a16:creationId xmlns:a16="http://schemas.microsoft.com/office/drawing/2014/main" id="{D8D7998A-AB87-41A6-8A24-177A4BA516A3}"/>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④ ProcessSetMsisdnDone</a:t>
            </a:r>
          </a:p>
        </p:txBody>
      </p:sp>
      <p:sp>
        <p:nvSpPr>
          <p:cNvPr id="60" name="legacy-line-R-2">
            <a:extLst xmlns:a="http://schemas.openxmlformats.org/drawingml/2006/main">
              <a:ext uri="{FF2B5EF4-FFF2-40B4-BE49-F238E27FC236}">
                <a16:creationId xmlns:a16="http://schemas.microsoft.com/office/drawing/2014/main" id="{71015F93-4BE9-499F-B219-FDC39A5B6702}"/>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卡缓存 / waitResult_</a:t>
            </a:r>
          </a:p>
        </p:txBody>
      </p:sp>
      <p:sp>
        <p:nvSpPr>
          <p:cNvPr id="61" name="legacy-node-D">
            <a:extLst xmlns:a="http://schemas.openxmlformats.org/drawingml/2006/main">
              <a:ext uri="{FF2B5EF4-FFF2-40B4-BE49-F238E27FC236}">
                <a16:creationId xmlns:a16="http://schemas.microsoft.com/office/drawing/2014/main" id="{24B3EB34-F88E-4F3E-AFE3-595A70D19BCD}"/>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62" name="legacy-title-D">
            <a:extLst xmlns:a="http://schemas.openxmlformats.org/drawingml/2006/main">
              <a:ext uri="{FF2B5EF4-FFF2-40B4-BE49-F238E27FC236}">
                <a16:creationId xmlns:a16="http://schemas.microsoft.com/office/drawing/2014/main" id="{35FDE61B-D6F2-45B2-9CA1-C380A45C0EBB}"/>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SimRdbHelper</a:t>
            </a:r>
          </a:p>
        </p:txBody>
      </p:sp>
      <p:sp>
        <p:nvSpPr>
          <p:cNvPr id="63" name="legacy-line-D-0">
            <a:extLst xmlns:a="http://schemas.openxmlformats.org/drawingml/2006/main">
              <a:ext uri="{FF2B5EF4-FFF2-40B4-BE49-F238E27FC236}">
                <a16:creationId xmlns:a16="http://schemas.microsoft.com/office/drawing/2014/main" id="{72BE7D00-0148-44A9-9CCB-B7BDFE3CBAFD}"/>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17263A"/>
                </a:solidFill>
                <a:latin typeface="Microsoft YaHei"/>
                <a:ea typeface="Microsoft YaHei"/>
                <a:cs typeface="Microsoft YaHei"/>
              </a:defRPr>
            </a:defPPr>
            <a:lvl1pPr algn="l">
              <a:defRPr sz="1238" b="0">
                <a:solidFill>
                  <a:srgbClr val="17263A"/>
                </a:solidFill>
                <a:latin typeface="Microsoft YaHei"/>
                <a:ea typeface="Microsoft YaHei"/>
                <a:cs typeface="Microsoft YaHei"/>
              </a:defRPr>
            </a:lvl1pPr>
            <a:lvl2pPr algn="l">
              <a:defRPr sz="1238" b="0">
                <a:solidFill>
                  <a:srgbClr val="17263A"/>
                </a:solidFill>
                <a:latin typeface="Microsoft YaHei"/>
                <a:ea typeface="Microsoft YaHei"/>
                <a:cs typeface="Microsoft YaHei"/>
              </a:defRPr>
            </a:lvl2pPr>
            <a:lvl3pPr algn="l">
              <a:defRPr sz="1238" b="0">
                <a:solidFill>
                  <a:srgbClr val="17263A"/>
                </a:solidFill>
                <a:latin typeface="Microsoft YaHei"/>
                <a:ea typeface="Microsoft YaHei"/>
                <a:cs typeface="Microsoft YaHei"/>
              </a:defRPr>
            </a:lvl3pPr>
            <a:lvl4pPr algn="l">
              <a:defRPr sz="1238" b="0">
                <a:solidFill>
                  <a:srgbClr val="17263A"/>
                </a:solidFill>
                <a:latin typeface="Microsoft YaHei"/>
                <a:ea typeface="Microsoft YaHei"/>
                <a:cs typeface="Microsoft YaHei"/>
              </a:defRPr>
            </a:lvl4pPr>
            <a:lvl5pPr algn="l">
              <a:defRPr sz="1238" b="0">
                <a:solidFill>
                  <a:srgbClr val="17263A"/>
                </a:solidFill>
                <a:latin typeface="Microsoft YaHei"/>
                <a:ea typeface="Microsoft YaHei"/>
                <a:cs typeface="Microsoft YaHei"/>
              </a:defRPr>
            </a:lvl5pPr>
            <a:lvl6pPr algn="l">
              <a:defRPr sz="1238" b="0">
                <a:solidFill>
                  <a:srgbClr val="17263A"/>
                </a:solidFill>
                <a:latin typeface="Microsoft YaHei"/>
                <a:ea typeface="Microsoft YaHei"/>
                <a:cs typeface="Microsoft YaHei"/>
              </a:defRPr>
            </a:lvl6pPr>
            <a:lvl7pPr algn="l">
              <a:defRPr sz="1238" b="0">
                <a:solidFill>
                  <a:srgbClr val="17263A"/>
                </a:solidFill>
                <a:latin typeface="Microsoft YaHei"/>
                <a:ea typeface="Microsoft YaHei"/>
                <a:cs typeface="Microsoft YaHei"/>
              </a:defRPr>
            </a:lvl7pPr>
            <a:lvl8pPr algn="l">
              <a:defRPr sz="1238" b="0">
                <a:solidFill>
                  <a:srgbClr val="17263A"/>
                </a:solidFill>
                <a:latin typeface="Microsoft YaHei"/>
                <a:ea typeface="Microsoft YaHei"/>
                <a:cs typeface="Microsoft YaHei"/>
              </a:defRPr>
            </a:lvl8pPr>
            <a:lvl9pPr algn="l">
              <a:defRPr sz="1238" b="0">
                <a:solidFill>
                  <a:srgbClr val="17263A"/>
                </a:solidFill>
                <a:latin typeface="Microsoft YaHei"/>
                <a:ea typeface="Microsoft YaHei"/>
                <a:cs typeface="Microsoft YaHei"/>
              </a:defRPr>
            </a:lvl9pPr>
          </a:lstStyle>
          <a:p xmlns:a="http://schemas.openxmlformats.org/drawingml/2006/main">
            <a:pPr algn="l">
              <a:lnSpc>
                <a:spcPct val="102000"/>
              </a:lnSpc>
              <a:buNone/>
              <a:defRPr sz="1238" b="0">
                <a:solidFill>
                  <a:srgbClr val="17263A"/>
                </a:solidFill>
                <a:latin typeface="Microsoft YaHei"/>
                <a:ea typeface="Microsoft YaHei"/>
                <a:cs typeface="Microsoft YaHei"/>
              </a:defRPr>
            </a:pPr>
            <a:r>
              <a:rPr sz="1238" b="0">
                <a:solidFill>
                  <a:srgbClr val="17263A"/>
                </a:solidFill>
                <a:latin typeface="Microsoft YaHei"/>
                <a:ea typeface="Microsoft YaHei"/>
                <a:cs typeface="Microsoft YaHei"/>
              </a:rPr>
              <a:t>⑤ DataShare：DB → 账户缓存</a:t>
            </a:r>
          </a:p>
        </p:txBody>
      </p:sp>
      <p:sp>
        <p:nvSpPr>
          <p:cNvPr id="64" name="legacy-node-N">
            <a:extLst xmlns:a="http://schemas.openxmlformats.org/drawingml/2006/main">
              <a:ext uri="{FF2B5EF4-FFF2-40B4-BE49-F238E27FC236}">
                <a16:creationId xmlns:a16="http://schemas.microsoft.com/office/drawing/2014/main" id="{7C65289E-125A-4874-B460-C72F8626DD15}"/>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65" name="legacy-title-N">
            <a:extLst xmlns:a="http://schemas.openxmlformats.org/drawingml/2006/main">
              <a:ext uri="{FF2B5EF4-FFF2-40B4-BE49-F238E27FC236}">
                <a16:creationId xmlns:a16="http://schemas.microsoft.com/office/drawing/2014/main" id="{EB509325-C49A-423B-BBD8-3854906DDCC3}"/>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旧通知与回调</a:t>
            </a:r>
          </a:p>
        </p:txBody>
      </p:sp>
      <p:sp>
        <p:nvSpPr>
          <p:cNvPr id="66" name="legacy-line-N-0">
            <a:extLst xmlns:a="http://schemas.openxmlformats.org/drawingml/2006/main">
              <a:ext uri="{FF2B5EF4-FFF2-40B4-BE49-F238E27FC236}">
                <a16:creationId xmlns:a16="http://schemas.microsoft.com/office/drawing/2014/main" id="{F37D3DBA-271D-40BE-9F5A-8B59E3E79C77}"/>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整体成功才发账户通知</a:t>
            </a:r>
          </a:p>
        </p:txBody>
      </p:sp>
      <p:sp>
        <p:nvSpPr>
          <p:cNvPr id="67" name="legacy-line-N-1">
            <a:extLst xmlns:a="http://schemas.openxmlformats.org/drawingml/2006/main">
              <a:ext uri="{FF2B5EF4-FFF2-40B4-BE49-F238E27FC236}">
                <a16:creationId xmlns:a16="http://schemas.microsoft.com/office/drawing/2014/main" id="{F23C0850-842D-411D-AB70-0C616DF37554}"/>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CoreServiceSim 返回原结果</a:t>
            </a:r>
          </a:p>
        </p:txBody>
      </p:sp>
      <p:sp>
        <p:nvSpPr>
          <p:cNvPr id="68" name="legacy-flow-note">
            <a:extLst xmlns:a="http://schemas.openxmlformats.org/drawingml/2006/main">
              <a:ext uri="{FF2B5EF4-FFF2-40B4-BE49-F238E27FC236}">
                <a16:creationId xmlns:a16="http://schemas.microsoft.com/office/drawing/2014/main" id="{9D3525B1-509B-4D73-83D0-7FABBABC840A}"/>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SetShowNumber · 普通路径；省略透传函数及中间调用栈</a:t>
            </a:r>
          </a:p>
        </p:txBody>
      </p:sp>
      <p:sp>
        <p:nvSpPr>
          <p:cNvPr id="69" name="application-label">
            <a:extLst xmlns:a="http://schemas.openxmlformats.org/drawingml/2006/main">
              <a:ext uri="{FF2B5EF4-FFF2-40B4-BE49-F238E27FC236}">
                <a16:creationId xmlns:a16="http://schemas.microsoft.com/office/drawing/2014/main" id="{1502865A-F579-4638-B119-C16CA36ECF11}"/>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70" name="domain-label">
            <a:extLst xmlns:a="http://schemas.openxmlformats.org/drawingml/2006/main">
              <a:ext uri="{FF2B5EF4-FFF2-40B4-BE49-F238E27FC236}">
                <a16:creationId xmlns:a16="http://schemas.microsoft.com/office/drawing/2014/main" id="{46266B22-E9BE-4E58-A58F-DACCD0923B12}"/>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71" name="target-edge-CO">
            <a:extLst xmlns:a="http://schemas.openxmlformats.org/drawingml/2006/main">
              <a:ext uri="{FF2B5EF4-FFF2-40B4-BE49-F238E27FC236}">
                <a16:creationId xmlns:a16="http://schemas.microsoft.com/office/drawing/2014/main" id="{4DD6403C-3806-4486-9D04-322CE0FFE826}"/>
              </a:ext>
            </a:extLst>
          </p:cNvPr>
          <p:cNvSpPr>
            <a:spLocks xmlns:a="http://schemas.openxmlformats.org/drawingml/2006/main" noGrp="1"/>
          </p:cNvSpPr>
          <p:nvPr/>
        </p:nvSpPr>
        <p:spPr>
          <a:xfrm xmlns:a="http://schemas.openxmlformats.org/drawingml/2006/main">
            <a:off x="7853363" y="314325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72" name="target-edge-CO-head">
            <a:extLst xmlns:a="http://schemas.openxmlformats.org/drawingml/2006/main">
              <a:ext uri="{FF2B5EF4-FFF2-40B4-BE49-F238E27FC236}">
                <a16:creationId xmlns:a16="http://schemas.microsoft.com/office/drawing/2014/main" id="{C757BD7F-AFAF-4296-8FF2-D6EFAB6692FF}"/>
              </a:ext>
            </a:extLst>
          </p:cNvPr>
          <p:cNvSpPr>
            <a:spLocks xmlns:a="http://schemas.openxmlformats.org/drawingml/2006/main" noGrp="1"/>
          </p:cNvSpPr>
          <p:nvPr/>
        </p:nvSpPr>
        <p:spPr>
          <a:xfrm xmlns:a="http://schemas.openxmlformats.org/drawingml/2006/main">
            <a:off x="7829550" y="33147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73" name="target-edge-label-CO">
            <a:extLst xmlns:a="http://schemas.openxmlformats.org/drawingml/2006/main">
              <a:ext uri="{FF2B5EF4-FFF2-40B4-BE49-F238E27FC236}">
                <a16:creationId xmlns:a16="http://schemas.microsoft.com/office/drawing/2014/main" id="{78489085-587A-418D-B5EE-1014FB099564}"/>
              </a:ext>
            </a:extLst>
          </p:cNvPr>
          <p:cNvSpPr>
            <a:spLocks xmlns:a="http://schemas.openxmlformats.org/drawingml/2006/main" noGrp="1"/>
          </p:cNvSpPr>
          <p:nvPr/>
        </p:nvSpPr>
        <p:spPr>
          <a:xfrm xmlns:a="http://schemas.openxmlformats.org/drawingml/2006/main">
            <a:off x="7658100" y="3152775"/>
            <a:ext cx="1905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①</a:t>
            </a:r>
          </a:p>
        </p:txBody>
      </p:sp>
      <p:sp>
        <p:nvSpPr>
          <p:cNvPr id="74" name="target-edge-OT">
            <a:extLst xmlns:a="http://schemas.openxmlformats.org/drawingml/2006/main">
              <a:ext uri="{FF2B5EF4-FFF2-40B4-BE49-F238E27FC236}">
                <a16:creationId xmlns:a16="http://schemas.microsoft.com/office/drawing/2014/main" id="{FCC67199-4B59-4765-9DB0-D354F73A4934}"/>
              </a:ext>
            </a:extLst>
          </p:cNvPr>
          <p:cNvSpPr>
            <a:spLocks xmlns:a="http://schemas.openxmlformats.org/drawingml/2006/main" noGrp="1"/>
          </p:cNvSpPr>
          <p:nvPr/>
        </p:nvSpPr>
        <p:spPr>
          <a:xfrm xmlns:a="http://schemas.openxmlformats.org/drawingml/2006/main">
            <a:off x="8172450" y="3633788"/>
            <a:ext cx="180975" cy="9525"/>
          </a:xfrm>
          <a:custGeom xmlns:a="http://schemas.openxmlformats.org/drawingml/2006/main">
            <a:pathLst>
              <a:path w="180975" h="9525">
                <a:moveTo>
                  <a:pt x="0" y="4763"/>
                </a:moveTo>
                <a:lnTo>
                  <a:pt x="180975" y="4763"/>
                </a:lnTo>
              </a:path>
            </a:pathLst>
          </a:custGeom>
          <a:noFill xmlns:a="http://schemas.openxmlformats.org/drawingml/2006/main"/>
          <a:ln xmlns:a="http://schemas.openxmlformats.org/drawingml/2006/main" w="16193">
            <a:solidFill>
              <a:srgbClr val="246AB8"/>
            </a:solidFill>
            <a:prstDash val="solid"/>
          </a:ln>
        </p:spPr>
      </p:sp>
      <p:sp>
        <p:nvSpPr>
          <p:cNvPr id="75" name="target-edge-OT-head">
            <a:extLst xmlns:a="http://schemas.openxmlformats.org/drawingml/2006/main">
              <a:ext uri="{FF2B5EF4-FFF2-40B4-BE49-F238E27FC236}">
                <a16:creationId xmlns:a16="http://schemas.microsoft.com/office/drawing/2014/main" id="{9E39F3FD-9646-4930-B3ED-FE5769C61B84}"/>
              </a:ext>
            </a:extLst>
          </p:cNvPr>
          <p:cNvSpPr>
            <a:spLocks xmlns:a="http://schemas.openxmlformats.org/drawingml/2006/main" noGrp="1"/>
          </p:cNvSpPr>
          <p:nvPr/>
        </p:nvSpPr>
        <p:spPr>
          <a:xfrm xmlns:a="http://schemas.openxmlformats.org/drawingml/2006/main">
            <a:off x="8296275" y="3609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76" name="target-edge-TO">
            <a:extLst xmlns:a="http://schemas.openxmlformats.org/drawingml/2006/main">
              <a:ext uri="{FF2B5EF4-FFF2-40B4-BE49-F238E27FC236}">
                <a16:creationId xmlns:a16="http://schemas.microsoft.com/office/drawing/2014/main" id="{06CA5432-CDD8-4BA5-B2DE-412C796AF3FE}"/>
              </a:ext>
            </a:extLst>
          </p:cNvPr>
          <p:cNvSpPr>
            <a:spLocks xmlns:a="http://schemas.openxmlformats.org/drawingml/2006/main" noGrp="1"/>
          </p:cNvSpPr>
          <p:nvPr/>
        </p:nvSpPr>
        <p:spPr>
          <a:xfrm xmlns:a="http://schemas.openxmlformats.org/drawingml/2006/main">
            <a:off x="8172450" y="3938588"/>
            <a:ext cx="180975" cy="9525"/>
          </a:xfrm>
          <a:custGeom xmlns:a="http://schemas.openxmlformats.org/drawingml/2006/main">
            <a:pathLst>
              <a:path w="180975" h="9525">
                <a:moveTo>
                  <a:pt x="180975" y="4763"/>
                </a:moveTo>
                <a:lnTo>
                  <a:pt x="0" y="4763"/>
                </a:lnTo>
              </a:path>
            </a:pathLst>
          </a:custGeom>
          <a:noFill xmlns:a="http://schemas.openxmlformats.org/drawingml/2006/main"/>
          <a:ln xmlns:a="http://schemas.openxmlformats.org/drawingml/2006/main" w="16193">
            <a:solidFill>
              <a:srgbClr val="246AB8"/>
            </a:solidFill>
            <a:prstDash val="solid"/>
          </a:ln>
        </p:spPr>
      </p:sp>
      <p:sp>
        <p:nvSpPr>
          <p:cNvPr id="77" name="target-edge-TO-head">
            <a:extLst xmlns:a="http://schemas.openxmlformats.org/drawingml/2006/main">
              <a:ext uri="{FF2B5EF4-FFF2-40B4-BE49-F238E27FC236}">
                <a16:creationId xmlns:a16="http://schemas.microsoft.com/office/drawing/2014/main" id="{0C362C2F-DCCA-4B18-B0BD-02FE7BEB1D3B}"/>
              </a:ext>
            </a:extLst>
          </p:cNvPr>
          <p:cNvSpPr>
            <a:spLocks xmlns:a="http://schemas.openxmlformats.org/drawingml/2006/main" noGrp="1"/>
          </p:cNvSpPr>
          <p:nvPr/>
        </p:nvSpPr>
        <p:spPr>
          <a:xfrm xmlns:a="http://schemas.openxmlformats.org/drawingml/2006/main">
            <a:off x="8172450" y="39147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6193">
            <a:solidFill>
              <a:srgbClr val="246AB8"/>
            </a:solidFill>
            <a:prstDash val="solid"/>
          </a:ln>
        </p:spPr>
      </p:sp>
      <p:sp>
        <p:nvSpPr>
          <p:cNvPr id="78" name="target-edge-OD">
            <a:extLst xmlns:a="http://schemas.openxmlformats.org/drawingml/2006/main">
              <a:ext uri="{FF2B5EF4-FFF2-40B4-BE49-F238E27FC236}">
                <a16:creationId xmlns:a16="http://schemas.microsoft.com/office/drawing/2014/main" id="{34746CF3-E185-44CD-BBCD-59486ABE863A}"/>
              </a:ext>
            </a:extLst>
          </p:cNvPr>
          <p:cNvSpPr>
            <a:spLocks xmlns:a="http://schemas.openxmlformats.org/drawingml/2006/main" noGrp="1"/>
          </p:cNvSpPr>
          <p:nvPr/>
        </p:nvSpPr>
        <p:spPr>
          <a:xfrm xmlns:a="http://schemas.openxmlformats.org/drawingml/2006/main">
            <a:off x="737711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79" name="target-edge-OD-head">
            <a:extLst xmlns:a="http://schemas.openxmlformats.org/drawingml/2006/main">
              <a:ext uri="{FF2B5EF4-FFF2-40B4-BE49-F238E27FC236}">
                <a16:creationId xmlns:a16="http://schemas.microsoft.com/office/drawing/2014/main" id="{D65C45F3-3A17-44EA-891B-E0C37D4D76B7}"/>
              </a:ext>
            </a:extLst>
          </p:cNvPr>
          <p:cNvSpPr>
            <a:spLocks xmlns:a="http://schemas.openxmlformats.org/drawingml/2006/main" noGrp="1"/>
          </p:cNvSpPr>
          <p:nvPr/>
        </p:nvSpPr>
        <p:spPr>
          <a:xfrm xmlns:a="http://schemas.openxmlformats.org/drawingml/2006/main">
            <a:off x="735330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80" name="target-edge-TD">
            <a:extLst xmlns:a="http://schemas.openxmlformats.org/drawingml/2006/main">
              <a:ext uri="{FF2B5EF4-FFF2-40B4-BE49-F238E27FC236}">
                <a16:creationId xmlns:a16="http://schemas.microsoft.com/office/drawing/2014/main" id="{A37F428D-694A-4EBB-AD76-E9BD2B939548}"/>
              </a:ext>
            </a:extLst>
          </p:cNvPr>
          <p:cNvSpPr>
            <a:spLocks xmlns:a="http://schemas.openxmlformats.org/drawingml/2006/main" noGrp="1"/>
          </p:cNvSpPr>
          <p:nvPr/>
        </p:nvSpPr>
        <p:spPr>
          <a:xfrm xmlns:a="http://schemas.openxmlformats.org/drawingml/2006/main">
            <a:off x="9139238"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81" name="target-edge-TD-head">
            <a:extLst xmlns:a="http://schemas.openxmlformats.org/drawingml/2006/main">
              <a:ext uri="{FF2B5EF4-FFF2-40B4-BE49-F238E27FC236}">
                <a16:creationId xmlns:a16="http://schemas.microsoft.com/office/drawing/2014/main" id="{B06065C9-8C60-4733-81F0-9ED6F909EE1E}"/>
              </a:ext>
            </a:extLst>
          </p:cNvPr>
          <p:cNvSpPr>
            <a:spLocks xmlns:a="http://schemas.openxmlformats.org/drawingml/2006/main" noGrp="1"/>
          </p:cNvSpPr>
          <p:nvPr/>
        </p:nvSpPr>
        <p:spPr>
          <a:xfrm xmlns:a="http://schemas.openxmlformats.org/drawingml/2006/main">
            <a:off x="9115425"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82" name="target-edge-OR">
            <a:extLst xmlns:a="http://schemas.openxmlformats.org/drawingml/2006/main">
              <a:ext uri="{FF2B5EF4-FFF2-40B4-BE49-F238E27FC236}">
                <a16:creationId xmlns:a16="http://schemas.microsoft.com/office/drawing/2014/main" id="{D9FD4923-50EB-496C-BA3F-774284347B35}"/>
              </a:ext>
            </a:extLst>
          </p:cNvPr>
          <p:cNvSpPr>
            <a:spLocks xmlns:a="http://schemas.openxmlformats.org/drawingml/2006/main" noGrp="1"/>
          </p:cNvSpPr>
          <p:nvPr/>
        </p:nvSpPr>
        <p:spPr>
          <a:xfrm xmlns:a="http://schemas.openxmlformats.org/drawingml/2006/main">
            <a:off x="6448425" y="3648075"/>
            <a:ext cx="142875" cy="1809750"/>
          </a:xfrm>
          <a:custGeom xmlns:a="http://schemas.openxmlformats.org/drawingml/2006/main">
            <a:pathLst>
              <a:path w="142875" h="1809750">
                <a:moveTo>
                  <a:pt x="142875" y="0"/>
                </a:moveTo>
                <a:lnTo>
                  <a:pt x="0" y="0"/>
                </a:lnTo>
                <a:lnTo>
                  <a:pt x="0" y="1809750"/>
                </a:lnTo>
                <a:lnTo>
                  <a:pt x="142875" y="1809750"/>
                </a:lnTo>
              </a:path>
            </a:pathLst>
          </a:custGeom>
          <a:noFill xmlns:a="http://schemas.openxmlformats.org/drawingml/2006/main"/>
          <a:ln xmlns:a="http://schemas.openxmlformats.org/drawingml/2006/main" w="16193">
            <a:solidFill>
              <a:srgbClr val="246AB8"/>
            </a:solidFill>
            <a:prstDash val="solid"/>
          </a:ln>
        </p:spPr>
      </p:sp>
      <p:sp>
        <p:nvSpPr>
          <p:cNvPr id="83" name="target-edge-OR-head">
            <a:extLst xmlns:a="http://schemas.openxmlformats.org/drawingml/2006/main">
              <a:ext uri="{FF2B5EF4-FFF2-40B4-BE49-F238E27FC236}">
                <a16:creationId xmlns:a16="http://schemas.microsoft.com/office/drawing/2014/main" id="{4E7389B1-0E93-4BA7-9464-C371155EDFD1}"/>
              </a:ext>
            </a:extLst>
          </p:cNvPr>
          <p:cNvSpPr>
            <a:spLocks xmlns:a="http://schemas.openxmlformats.org/drawingml/2006/main" noGrp="1"/>
          </p:cNvSpPr>
          <p:nvPr/>
        </p:nvSpPr>
        <p:spPr>
          <a:xfrm xmlns:a="http://schemas.openxmlformats.org/drawingml/2006/main">
            <a:off x="6534150" y="5429250"/>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84" name="target-edge-label-OR">
            <a:extLst xmlns:a="http://schemas.openxmlformats.org/drawingml/2006/main">
              <a:ext uri="{FF2B5EF4-FFF2-40B4-BE49-F238E27FC236}">
                <a16:creationId xmlns:a16="http://schemas.microsoft.com/office/drawing/2014/main" id="{A21174A1-171C-4DF1-8FB4-31AAA65F89CE}"/>
              </a:ext>
            </a:extLst>
          </p:cNvPr>
          <p:cNvSpPr>
            <a:spLocks xmlns:a="http://schemas.openxmlformats.org/drawingml/2006/main" noGrp="1"/>
          </p:cNvSpPr>
          <p:nvPr/>
        </p:nvSpPr>
        <p:spPr>
          <a:xfrm xmlns:a="http://schemas.openxmlformats.org/drawingml/2006/main">
            <a:off x="6134100" y="45720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执行</a:t>
            </a:r>
          </a:p>
        </p:txBody>
      </p:sp>
      <p:sp>
        <p:nvSpPr>
          <p:cNvPr id="85" name="target-edge-RO">
            <a:extLst xmlns:a="http://schemas.openxmlformats.org/drawingml/2006/main">
              <a:ext uri="{FF2B5EF4-FFF2-40B4-BE49-F238E27FC236}">
                <a16:creationId xmlns:a16="http://schemas.microsoft.com/office/drawing/2014/main" id="{608882CE-410E-4FEB-AC87-4AD502C93354}"/>
              </a:ext>
            </a:extLst>
          </p:cNvPr>
          <p:cNvSpPr>
            <a:spLocks xmlns:a="http://schemas.openxmlformats.org/drawingml/2006/main" noGrp="1"/>
          </p:cNvSpPr>
          <p:nvPr/>
        </p:nvSpPr>
        <p:spPr>
          <a:xfrm xmlns:a="http://schemas.openxmlformats.org/drawingml/2006/main">
            <a:off x="6334125" y="3943350"/>
            <a:ext cx="257175" cy="1752600"/>
          </a:xfrm>
          <a:custGeom xmlns:a="http://schemas.openxmlformats.org/drawingml/2006/main">
            <a:pathLst>
              <a:path w="257175" h="1752600">
                <a:moveTo>
                  <a:pt x="257175" y="1752600"/>
                </a:moveTo>
                <a:lnTo>
                  <a:pt x="0" y="1752600"/>
                </a:lnTo>
                <a:lnTo>
                  <a:pt x="0" y="0"/>
                </a:lnTo>
                <a:lnTo>
                  <a:pt x="257175" y="0"/>
                </a:lnTo>
              </a:path>
            </a:pathLst>
          </a:custGeom>
          <a:noFill xmlns:a="http://schemas.openxmlformats.org/drawingml/2006/main"/>
          <a:ln xmlns:a="http://schemas.openxmlformats.org/drawingml/2006/main" w="16193">
            <a:solidFill>
              <a:srgbClr val="246AB8"/>
            </a:solidFill>
            <a:prstDash val="solid"/>
          </a:ln>
        </p:spPr>
      </p:sp>
      <p:sp>
        <p:nvSpPr>
          <p:cNvPr id="86" name="target-edge-RO-head">
            <a:extLst xmlns:a="http://schemas.openxmlformats.org/drawingml/2006/main">
              <a:ext uri="{FF2B5EF4-FFF2-40B4-BE49-F238E27FC236}">
                <a16:creationId xmlns:a16="http://schemas.microsoft.com/office/drawing/2014/main" id="{2DFD81E9-944F-46AB-8D36-7DC88796B23C}"/>
              </a:ext>
            </a:extLst>
          </p:cNvPr>
          <p:cNvSpPr>
            <a:spLocks xmlns:a="http://schemas.openxmlformats.org/drawingml/2006/main" noGrp="1"/>
          </p:cNvSpPr>
          <p:nvPr/>
        </p:nvSpPr>
        <p:spPr>
          <a:xfrm xmlns:a="http://schemas.openxmlformats.org/drawingml/2006/main">
            <a:off x="6534150" y="39147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87" name="target-edge-label-RO">
            <a:extLst xmlns:a="http://schemas.openxmlformats.org/drawingml/2006/main">
              <a:ext uri="{FF2B5EF4-FFF2-40B4-BE49-F238E27FC236}">
                <a16:creationId xmlns:a16="http://schemas.microsoft.com/office/drawing/2014/main" id="{FA2A9BDB-2C7D-40E5-AA07-51CF0861080C}"/>
              </a:ext>
            </a:extLst>
          </p:cNvPr>
          <p:cNvSpPr>
            <a:spLocks xmlns:a="http://schemas.openxmlformats.org/drawingml/2006/main" noGrp="1"/>
          </p:cNvSpPr>
          <p:nvPr/>
        </p:nvSpPr>
        <p:spPr>
          <a:xfrm xmlns:a="http://schemas.openxmlformats.org/drawingml/2006/main">
            <a:off x="6134100" y="49911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结果</a:t>
            </a:r>
          </a:p>
        </p:txBody>
      </p:sp>
      <p:sp>
        <p:nvSpPr>
          <p:cNvPr id="88" name="target-edge-TI">
            <a:extLst xmlns:a="http://schemas.openxmlformats.org/drawingml/2006/main">
              <a:ext uri="{FF2B5EF4-FFF2-40B4-BE49-F238E27FC236}">
                <a16:creationId xmlns:a16="http://schemas.microsoft.com/office/drawing/2014/main" id="{D3CFA472-E48E-4F74-AF87-A8C0295AFA79}"/>
              </a:ext>
            </a:extLst>
          </p:cNvPr>
          <p:cNvSpPr>
            <a:spLocks xmlns:a="http://schemas.openxmlformats.org/drawingml/2006/main" noGrp="1"/>
          </p:cNvSpPr>
          <p:nvPr/>
        </p:nvSpPr>
        <p:spPr>
          <a:xfrm xmlns:a="http://schemas.openxmlformats.org/drawingml/2006/main">
            <a:off x="9934575" y="3886200"/>
            <a:ext cx="533400" cy="1352550"/>
          </a:xfrm>
          <a:custGeom xmlns:a="http://schemas.openxmlformats.org/drawingml/2006/main">
            <a:pathLst>
              <a:path w="533400" h="1352550">
                <a:moveTo>
                  <a:pt x="0" y="0"/>
                </a:moveTo>
                <a:lnTo>
                  <a:pt x="85725" y="0"/>
                </a:lnTo>
                <a:lnTo>
                  <a:pt x="85725" y="1152525"/>
                </a:lnTo>
                <a:lnTo>
                  <a:pt x="533400" y="1152525"/>
                </a:lnTo>
                <a:lnTo>
                  <a:pt x="533400" y="1352550"/>
                </a:lnTo>
              </a:path>
            </a:pathLst>
          </a:custGeom>
          <a:noFill xmlns:a="http://schemas.openxmlformats.org/drawingml/2006/main"/>
          <a:ln xmlns:a="http://schemas.openxmlformats.org/drawingml/2006/main" w="16193">
            <a:solidFill>
              <a:srgbClr val="246AB8"/>
            </a:solidFill>
            <a:prstDash val="solid"/>
          </a:ln>
        </p:spPr>
      </p:sp>
      <p:sp>
        <p:nvSpPr>
          <p:cNvPr id="89" name="target-edge-TI-head">
            <a:extLst xmlns:a="http://schemas.openxmlformats.org/drawingml/2006/main">
              <a:ext uri="{FF2B5EF4-FFF2-40B4-BE49-F238E27FC236}">
                <a16:creationId xmlns:a16="http://schemas.microsoft.com/office/drawing/2014/main" id="{5874BFE4-E034-4C78-838F-98A5DD953964}"/>
              </a:ext>
            </a:extLst>
          </p:cNvPr>
          <p:cNvSpPr>
            <a:spLocks xmlns:a="http://schemas.openxmlformats.org/drawingml/2006/main" noGrp="1"/>
          </p:cNvSpPr>
          <p:nvPr/>
        </p:nvSpPr>
        <p:spPr>
          <a:xfrm xmlns:a="http://schemas.openxmlformats.org/drawingml/2006/main">
            <a:off x="10439400" y="51816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90" name="target-edge-label-TI">
            <a:extLst xmlns:a="http://schemas.openxmlformats.org/drawingml/2006/main">
              <a:ext uri="{FF2B5EF4-FFF2-40B4-BE49-F238E27FC236}">
                <a16:creationId xmlns:a16="http://schemas.microsoft.com/office/drawing/2014/main" id="{391E1FA4-0693-4CCB-A925-46AC89D49837}"/>
              </a:ext>
            </a:extLst>
          </p:cNvPr>
          <p:cNvSpPr>
            <a:spLocks xmlns:a="http://schemas.openxmlformats.org/drawingml/2006/main" noGrp="1"/>
          </p:cNvSpPr>
          <p:nvPr/>
        </p:nvSpPr>
        <p:spPr>
          <a:xfrm xmlns:a="http://schemas.openxmlformats.org/drawingml/2006/main">
            <a:off x="10086975" y="5038725"/>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存储</a:t>
            </a:r>
          </a:p>
        </p:txBody>
      </p:sp>
      <p:sp>
        <p:nvSpPr>
          <p:cNvPr id="91" name="target-edge-OC">
            <a:extLst xmlns:a="http://schemas.openxmlformats.org/drawingml/2006/main">
              <a:ext uri="{FF2B5EF4-FFF2-40B4-BE49-F238E27FC236}">
                <a16:creationId xmlns:a16="http://schemas.microsoft.com/office/drawing/2014/main" id="{E027489F-770F-469F-AA82-3912386C97A4}"/>
              </a:ext>
            </a:extLst>
          </p:cNvPr>
          <p:cNvSpPr>
            <a:spLocks xmlns:a="http://schemas.openxmlformats.org/drawingml/2006/main" noGrp="1"/>
          </p:cNvSpPr>
          <p:nvPr/>
        </p:nvSpPr>
        <p:spPr>
          <a:xfrm xmlns:a="http://schemas.openxmlformats.org/drawingml/2006/main">
            <a:off x="6219825" y="2876550"/>
            <a:ext cx="371475" cy="600075"/>
          </a:xfrm>
          <a:custGeom xmlns:a="http://schemas.openxmlformats.org/drawingml/2006/main">
            <a:pathLst>
              <a:path w="371475" h="600075">
                <a:moveTo>
                  <a:pt x="371475" y="600075"/>
                </a:moveTo>
                <a:lnTo>
                  <a:pt x="0" y="600075"/>
                </a:lnTo>
                <a:lnTo>
                  <a:pt x="0" y="0"/>
                </a:lnTo>
                <a:lnTo>
                  <a:pt x="371475" y="0"/>
                </a:lnTo>
              </a:path>
            </a:pathLst>
          </a:custGeom>
          <a:noFill xmlns:a="http://schemas.openxmlformats.org/drawingml/2006/main"/>
          <a:ln xmlns:a="http://schemas.openxmlformats.org/drawingml/2006/main" w="16193">
            <a:solidFill>
              <a:srgbClr val="246AB8"/>
            </a:solidFill>
            <a:prstDash val="solid"/>
          </a:ln>
        </p:spPr>
      </p:sp>
      <p:sp>
        <p:nvSpPr>
          <p:cNvPr id="92" name="target-edge-OC-head">
            <a:extLst xmlns:a="http://schemas.openxmlformats.org/drawingml/2006/main">
              <a:ext uri="{FF2B5EF4-FFF2-40B4-BE49-F238E27FC236}">
                <a16:creationId xmlns:a16="http://schemas.microsoft.com/office/drawing/2014/main" id="{AFA0EECE-1A8F-4956-9015-924F0CCD05EF}"/>
              </a:ext>
            </a:extLst>
          </p:cNvPr>
          <p:cNvSpPr>
            <a:spLocks xmlns:a="http://schemas.openxmlformats.org/drawingml/2006/main" noGrp="1"/>
          </p:cNvSpPr>
          <p:nvPr/>
        </p:nvSpPr>
        <p:spPr>
          <a:xfrm xmlns:a="http://schemas.openxmlformats.org/drawingml/2006/main">
            <a:off x="6534150" y="2847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93" name="target-edge-label-OC">
            <a:extLst xmlns:a="http://schemas.openxmlformats.org/drawingml/2006/main">
              <a:ext uri="{FF2B5EF4-FFF2-40B4-BE49-F238E27FC236}">
                <a16:creationId xmlns:a16="http://schemas.microsoft.com/office/drawing/2014/main" id="{C8344DF4-BAE4-4C89-8AF3-DE92ABFAB470}"/>
              </a:ext>
            </a:extLst>
          </p:cNvPr>
          <p:cNvSpPr>
            <a:spLocks xmlns:a="http://schemas.openxmlformats.org/drawingml/2006/main" noGrp="1"/>
          </p:cNvSpPr>
          <p:nvPr/>
        </p:nvSpPr>
        <p:spPr>
          <a:xfrm xmlns:a="http://schemas.openxmlformats.org/drawingml/2006/main">
            <a:off x="6143625" y="3200400"/>
            <a:ext cx="3619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完成</a:t>
            </a:r>
          </a:p>
        </p:txBody>
      </p:sp>
      <p:sp>
        <p:nvSpPr>
          <p:cNvPr id="94" name="target-node-C">
            <a:extLst xmlns:a="http://schemas.openxmlformats.org/drawingml/2006/main">
              <a:ext uri="{FF2B5EF4-FFF2-40B4-BE49-F238E27FC236}">
                <a16:creationId xmlns:a16="http://schemas.microsoft.com/office/drawing/2014/main" id="{AB734683-2F07-4E1C-A7DF-B41C1BA2C180}"/>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EAF1FB"/>
          </a:solidFill>
          <a:ln xmlns:a="http://schemas.openxmlformats.org/drawingml/2006/main" w="14288">
            <a:solidFill>
              <a:srgbClr val="246AB8"/>
            </a:solidFill>
            <a:prstDash val="solid"/>
          </a:ln>
        </p:spPr>
      </p:sp>
      <p:sp>
        <p:nvSpPr>
          <p:cNvPr id="95" name="target-title-C">
            <a:extLst xmlns:a="http://schemas.openxmlformats.org/drawingml/2006/main">
              <a:ext uri="{FF2B5EF4-FFF2-40B4-BE49-F238E27FC236}">
                <a16:creationId xmlns:a16="http://schemas.microsoft.com/office/drawing/2014/main" id="{A16326C8-E68C-40AE-B09E-F15CF4A85A1F}"/>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C 旧接口兼容</a:t>
            </a:r>
          </a:p>
        </p:txBody>
      </p:sp>
      <p:sp>
        <p:nvSpPr>
          <p:cNvPr id="96" name="target-alias-C">
            <a:extLst xmlns:a="http://schemas.openxmlformats.org/drawingml/2006/main">
              <a:ext uri="{FF2B5EF4-FFF2-40B4-BE49-F238E27FC236}">
                <a16:creationId xmlns:a16="http://schemas.microsoft.com/office/drawing/2014/main" id="{67ED3F04-3458-4234-99F8-EB87EF7C6FE8}"/>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56657A"/>
                </a:solidFill>
                <a:latin typeface="Microsoft YaHei"/>
                <a:ea typeface="Microsoft YaHei"/>
                <a:cs typeface="Microsoft YaHei"/>
              </a:defRPr>
            </a:defPPr>
            <a:lvl1pPr algn="l">
              <a:defRPr sz="1238" b="0">
                <a:solidFill>
                  <a:srgbClr val="56657A"/>
                </a:solidFill>
                <a:latin typeface="Microsoft YaHei"/>
                <a:ea typeface="Microsoft YaHei"/>
                <a:cs typeface="Microsoft YaHei"/>
              </a:defRPr>
            </a:lvl1pPr>
            <a:lvl2pPr algn="l">
              <a:defRPr sz="1238" b="0">
                <a:solidFill>
                  <a:srgbClr val="56657A"/>
                </a:solidFill>
                <a:latin typeface="Microsoft YaHei"/>
                <a:ea typeface="Microsoft YaHei"/>
                <a:cs typeface="Microsoft YaHei"/>
              </a:defRPr>
            </a:lvl2pPr>
            <a:lvl3pPr algn="l">
              <a:defRPr sz="1238" b="0">
                <a:solidFill>
                  <a:srgbClr val="56657A"/>
                </a:solidFill>
                <a:latin typeface="Microsoft YaHei"/>
                <a:ea typeface="Microsoft YaHei"/>
                <a:cs typeface="Microsoft YaHei"/>
              </a:defRPr>
            </a:lvl3pPr>
            <a:lvl4pPr algn="l">
              <a:defRPr sz="1238" b="0">
                <a:solidFill>
                  <a:srgbClr val="56657A"/>
                </a:solidFill>
                <a:latin typeface="Microsoft YaHei"/>
                <a:ea typeface="Microsoft YaHei"/>
                <a:cs typeface="Microsoft YaHei"/>
              </a:defRPr>
            </a:lvl4pPr>
            <a:lvl5pPr algn="l">
              <a:defRPr sz="1238" b="0">
                <a:solidFill>
                  <a:srgbClr val="56657A"/>
                </a:solidFill>
                <a:latin typeface="Microsoft YaHei"/>
                <a:ea typeface="Microsoft YaHei"/>
                <a:cs typeface="Microsoft YaHei"/>
              </a:defRPr>
            </a:lvl5pPr>
            <a:lvl6pPr algn="l">
              <a:defRPr sz="1238" b="0">
                <a:solidFill>
                  <a:srgbClr val="56657A"/>
                </a:solidFill>
                <a:latin typeface="Microsoft YaHei"/>
                <a:ea typeface="Microsoft YaHei"/>
                <a:cs typeface="Microsoft YaHei"/>
              </a:defRPr>
            </a:lvl6pPr>
            <a:lvl7pPr algn="l">
              <a:defRPr sz="1238" b="0">
                <a:solidFill>
                  <a:srgbClr val="56657A"/>
                </a:solidFill>
                <a:latin typeface="Microsoft YaHei"/>
                <a:ea typeface="Microsoft YaHei"/>
                <a:cs typeface="Microsoft YaHei"/>
              </a:defRPr>
            </a:lvl7pPr>
            <a:lvl8pPr algn="l">
              <a:defRPr sz="1238" b="0">
                <a:solidFill>
                  <a:srgbClr val="56657A"/>
                </a:solidFill>
                <a:latin typeface="Microsoft YaHei"/>
                <a:ea typeface="Microsoft YaHei"/>
                <a:cs typeface="Microsoft YaHei"/>
              </a:defRPr>
            </a:lvl8pPr>
            <a:lvl9pPr algn="l">
              <a:defRPr sz="1238" b="0">
                <a:solidFill>
                  <a:srgbClr val="56657A"/>
                </a:solidFill>
                <a:latin typeface="Microsoft YaHei"/>
                <a:ea typeface="Microsoft YaHei"/>
                <a:cs typeface="Microsoft YaHei"/>
              </a:defRPr>
            </a:lvl9pPr>
          </a:lstStyle>
          <a:p xmlns:a="http://schemas.openxmlformats.org/drawingml/2006/main">
            <a:pPr algn="l">
              <a:lnSpc>
                <a:spcPct val="102000"/>
              </a:lnSpc>
              <a:buNone/>
              <a:defRPr sz="1238" b="0">
                <a:solidFill>
                  <a:srgbClr val="56657A"/>
                </a:solidFill>
                <a:latin typeface="Microsoft YaHei"/>
                <a:ea typeface="Microsoft YaHei"/>
                <a:cs typeface="Microsoft YaHei"/>
              </a:defRPr>
            </a:pPr>
            <a:r>
              <a:rPr sz="1238" b="0">
                <a:solidFill>
                  <a:srgbClr val="56657A"/>
                </a:solidFill>
                <a:latin typeface="Microsoft YaHei"/>
                <a:ea typeface="Microsoft YaHei"/>
                <a:cs typeface="Microsoft YaHei"/>
              </a:rPr>
              <a:t>旧签名 / 权限 / 错误 / 返回与回调</a:t>
            </a:r>
          </a:p>
        </p:txBody>
      </p:sp>
      <p:sp>
        <p:nvSpPr>
          <p:cNvPr id="97" name="target-func-C">
            <a:extLst xmlns:a="http://schemas.openxmlformats.org/drawingml/2006/main">
              <a:ext uri="{FF2B5EF4-FFF2-40B4-BE49-F238E27FC236}">
                <a16:creationId xmlns:a16="http://schemas.microsoft.com/office/drawing/2014/main" id="{4305DA9F-9B0D-4F26-96A6-5EE4F64C6205}"/>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沿用原入口、解析点及完成出口</a:t>
            </a:r>
          </a:p>
        </p:txBody>
      </p:sp>
      <p:sp>
        <p:nvSpPr>
          <p:cNvPr id="98" name="target-node-O">
            <a:extLst xmlns:a="http://schemas.openxmlformats.org/drawingml/2006/main">
              <a:ext uri="{FF2B5EF4-FFF2-40B4-BE49-F238E27FC236}">
                <a16:creationId xmlns:a16="http://schemas.microsoft.com/office/drawing/2014/main" id="{2C722EAA-220B-4EA4-BD9C-4A0CFDBC0C4D}"/>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99" name="target-title-O">
            <a:extLst xmlns:a="http://schemas.openxmlformats.org/drawingml/2006/main">
              <a:ext uri="{FF2B5EF4-FFF2-40B4-BE49-F238E27FC236}">
                <a16:creationId xmlns:a16="http://schemas.microsoft.com/office/drawing/2014/main" id="{BDFDBEA5-094F-4A7D-9C88-AED6D8645BEF}"/>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100" name="target-alias-O">
            <a:extLst xmlns:a="http://schemas.openxmlformats.org/drawingml/2006/main">
              <a:ext uri="{FF2B5EF4-FFF2-40B4-BE49-F238E27FC236}">
                <a16:creationId xmlns:a16="http://schemas.microsoft.com/office/drawing/2014/main" id="{EE538473-CF7D-4C8D-8B5B-288DD8A7D700}"/>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101" name="target-func-O">
            <a:extLst xmlns:a="http://schemas.openxmlformats.org/drawingml/2006/main">
              <a:ext uri="{FF2B5EF4-FFF2-40B4-BE49-F238E27FC236}">
                <a16:creationId xmlns:a16="http://schemas.microsoft.com/office/drawing/2014/main" id="{7801E026-39E5-4BEA-984F-EEF22346A72E}"/>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步骤 / 等待 / 效果</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唯一重试与终态</a:t>
            </a:r>
          </a:p>
        </p:txBody>
      </p:sp>
      <p:sp>
        <p:nvSpPr>
          <p:cNvPr id="102" name="target-node-T">
            <a:extLst xmlns:a="http://schemas.openxmlformats.org/drawingml/2006/main">
              <a:ext uri="{FF2B5EF4-FFF2-40B4-BE49-F238E27FC236}">
                <a16:creationId xmlns:a16="http://schemas.microsoft.com/office/drawing/2014/main" id="{12D2512A-AEBC-4AFF-B095-5E26A8D245C5}"/>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103" name="target-title-T">
            <a:extLst xmlns:a="http://schemas.openxmlformats.org/drawingml/2006/main">
              <a:ext uri="{FF2B5EF4-FFF2-40B4-BE49-F238E27FC236}">
                <a16:creationId xmlns:a16="http://schemas.microsoft.com/office/drawing/2014/main" id="{114B7EC6-7199-450F-B6B6-25444E0A28A9}"/>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104" name="target-alias-T">
            <a:extLst xmlns:a="http://schemas.openxmlformats.org/drawingml/2006/main">
              <a:ext uri="{FF2B5EF4-FFF2-40B4-BE49-F238E27FC236}">
                <a16:creationId xmlns:a16="http://schemas.microsoft.com/office/drawing/2014/main" id="{969B0284-5A84-444C-A1FA-ACE71E360F0D}"/>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105" name="target-func-T">
            <a:extLst xmlns:a="http://schemas.openxmlformats.org/drawingml/2006/main">
              <a:ext uri="{FF2B5EF4-FFF2-40B4-BE49-F238E27FC236}">
                <a16:creationId xmlns:a16="http://schemas.microsoft.com/office/drawing/2014/main" id="{326C4FE2-B6C2-4EA8-90EB-58F39C3EFBE8}"/>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账户资料与兼容投影</a:t>
            </a:r>
          </a:p>
        </p:txBody>
      </p:sp>
      <p:sp>
        <p:nvSpPr>
          <p:cNvPr id="106" name="target-node-A">
            <a:extLst xmlns:a="http://schemas.openxmlformats.org/drawingml/2006/main">
              <a:ext uri="{FF2B5EF4-FFF2-40B4-BE49-F238E27FC236}">
                <a16:creationId xmlns:a16="http://schemas.microsoft.com/office/drawing/2014/main" id="{3B033DB9-62B1-48AE-9FD8-E3B8E64E45AB}"/>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107" name="target-title-A">
            <a:extLst xmlns:a="http://schemas.openxmlformats.org/drawingml/2006/main">
              <a:ext uri="{FF2B5EF4-FFF2-40B4-BE49-F238E27FC236}">
                <a16:creationId xmlns:a16="http://schemas.microsoft.com/office/drawing/2014/main" id="{6DC0A7EB-2CC1-4F41-8BE6-FAEC547BC40E}"/>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108" name="target-alias-A">
            <a:extLst xmlns:a="http://schemas.openxmlformats.org/drawingml/2006/main">
              <a:ext uri="{FF2B5EF4-FFF2-40B4-BE49-F238E27FC236}">
                <a16:creationId xmlns:a16="http://schemas.microsoft.com/office/drawing/2014/main" id="{7FDFE803-A032-4B7A-8FC7-26868DE51ACD}"/>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109" name="target-func-A">
            <a:extLst xmlns:a="http://schemas.openxmlformats.org/drawingml/2006/main">
              <a:ext uri="{FF2B5EF4-FFF2-40B4-BE49-F238E27FC236}">
                <a16:creationId xmlns:a16="http://schemas.microsoft.com/office/drawing/2014/main" id="{2E183614-4441-4C37-B3E7-CEC10855C461}"/>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角色意图 / 分配约束</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本流程不改默认角色</a:t>
            </a:r>
          </a:p>
        </p:txBody>
      </p:sp>
      <p:sp>
        <p:nvSpPr>
          <p:cNvPr id="110" name="target-node-DO">
            <a:extLst xmlns:a="http://schemas.openxmlformats.org/drawingml/2006/main">
              <a:ext uri="{FF2B5EF4-FFF2-40B4-BE49-F238E27FC236}">
                <a16:creationId xmlns:a16="http://schemas.microsoft.com/office/drawing/2014/main" id="{85B4F1A3-5433-4B92-9F75-B825B7D59BD3}"/>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111" name="target-title-DO">
            <a:extLst xmlns:a="http://schemas.openxmlformats.org/drawingml/2006/main">
              <a:ext uri="{FF2B5EF4-FFF2-40B4-BE49-F238E27FC236}">
                <a16:creationId xmlns:a16="http://schemas.microsoft.com/office/drawing/2014/main" id="{5E111A94-97FE-491D-8EDF-499E6BA6BE14}"/>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OperationContext</a:t>
            </a:r>
          </a:p>
        </p:txBody>
      </p:sp>
      <p:sp>
        <p:nvSpPr>
          <p:cNvPr id="112" name="target-func-DO">
            <a:extLst xmlns:a="http://schemas.openxmlformats.org/drawingml/2006/main">
              <a:ext uri="{FF2B5EF4-FFF2-40B4-BE49-F238E27FC236}">
                <a16:creationId xmlns:a16="http://schemas.microsoft.com/office/drawing/2014/main" id="{26FA1210-2464-46FD-835B-01157A7A3580}"/>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纯操作状态 / 值对象</a:t>
            </a:r>
          </a:p>
        </p:txBody>
      </p:sp>
      <p:sp>
        <p:nvSpPr>
          <p:cNvPr id="113" name="target-node-DT">
            <a:extLst xmlns:a="http://schemas.openxmlformats.org/drawingml/2006/main">
              <a:ext uri="{FF2B5EF4-FFF2-40B4-BE49-F238E27FC236}">
                <a16:creationId xmlns:a16="http://schemas.microsoft.com/office/drawing/2014/main" id="{6774AAE9-B3DF-4F0E-90E2-8A7E072944F0}"/>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114" name="target-title-DT">
            <a:extLst xmlns:a="http://schemas.openxmlformats.org/drawingml/2006/main">
              <a:ext uri="{FF2B5EF4-FFF2-40B4-BE49-F238E27FC236}">
                <a16:creationId xmlns:a16="http://schemas.microsoft.com/office/drawing/2014/main" id="{0C836D80-0765-4E4F-9114-808DFFDD1B7F}"/>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TopologyAggregate</a:t>
            </a:r>
          </a:p>
        </p:txBody>
      </p:sp>
      <p:sp>
        <p:nvSpPr>
          <p:cNvPr id="115" name="target-func-DT">
            <a:extLst xmlns:a="http://schemas.openxmlformats.org/drawingml/2006/main">
              <a:ext uri="{FF2B5EF4-FFF2-40B4-BE49-F238E27FC236}">
                <a16:creationId xmlns:a16="http://schemas.microsoft.com/office/drawing/2014/main" id="{FD8CADC7-101F-4505-B1DC-E9CB69B0F80C}"/>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纯账户 / 绑定规则</a:t>
            </a:r>
          </a:p>
        </p:txBody>
      </p:sp>
      <p:sp>
        <p:nvSpPr>
          <p:cNvPr id="116" name="target-node-DA">
            <a:extLst xmlns:a="http://schemas.openxmlformats.org/drawingml/2006/main">
              <a:ext uri="{FF2B5EF4-FFF2-40B4-BE49-F238E27FC236}">
                <a16:creationId xmlns:a16="http://schemas.microsoft.com/office/drawing/2014/main" id="{C1376416-3F84-47B6-9EA6-9C38C573220E}"/>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117" name="target-title-DA">
            <a:extLst xmlns:a="http://schemas.openxmlformats.org/drawingml/2006/main">
              <a:ext uri="{FF2B5EF4-FFF2-40B4-BE49-F238E27FC236}">
                <a16:creationId xmlns:a16="http://schemas.microsoft.com/office/drawing/2014/main" id="{B925ABD0-E651-4B81-B455-09546D8F409F}"/>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118" name="target-func-DA">
            <a:extLst xmlns:a="http://schemas.openxmlformats.org/drawingml/2006/main">
              <a:ext uri="{FF2B5EF4-FFF2-40B4-BE49-F238E27FC236}">
                <a16:creationId xmlns:a16="http://schemas.microsoft.com/office/drawing/2014/main" id="{71F72893-759D-4717-B27A-B93E66056FC4}"/>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119" name="target-node-R">
            <a:extLst xmlns:a="http://schemas.openxmlformats.org/drawingml/2006/main">
              <a:ext uri="{FF2B5EF4-FFF2-40B4-BE49-F238E27FC236}">
                <a16:creationId xmlns:a16="http://schemas.microsoft.com/office/drawing/2014/main" id="{434A87BC-65B9-461B-AC20-20009DF5FB9B}"/>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120" name="target-title-R">
            <a:extLst xmlns:a="http://schemas.openxmlformats.org/drawingml/2006/main">
              <a:ext uri="{FF2B5EF4-FFF2-40B4-BE49-F238E27FC236}">
                <a16:creationId xmlns:a16="http://schemas.microsoft.com/office/drawing/2014/main" id="{40E79BD8-86E2-47D8-92CB-A281100815F3}"/>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121" name="target-func-R">
            <a:extLst xmlns:a="http://schemas.openxmlformats.org/drawingml/2006/main">
              <a:ext uri="{FF2B5EF4-FFF2-40B4-BE49-F238E27FC236}">
                <a16:creationId xmlns:a16="http://schemas.microsoft.com/office/drawing/2014/main" id="{1CF0FCD3-832F-4C8E-98C6-BD94AE486A7D}"/>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Session / Request / 卡侧缓存</a:t>
            </a:r>
          </a:p>
        </p:txBody>
      </p:sp>
      <p:sp>
        <p:nvSpPr>
          <p:cNvPr id="122" name="target-node-I">
            <a:extLst xmlns:a="http://schemas.openxmlformats.org/drawingml/2006/main">
              <a:ext uri="{FF2B5EF4-FFF2-40B4-BE49-F238E27FC236}">
                <a16:creationId xmlns:a16="http://schemas.microsoft.com/office/drawing/2014/main" id="{1CC4AAAD-271E-4BC7-B90F-7ADBBF2C0940}"/>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123" name="target-title-I">
            <a:extLst xmlns:a="http://schemas.openxmlformats.org/drawingml/2006/main">
              <a:ext uri="{FF2B5EF4-FFF2-40B4-BE49-F238E27FC236}">
                <a16:creationId xmlns:a16="http://schemas.microsoft.com/office/drawing/2014/main" id="{00F8C9E7-BE85-42E5-B8B9-D9F75F51B13F}"/>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I 技术适配</a:t>
            </a:r>
          </a:p>
        </p:txBody>
      </p:sp>
      <p:sp>
        <p:nvSpPr>
          <p:cNvPr id="124" name="target-func-I">
            <a:extLst xmlns:a="http://schemas.openxmlformats.org/drawingml/2006/main">
              <a:ext uri="{FF2B5EF4-FFF2-40B4-BE49-F238E27FC236}">
                <a16:creationId xmlns:a16="http://schemas.microsoft.com/office/drawing/2014/main" id="{0C44E54A-A348-407A-9A96-7D8B44786E51}"/>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DataShare / 参数 / Hook</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按原协议存储与输出</a:t>
            </a:r>
          </a:p>
        </p:txBody>
      </p:sp>
      <p:sp>
        <p:nvSpPr>
          <p:cNvPr id="125" name="host-note">
            <a:extLst xmlns:a="http://schemas.openxmlformats.org/drawingml/2006/main">
              <a:ext uri="{FF2B5EF4-FFF2-40B4-BE49-F238E27FC236}">
                <a16:creationId xmlns:a16="http://schemas.microsoft.com/office/drawing/2014/main" id="{727A4B44-1465-4CD6-96EA-73B0B3BB698F}"/>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126" name="invariant-rule">
            <a:extLst xmlns:a="http://schemas.openxmlformats.org/drawingml/2006/main">
              <a:ext uri="{FF2B5EF4-FFF2-40B4-BE49-F238E27FC236}">
                <a16:creationId xmlns:a16="http://schemas.microsoft.com/office/drawing/2014/main" id="{EF529349-2846-4869-A1BD-2D42D11F2387}"/>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27" name="invariant">
            <a:extLst xmlns:a="http://schemas.openxmlformats.org/drawingml/2006/main">
              <a:ext uri="{FF2B5EF4-FFF2-40B4-BE49-F238E27FC236}">
                <a16:creationId xmlns:a16="http://schemas.microsoft.com/office/drawing/2014/main" id="{E64AA751-CF6C-4771-8DFE-BEE8571D5008}"/>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保持：先卡后账户；卡成功 / DB 失败不回滚；受理返回与业务回调分开。</a:t>
            </a:r>
          </a:p>
        </p:txBody>
      </p:sp>
      <p:sp>
        <p:nvSpPr>
          <p:cNvPr id="128" name="footer">
            <a:extLst xmlns:a="http://schemas.openxmlformats.org/drawingml/2006/main">
              <a:ext uri="{FF2B5EF4-FFF2-40B4-BE49-F238E27FC236}">
                <a16:creationId xmlns:a16="http://schemas.microsoft.com/office/drawing/2014/main" id="{7903B2AA-C6D0-4074-A327-F24FEAB2230D}"/>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29" name="page-number">
            <a:extLst xmlns:a="http://schemas.openxmlformats.org/drawingml/2006/main">
              <a:ext uri="{FF2B5EF4-FFF2-40B4-BE49-F238E27FC236}">
                <a16:creationId xmlns:a16="http://schemas.microsoft.com/office/drawing/2014/main" id="{6059EFA3-9BCD-4EBA-962F-43F19A604977}"/>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10 / 19</a:t>
            </a:r>
          </a:p>
        </p:txBody>
      </p:sp>
    </p:spTree>
    <p:extLst>
      <p:ext uri="{BB962C8B-B14F-4D97-AF65-F5344CB8AC3E}">
        <p14:creationId xmlns:p14="http://schemas.microsoft.com/office/powerpoint/2010/main" val="865054565"/>
      </p:ext>
    </p:extLst>
  </p:cSld>
  <p:transition spd="fast" advClick="1">
    <p:fade/>
  </p:transition>
</p:sld>
</file>

<file path=ppt/slides/slide19.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3" name="accent">
            <a:extLst xmlns:a="http://schemas.openxmlformats.org/drawingml/2006/main">
              <a:ext uri="{FF2B5EF4-FFF2-40B4-BE49-F238E27FC236}">
                <a16:creationId xmlns:a16="http://schemas.microsoft.com/office/drawing/2014/main" id="{1940F074-A9C3-432B-91B9-44787FC440F4}"/>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123483D0-5A31-41EC-AB05-126205068406}"/>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2E3608B5-944E-4B0E-9600-163C3556FF4D}"/>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A9CDAABC-1E4C-4027-A597-69A0E7BAFBF8}"/>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43F0F798-CB79-433A-8125-DED193AF0233}"/>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173B9EAA-5C37-4EAE-9FE3-DB81BDDF112D}"/>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2896B347-BDB2-4570-A235-1B6BB13939B0}"/>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E5452E3A-8AE6-4A01-9F37-32CE8580AE3A}"/>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A93D6AF5-8190-43A3-8AD8-376E3C5DAFA9}"/>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73B91EF0-38D5-4206-91AC-8C07EE406422}"/>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24A33325-19C7-4CBC-9E62-A8B03853D5D8}"/>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8388F801-0DA4-4809-B909-A6F112749943}"/>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AA363174-09BE-47AF-A902-8A05F691EC3E}"/>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93594299-00E2-4B08-ADAE-6B5923FA01FD}"/>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D9AA7188-3F67-4DF2-B464-262AC97EDEF1}"/>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1AD06E15-2430-4C32-A88C-F0C977EC7AA5}"/>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746D5931-505F-4296-A556-5BAA8B1386A9}"/>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192E9160-62A2-41BA-B39F-787DD0D27EDA}"/>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8B939C0C-B7BD-411A-A3FB-9F602C5A8C7F}"/>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43CE6DAE-3240-46A0-B811-72CE9AE41FD3}"/>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① 受理：沿用旧签名、权限和排队位置；C 接收 slotId，不在 IPC 接收时提前固定业务目标。</a:t>
            </a:r>
          </a:p>
        </p:txBody>
      </p:sp>
      <p:sp>
        <p:nvSpPr>
          <p:cNvPr id="21" name="top-rule">
            <a:extLst xmlns:a="http://schemas.openxmlformats.org/drawingml/2006/main">
              <a:ext uri="{FF2B5EF4-FFF2-40B4-BE49-F238E27FC236}">
                <a16:creationId xmlns:a16="http://schemas.microsoft.com/office/drawing/2014/main" id="{23A9D569-7A21-40F7-80BA-642FA11922A5}"/>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D7E86A48-763F-4798-B38A-2BCA08773E55}"/>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1C51D1BE-070F-456D-80A6-EA98B3090F04}"/>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F772F585-E490-444C-96E7-1C62E7BD770F}"/>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EK">
            <a:extLst xmlns:a="http://schemas.openxmlformats.org/drawingml/2006/main">
              <a:ext uri="{FF2B5EF4-FFF2-40B4-BE49-F238E27FC236}">
                <a16:creationId xmlns:a16="http://schemas.microsoft.com/office/drawing/2014/main" id="{D7B6FC39-386B-4A9B-B734-B21368183D82}"/>
              </a:ext>
            </a:extLst>
          </p:cNvPr>
          <p:cNvSpPr>
            <a:spLocks xmlns:a="http://schemas.openxmlformats.org/drawingml/2006/main" noGrp="1"/>
          </p:cNvSpPr>
          <p:nvPr/>
        </p:nvSpPr>
        <p:spPr>
          <a:xfrm xmlns:a="http://schemas.openxmlformats.org/drawingml/2006/main">
            <a:off x="1747838" y="3190875"/>
            <a:ext cx="9525" cy="200025"/>
          </a:xfrm>
          <a:custGeom xmlns:a="http://schemas.openxmlformats.org/drawingml/2006/main">
            <a:pathLst>
              <a:path w="9525" h="200025">
                <a:moveTo>
                  <a:pt x="4763" y="0"/>
                </a:moveTo>
                <a:lnTo>
                  <a:pt x="4763" y="200025"/>
                </a:lnTo>
              </a:path>
            </a:pathLst>
          </a:custGeom>
          <a:noFill xmlns:a="http://schemas.openxmlformats.org/drawingml/2006/main"/>
          <a:ln xmlns:a="http://schemas.openxmlformats.org/drawingml/2006/main" w="17145">
            <a:solidFill>
              <a:srgbClr val="246AB8"/>
            </a:solidFill>
            <a:prstDash val="solid"/>
          </a:ln>
        </p:spPr>
      </p:sp>
      <p:sp>
        <p:nvSpPr>
          <p:cNvPr id="26" name="legacy-edge-EK-head">
            <a:extLst xmlns:a="http://schemas.openxmlformats.org/drawingml/2006/main">
              <a:ext uri="{FF2B5EF4-FFF2-40B4-BE49-F238E27FC236}">
                <a16:creationId xmlns:a16="http://schemas.microsoft.com/office/drawing/2014/main" id="{2C1A8051-F9BC-44C7-B119-842E0D3B44DB}"/>
              </a:ext>
            </a:extLst>
          </p:cNvPr>
          <p:cNvSpPr>
            <a:spLocks xmlns:a="http://schemas.openxmlformats.org/drawingml/2006/main" noGrp="1"/>
          </p:cNvSpPr>
          <p:nvPr/>
        </p:nvSpPr>
        <p:spPr>
          <a:xfrm xmlns:a="http://schemas.openxmlformats.org/drawingml/2006/main">
            <a:off x="1724025" y="33337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EK">
            <a:extLst xmlns:a="http://schemas.openxmlformats.org/drawingml/2006/main">
              <a:ext uri="{FF2B5EF4-FFF2-40B4-BE49-F238E27FC236}">
                <a16:creationId xmlns:a16="http://schemas.microsoft.com/office/drawing/2014/main" id="{A97FAF8E-FB6D-4E84-83AA-28CECF5AAB5C}"/>
              </a:ext>
            </a:extLst>
          </p:cNvPr>
          <p:cNvSpPr>
            <a:spLocks xmlns:a="http://schemas.openxmlformats.org/drawingml/2006/main" noGrp="1"/>
          </p:cNvSpPr>
          <p:nvPr/>
        </p:nvSpPr>
        <p:spPr>
          <a:xfrm xmlns:a="http://schemas.openxmlformats.org/drawingml/2006/main">
            <a:off x="1838325" y="3190875"/>
            <a:ext cx="4572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①②</a:t>
            </a:r>
          </a:p>
        </p:txBody>
      </p:sp>
      <p:sp>
        <p:nvSpPr>
          <p:cNvPr id="28" name="legacy-node-E">
            <a:extLst xmlns:a="http://schemas.openxmlformats.org/drawingml/2006/main">
              <a:ext uri="{FF2B5EF4-FFF2-40B4-BE49-F238E27FC236}">
                <a16:creationId xmlns:a16="http://schemas.microsoft.com/office/drawing/2014/main" id="{DB0FA657-DBC1-47CC-9C83-D846F5503717}"/>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EAF1FB"/>
          </a:solidFill>
          <a:ln xmlns:a="http://schemas.openxmlformats.org/drawingml/2006/main" w="14288">
            <a:solidFill>
              <a:srgbClr val="246AB8"/>
            </a:solidFill>
            <a:prstDash val="solid"/>
          </a:ln>
        </p:spPr>
      </p:sp>
      <p:sp>
        <p:nvSpPr>
          <p:cNvPr id="29" name="legacy-title-E">
            <a:extLst xmlns:a="http://schemas.openxmlformats.org/drawingml/2006/main">
              <a:ext uri="{FF2B5EF4-FFF2-40B4-BE49-F238E27FC236}">
                <a16:creationId xmlns:a16="http://schemas.microsoft.com/office/drawing/2014/main" id="{67E0AE81-9CFA-4F86-9EC1-F9D1372AA4B3}"/>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7263A"/>
                </a:solidFill>
                <a:latin typeface="Microsoft YaHei"/>
                <a:ea typeface="Microsoft YaHei"/>
                <a:cs typeface="Microsoft YaHei"/>
              </a:defRPr>
            </a:defPPr>
            <a:lvl1pPr algn="l">
              <a:defRPr sz="1650" b="1">
                <a:solidFill>
                  <a:srgbClr val="17263A"/>
                </a:solidFill>
                <a:latin typeface="Microsoft YaHei"/>
                <a:ea typeface="Microsoft YaHei"/>
                <a:cs typeface="Microsoft YaHei"/>
              </a:defRPr>
            </a:lvl1pPr>
            <a:lvl2pPr algn="l">
              <a:defRPr sz="1650" b="1">
                <a:solidFill>
                  <a:srgbClr val="17263A"/>
                </a:solidFill>
                <a:latin typeface="Microsoft YaHei"/>
                <a:ea typeface="Microsoft YaHei"/>
                <a:cs typeface="Microsoft YaHei"/>
              </a:defRPr>
            </a:lvl2pPr>
            <a:lvl3pPr algn="l">
              <a:defRPr sz="1650" b="1">
                <a:solidFill>
                  <a:srgbClr val="17263A"/>
                </a:solidFill>
                <a:latin typeface="Microsoft YaHei"/>
                <a:ea typeface="Microsoft YaHei"/>
                <a:cs typeface="Microsoft YaHei"/>
              </a:defRPr>
            </a:lvl3pPr>
            <a:lvl4pPr algn="l">
              <a:defRPr sz="1650" b="1">
                <a:solidFill>
                  <a:srgbClr val="17263A"/>
                </a:solidFill>
                <a:latin typeface="Microsoft YaHei"/>
                <a:ea typeface="Microsoft YaHei"/>
                <a:cs typeface="Microsoft YaHei"/>
              </a:defRPr>
            </a:lvl4pPr>
            <a:lvl5pPr algn="l">
              <a:defRPr sz="1650" b="1">
                <a:solidFill>
                  <a:srgbClr val="17263A"/>
                </a:solidFill>
                <a:latin typeface="Microsoft YaHei"/>
                <a:ea typeface="Microsoft YaHei"/>
                <a:cs typeface="Microsoft YaHei"/>
              </a:defRPr>
            </a:lvl5pPr>
            <a:lvl6pPr algn="l">
              <a:defRPr sz="1650" b="1">
                <a:solidFill>
                  <a:srgbClr val="17263A"/>
                </a:solidFill>
                <a:latin typeface="Microsoft YaHei"/>
                <a:ea typeface="Microsoft YaHei"/>
                <a:cs typeface="Microsoft YaHei"/>
              </a:defRPr>
            </a:lvl6pPr>
            <a:lvl7pPr algn="l">
              <a:defRPr sz="1650" b="1">
                <a:solidFill>
                  <a:srgbClr val="17263A"/>
                </a:solidFill>
                <a:latin typeface="Microsoft YaHei"/>
                <a:ea typeface="Microsoft YaHei"/>
                <a:cs typeface="Microsoft YaHei"/>
              </a:defRPr>
            </a:lvl7pPr>
            <a:lvl8pPr algn="l">
              <a:defRPr sz="1650" b="1">
                <a:solidFill>
                  <a:srgbClr val="17263A"/>
                </a:solidFill>
                <a:latin typeface="Microsoft YaHei"/>
                <a:ea typeface="Microsoft YaHei"/>
                <a:cs typeface="Microsoft YaHei"/>
              </a:defRPr>
            </a:lvl8pPr>
            <a:lvl9pPr algn="l">
              <a:defRPr sz="1650" b="1">
                <a:solidFill>
                  <a:srgbClr val="17263A"/>
                </a:solidFill>
                <a:latin typeface="Microsoft YaHei"/>
                <a:ea typeface="Microsoft YaHei"/>
                <a:cs typeface="Microsoft YaHei"/>
              </a:defRPr>
            </a:lvl9pPr>
          </a:lstStyle>
          <a:p xmlns:a="http://schemas.openxmlformats.org/drawingml/2006/main">
            <a:pPr algn="l">
              <a:lnSpc>
                <a:spcPct val="102000"/>
              </a:lnSpc>
              <a:buNone/>
              <a:defRPr sz="1650" b="1">
                <a:solidFill>
                  <a:srgbClr val="17263A"/>
                </a:solidFill>
                <a:latin typeface="Microsoft YaHei"/>
                <a:ea typeface="Microsoft YaHei"/>
                <a:cs typeface="Microsoft YaHei"/>
              </a:defRPr>
            </a:pPr>
            <a:r>
              <a:rPr sz="1650" b="1">
                <a:solidFill>
                  <a:srgbClr val="17263A"/>
                </a:solidFill>
                <a:latin typeface="Microsoft YaHei"/>
                <a:ea typeface="Microsoft YaHei"/>
                <a:cs typeface="Microsoft YaHei"/>
              </a:rPr>
              <a:t>CoreServiceSim → SimManager</a:t>
            </a:r>
          </a:p>
        </p:txBody>
      </p:sp>
      <p:sp>
        <p:nvSpPr>
          <p:cNvPr id="30" name="legacy-line-bg-E-0">
            <a:extLst xmlns:a="http://schemas.openxmlformats.org/drawingml/2006/main">
              <a:ext uri="{FF2B5EF4-FFF2-40B4-BE49-F238E27FC236}">
                <a16:creationId xmlns:a16="http://schemas.microsoft.com/office/drawing/2014/main" id="{FF2469B9-A527-4AE1-8D55-35F8DDB98D3B}"/>
              </a:ext>
            </a:extLst>
          </p:cNvPr>
          <p:cNvSpPr>
            <a:spLocks xmlns:a="http://schemas.openxmlformats.org/drawingml/2006/main" noGrp="1"/>
          </p:cNvSpPr>
          <p:nvPr/>
        </p:nvSpPr>
        <p:spPr>
          <a:xfrm xmlns:a="http://schemas.openxmlformats.org/drawingml/2006/main">
            <a:off x="561975" y="2952750"/>
            <a:ext cx="51244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31" name="legacy-line-E-0">
            <a:extLst xmlns:a="http://schemas.openxmlformats.org/drawingml/2006/main">
              <a:ext uri="{FF2B5EF4-FFF2-40B4-BE49-F238E27FC236}">
                <a16:creationId xmlns:a16="http://schemas.microsoft.com/office/drawing/2014/main" id="{EBB80CED-787E-46B3-853B-D9FDCC724400}"/>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17263A"/>
                </a:solidFill>
                <a:latin typeface="Microsoft YaHei"/>
                <a:ea typeface="Microsoft YaHei"/>
                <a:cs typeface="Microsoft YaHei"/>
              </a:defRPr>
            </a:defPPr>
            <a:lvl1pPr algn="l">
              <a:defRPr sz="1275" b="1">
                <a:solidFill>
                  <a:srgbClr val="17263A"/>
                </a:solidFill>
                <a:latin typeface="Microsoft YaHei"/>
                <a:ea typeface="Microsoft YaHei"/>
                <a:cs typeface="Microsoft YaHei"/>
              </a:defRPr>
            </a:lvl1pPr>
            <a:lvl2pPr algn="l">
              <a:defRPr sz="1275" b="1">
                <a:solidFill>
                  <a:srgbClr val="17263A"/>
                </a:solidFill>
                <a:latin typeface="Microsoft YaHei"/>
                <a:ea typeface="Microsoft YaHei"/>
                <a:cs typeface="Microsoft YaHei"/>
              </a:defRPr>
            </a:lvl2pPr>
            <a:lvl3pPr algn="l">
              <a:defRPr sz="1275" b="1">
                <a:solidFill>
                  <a:srgbClr val="17263A"/>
                </a:solidFill>
                <a:latin typeface="Microsoft YaHei"/>
                <a:ea typeface="Microsoft YaHei"/>
                <a:cs typeface="Microsoft YaHei"/>
              </a:defRPr>
            </a:lvl3pPr>
            <a:lvl4pPr algn="l">
              <a:defRPr sz="1275" b="1">
                <a:solidFill>
                  <a:srgbClr val="17263A"/>
                </a:solidFill>
                <a:latin typeface="Microsoft YaHei"/>
                <a:ea typeface="Microsoft YaHei"/>
                <a:cs typeface="Microsoft YaHei"/>
              </a:defRPr>
            </a:lvl4pPr>
            <a:lvl5pPr algn="l">
              <a:defRPr sz="1275" b="1">
                <a:solidFill>
                  <a:srgbClr val="17263A"/>
                </a:solidFill>
                <a:latin typeface="Microsoft YaHei"/>
                <a:ea typeface="Microsoft YaHei"/>
                <a:cs typeface="Microsoft YaHei"/>
              </a:defRPr>
            </a:lvl5pPr>
            <a:lvl6pPr algn="l">
              <a:defRPr sz="1275" b="1">
                <a:solidFill>
                  <a:srgbClr val="17263A"/>
                </a:solidFill>
                <a:latin typeface="Microsoft YaHei"/>
                <a:ea typeface="Microsoft YaHei"/>
                <a:cs typeface="Microsoft YaHei"/>
              </a:defRPr>
            </a:lvl6pPr>
            <a:lvl7pPr algn="l">
              <a:defRPr sz="1275" b="1">
                <a:solidFill>
                  <a:srgbClr val="17263A"/>
                </a:solidFill>
                <a:latin typeface="Microsoft YaHei"/>
                <a:ea typeface="Microsoft YaHei"/>
                <a:cs typeface="Microsoft YaHei"/>
              </a:defRPr>
            </a:lvl7pPr>
            <a:lvl8pPr algn="l">
              <a:defRPr sz="1275" b="1">
                <a:solidFill>
                  <a:srgbClr val="17263A"/>
                </a:solidFill>
                <a:latin typeface="Microsoft YaHei"/>
                <a:ea typeface="Microsoft YaHei"/>
                <a:cs typeface="Microsoft YaHei"/>
              </a:defRPr>
            </a:lvl8pPr>
            <a:lvl9pPr algn="l">
              <a:defRPr sz="1275" b="1">
                <a:solidFill>
                  <a:srgbClr val="17263A"/>
                </a:solidFill>
                <a:latin typeface="Microsoft YaHei"/>
                <a:ea typeface="Microsoft YaHei"/>
                <a:cs typeface="Microsoft YaHei"/>
              </a:defRPr>
            </a:lvl9pPr>
          </a:lstStyle>
          <a:p xmlns:a="http://schemas.openxmlformats.org/drawingml/2006/main">
            <a:pPr algn="l">
              <a:lnSpc>
                <a:spcPct val="102000"/>
              </a:lnSpc>
              <a:buNone/>
              <a:defRPr sz="1275" b="1">
                <a:solidFill>
                  <a:srgbClr val="17263A"/>
                </a:solidFill>
                <a:latin typeface="Microsoft YaHei"/>
                <a:ea typeface="Microsoft YaHei"/>
                <a:cs typeface="Microsoft YaHei"/>
              </a:defRPr>
            </a:pPr>
            <a:r>
              <a:rPr sz="1275" b="1">
                <a:solidFill>
                  <a:srgbClr val="17263A"/>
                </a:solidFill>
                <a:latin typeface="Microsoft YaHei"/>
                <a:ea typeface="Microsoft YaHei"/>
                <a:cs typeface="Microsoft YaHei"/>
              </a:rPr>
              <a:t>slotId / number / callback；检查后异步排队</a:t>
            </a:r>
          </a:p>
        </p:txBody>
      </p:sp>
      <p:sp>
        <p:nvSpPr>
          <p:cNvPr id="32" name="legacy-node-K">
            <a:extLst xmlns:a="http://schemas.openxmlformats.org/drawingml/2006/main">
              <a:ext uri="{FF2B5EF4-FFF2-40B4-BE49-F238E27FC236}">
                <a16:creationId xmlns:a16="http://schemas.microsoft.com/office/drawing/2014/main" id="{26D63C31-92AE-4CD0-9EC1-724D581D4766}"/>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3" name="legacy-title-K">
            <a:extLst xmlns:a="http://schemas.openxmlformats.org/drawingml/2006/main">
              <a:ext uri="{FF2B5EF4-FFF2-40B4-BE49-F238E27FC236}">
                <a16:creationId xmlns:a16="http://schemas.microsoft.com/office/drawing/2014/main" id="{874E8F29-9197-41AE-8E9F-83932F2EF9A9}"/>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4" name="legacy-alias-K">
            <a:extLst xmlns:a="http://schemas.openxmlformats.org/drawingml/2006/main">
              <a:ext uri="{FF2B5EF4-FFF2-40B4-BE49-F238E27FC236}">
                <a16:creationId xmlns:a16="http://schemas.microsoft.com/office/drawing/2014/main" id="{7155592B-4707-4F7A-86F5-1B63028532A8}"/>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同一模块承接多种职责</a:t>
            </a:r>
          </a:p>
        </p:txBody>
      </p:sp>
      <p:sp>
        <p:nvSpPr>
          <p:cNvPr id="35" name="legacy-line-K-0">
            <a:extLst xmlns:a="http://schemas.openxmlformats.org/drawingml/2006/main">
              <a:ext uri="{FF2B5EF4-FFF2-40B4-BE49-F238E27FC236}">
                <a16:creationId xmlns:a16="http://schemas.microsoft.com/office/drawing/2014/main" id="{BC6B91F4-0917-4DC7-A44A-47EA0260F989}"/>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按 slot 定位 File / curSimId</a:t>
            </a:r>
          </a:p>
        </p:txBody>
      </p:sp>
      <p:sp>
        <p:nvSpPr>
          <p:cNvPr id="36" name="legacy-line-K-1">
            <a:extLst xmlns:a="http://schemas.openxmlformats.org/drawingml/2006/main">
              <a:ext uri="{FF2B5EF4-FFF2-40B4-BE49-F238E27FC236}">
                <a16:creationId xmlns:a16="http://schemas.microsoft.com/office/drawing/2014/main" id="{9C6E2BF3-1AD0-4875-B751-25C97F7DA3B3}"/>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写卡结果决定是否继续</a:t>
            </a:r>
          </a:p>
        </p:txBody>
      </p:sp>
      <p:sp>
        <p:nvSpPr>
          <p:cNvPr id="37" name="legacy-line-K-2">
            <a:extLst xmlns:a="http://schemas.openxmlformats.org/drawingml/2006/main">
              <a:ext uri="{FF2B5EF4-FFF2-40B4-BE49-F238E27FC236}">
                <a16:creationId xmlns:a16="http://schemas.microsoft.com/office/drawing/2014/main" id="{744A4520-67E9-4806-8860-337D58288295}"/>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SetShowNumberToDB</a:t>
            </a:r>
          </a:p>
        </p:txBody>
      </p:sp>
      <p:sp>
        <p:nvSpPr>
          <p:cNvPr id="38" name="legacy-node-R">
            <a:extLst xmlns:a="http://schemas.openxmlformats.org/drawingml/2006/main">
              <a:ext uri="{FF2B5EF4-FFF2-40B4-BE49-F238E27FC236}">
                <a16:creationId xmlns:a16="http://schemas.microsoft.com/office/drawing/2014/main" id="{3E23A08E-FB9C-46B2-A3C3-3C27CBF765C3}"/>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9525">
            <a:solidFill>
              <a:srgbClr val="CDD8E6"/>
            </a:solidFill>
            <a:prstDash val="solid"/>
          </a:ln>
        </p:spPr>
      </p:sp>
      <p:sp>
        <p:nvSpPr>
          <p:cNvPr id="39" name="legacy-title-R">
            <a:extLst xmlns:a="http://schemas.openxmlformats.org/drawingml/2006/main">
              <a:ext uri="{FF2B5EF4-FFF2-40B4-BE49-F238E27FC236}">
                <a16:creationId xmlns:a16="http://schemas.microsoft.com/office/drawing/2014/main" id="{546E3D8B-FF20-48A3-99EC-A242EB51D2B1}"/>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778599"/>
                </a:solidFill>
                <a:latin typeface="Microsoft YaHei"/>
                <a:ea typeface="Microsoft YaHei"/>
                <a:cs typeface="Microsoft YaHei"/>
              </a:defRPr>
            </a:defPPr>
            <a:lvl1pPr algn="l">
              <a:defRPr sz="1380" b="1">
                <a:solidFill>
                  <a:srgbClr val="778599"/>
                </a:solidFill>
                <a:latin typeface="Microsoft YaHei"/>
                <a:ea typeface="Microsoft YaHei"/>
                <a:cs typeface="Microsoft YaHei"/>
              </a:defRPr>
            </a:lvl1pPr>
            <a:lvl2pPr algn="l">
              <a:defRPr sz="1380" b="1">
                <a:solidFill>
                  <a:srgbClr val="778599"/>
                </a:solidFill>
                <a:latin typeface="Microsoft YaHei"/>
                <a:ea typeface="Microsoft YaHei"/>
                <a:cs typeface="Microsoft YaHei"/>
              </a:defRPr>
            </a:lvl2pPr>
            <a:lvl3pPr algn="l">
              <a:defRPr sz="1380" b="1">
                <a:solidFill>
                  <a:srgbClr val="778599"/>
                </a:solidFill>
                <a:latin typeface="Microsoft YaHei"/>
                <a:ea typeface="Microsoft YaHei"/>
                <a:cs typeface="Microsoft YaHei"/>
              </a:defRPr>
            </a:lvl3pPr>
            <a:lvl4pPr algn="l">
              <a:defRPr sz="1380" b="1">
                <a:solidFill>
                  <a:srgbClr val="778599"/>
                </a:solidFill>
                <a:latin typeface="Microsoft YaHei"/>
                <a:ea typeface="Microsoft YaHei"/>
                <a:cs typeface="Microsoft YaHei"/>
              </a:defRPr>
            </a:lvl4pPr>
            <a:lvl5pPr algn="l">
              <a:defRPr sz="1380" b="1">
                <a:solidFill>
                  <a:srgbClr val="778599"/>
                </a:solidFill>
                <a:latin typeface="Microsoft YaHei"/>
                <a:ea typeface="Microsoft YaHei"/>
                <a:cs typeface="Microsoft YaHei"/>
              </a:defRPr>
            </a:lvl5pPr>
            <a:lvl6pPr algn="l">
              <a:defRPr sz="1380" b="1">
                <a:solidFill>
                  <a:srgbClr val="778599"/>
                </a:solidFill>
                <a:latin typeface="Microsoft YaHei"/>
                <a:ea typeface="Microsoft YaHei"/>
                <a:cs typeface="Microsoft YaHei"/>
              </a:defRPr>
            </a:lvl6pPr>
            <a:lvl7pPr algn="l">
              <a:defRPr sz="1380" b="1">
                <a:solidFill>
                  <a:srgbClr val="778599"/>
                </a:solidFill>
                <a:latin typeface="Microsoft YaHei"/>
                <a:ea typeface="Microsoft YaHei"/>
                <a:cs typeface="Microsoft YaHei"/>
              </a:defRPr>
            </a:lvl7pPr>
            <a:lvl8pPr algn="l">
              <a:defRPr sz="1380" b="1">
                <a:solidFill>
                  <a:srgbClr val="778599"/>
                </a:solidFill>
                <a:latin typeface="Microsoft YaHei"/>
                <a:ea typeface="Microsoft YaHei"/>
                <a:cs typeface="Microsoft YaHei"/>
              </a:defRPr>
            </a:lvl8pPr>
            <a:lvl9pPr algn="l">
              <a:defRPr sz="1380" b="1">
                <a:solidFill>
                  <a:srgbClr val="778599"/>
                </a:solidFill>
                <a:latin typeface="Microsoft YaHei"/>
                <a:ea typeface="Microsoft YaHei"/>
                <a:cs typeface="Microsoft YaHei"/>
              </a:defRPr>
            </a:lvl9pPr>
          </a:lstStyle>
          <a:p xmlns:a="http://schemas.openxmlformats.org/drawingml/2006/main">
            <a:pPr algn="l">
              <a:lnSpc>
                <a:spcPct val="102000"/>
              </a:lnSpc>
              <a:buNone/>
              <a:defRPr sz="1380" b="1">
                <a:solidFill>
                  <a:srgbClr val="778599"/>
                </a:solidFill>
                <a:latin typeface="Microsoft YaHei"/>
                <a:ea typeface="Microsoft YaHei"/>
                <a:cs typeface="Microsoft YaHei"/>
              </a:defRPr>
            </a:pPr>
            <a:r>
              <a:rPr sz="1380" b="1">
                <a:solidFill>
                  <a:srgbClr val="778599"/>
                </a:solidFill>
                <a:latin typeface="Microsoft YaHei"/>
                <a:ea typeface="Microsoft YaHei"/>
                <a:cs typeface="Microsoft YaHei"/>
              </a:rPr>
              <a:t>SimFileManager / SimFile</a:t>
            </a:r>
          </a:p>
        </p:txBody>
      </p:sp>
      <p:sp>
        <p:nvSpPr>
          <p:cNvPr id="40" name="legacy-alias-R">
            <a:extLst xmlns:a="http://schemas.openxmlformats.org/drawingml/2006/main">
              <a:ext uri="{FF2B5EF4-FFF2-40B4-BE49-F238E27FC236}">
                <a16:creationId xmlns:a16="http://schemas.microsoft.com/office/drawing/2014/main" id="{FC0556BD-732E-448D-8A3A-5FBC9724417B}"/>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778599"/>
                </a:solidFill>
                <a:latin typeface="Microsoft YaHei"/>
                <a:ea typeface="Microsoft YaHei"/>
                <a:cs typeface="Microsoft YaHei"/>
              </a:defRPr>
            </a:defPPr>
            <a:lvl1pPr algn="l">
              <a:defRPr sz="1088" b="0">
                <a:solidFill>
                  <a:srgbClr val="778599"/>
                </a:solidFill>
                <a:latin typeface="Microsoft YaHei"/>
                <a:ea typeface="Microsoft YaHei"/>
                <a:cs typeface="Microsoft YaHei"/>
              </a:defRPr>
            </a:lvl1pPr>
            <a:lvl2pPr algn="l">
              <a:defRPr sz="1088" b="0">
                <a:solidFill>
                  <a:srgbClr val="778599"/>
                </a:solidFill>
                <a:latin typeface="Microsoft YaHei"/>
                <a:ea typeface="Microsoft YaHei"/>
                <a:cs typeface="Microsoft YaHei"/>
              </a:defRPr>
            </a:lvl2pPr>
            <a:lvl3pPr algn="l">
              <a:defRPr sz="1088" b="0">
                <a:solidFill>
                  <a:srgbClr val="778599"/>
                </a:solidFill>
                <a:latin typeface="Microsoft YaHei"/>
                <a:ea typeface="Microsoft YaHei"/>
                <a:cs typeface="Microsoft YaHei"/>
              </a:defRPr>
            </a:lvl3pPr>
            <a:lvl4pPr algn="l">
              <a:defRPr sz="1088" b="0">
                <a:solidFill>
                  <a:srgbClr val="778599"/>
                </a:solidFill>
                <a:latin typeface="Microsoft YaHei"/>
                <a:ea typeface="Microsoft YaHei"/>
                <a:cs typeface="Microsoft YaHei"/>
              </a:defRPr>
            </a:lvl4pPr>
            <a:lvl5pPr algn="l">
              <a:defRPr sz="1088" b="0">
                <a:solidFill>
                  <a:srgbClr val="778599"/>
                </a:solidFill>
                <a:latin typeface="Microsoft YaHei"/>
                <a:ea typeface="Microsoft YaHei"/>
                <a:cs typeface="Microsoft YaHei"/>
              </a:defRPr>
            </a:lvl5pPr>
            <a:lvl6pPr algn="l">
              <a:defRPr sz="1088" b="0">
                <a:solidFill>
                  <a:srgbClr val="778599"/>
                </a:solidFill>
                <a:latin typeface="Microsoft YaHei"/>
                <a:ea typeface="Microsoft YaHei"/>
                <a:cs typeface="Microsoft YaHei"/>
              </a:defRPr>
            </a:lvl6pPr>
            <a:lvl7pPr algn="l">
              <a:defRPr sz="1088" b="0">
                <a:solidFill>
                  <a:srgbClr val="778599"/>
                </a:solidFill>
                <a:latin typeface="Microsoft YaHei"/>
                <a:ea typeface="Microsoft YaHei"/>
                <a:cs typeface="Microsoft YaHei"/>
              </a:defRPr>
            </a:lvl7pPr>
            <a:lvl8pPr algn="l">
              <a:defRPr sz="1088" b="0">
                <a:solidFill>
                  <a:srgbClr val="778599"/>
                </a:solidFill>
                <a:latin typeface="Microsoft YaHei"/>
                <a:ea typeface="Microsoft YaHei"/>
                <a:cs typeface="Microsoft YaHei"/>
              </a:defRPr>
            </a:lvl8pPr>
            <a:lvl9pPr algn="l">
              <a:defRPr sz="1088" b="0">
                <a:solidFill>
                  <a:srgbClr val="778599"/>
                </a:solidFill>
                <a:latin typeface="Microsoft YaHei"/>
                <a:ea typeface="Microsoft YaHei"/>
                <a:cs typeface="Microsoft YaHei"/>
              </a:defRPr>
            </a:lvl9pPr>
          </a:lstStyle>
          <a:p xmlns:a="http://schemas.openxmlformats.org/drawingml/2006/main">
            <a:pPr algn="l">
              <a:lnSpc>
                <a:spcPct val="102000"/>
              </a:lnSpc>
              <a:buNone/>
              <a:defRPr sz="1088" b="0">
                <a:solidFill>
                  <a:srgbClr val="778599"/>
                </a:solidFill>
                <a:latin typeface="Microsoft YaHei"/>
                <a:ea typeface="Microsoft YaHei"/>
                <a:cs typeface="Microsoft YaHei"/>
              </a:defRPr>
            </a:pPr>
            <a:r>
              <a:rPr sz="1088" b="0">
                <a:solidFill>
                  <a:srgbClr val="778599"/>
                </a:solidFill>
                <a:latin typeface="Microsoft YaHei"/>
                <a:ea typeface="Microsoft YaHei"/>
                <a:cs typeface="Microsoft YaHei"/>
              </a:rPr>
              <a:t>DiallingNumbers / EF / RIL</a:t>
            </a:r>
          </a:p>
        </p:txBody>
      </p:sp>
      <p:sp>
        <p:nvSpPr>
          <p:cNvPr id="41" name="legacy-line-R-0">
            <a:extLst xmlns:a="http://schemas.openxmlformats.org/drawingml/2006/main">
              <a:ext uri="{FF2B5EF4-FFF2-40B4-BE49-F238E27FC236}">
                <a16:creationId xmlns:a16="http://schemas.microsoft.com/office/drawing/2014/main" id="{F3B49F04-D1DA-44D1-9971-2875F91056A8}"/>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UpdateMsisdnNumber</a:t>
            </a:r>
          </a:p>
        </p:txBody>
      </p:sp>
      <p:sp>
        <p:nvSpPr>
          <p:cNvPr id="42" name="legacy-line-R-1">
            <a:extLst xmlns:a="http://schemas.openxmlformats.org/drawingml/2006/main">
              <a:ext uri="{FF2B5EF4-FFF2-40B4-BE49-F238E27FC236}">
                <a16:creationId xmlns:a16="http://schemas.microsoft.com/office/drawing/2014/main" id="{2DA01AA6-B0C2-4DD7-A0A8-AA9183211306}"/>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ProcessSetMsisdnDone</a:t>
            </a:r>
          </a:p>
        </p:txBody>
      </p:sp>
      <p:sp>
        <p:nvSpPr>
          <p:cNvPr id="43" name="legacy-line-R-2">
            <a:extLst xmlns:a="http://schemas.openxmlformats.org/drawingml/2006/main">
              <a:ext uri="{FF2B5EF4-FFF2-40B4-BE49-F238E27FC236}">
                <a16:creationId xmlns:a16="http://schemas.microsoft.com/office/drawing/2014/main" id="{A626AB1F-5748-4C2A-A9AC-E865C94E5706}"/>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卡缓存 / waitResult_</a:t>
            </a:r>
          </a:p>
        </p:txBody>
      </p:sp>
      <p:sp>
        <p:nvSpPr>
          <p:cNvPr id="44" name="legacy-node-D">
            <a:extLst xmlns:a="http://schemas.openxmlformats.org/drawingml/2006/main">
              <a:ext uri="{FF2B5EF4-FFF2-40B4-BE49-F238E27FC236}">
                <a16:creationId xmlns:a16="http://schemas.microsoft.com/office/drawing/2014/main" id="{0E3013C4-909B-45E8-83AA-7EAE027FD11B}"/>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5" name="legacy-title-D">
            <a:extLst xmlns:a="http://schemas.openxmlformats.org/drawingml/2006/main">
              <a:ext uri="{FF2B5EF4-FFF2-40B4-BE49-F238E27FC236}">
                <a16:creationId xmlns:a16="http://schemas.microsoft.com/office/drawing/2014/main" id="{F77BC4AB-FF46-4D9E-A8F6-3EE6BA9FDD3B}"/>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SimRdbHelper</a:t>
            </a:r>
          </a:p>
        </p:txBody>
      </p:sp>
      <p:sp>
        <p:nvSpPr>
          <p:cNvPr id="46" name="legacy-line-D-0">
            <a:extLst xmlns:a="http://schemas.openxmlformats.org/drawingml/2006/main">
              <a:ext uri="{FF2B5EF4-FFF2-40B4-BE49-F238E27FC236}">
                <a16:creationId xmlns:a16="http://schemas.microsoft.com/office/drawing/2014/main" id="{FF333E7C-ABC3-46ED-A8EC-D4E4EB6D71F1}"/>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⑤ DataShare：DB → 账户缓存</a:t>
            </a:r>
          </a:p>
        </p:txBody>
      </p:sp>
      <p:sp>
        <p:nvSpPr>
          <p:cNvPr id="47" name="legacy-node-N">
            <a:extLst xmlns:a="http://schemas.openxmlformats.org/drawingml/2006/main">
              <a:ext uri="{FF2B5EF4-FFF2-40B4-BE49-F238E27FC236}">
                <a16:creationId xmlns:a16="http://schemas.microsoft.com/office/drawing/2014/main" id="{3815FD3B-50D0-4094-8D79-3D4A97F53C4A}"/>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8" name="legacy-title-N">
            <a:extLst xmlns:a="http://schemas.openxmlformats.org/drawingml/2006/main">
              <a:ext uri="{FF2B5EF4-FFF2-40B4-BE49-F238E27FC236}">
                <a16:creationId xmlns:a16="http://schemas.microsoft.com/office/drawing/2014/main" id="{4F2762B6-5E44-4CD2-B8E5-0964F200EBCD}"/>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旧通知与回调</a:t>
            </a:r>
          </a:p>
        </p:txBody>
      </p:sp>
      <p:sp>
        <p:nvSpPr>
          <p:cNvPr id="49" name="legacy-line-N-0">
            <a:extLst xmlns:a="http://schemas.openxmlformats.org/drawingml/2006/main">
              <a:ext uri="{FF2B5EF4-FFF2-40B4-BE49-F238E27FC236}">
                <a16:creationId xmlns:a16="http://schemas.microsoft.com/office/drawing/2014/main" id="{464E0CDB-3AEF-4134-936B-8C75C7740B6E}"/>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整体成功才发账户通知</a:t>
            </a:r>
          </a:p>
        </p:txBody>
      </p:sp>
      <p:sp>
        <p:nvSpPr>
          <p:cNvPr id="50" name="legacy-line-N-1">
            <a:extLst xmlns:a="http://schemas.openxmlformats.org/drawingml/2006/main">
              <a:ext uri="{FF2B5EF4-FFF2-40B4-BE49-F238E27FC236}">
                <a16:creationId xmlns:a16="http://schemas.microsoft.com/office/drawing/2014/main" id="{F0756556-0FEF-4EC9-B6E1-8850BA6DED83}"/>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CoreServiceSim 返回原结果</a:t>
            </a:r>
          </a:p>
        </p:txBody>
      </p:sp>
      <p:sp>
        <p:nvSpPr>
          <p:cNvPr id="51" name="legacy-flow-note">
            <a:extLst xmlns:a="http://schemas.openxmlformats.org/drawingml/2006/main">
              <a:ext uri="{FF2B5EF4-FFF2-40B4-BE49-F238E27FC236}">
                <a16:creationId xmlns:a16="http://schemas.microsoft.com/office/drawing/2014/main" id="{8EA12054-BB07-4F86-9727-652F258ECC64}"/>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SetShowNumber · 普通路径；省略透传函数及中间调用栈</a:t>
            </a:r>
          </a:p>
        </p:txBody>
      </p:sp>
      <p:sp>
        <p:nvSpPr>
          <p:cNvPr id="52" name="application-label">
            <a:extLst xmlns:a="http://schemas.openxmlformats.org/drawingml/2006/main">
              <a:ext uri="{FF2B5EF4-FFF2-40B4-BE49-F238E27FC236}">
                <a16:creationId xmlns:a16="http://schemas.microsoft.com/office/drawing/2014/main" id="{3636DA03-130A-4749-A297-2ADBDCBBB8C0}"/>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3" name="domain-label">
            <a:extLst xmlns:a="http://schemas.openxmlformats.org/drawingml/2006/main">
              <a:ext uri="{FF2B5EF4-FFF2-40B4-BE49-F238E27FC236}">
                <a16:creationId xmlns:a16="http://schemas.microsoft.com/office/drawing/2014/main" id="{524FC275-3B5E-4AA0-9780-652E83CF3801}"/>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4" name="target-edge-CO">
            <a:extLst xmlns:a="http://schemas.openxmlformats.org/drawingml/2006/main">
              <a:ext uri="{FF2B5EF4-FFF2-40B4-BE49-F238E27FC236}">
                <a16:creationId xmlns:a16="http://schemas.microsoft.com/office/drawing/2014/main" id="{E108C39C-7D10-4AE9-A918-B0915A9828A4}"/>
              </a:ext>
            </a:extLst>
          </p:cNvPr>
          <p:cNvSpPr>
            <a:spLocks xmlns:a="http://schemas.openxmlformats.org/drawingml/2006/main" noGrp="1"/>
          </p:cNvSpPr>
          <p:nvPr/>
        </p:nvSpPr>
        <p:spPr>
          <a:xfrm xmlns:a="http://schemas.openxmlformats.org/drawingml/2006/main">
            <a:off x="7853363" y="314325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55" name="target-edge-CO-head">
            <a:extLst xmlns:a="http://schemas.openxmlformats.org/drawingml/2006/main">
              <a:ext uri="{FF2B5EF4-FFF2-40B4-BE49-F238E27FC236}">
                <a16:creationId xmlns:a16="http://schemas.microsoft.com/office/drawing/2014/main" id="{780DB482-08C3-4B75-AD54-0FA6C6CE007C}"/>
              </a:ext>
            </a:extLst>
          </p:cNvPr>
          <p:cNvSpPr>
            <a:spLocks xmlns:a="http://schemas.openxmlformats.org/drawingml/2006/main" noGrp="1"/>
          </p:cNvSpPr>
          <p:nvPr/>
        </p:nvSpPr>
        <p:spPr>
          <a:xfrm xmlns:a="http://schemas.openxmlformats.org/drawingml/2006/main">
            <a:off x="7829550" y="33147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56" name="target-edge-label-CO">
            <a:extLst xmlns:a="http://schemas.openxmlformats.org/drawingml/2006/main">
              <a:ext uri="{FF2B5EF4-FFF2-40B4-BE49-F238E27FC236}">
                <a16:creationId xmlns:a16="http://schemas.microsoft.com/office/drawing/2014/main" id="{FEDE95FF-0BB3-435F-89B8-0FA340FCCC0E}"/>
              </a:ext>
            </a:extLst>
          </p:cNvPr>
          <p:cNvSpPr>
            <a:spLocks xmlns:a="http://schemas.openxmlformats.org/drawingml/2006/main" noGrp="1"/>
          </p:cNvSpPr>
          <p:nvPr/>
        </p:nvSpPr>
        <p:spPr>
          <a:xfrm xmlns:a="http://schemas.openxmlformats.org/drawingml/2006/main">
            <a:off x="7658100" y="3152775"/>
            <a:ext cx="1905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①</a:t>
            </a:r>
          </a:p>
        </p:txBody>
      </p:sp>
      <p:sp>
        <p:nvSpPr>
          <p:cNvPr id="57" name="target-node-C">
            <a:extLst xmlns:a="http://schemas.openxmlformats.org/drawingml/2006/main">
              <a:ext uri="{FF2B5EF4-FFF2-40B4-BE49-F238E27FC236}">
                <a16:creationId xmlns:a16="http://schemas.microsoft.com/office/drawing/2014/main" id="{AB6E21F8-D320-49EE-BC28-F287F4B5ABE3}"/>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EAF1FB"/>
          </a:solidFill>
          <a:ln xmlns:a="http://schemas.openxmlformats.org/drawingml/2006/main" w="14288">
            <a:solidFill>
              <a:srgbClr val="246AB8"/>
            </a:solidFill>
            <a:prstDash val="solid"/>
          </a:ln>
        </p:spPr>
      </p:sp>
      <p:sp>
        <p:nvSpPr>
          <p:cNvPr id="58" name="target-title-C">
            <a:extLst xmlns:a="http://schemas.openxmlformats.org/drawingml/2006/main">
              <a:ext uri="{FF2B5EF4-FFF2-40B4-BE49-F238E27FC236}">
                <a16:creationId xmlns:a16="http://schemas.microsoft.com/office/drawing/2014/main" id="{AB39D8DA-721B-4CFD-98D9-DDBEBA362940}"/>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C 旧接口兼容</a:t>
            </a:r>
          </a:p>
        </p:txBody>
      </p:sp>
      <p:sp>
        <p:nvSpPr>
          <p:cNvPr id="59" name="target-alias-C">
            <a:extLst xmlns:a="http://schemas.openxmlformats.org/drawingml/2006/main">
              <a:ext uri="{FF2B5EF4-FFF2-40B4-BE49-F238E27FC236}">
                <a16:creationId xmlns:a16="http://schemas.microsoft.com/office/drawing/2014/main" id="{2F3C5C8E-104A-4F60-91E5-D65F0370E7DC}"/>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56657A"/>
                </a:solidFill>
                <a:latin typeface="Microsoft YaHei"/>
                <a:ea typeface="Microsoft YaHei"/>
                <a:cs typeface="Microsoft YaHei"/>
              </a:defRPr>
            </a:defPPr>
            <a:lvl1pPr algn="l">
              <a:defRPr sz="1238" b="0">
                <a:solidFill>
                  <a:srgbClr val="56657A"/>
                </a:solidFill>
                <a:latin typeface="Microsoft YaHei"/>
                <a:ea typeface="Microsoft YaHei"/>
                <a:cs typeface="Microsoft YaHei"/>
              </a:defRPr>
            </a:lvl1pPr>
            <a:lvl2pPr algn="l">
              <a:defRPr sz="1238" b="0">
                <a:solidFill>
                  <a:srgbClr val="56657A"/>
                </a:solidFill>
                <a:latin typeface="Microsoft YaHei"/>
                <a:ea typeface="Microsoft YaHei"/>
                <a:cs typeface="Microsoft YaHei"/>
              </a:defRPr>
            </a:lvl2pPr>
            <a:lvl3pPr algn="l">
              <a:defRPr sz="1238" b="0">
                <a:solidFill>
                  <a:srgbClr val="56657A"/>
                </a:solidFill>
                <a:latin typeface="Microsoft YaHei"/>
                <a:ea typeface="Microsoft YaHei"/>
                <a:cs typeface="Microsoft YaHei"/>
              </a:defRPr>
            </a:lvl3pPr>
            <a:lvl4pPr algn="l">
              <a:defRPr sz="1238" b="0">
                <a:solidFill>
                  <a:srgbClr val="56657A"/>
                </a:solidFill>
                <a:latin typeface="Microsoft YaHei"/>
                <a:ea typeface="Microsoft YaHei"/>
                <a:cs typeface="Microsoft YaHei"/>
              </a:defRPr>
            </a:lvl4pPr>
            <a:lvl5pPr algn="l">
              <a:defRPr sz="1238" b="0">
                <a:solidFill>
                  <a:srgbClr val="56657A"/>
                </a:solidFill>
                <a:latin typeface="Microsoft YaHei"/>
                <a:ea typeface="Microsoft YaHei"/>
                <a:cs typeface="Microsoft YaHei"/>
              </a:defRPr>
            </a:lvl5pPr>
            <a:lvl6pPr algn="l">
              <a:defRPr sz="1238" b="0">
                <a:solidFill>
                  <a:srgbClr val="56657A"/>
                </a:solidFill>
                <a:latin typeface="Microsoft YaHei"/>
                <a:ea typeface="Microsoft YaHei"/>
                <a:cs typeface="Microsoft YaHei"/>
              </a:defRPr>
            </a:lvl6pPr>
            <a:lvl7pPr algn="l">
              <a:defRPr sz="1238" b="0">
                <a:solidFill>
                  <a:srgbClr val="56657A"/>
                </a:solidFill>
                <a:latin typeface="Microsoft YaHei"/>
                <a:ea typeface="Microsoft YaHei"/>
                <a:cs typeface="Microsoft YaHei"/>
              </a:defRPr>
            </a:lvl7pPr>
            <a:lvl8pPr algn="l">
              <a:defRPr sz="1238" b="0">
                <a:solidFill>
                  <a:srgbClr val="56657A"/>
                </a:solidFill>
                <a:latin typeface="Microsoft YaHei"/>
                <a:ea typeface="Microsoft YaHei"/>
                <a:cs typeface="Microsoft YaHei"/>
              </a:defRPr>
            </a:lvl8pPr>
            <a:lvl9pPr algn="l">
              <a:defRPr sz="1238" b="0">
                <a:solidFill>
                  <a:srgbClr val="56657A"/>
                </a:solidFill>
                <a:latin typeface="Microsoft YaHei"/>
                <a:ea typeface="Microsoft YaHei"/>
                <a:cs typeface="Microsoft YaHei"/>
              </a:defRPr>
            </a:lvl9pPr>
          </a:lstStyle>
          <a:p xmlns:a="http://schemas.openxmlformats.org/drawingml/2006/main">
            <a:pPr algn="l">
              <a:lnSpc>
                <a:spcPct val="102000"/>
              </a:lnSpc>
              <a:buNone/>
              <a:defRPr sz="1238" b="0">
                <a:solidFill>
                  <a:srgbClr val="56657A"/>
                </a:solidFill>
                <a:latin typeface="Microsoft YaHei"/>
                <a:ea typeface="Microsoft YaHei"/>
                <a:cs typeface="Microsoft YaHei"/>
              </a:defRPr>
            </a:pPr>
            <a:r>
              <a:rPr sz="1238" b="0">
                <a:solidFill>
                  <a:srgbClr val="56657A"/>
                </a:solidFill>
                <a:latin typeface="Microsoft YaHei"/>
                <a:ea typeface="Microsoft YaHei"/>
                <a:cs typeface="Microsoft YaHei"/>
              </a:rPr>
              <a:t>旧签名 / 权限 / 错误 / 返回与回调</a:t>
            </a:r>
          </a:p>
        </p:txBody>
      </p:sp>
      <p:sp>
        <p:nvSpPr>
          <p:cNvPr id="60" name="target-func-C">
            <a:extLst xmlns:a="http://schemas.openxmlformats.org/drawingml/2006/main">
              <a:ext uri="{FF2B5EF4-FFF2-40B4-BE49-F238E27FC236}">
                <a16:creationId xmlns:a16="http://schemas.microsoft.com/office/drawing/2014/main" id="{2AF0529D-E349-4848-AF7D-874E4E05E4A7}"/>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检查与返回优先级不变</a:t>
            </a:r>
          </a:p>
        </p:txBody>
      </p:sp>
      <p:sp>
        <p:nvSpPr>
          <p:cNvPr id="61" name="target-node-O">
            <a:extLst xmlns:a="http://schemas.openxmlformats.org/drawingml/2006/main">
              <a:ext uri="{FF2B5EF4-FFF2-40B4-BE49-F238E27FC236}">
                <a16:creationId xmlns:a16="http://schemas.microsoft.com/office/drawing/2014/main" id="{1F6A1F8B-1664-4360-8707-5E3CF472A3D3}"/>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62" name="target-title-O">
            <a:extLst xmlns:a="http://schemas.openxmlformats.org/drawingml/2006/main">
              <a:ext uri="{FF2B5EF4-FFF2-40B4-BE49-F238E27FC236}">
                <a16:creationId xmlns:a16="http://schemas.microsoft.com/office/drawing/2014/main" id="{77C28C9C-805F-4CE9-A6C2-625BA86531D1}"/>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63" name="target-alias-O">
            <a:extLst xmlns:a="http://schemas.openxmlformats.org/drawingml/2006/main">
              <a:ext uri="{FF2B5EF4-FFF2-40B4-BE49-F238E27FC236}">
                <a16:creationId xmlns:a16="http://schemas.microsoft.com/office/drawing/2014/main" id="{87A7E48D-C571-4B88-B84C-AF37FB468395}"/>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64" name="target-func-O">
            <a:extLst xmlns:a="http://schemas.openxmlformats.org/drawingml/2006/main">
              <a:ext uri="{FF2B5EF4-FFF2-40B4-BE49-F238E27FC236}">
                <a16:creationId xmlns:a16="http://schemas.microsoft.com/office/drawing/2014/main" id="{C6FBD0E6-CF84-44A0-A997-F5DBABA036F8}"/>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进入原业务执行队列</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受理返回 ≠ 写卡完成</a:t>
            </a:r>
          </a:p>
        </p:txBody>
      </p:sp>
      <p:sp>
        <p:nvSpPr>
          <p:cNvPr id="65" name="target-node-T">
            <a:extLst xmlns:a="http://schemas.openxmlformats.org/drawingml/2006/main">
              <a:ext uri="{FF2B5EF4-FFF2-40B4-BE49-F238E27FC236}">
                <a16:creationId xmlns:a16="http://schemas.microsoft.com/office/drawing/2014/main" id="{C8A6D2F5-53F1-4049-B583-2A678D6203FA}"/>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66" name="target-title-T">
            <a:extLst xmlns:a="http://schemas.openxmlformats.org/drawingml/2006/main">
              <a:ext uri="{FF2B5EF4-FFF2-40B4-BE49-F238E27FC236}">
                <a16:creationId xmlns:a16="http://schemas.microsoft.com/office/drawing/2014/main" id="{3EDE90D3-6999-45D3-8F05-6E870C8A62AC}"/>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T 账户与绑定</a:t>
            </a:r>
          </a:p>
        </p:txBody>
      </p:sp>
      <p:sp>
        <p:nvSpPr>
          <p:cNvPr id="67" name="target-alias-T">
            <a:extLst xmlns:a="http://schemas.openxmlformats.org/drawingml/2006/main">
              <a:ext uri="{FF2B5EF4-FFF2-40B4-BE49-F238E27FC236}">
                <a16:creationId xmlns:a16="http://schemas.microsoft.com/office/drawing/2014/main" id="{E2345DBF-D8B2-4BAC-9E08-01E60EF9703C}"/>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TopologyService</a:t>
            </a:r>
          </a:p>
        </p:txBody>
      </p:sp>
      <p:sp>
        <p:nvSpPr>
          <p:cNvPr id="68" name="target-func-T">
            <a:extLst xmlns:a="http://schemas.openxmlformats.org/drawingml/2006/main">
              <a:ext uri="{FF2B5EF4-FFF2-40B4-BE49-F238E27FC236}">
                <a16:creationId xmlns:a16="http://schemas.microsoft.com/office/drawing/2014/main" id="{7C458A9E-ABC4-4C20-B3F9-8E7C728C8DDD}"/>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账户资料与兼容投影</a:t>
            </a:r>
          </a:p>
        </p:txBody>
      </p:sp>
      <p:sp>
        <p:nvSpPr>
          <p:cNvPr id="69" name="target-node-A">
            <a:extLst xmlns:a="http://schemas.openxmlformats.org/drawingml/2006/main">
              <a:ext uri="{FF2B5EF4-FFF2-40B4-BE49-F238E27FC236}">
                <a16:creationId xmlns:a16="http://schemas.microsoft.com/office/drawing/2014/main" id="{42464651-8302-44D2-B23B-0CEBD6383328}"/>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0" name="target-title-A">
            <a:extLst xmlns:a="http://schemas.openxmlformats.org/drawingml/2006/main">
              <a:ext uri="{FF2B5EF4-FFF2-40B4-BE49-F238E27FC236}">
                <a16:creationId xmlns:a16="http://schemas.microsoft.com/office/drawing/2014/main" id="{B1C72088-C40E-4CC0-9131-4C4A01BD808C}"/>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71" name="target-alias-A">
            <a:extLst xmlns:a="http://schemas.openxmlformats.org/drawingml/2006/main">
              <a:ext uri="{FF2B5EF4-FFF2-40B4-BE49-F238E27FC236}">
                <a16:creationId xmlns:a16="http://schemas.microsoft.com/office/drawing/2014/main" id="{DC9D0DE4-8B50-4A06-AEAB-6AE1D6D85F95}"/>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72" name="target-func-A">
            <a:extLst xmlns:a="http://schemas.openxmlformats.org/drawingml/2006/main">
              <a:ext uri="{FF2B5EF4-FFF2-40B4-BE49-F238E27FC236}">
                <a16:creationId xmlns:a16="http://schemas.microsoft.com/office/drawing/2014/main" id="{4869BC22-1034-4075-80EA-BD32FC95935B}"/>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角色意图 / 分配约束</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本流程不改默认角色</a:t>
            </a:r>
          </a:p>
        </p:txBody>
      </p:sp>
      <p:sp>
        <p:nvSpPr>
          <p:cNvPr id="73" name="target-node-DO">
            <a:extLst xmlns:a="http://schemas.openxmlformats.org/drawingml/2006/main">
              <a:ext uri="{FF2B5EF4-FFF2-40B4-BE49-F238E27FC236}">
                <a16:creationId xmlns:a16="http://schemas.microsoft.com/office/drawing/2014/main" id="{1591256B-F466-4187-934E-857A56267C9B}"/>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4" name="target-title-DO">
            <a:extLst xmlns:a="http://schemas.openxmlformats.org/drawingml/2006/main">
              <a:ext uri="{FF2B5EF4-FFF2-40B4-BE49-F238E27FC236}">
                <a16:creationId xmlns:a16="http://schemas.microsoft.com/office/drawing/2014/main" id="{5DDBF8CF-4130-43C5-910F-5CA977FA34FB}"/>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OperationContext</a:t>
            </a:r>
          </a:p>
        </p:txBody>
      </p:sp>
      <p:sp>
        <p:nvSpPr>
          <p:cNvPr id="75" name="target-func-DO">
            <a:extLst xmlns:a="http://schemas.openxmlformats.org/drawingml/2006/main">
              <a:ext uri="{FF2B5EF4-FFF2-40B4-BE49-F238E27FC236}">
                <a16:creationId xmlns:a16="http://schemas.microsoft.com/office/drawing/2014/main" id="{2F9AE773-75B0-4F69-A43E-1C8F770DCD2E}"/>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纯操作状态 / 值对象</a:t>
            </a:r>
          </a:p>
        </p:txBody>
      </p:sp>
      <p:sp>
        <p:nvSpPr>
          <p:cNvPr id="76" name="target-node-DT">
            <a:extLst xmlns:a="http://schemas.openxmlformats.org/drawingml/2006/main">
              <a:ext uri="{FF2B5EF4-FFF2-40B4-BE49-F238E27FC236}">
                <a16:creationId xmlns:a16="http://schemas.microsoft.com/office/drawing/2014/main" id="{2466C0B2-F659-45BD-ADFE-0070184C9AB9}"/>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7" name="target-title-DT">
            <a:extLst xmlns:a="http://schemas.openxmlformats.org/drawingml/2006/main">
              <a:ext uri="{FF2B5EF4-FFF2-40B4-BE49-F238E27FC236}">
                <a16:creationId xmlns:a16="http://schemas.microsoft.com/office/drawing/2014/main" id="{B4509060-7F5B-46F6-B807-42B54789ECF7}"/>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78" name="target-func-DT">
            <a:extLst xmlns:a="http://schemas.openxmlformats.org/drawingml/2006/main">
              <a:ext uri="{FF2B5EF4-FFF2-40B4-BE49-F238E27FC236}">
                <a16:creationId xmlns:a16="http://schemas.microsoft.com/office/drawing/2014/main" id="{7459034D-D1D5-44AA-9473-FE3E4A1CBEC2}"/>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79" name="target-node-DA">
            <a:extLst xmlns:a="http://schemas.openxmlformats.org/drawingml/2006/main">
              <a:ext uri="{FF2B5EF4-FFF2-40B4-BE49-F238E27FC236}">
                <a16:creationId xmlns:a16="http://schemas.microsoft.com/office/drawing/2014/main" id="{2E9F9A8B-B2C5-41CA-81FD-93811C7A92CF}"/>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0" name="target-title-DA">
            <a:extLst xmlns:a="http://schemas.openxmlformats.org/drawingml/2006/main">
              <a:ext uri="{FF2B5EF4-FFF2-40B4-BE49-F238E27FC236}">
                <a16:creationId xmlns:a16="http://schemas.microsoft.com/office/drawing/2014/main" id="{E1848B94-C1F4-426A-82D9-4EA68D6913F2}"/>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81" name="target-func-DA">
            <a:extLst xmlns:a="http://schemas.openxmlformats.org/drawingml/2006/main">
              <a:ext uri="{FF2B5EF4-FFF2-40B4-BE49-F238E27FC236}">
                <a16:creationId xmlns:a16="http://schemas.microsoft.com/office/drawing/2014/main" id="{42949F29-2763-4A26-8FB4-3D60E5AEF7F8}"/>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82" name="target-node-R">
            <a:extLst xmlns:a="http://schemas.openxmlformats.org/drawingml/2006/main">
              <a:ext uri="{FF2B5EF4-FFF2-40B4-BE49-F238E27FC236}">
                <a16:creationId xmlns:a16="http://schemas.microsoft.com/office/drawing/2014/main" id="{DBE7FD79-5D4D-471D-8DF4-ED00B59A1BAC}"/>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83" name="target-title-R">
            <a:extLst xmlns:a="http://schemas.openxmlformats.org/drawingml/2006/main">
              <a:ext uri="{FF2B5EF4-FFF2-40B4-BE49-F238E27FC236}">
                <a16:creationId xmlns:a16="http://schemas.microsoft.com/office/drawing/2014/main" id="{0937C2A1-5A80-4285-B1D7-26C50428450F}"/>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R 卡运行 · CardRuntime</a:t>
            </a:r>
          </a:p>
        </p:txBody>
      </p:sp>
      <p:sp>
        <p:nvSpPr>
          <p:cNvPr id="84" name="target-func-R">
            <a:extLst xmlns:a="http://schemas.openxmlformats.org/drawingml/2006/main">
              <a:ext uri="{FF2B5EF4-FFF2-40B4-BE49-F238E27FC236}">
                <a16:creationId xmlns:a16="http://schemas.microsoft.com/office/drawing/2014/main" id="{39E0E842-0D8E-47FD-A7C1-F97B8570E984}"/>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Session / Request / 卡侧缓存</a:t>
            </a:r>
          </a:p>
        </p:txBody>
      </p:sp>
      <p:sp>
        <p:nvSpPr>
          <p:cNvPr id="85" name="target-node-I">
            <a:extLst xmlns:a="http://schemas.openxmlformats.org/drawingml/2006/main">
              <a:ext uri="{FF2B5EF4-FFF2-40B4-BE49-F238E27FC236}">
                <a16:creationId xmlns:a16="http://schemas.microsoft.com/office/drawing/2014/main" id="{FF5E85B1-7631-4685-8076-6FB3E0D7FB5D}"/>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86" name="target-title-I">
            <a:extLst xmlns:a="http://schemas.openxmlformats.org/drawingml/2006/main">
              <a:ext uri="{FF2B5EF4-FFF2-40B4-BE49-F238E27FC236}">
                <a16:creationId xmlns:a16="http://schemas.microsoft.com/office/drawing/2014/main" id="{B6AA87F1-A4DF-4E50-873C-01742B40D6BF}"/>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87" name="target-func-I">
            <a:extLst xmlns:a="http://schemas.openxmlformats.org/drawingml/2006/main">
              <a:ext uri="{FF2B5EF4-FFF2-40B4-BE49-F238E27FC236}">
                <a16:creationId xmlns:a16="http://schemas.microsoft.com/office/drawing/2014/main" id="{193F437B-BA94-4DD6-8940-31B0CF491F70}"/>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DataShare / 参数 / Hook</a:t>
            </a:r>
          </a:p>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按原协议存储与输出</a:t>
            </a:r>
          </a:p>
        </p:txBody>
      </p:sp>
      <p:sp>
        <p:nvSpPr>
          <p:cNvPr id="88" name="host-note">
            <a:extLst xmlns:a="http://schemas.openxmlformats.org/drawingml/2006/main">
              <a:ext uri="{FF2B5EF4-FFF2-40B4-BE49-F238E27FC236}">
                <a16:creationId xmlns:a16="http://schemas.microsoft.com/office/drawing/2014/main" id="{40892A9E-D108-4760-870D-B16E3AC7FE01}"/>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89" name="invariant-rule">
            <a:extLst xmlns:a="http://schemas.openxmlformats.org/drawingml/2006/main">
              <a:ext uri="{FF2B5EF4-FFF2-40B4-BE49-F238E27FC236}">
                <a16:creationId xmlns:a16="http://schemas.microsoft.com/office/drawing/2014/main" id="{9F554813-85ED-43C0-992B-2B1ABD2A6A2A}"/>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0" name="invariant">
            <a:extLst xmlns:a="http://schemas.openxmlformats.org/drawingml/2006/main">
              <a:ext uri="{FF2B5EF4-FFF2-40B4-BE49-F238E27FC236}">
                <a16:creationId xmlns:a16="http://schemas.microsoft.com/office/drawing/2014/main" id="{7B58BF7F-9665-470B-A8A5-512E85FD9519}"/>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保持：先卡后账户；卡成功 / DB 失败不回滚；受理返回与业务回调分开。</a:t>
            </a:r>
          </a:p>
        </p:txBody>
      </p:sp>
      <p:sp>
        <p:nvSpPr>
          <p:cNvPr id="91" name="footer">
            <a:extLst xmlns:a="http://schemas.openxmlformats.org/drawingml/2006/main">
              <a:ext uri="{FF2B5EF4-FFF2-40B4-BE49-F238E27FC236}">
                <a16:creationId xmlns:a16="http://schemas.microsoft.com/office/drawing/2014/main" id="{DE538999-E6DC-407A-BAF2-E8D2264EB3DF}"/>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92" name="page-number">
            <a:extLst xmlns:a="http://schemas.openxmlformats.org/drawingml/2006/main">
              <a:ext uri="{FF2B5EF4-FFF2-40B4-BE49-F238E27FC236}">
                <a16:creationId xmlns:a16="http://schemas.microsoft.com/office/drawing/2014/main" id="{4D41D6A4-81D7-4C2F-8F15-7AC88ACC8113}"/>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号码 / ① 入口</a:t>
            </a:r>
          </a:p>
        </p:txBody>
      </p:sp>
    </p:spTree>
    <p:extLst>
      <p:ext uri="{BB962C8B-B14F-4D97-AF65-F5344CB8AC3E}">
        <p14:creationId xmlns:p14="http://schemas.microsoft.com/office/powerpoint/2010/main" val="1205509728"/>
      </p:ext>
    </p:extLst>
  </p:cSld>
  <p:transition spd="fast" advClick="0">
    <p:fade/>
  </p:transition>
</p:sld>
</file>

<file path=ppt/slides/slide20.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6" name="accent">
            <a:extLst xmlns:a="http://schemas.openxmlformats.org/drawingml/2006/main">
              <a:ext uri="{FF2B5EF4-FFF2-40B4-BE49-F238E27FC236}">
                <a16:creationId xmlns:a16="http://schemas.microsoft.com/office/drawing/2014/main" id="{97F75D70-BA65-4E3E-B469-A9749A99A003}"/>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198E9C3B-6854-4970-B3FA-4FD37498F366}"/>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B6B01764-F37E-4D6A-B432-1BE4EB2F4394}"/>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D25D8B44-EFDD-4103-8D93-08F994721D26}"/>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AE4041A2-25A2-435B-A69D-6322960E2C3A}"/>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AE797DAC-7069-4B15-BF93-0FFFBBA39553}"/>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AD0BD25F-1831-4FB1-93C7-3978FFA37C2A}"/>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899CAB32-4A9C-44B5-8078-3B0CB20A5FAB}"/>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3639186C-088E-46DF-860D-5C075D76CD77}"/>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A36A870B-44E7-4652-9D9B-537B2D1129D4}"/>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2FE78E54-D64D-49AB-9128-D1AAD4DDB215}"/>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A905B303-6160-4D35-867A-A8F1F30BA3A9}"/>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032F3DD0-4885-49B1-92F8-8CDA13555617}"/>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6D934498-4B6E-4482-BD2B-0802656D6459}"/>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647938E6-192B-4701-B0CE-EA554B792153}"/>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432F1F22-E890-452D-B4BF-295EE07C688C}"/>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C4913307-5918-4AEC-95BF-8FF55C4DDD54}"/>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2D02C286-9662-4A72-999B-538403B6F06E}"/>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D32D7840-FC47-4A12-BE6C-3603DF94D3A0}"/>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BADFA3DC-E81F-4E4C-9109-189729846060}"/>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② 目标与关联：原来按 slot 定位 File / curSimId；目标在原业务执行点取得账户、绑定与原会话。</a:t>
            </a:r>
          </a:p>
        </p:txBody>
      </p:sp>
      <p:sp>
        <p:nvSpPr>
          <p:cNvPr id="21" name="top-rule">
            <a:extLst xmlns:a="http://schemas.openxmlformats.org/drawingml/2006/main">
              <a:ext uri="{FF2B5EF4-FFF2-40B4-BE49-F238E27FC236}">
                <a16:creationId xmlns:a16="http://schemas.microsoft.com/office/drawing/2014/main" id="{4A0ED065-D1D3-4B71-AB6E-17F4FE9E9FB7}"/>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596AC92E-0400-47BB-AC72-C2A33D87D247}"/>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8450CDA3-653E-46CF-BB35-750BB9AFD4B3}"/>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1712F547-45DD-47B4-AD5F-E264B13C4996}"/>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EK">
            <a:extLst xmlns:a="http://schemas.openxmlformats.org/drawingml/2006/main">
              <a:ext uri="{FF2B5EF4-FFF2-40B4-BE49-F238E27FC236}">
                <a16:creationId xmlns:a16="http://schemas.microsoft.com/office/drawing/2014/main" id="{F6F75144-C243-42F3-B8F3-D44A5F836FF0}"/>
              </a:ext>
            </a:extLst>
          </p:cNvPr>
          <p:cNvSpPr>
            <a:spLocks xmlns:a="http://schemas.openxmlformats.org/drawingml/2006/main" noGrp="1"/>
          </p:cNvSpPr>
          <p:nvPr/>
        </p:nvSpPr>
        <p:spPr>
          <a:xfrm xmlns:a="http://schemas.openxmlformats.org/drawingml/2006/main">
            <a:off x="1747838" y="3190875"/>
            <a:ext cx="9525" cy="200025"/>
          </a:xfrm>
          <a:custGeom xmlns:a="http://schemas.openxmlformats.org/drawingml/2006/main">
            <a:pathLst>
              <a:path w="9525" h="200025">
                <a:moveTo>
                  <a:pt x="4763" y="0"/>
                </a:moveTo>
                <a:lnTo>
                  <a:pt x="4763" y="200025"/>
                </a:lnTo>
              </a:path>
            </a:pathLst>
          </a:custGeom>
          <a:noFill xmlns:a="http://schemas.openxmlformats.org/drawingml/2006/main"/>
          <a:ln xmlns:a="http://schemas.openxmlformats.org/drawingml/2006/main" w="17145">
            <a:solidFill>
              <a:srgbClr val="246AB8"/>
            </a:solidFill>
            <a:prstDash val="solid"/>
          </a:ln>
        </p:spPr>
      </p:sp>
      <p:sp>
        <p:nvSpPr>
          <p:cNvPr id="26" name="legacy-edge-EK-head">
            <a:extLst xmlns:a="http://schemas.openxmlformats.org/drawingml/2006/main">
              <a:ext uri="{FF2B5EF4-FFF2-40B4-BE49-F238E27FC236}">
                <a16:creationId xmlns:a16="http://schemas.microsoft.com/office/drawing/2014/main" id="{2D4B1893-C94E-4FE6-99E4-28BBC2BF77AA}"/>
              </a:ext>
            </a:extLst>
          </p:cNvPr>
          <p:cNvSpPr>
            <a:spLocks xmlns:a="http://schemas.openxmlformats.org/drawingml/2006/main" noGrp="1"/>
          </p:cNvSpPr>
          <p:nvPr/>
        </p:nvSpPr>
        <p:spPr>
          <a:xfrm xmlns:a="http://schemas.openxmlformats.org/drawingml/2006/main">
            <a:off x="1724025" y="33337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EK">
            <a:extLst xmlns:a="http://schemas.openxmlformats.org/drawingml/2006/main">
              <a:ext uri="{FF2B5EF4-FFF2-40B4-BE49-F238E27FC236}">
                <a16:creationId xmlns:a16="http://schemas.microsoft.com/office/drawing/2014/main" id="{21182C0F-5952-459A-A12A-8BAF25774838}"/>
              </a:ext>
            </a:extLst>
          </p:cNvPr>
          <p:cNvSpPr>
            <a:spLocks xmlns:a="http://schemas.openxmlformats.org/drawingml/2006/main" noGrp="1"/>
          </p:cNvSpPr>
          <p:nvPr/>
        </p:nvSpPr>
        <p:spPr>
          <a:xfrm xmlns:a="http://schemas.openxmlformats.org/drawingml/2006/main">
            <a:off x="1838325" y="3190875"/>
            <a:ext cx="4572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①②</a:t>
            </a:r>
          </a:p>
        </p:txBody>
      </p:sp>
      <p:sp>
        <p:nvSpPr>
          <p:cNvPr id="28" name="legacy-node-E">
            <a:extLst xmlns:a="http://schemas.openxmlformats.org/drawingml/2006/main">
              <a:ext uri="{FF2B5EF4-FFF2-40B4-BE49-F238E27FC236}">
                <a16:creationId xmlns:a16="http://schemas.microsoft.com/office/drawing/2014/main" id="{C38241E3-1D5E-4AC9-967B-9AB502980193}"/>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29" name="legacy-title-E">
            <a:extLst xmlns:a="http://schemas.openxmlformats.org/drawingml/2006/main">
              <a:ext uri="{FF2B5EF4-FFF2-40B4-BE49-F238E27FC236}">
                <a16:creationId xmlns:a16="http://schemas.microsoft.com/office/drawing/2014/main" id="{80B1DD5B-1171-4E37-AB2B-E029F36C835F}"/>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CoreServiceSim → SimManager</a:t>
            </a:r>
          </a:p>
        </p:txBody>
      </p:sp>
      <p:sp>
        <p:nvSpPr>
          <p:cNvPr id="30" name="legacy-line-E-0">
            <a:extLst xmlns:a="http://schemas.openxmlformats.org/drawingml/2006/main">
              <a:ext uri="{FF2B5EF4-FFF2-40B4-BE49-F238E27FC236}">
                <a16:creationId xmlns:a16="http://schemas.microsoft.com/office/drawing/2014/main" id="{6D274A7D-505E-4D26-A7D5-B1010F484845}"/>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number / callback；检查后异步排队</a:t>
            </a:r>
          </a:p>
        </p:txBody>
      </p:sp>
      <p:sp>
        <p:nvSpPr>
          <p:cNvPr id="31" name="legacy-node-K">
            <a:extLst xmlns:a="http://schemas.openxmlformats.org/drawingml/2006/main">
              <a:ext uri="{FF2B5EF4-FFF2-40B4-BE49-F238E27FC236}">
                <a16:creationId xmlns:a16="http://schemas.microsoft.com/office/drawing/2014/main" id="{963D178D-0A4B-4FA6-8492-A80E55AD9B5B}"/>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2" name="legacy-title-K">
            <a:extLst xmlns:a="http://schemas.openxmlformats.org/drawingml/2006/main">
              <a:ext uri="{FF2B5EF4-FFF2-40B4-BE49-F238E27FC236}">
                <a16:creationId xmlns:a16="http://schemas.microsoft.com/office/drawing/2014/main" id="{5CE646D5-38D0-4FE2-88CE-ACE577E7FEC0}"/>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3" name="legacy-alias-K">
            <a:extLst xmlns:a="http://schemas.openxmlformats.org/drawingml/2006/main">
              <a:ext uri="{FF2B5EF4-FFF2-40B4-BE49-F238E27FC236}">
                <a16:creationId xmlns:a16="http://schemas.microsoft.com/office/drawing/2014/main" id="{57ADD283-7F10-4173-B914-FDFDB35C9BFD}"/>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同一模块承接多种职责</a:t>
            </a:r>
          </a:p>
        </p:txBody>
      </p:sp>
      <p:sp>
        <p:nvSpPr>
          <p:cNvPr id="34" name="legacy-line-bg-K-0">
            <a:extLst xmlns:a="http://schemas.openxmlformats.org/drawingml/2006/main">
              <a:ext uri="{FF2B5EF4-FFF2-40B4-BE49-F238E27FC236}">
                <a16:creationId xmlns:a16="http://schemas.microsoft.com/office/drawing/2014/main" id="{BF1752BD-6D9C-48C0-9601-D4D83CEE7764}"/>
              </a:ext>
            </a:extLst>
          </p:cNvPr>
          <p:cNvSpPr>
            <a:spLocks xmlns:a="http://schemas.openxmlformats.org/drawingml/2006/main" noGrp="1"/>
          </p:cNvSpPr>
          <p:nvPr/>
        </p:nvSpPr>
        <p:spPr>
          <a:xfrm xmlns:a="http://schemas.openxmlformats.org/drawingml/2006/main">
            <a:off x="561975" y="3895725"/>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35" name="legacy-line-K-0">
            <a:extLst xmlns:a="http://schemas.openxmlformats.org/drawingml/2006/main">
              <a:ext uri="{FF2B5EF4-FFF2-40B4-BE49-F238E27FC236}">
                <a16:creationId xmlns:a16="http://schemas.microsoft.com/office/drawing/2014/main" id="{82A63B68-4FBE-4C8A-A169-23EAAA2A1972}"/>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② 按 slot 定位 File / curSimId</a:t>
            </a:r>
          </a:p>
        </p:txBody>
      </p:sp>
      <p:sp>
        <p:nvSpPr>
          <p:cNvPr id="36" name="legacy-line-K-1">
            <a:extLst xmlns:a="http://schemas.openxmlformats.org/drawingml/2006/main">
              <a:ext uri="{FF2B5EF4-FFF2-40B4-BE49-F238E27FC236}">
                <a16:creationId xmlns:a16="http://schemas.microsoft.com/office/drawing/2014/main" id="{31C26766-C2F6-43D4-B150-0CA92B050C5E}"/>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写卡结果决定是否继续</a:t>
            </a:r>
          </a:p>
        </p:txBody>
      </p:sp>
      <p:sp>
        <p:nvSpPr>
          <p:cNvPr id="37" name="legacy-line-K-2">
            <a:extLst xmlns:a="http://schemas.openxmlformats.org/drawingml/2006/main">
              <a:ext uri="{FF2B5EF4-FFF2-40B4-BE49-F238E27FC236}">
                <a16:creationId xmlns:a16="http://schemas.microsoft.com/office/drawing/2014/main" id="{52F6DABD-F8DC-4D05-A94E-A81B4278B96B}"/>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SetShowNumberToDB</a:t>
            </a:r>
          </a:p>
        </p:txBody>
      </p:sp>
      <p:sp>
        <p:nvSpPr>
          <p:cNvPr id="38" name="legacy-node-R">
            <a:extLst xmlns:a="http://schemas.openxmlformats.org/drawingml/2006/main">
              <a:ext uri="{FF2B5EF4-FFF2-40B4-BE49-F238E27FC236}">
                <a16:creationId xmlns:a16="http://schemas.microsoft.com/office/drawing/2014/main" id="{4F66ED81-C466-4893-867F-E6FDB1E7A9AE}"/>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9" name="legacy-title-R">
            <a:extLst xmlns:a="http://schemas.openxmlformats.org/drawingml/2006/main">
              <a:ext uri="{FF2B5EF4-FFF2-40B4-BE49-F238E27FC236}">
                <a16:creationId xmlns:a16="http://schemas.microsoft.com/office/drawing/2014/main" id="{998DE9E2-8D2F-4F74-A020-E2C75F4D746D}"/>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SimFileManager / SimFile</a:t>
            </a:r>
          </a:p>
        </p:txBody>
      </p:sp>
      <p:sp>
        <p:nvSpPr>
          <p:cNvPr id="40" name="legacy-alias-R">
            <a:extLst xmlns:a="http://schemas.openxmlformats.org/drawingml/2006/main">
              <a:ext uri="{FF2B5EF4-FFF2-40B4-BE49-F238E27FC236}">
                <a16:creationId xmlns:a16="http://schemas.microsoft.com/office/drawing/2014/main" id="{839E146F-BABB-48CF-9128-872DE07D0B37}"/>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DiallingNumbers / EF / RIL</a:t>
            </a:r>
          </a:p>
        </p:txBody>
      </p:sp>
      <p:sp>
        <p:nvSpPr>
          <p:cNvPr id="41" name="legacy-line-R-0">
            <a:extLst xmlns:a="http://schemas.openxmlformats.org/drawingml/2006/main">
              <a:ext uri="{FF2B5EF4-FFF2-40B4-BE49-F238E27FC236}">
                <a16:creationId xmlns:a16="http://schemas.microsoft.com/office/drawing/2014/main" id="{9EACFA0F-DC4A-4E77-A896-CB28C6936E1D}"/>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UpdateMsisdnNumber</a:t>
            </a:r>
          </a:p>
        </p:txBody>
      </p:sp>
      <p:sp>
        <p:nvSpPr>
          <p:cNvPr id="42" name="legacy-line-R-1">
            <a:extLst xmlns:a="http://schemas.openxmlformats.org/drawingml/2006/main">
              <a:ext uri="{FF2B5EF4-FFF2-40B4-BE49-F238E27FC236}">
                <a16:creationId xmlns:a16="http://schemas.microsoft.com/office/drawing/2014/main" id="{8DC746C1-291D-44E4-BD01-A46158F96B26}"/>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ProcessSetMsisdnDone</a:t>
            </a:r>
          </a:p>
        </p:txBody>
      </p:sp>
      <p:sp>
        <p:nvSpPr>
          <p:cNvPr id="43" name="legacy-line-R-2">
            <a:extLst xmlns:a="http://schemas.openxmlformats.org/drawingml/2006/main">
              <a:ext uri="{FF2B5EF4-FFF2-40B4-BE49-F238E27FC236}">
                <a16:creationId xmlns:a16="http://schemas.microsoft.com/office/drawing/2014/main" id="{357D84C8-BE36-4832-98CA-8DA53672A7FA}"/>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卡缓存 / waitResult_</a:t>
            </a:r>
          </a:p>
        </p:txBody>
      </p:sp>
      <p:sp>
        <p:nvSpPr>
          <p:cNvPr id="44" name="legacy-node-D">
            <a:extLst xmlns:a="http://schemas.openxmlformats.org/drawingml/2006/main">
              <a:ext uri="{FF2B5EF4-FFF2-40B4-BE49-F238E27FC236}">
                <a16:creationId xmlns:a16="http://schemas.microsoft.com/office/drawing/2014/main" id="{789B0EA0-3636-4BA3-A2EF-1CE97D28B059}"/>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5" name="legacy-title-D">
            <a:extLst xmlns:a="http://schemas.openxmlformats.org/drawingml/2006/main">
              <a:ext uri="{FF2B5EF4-FFF2-40B4-BE49-F238E27FC236}">
                <a16:creationId xmlns:a16="http://schemas.microsoft.com/office/drawing/2014/main" id="{BA9D4558-B50F-4884-A507-9C7FF915A60E}"/>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SimRdbHelper</a:t>
            </a:r>
          </a:p>
        </p:txBody>
      </p:sp>
      <p:sp>
        <p:nvSpPr>
          <p:cNvPr id="46" name="legacy-line-D-0">
            <a:extLst xmlns:a="http://schemas.openxmlformats.org/drawingml/2006/main">
              <a:ext uri="{FF2B5EF4-FFF2-40B4-BE49-F238E27FC236}">
                <a16:creationId xmlns:a16="http://schemas.microsoft.com/office/drawing/2014/main" id="{45027D9D-07F7-4012-A171-99FF853DB616}"/>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⑤ DataShare：DB → 账户缓存</a:t>
            </a:r>
          </a:p>
        </p:txBody>
      </p:sp>
      <p:sp>
        <p:nvSpPr>
          <p:cNvPr id="47" name="legacy-node-N">
            <a:extLst xmlns:a="http://schemas.openxmlformats.org/drawingml/2006/main">
              <a:ext uri="{FF2B5EF4-FFF2-40B4-BE49-F238E27FC236}">
                <a16:creationId xmlns:a16="http://schemas.microsoft.com/office/drawing/2014/main" id="{85BED7EC-6722-4034-96F0-A6FA29FAFF86}"/>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8" name="legacy-title-N">
            <a:extLst xmlns:a="http://schemas.openxmlformats.org/drawingml/2006/main">
              <a:ext uri="{FF2B5EF4-FFF2-40B4-BE49-F238E27FC236}">
                <a16:creationId xmlns:a16="http://schemas.microsoft.com/office/drawing/2014/main" id="{E5E80185-EC87-48D9-80CB-4A0378E62E3E}"/>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旧通知与回调</a:t>
            </a:r>
          </a:p>
        </p:txBody>
      </p:sp>
      <p:sp>
        <p:nvSpPr>
          <p:cNvPr id="49" name="legacy-line-N-0">
            <a:extLst xmlns:a="http://schemas.openxmlformats.org/drawingml/2006/main">
              <a:ext uri="{FF2B5EF4-FFF2-40B4-BE49-F238E27FC236}">
                <a16:creationId xmlns:a16="http://schemas.microsoft.com/office/drawing/2014/main" id="{6774A40D-2453-44AB-B267-2153F3A8C4F4}"/>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整体成功才发账户通知</a:t>
            </a:r>
          </a:p>
        </p:txBody>
      </p:sp>
      <p:sp>
        <p:nvSpPr>
          <p:cNvPr id="50" name="legacy-line-N-1">
            <a:extLst xmlns:a="http://schemas.openxmlformats.org/drawingml/2006/main">
              <a:ext uri="{FF2B5EF4-FFF2-40B4-BE49-F238E27FC236}">
                <a16:creationId xmlns:a16="http://schemas.microsoft.com/office/drawing/2014/main" id="{BE5F1E2C-E4CE-475A-9BFD-D848456F89EB}"/>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CoreServiceSim 返回原结果</a:t>
            </a:r>
          </a:p>
        </p:txBody>
      </p:sp>
      <p:sp>
        <p:nvSpPr>
          <p:cNvPr id="51" name="legacy-flow-note">
            <a:extLst xmlns:a="http://schemas.openxmlformats.org/drawingml/2006/main">
              <a:ext uri="{FF2B5EF4-FFF2-40B4-BE49-F238E27FC236}">
                <a16:creationId xmlns:a16="http://schemas.microsoft.com/office/drawing/2014/main" id="{97E4A458-AAAE-4361-A99F-535DC3F9237A}"/>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SetShowNumber · 普通路径；省略透传函数及中间调用栈</a:t>
            </a:r>
          </a:p>
        </p:txBody>
      </p:sp>
      <p:sp>
        <p:nvSpPr>
          <p:cNvPr id="52" name="application-label">
            <a:extLst xmlns:a="http://schemas.openxmlformats.org/drawingml/2006/main">
              <a:ext uri="{FF2B5EF4-FFF2-40B4-BE49-F238E27FC236}">
                <a16:creationId xmlns:a16="http://schemas.microsoft.com/office/drawing/2014/main" id="{4C47A4F8-5286-4BBA-949E-E21D7168A150}"/>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3" name="domain-label">
            <a:extLst xmlns:a="http://schemas.openxmlformats.org/drawingml/2006/main">
              <a:ext uri="{FF2B5EF4-FFF2-40B4-BE49-F238E27FC236}">
                <a16:creationId xmlns:a16="http://schemas.microsoft.com/office/drawing/2014/main" id="{51E059CF-8327-40C2-AB7F-72FAE7E18323}"/>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4" name="target-edge-OT">
            <a:extLst xmlns:a="http://schemas.openxmlformats.org/drawingml/2006/main">
              <a:ext uri="{FF2B5EF4-FFF2-40B4-BE49-F238E27FC236}">
                <a16:creationId xmlns:a16="http://schemas.microsoft.com/office/drawing/2014/main" id="{7AB0D97B-03EC-47AF-9754-B879B3EC92D8}"/>
              </a:ext>
            </a:extLst>
          </p:cNvPr>
          <p:cNvSpPr>
            <a:spLocks xmlns:a="http://schemas.openxmlformats.org/drawingml/2006/main" noGrp="1"/>
          </p:cNvSpPr>
          <p:nvPr/>
        </p:nvSpPr>
        <p:spPr>
          <a:xfrm xmlns:a="http://schemas.openxmlformats.org/drawingml/2006/main">
            <a:off x="8172450" y="3633788"/>
            <a:ext cx="180975" cy="9525"/>
          </a:xfrm>
          <a:custGeom xmlns:a="http://schemas.openxmlformats.org/drawingml/2006/main">
            <a:pathLst>
              <a:path w="180975" h="9525">
                <a:moveTo>
                  <a:pt x="0" y="4763"/>
                </a:moveTo>
                <a:lnTo>
                  <a:pt x="180975" y="4763"/>
                </a:lnTo>
              </a:path>
            </a:pathLst>
          </a:custGeom>
          <a:noFill xmlns:a="http://schemas.openxmlformats.org/drawingml/2006/main"/>
          <a:ln xmlns:a="http://schemas.openxmlformats.org/drawingml/2006/main" w="16193">
            <a:solidFill>
              <a:srgbClr val="246AB8"/>
            </a:solidFill>
            <a:prstDash val="solid"/>
          </a:ln>
        </p:spPr>
      </p:sp>
      <p:sp>
        <p:nvSpPr>
          <p:cNvPr id="55" name="target-edge-OT-head">
            <a:extLst xmlns:a="http://schemas.openxmlformats.org/drawingml/2006/main">
              <a:ext uri="{FF2B5EF4-FFF2-40B4-BE49-F238E27FC236}">
                <a16:creationId xmlns:a16="http://schemas.microsoft.com/office/drawing/2014/main" id="{0CD2A27B-B21E-4395-A594-FA459ADE180E}"/>
              </a:ext>
            </a:extLst>
          </p:cNvPr>
          <p:cNvSpPr>
            <a:spLocks xmlns:a="http://schemas.openxmlformats.org/drawingml/2006/main" noGrp="1"/>
          </p:cNvSpPr>
          <p:nvPr/>
        </p:nvSpPr>
        <p:spPr>
          <a:xfrm xmlns:a="http://schemas.openxmlformats.org/drawingml/2006/main">
            <a:off x="8296275" y="3609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56" name="target-edge-TD">
            <a:extLst xmlns:a="http://schemas.openxmlformats.org/drawingml/2006/main">
              <a:ext uri="{FF2B5EF4-FFF2-40B4-BE49-F238E27FC236}">
                <a16:creationId xmlns:a16="http://schemas.microsoft.com/office/drawing/2014/main" id="{914765D0-A9D2-45CF-8030-03DB59380F95}"/>
              </a:ext>
            </a:extLst>
          </p:cNvPr>
          <p:cNvSpPr>
            <a:spLocks xmlns:a="http://schemas.openxmlformats.org/drawingml/2006/main" noGrp="1"/>
          </p:cNvSpPr>
          <p:nvPr/>
        </p:nvSpPr>
        <p:spPr>
          <a:xfrm xmlns:a="http://schemas.openxmlformats.org/drawingml/2006/main">
            <a:off x="9139238"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57" name="target-edge-TD-head">
            <a:extLst xmlns:a="http://schemas.openxmlformats.org/drawingml/2006/main">
              <a:ext uri="{FF2B5EF4-FFF2-40B4-BE49-F238E27FC236}">
                <a16:creationId xmlns:a16="http://schemas.microsoft.com/office/drawing/2014/main" id="{8DE52902-0596-43E1-9C38-F6EBFECF2B01}"/>
              </a:ext>
            </a:extLst>
          </p:cNvPr>
          <p:cNvSpPr>
            <a:spLocks xmlns:a="http://schemas.openxmlformats.org/drawingml/2006/main" noGrp="1"/>
          </p:cNvSpPr>
          <p:nvPr/>
        </p:nvSpPr>
        <p:spPr>
          <a:xfrm xmlns:a="http://schemas.openxmlformats.org/drawingml/2006/main">
            <a:off x="9115425"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58" name="target-edge-OD">
            <a:extLst xmlns:a="http://schemas.openxmlformats.org/drawingml/2006/main">
              <a:ext uri="{FF2B5EF4-FFF2-40B4-BE49-F238E27FC236}">
                <a16:creationId xmlns:a16="http://schemas.microsoft.com/office/drawing/2014/main" id="{947DBF7B-4F87-43C7-B3F3-41061A53A74C}"/>
              </a:ext>
            </a:extLst>
          </p:cNvPr>
          <p:cNvSpPr>
            <a:spLocks xmlns:a="http://schemas.openxmlformats.org/drawingml/2006/main" noGrp="1"/>
          </p:cNvSpPr>
          <p:nvPr/>
        </p:nvSpPr>
        <p:spPr>
          <a:xfrm xmlns:a="http://schemas.openxmlformats.org/drawingml/2006/main">
            <a:off x="737711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59" name="target-edge-OD-head">
            <a:extLst xmlns:a="http://schemas.openxmlformats.org/drawingml/2006/main">
              <a:ext uri="{FF2B5EF4-FFF2-40B4-BE49-F238E27FC236}">
                <a16:creationId xmlns:a16="http://schemas.microsoft.com/office/drawing/2014/main" id="{988605DB-97A9-4948-901E-F0FFF1FDB15E}"/>
              </a:ext>
            </a:extLst>
          </p:cNvPr>
          <p:cNvSpPr>
            <a:spLocks xmlns:a="http://schemas.openxmlformats.org/drawingml/2006/main" noGrp="1"/>
          </p:cNvSpPr>
          <p:nvPr/>
        </p:nvSpPr>
        <p:spPr>
          <a:xfrm xmlns:a="http://schemas.openxmlformats.org/drawingml/2006/main">
            <a:off x="735330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0" name="target-node-C">
            <a:extLst xmlns:a="http://schemas.openxmlformats.org/drawingml/2006/main">
              <a:ext uri="{FF2B5EF4-FFF2-40B4-BE49-F238E27FC236}">
                <a16:creationId xmlns:a16="http://schemas.microsoft.com/office/drawing/2014/main" id="{97E1E143-CCB3-432B-9DD8-0F0B78A82D55}"/>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DD8E6"/>
            </a:solidFill>
            <a:prstDash val="solid"/>
          </a:ln>
        </p:spPr>
      </p:sp>
      <p:sp>
        <p:nvSpPr>
          <p:cNvPr id="61" name="target-title-C">
            <a:extLst xmlns:a="http://schemas.openxmlformats.org/drawingml/2006/main">
              <a:ext uri="{FF2B5EF4-FFF2-40B4-BE49-F238E27FC236}">
                <a16:creationId xmlns:a16="http://schemas.microsoft.com/office/drawing/2014/main" id="{5CC10441-1CBA-44BC-88E7-FCDC4D0F3A2C}"/>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78599"/>
                </a:solidFill>
                <a:latin typeface="Microsoft YaHei"/>
                <a:ea typeface="Microsoft YaHei"/>
                <a:cs typeface="Microsoft YaHei"/>
              </a:defRPr>
            </a:defPPr>
            <a:lvl1pPr algn="l">
              <a:defRPr sz="1575" b="1">
                <a:solidFill>
                  <a:srgbClr val="778599"/>
                </a:solidFill>
                <a:latin typeface="Microsoft YaHei"/>
                <a:ea typeface="Microsoft YaHei"/>
                <a:cs typeface="Microsoft YaHei"/>
              </a:defRPr>
            </a:lvl1pPr>
            <a:lvl2pPr algn="l">
              <a:defRPr sz="1575" b="1">
                <a:solidFill>
                  <a:srgbClr val="778599"/>
                </a:solidFill>
                <a:latin typeface="Microsoft YaHei"/>
                <a:ea typeface="Microsoft YaHei"/>
                <a:cs typeface="Microsoft YaHei"/>
              </a:defRPr>
            </a:lvl2pPr>
            <a:lvl3pPr algn="l">
              <a:defRPr sz="1575" b="1">
                <a:solidFill>
                  <a:srgbClr val="778599"/>
                </a:solidFill>
                <a:latin typeface="Microsoft YaHei"/>
                <a:ea typeface="Microsoft YaHei"/>
                <a:cs typeface="Microsoft YaHei"/>
              </a:defRPr>
            </a:lvl3pPr>
            <a:lvl4pPr algn="l">
              <a:defRPr sz="1575" b="1">
                <a:solidFill>
                  <a:srgbClr val="778599"/>
                </a:solidFill>
                <a:latin typeface="Microsoft YaHei"/>
                <a:ea typeface="Microsoft YaHei"/>
                <a:cs typeface="Microsoft YaHei"/>
              </a:defRPr>
            </a:lvl4pPr>
            <a:lvl5pPr algn="l">
              <a:defRPr sz="1575" b="1">
                <a:solidFill>
                  <a:srgbClr val="778599"/>
                </a:solidFill>
                <a:latin typeface="Microsoft YaHei"/>
                <a:ea typeface="Microsoft YaHei"/>
                <a:cs typeface="Microsoft YaHei"/>
              </a:defRPr>
            </a:lvl5pPr>
            <a:lvl6pPr algn="l">
              <a:defRPr sz="1575" b="1">
                <a:solidFill>
                  <a:srgbClr val="778599"/>
                </a:solidFill>
                <a:latin typeface="Microsoft YaHei"/>
                <a:ea typeface="Microsoft YaHei"/>
                <a:cs typeface="Microsoft YaHei"/>
              </a:defRPr>
            </a:lvl6pPr>
            <a:lvl7pPr algn="l">
              <a:defRPr sz="1575" b="1">
                <a:solidFill>
                  <a:srgbClr val="778599"/>
                </a:solidFill>
                <a:latin typeface="Microsoft YaHei"/>
                <a:ea typeface="Microsoft YaHei"/>
                <a:cs typeface="Microsoft YaHei"/>
              </a:defRPr>
            </a:lvl7pPr>
            <a:lvl8pPr algn="l">
              <a:defRPr sz="1575" b="1">
                <a:solidFill>
                  <a:srgbClr val="778599"/>
                </a:solidFill>
                <a:latin typeface="Microsoft YaHei"/>
                <a:ea typeface="Microsoft YaHei"/>
                <a:cs typeface="Microsoft YaHei"/>
              </a:defRPr>
            </a:lvl8pPr>
            <a:lvl9pPr algn="l">
              <a:defRPr sz="1575" b="1">
                <a:solidFill>
                  <a:srgbClr val="778599"/>
                </a:solidFill>
                <a:latin typeface="Microsoft YaHei"/>
                <a:ea typeface="Microsoft YaHei"/>
                <a:cs typeface="Microsoft YaHei"/>
              </a:defRPr>
            </a:lvl9pPr>
          </a:lstStyle>
          <a:p xmlns:a="http://schemas.openxmlformats.org/drawingml/2006/main">
            <a:pPr algn="l">
              <a:lnSpc>
                <a:spcPct val="102000"/>
              </a:lnSpc>
              <a:buNone/>
              <a:defRPr sz="1575" b="1">
                <a:solidFill>
                  <a:srgbClr val="778599"/>
                </a:solidFill>
                <a:latin typeface="Microsoft YaHei"/>
                <a:ea typeface="Microsoft YaHei"/>
                <a:cs typeface="Microsoft YaHei"/>
              </a:defRPr>
            </a:pPr>
            <a:r>
              <a:rPr sz="1575" b="1">
                <a:solidFill>
                  <a:srgbClr val="778599"/>
                </a:solidFill>
                <a:latin typeface="Microsoft YaHei"/>
                <a:ea typeface="Microsoft YaHei"/>
                <a:cs typeface="Microsoft YaHei"/>
              </a:rPr>
              <a:t>C 旧接口兼容</a:t>
            </a:r>
          </a:p>
        </p:txBody>
      </p:sp>
      <p:sp>
        <p:nvSpPr>
          <p:cNvPr id="62" name="target-alias-C">
            <a:extLst xmlns:a="http://schemas.openxmlformats.org/drawingml/2006/main">
              <a:ext uri="{FF2B5EF4-FFF2-40B4-BE49-F238E27FC236}">
                <a16:creationId xmlns:a16="http://schemas.microsoft.com/office/drawing/2014/main" id="{8F3CE08C-8942-4EC4-82A9-B08113B7CBF2}"/>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旧签名 / 权限 / 错误 / 返回与回调</a:t>
            </a:r>
          </a:p>
        </p:txBody>
      </p:sp>
      <p:sp>
        <p:nvSpPr>
          <p:cNvPr id="63" name="target-func-C">
            <a:extLst xmlns:a="http://schemas.openxmlformats.org/drawingml/2006/main">
              <a:ext uri="{FF2B5EF4-FFF2-40B4-BE49-F238E27FC236}">
                <a16:creationId xmlns:a16="http://schemas.microsoft.com/office/drawing/2014/main" id="{7470647B-3C12-4B19-AA21-D97E906DF1F8}"/>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沿用原入口、解析点及完成出口</a:t>
            </a:r>
          </a:p>
        </p:txBody>
      </p:sp>
      <p:sp>
        <p:nvSpPr>
          <p:cNvPr id="64" name="target-node-O">
            <a:extLst xmlns:a="http://schemas.openxmlformats.org/drawingml/2006/main">
              <a:ext uri="{FF2B5EF4-FFF2-40B4-BE49-F238E27FC236}">
                <a16:creationId xmlns:a16="http://schemas.microsoft.com/office/drawing/2014/main" id="{D703A0F9-8B7B-4BAC-A189-6CCCB78AD5B2}"/>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65" name="target-title-O">
            <a:extLst xmlns:a="http://schemas.openxmlformats.org/drawingml/2006/main">
              <a:ext uri="{FF2B5EF4-FFF2-40B4-BE49-F238E27FC236}">
                <a16:creationId xmlns:a16="http://schemas.microsoft.com/office/drawing/2014/main" id="{C2EB7A59-B1ED-4D02-8E7B-73B67F9D6B17}"/>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66" name="target-alias-O">
            <a:extLst xmlns:a="http://schemas.openxmlformats.org/drawingml/2006/main">
              <a:ext uri="{FF2B5EF4-FFF2-40B4-BE49-F238E27FC236}">
                <a16:creationId xmlns:a16="http://schemas.microsoft.com/office/drawing/2014/main" id="{68C59A46-6367-43D0-9596-032964075543}"/>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67" name="target-func-O">
            <a:extLst xmlns:a="http://schemas.openxmlformats.org/drawingml/2006/main">
              <a:ext uri="{FF2B5EF4-FFF2-40B4-BE49-F238E27FC236}">
                <a16:creationId xmlns:a16="http://schemas.microsoft.com/office/drawing/2014/main" id="{ED494BFE-7A1A-4FF0-8985-D2FCA6A5696E}"/>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固定本次业务目标</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保存 step / attempt</a:t>
            </a:r>
          </a:p>
        </p:txBody>
      </p:sp>
      <p:sp>
        <p:nvSpPr>
          <p:cNvPr id="68" name="target-node-T">
            <a:extLst xmlns:a="http://schemas.openxmlformats.org/drawingml/2006/main">
              <a:ext uri="{FF2B5EF4-FFF2-40B4-BE49-F238E27FC236}">
                <a16:creationId xmlns:a16="http://schemas.microsoft.com/office/drawing/2014/main" id="{E62EA973-E020-4493-A29A-FDE2E821E37E}"/>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69" name="target-title-T">
            <a:extLst xmlns:a="http://schemas.openxmlformats.org/drawingml/2006/main">
              <a:ext uri="{FF2B5EF4-FFF2-40B4-BE49-F238E27FC236}">
                <a16:creationId xmlns:a16="http://schemas.microsoft.com/office/drawing/2014/main" id="{6FC853D6-DD89-432D-8830-803125DC12E8}"/>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70" name="target-alias-T">
            <a:extLst xmlns:a="http://schemas.openxmlformats.org/drawingml/2006/main">
              <a:ext uri="{FF2B5EF4-FFF2-40B4-BE49-F238E27FC236}">
                <a16:creationId xmlns:a16="http://schemas.microsoft.com/office/drawing/2014/main" id="{173FAD09-BBC4-46F1-B5DA-5777C6910004}"/>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71" name="target-func-T">
            <a:extLst xmlns:a="http://schemas.openxmlformats.org/drawingml/2006/main">
              <a:ext uri="{FF2B5EF4-FFF2-40B4-BE49-F238E27FC236}">
                <a16:creationId xmlns:a16="http://schemas.microsoft.com/office/drawing/2014/main" id="{6740F8B2-18B3-4C64-A48C-A777D16D95B7}"/>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返回目标及绑定版本</a:t>
            </a:r>
          </a:p>
        </p:txBody>
      </p:sp>
      <p:sp>
        <p:nvSpPr>
          <p:cNvPr id="72" name="target-node-A">
            <a:extLst xmlns:a="http://schemas.openxmlformats.org/drawingml/2006/main">
              <a:ext uri="{FF2B5EF4-FFF2-40B4-BE49-F238E27FC236}">
                <a16:creationId xmlns:a16="http://schemas.microsoft.com/office/drawing/2014/main" id="{AAB943DA-D76B-4182-9C8E-3CB4D7915593}"/>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3" name="target-title-A">
            <a:extLst xmlns:a="http://schemas.openxmlformats.org/drawingml/2006/main">
              <a:ext uri="{FF2B5EF4-FFF2-40B4-BE49-F238E27FC236}">
                <a16:creationId xmlns:a16="http://schemas.microsoft.com/office/drawing/2014/main" id="{1BC2B18D-B7E7-4F6F-A298-A8D2CFF25A1A}"/>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74" name="target-alias-A">
            <a:extLst xmlns:a="http://schemas.openxmlformats.org/drawingml/2006/main">
              <a:ext uri="{FF2B5EF4-FFF2-40B4-BE49-F238E27FC236}">
                <a16:creationId xmlns:a16="http://schemas.microsoft.com/office/drawing/2014/main" id="{2DDBC0C3-8DE4-48B7-84B1-7457919CDB19}"/>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75" name="target-func-A">
            <a:extLst xmlns:a="http://schemas.openxmlformats.org/drawingml/2006/main">
              <a:ext uri="{FF2B5EF4-FFF2-40B4-BE49-F238E27FC236}">
                <a16:creationId xmlns:a16="http://schemas.microsoft.com/office/drawing/2014/main" id="{4955164B-3742-44E9-80BC-063F846F12E8}"/>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角色意图 / 分配约束</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本流程不改默认角色</a:t>
            </a:r>
          </a:p>
        </p:txBody>
      </p:sp>
      <p:sp>
        <p:nvSpPr>
          <p:cNvPr id="76" name="target-node-DO">
            <a:extLst xmlns:a="http://schemas.openxmlformats.org/drawingml/2006/main">
              <a:ext uri="{FF2B5EF4-FFF2-40B4-BE49-F238E27FC236}">
                <a16:creationId xmlns:a16="http://schemas.microsoft.com/office/drawing/2014/main" id="{FEE29E5C-AEC0-4638-8EB3-863A7E6087CC}"/>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77" name="target-title-DO">
            <a:extLst xmlns:a="http://schemas.openxmlformats.org/drawingml/2006/main">
              <a:ext uri="{FF2B5EF4-FFF2-40B4-BE49-F238E27FC236}">
                <a16:creationId xmlns:a16="http://schemas.microsoft.com/office/drawing/2014/main" id="{B30D1DBD-DB06-443C-A6C7-2BE8630DB07B}"/>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OperationContext</a:t>
            </a:r>
          </a:p>
        </p:txBody>
      </p:sp>
      <p:sp>
        <p:nvSpPr>
          <p:cNvPr id="78" name="target-func-DO">
            <a:extLst xmlns:a="http://schemas.openxmlformats.org/drawingml/2006/main">
              <a:ext uri="{FF2B5EF4-FFF2-40B4-BE49-F238E27FC236}">
                <a16:creationId xmlns:a16="http://schemas.microsoft.com/office/drawing/2014/main" id="{61D55C44-025C-4FC8-8855-E7173BDC822A}"/>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纯操作状态 / 值对象</a:t>
            </a:r>
          </a:p>
        </p:txBody>
      </p:sp>
      <p:sp>
        <p:nvSpPr>
          <p:cNvPr id="79" name="target-node-DT">
            <a:extLst xmlns:a="http://schemas.openxmlformats.org/drawingml/2006/main">
              <a:ext uri="{FF2B5EF4-FFF2-40B4-BE49-F238E27FC236}">
                <a16:creationId xmlns:a16="http://schemas.microsoft.com/office/drawing/2014/main" id="{30764953-7D3E-49AD-A692-98D89F2BE7FE}"/>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80" name="target-title-DT">
            <a:extLst xmlns:a="http://schemas.openxmlformats.org/drawingml/2006/main">
              <a:ext uri="{FF2B5EF4-FFF2-40B4-BE49-F238E27FC236}">
                <a16:creationId xmlns:a16="http://schemas.microsoft.com/office/drawing/2014/main" id="{0028748E-8A62-4426-8065-846F22AE487D}"/>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TopologyAggregate</a:t>
            </a:r>
          </a:p>
        </p:txBody>
      </p:sp>
      <p:sp>
        <p:nvSpPr>
          <p:cNvPr id="81" name="target-func-DT">
            <a:extLst xmlns:a="http://schemas.openxmlformats.org/drawingml/2006/main">
              <a:ext uri="{FF2B5EF4-FFF2-40B4-BE49-F238E27FC236}">
                <a16:creationId xmlns:a16="http://schemas.microsoft.com/office/drawing/2014/main" id="{E3BE1BC4-54DB-4590-82EA-0F7404E30396}"/>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纯账户 / 绑定规则</a:t>
            </a:r>
          </a:p>
        </p:txBody>
      </p:sp>
      <p:sp>
        <p:nvSpPr>
          <p:cNvPr id="82" name="target-node-DA">
            <a:extLst xmlns:a="http://schemas.openxmlformats.org/drawingml/2006/main">
              <a:ext uri="{FF2B5EF4-FFF2-40B4-BE49-F238E27FC236}">
                <a16:creationId xmlns:a16="http://schemas.microsoft.com/office/drawing/2014/main" id="{EC1AC81F-08B9-44A7-9A87-DFCFB7177C73}"/>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3" name="target-title-DA">
            <a:extLst xmlns:a="http://schemas.openxmlformats.org/drawingml/2006/main">
              <a:ext uri="{FF2B5EF4-FFF2-40B4-BE49-F238E27FC236}">
                <a16:creationId xmlns:a16="http://schemas.microsoft.com/office/drawing/2014/main" id="{70EB228E-0078-4861-8830-17C12A9D19C5}"/>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84" name="target-func-DA">
            <a:extLst xmlns:a="http://schemas.openxmlformats.org/drawingml/2006/main">
              <a:ext uri="{FF2B5EF4-FFF2-40B4-BE49-F238E27FC236}">
                <a16:creationId xmlns:a16="http://schemas.microsoft.com/office/drawing/2014/main" id="{99F29A4E-8CB6-49DF-AB78-9F7A1A834F19}"/>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85" name="target-node-R">
            <a:extLst xmlns:a="http://schemas.openxmlformats.org/drawingml/2006/main">
              <a:ext uri="{FF2B5EF4-FFF2-40B4-BE49-F238E27FC236}">
                <a16:creationId xmlns:a16="http://schemas.microsoft.com/office/drawing/2014/main" id="{A04B35EB-4372-448D-A086-F347AE8A1EAF}"/>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86" name="target-title-R">
            <a:extLst xmlns:a="http://schemas.openxmlformats.org/drawingml/2006/main">
              <a:ext uri="{FF2B5EF4-FFF2-40B4-BE49-F238E27FC236}">
                <a16:creationId xmlns:a16="http://schemas.microsoft.com/office/drawing/2014/main" id="{B76545A4-DCEA-4BE6-857C-2601BE2BBEEE}"/>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87" name="target-func-R">
            <a:extLst xmlns:a="http://schemas.openxmlformats.org/drawingml/2006/main">
              <a:ext uri="{FF2B5EF4-FFF2-40B4-BE49-F238E27FC236}">
                <a16:creationId xmlns:a16="http://schemas.microsoft.com/office/drawing/2014/main" id="{919C6EDA-49AA-4313-8AEE-AA1F755F1975}"/>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发起时 SessionRef / Request</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复用原 serial / callback</a:t>
            </a:r>
          </a:p>
        </p:txBody>
      </p:sp>
      <p:sp>
        <p:nvSpPr>
          <p:cNvPr id="88" name="target-node-I">
            <a:extLst xmlns:a="http://schemas.openxmlformats.org/drawingml/2006/main">
              <a:ext uri="{FF2B5EF4-FFF2-40B4-BE49-F238E27FC236}">
                <a16:creationId xmlns:a16="http://schemas.microsoft.com/office/drawing/2014/main" id="{77359152-968C-4285-A847-CEFEFB5ADF21}"/>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89" name="target-title-I">
            <a:extLst xmlns:a="http://schemas.openxmlformats.org/drawingml/2006/main">
              <a:ext uri="{FF2B5EF4-FFF2-40B4-BE49-F238E27FC236}">
                <a16:creationId xmlns:a16="http://schemas.microsoft.com/office/drawing/2014/main" id="{6811827F-6310-4D9C-BCAE-573B3FD0137B}"/>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90" name="target-func-I">
            <a:extLst xmlns:a="http://schemas.openxmlformats.org/drawingml/2006/main">
              <a:ext uri="{FF2B5EF4-FFF2-40B4-BE49-F238E27FC236}">
                <a16:creationId xmlns:a16="http://schemas.microsoft.com/office/drawing/2014/main" id="{CAB00202-8B6E-4AB3-8132-5EE54602763F}"/>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DataShare / 参数 / Hook</a:t>
            </a:r>
          </a:p>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按原协议存储与输出</a:t>
            </a:r>
          </a:p>
        </p:txBody>
      </p:sp>
      <p:sp>
        <p:nvSpPr>
          <p:cNvPr id="91" name="host-note">
            <a:extLst xmlns:a="http://schemas.openxmlformats.org/drawingml/2006/main">
              <a:ext uri="{FF2B5EF4-FFF2-40B4-BE49-F238E27FC236}">
                <a16:creationId xmlns:a16="http://schemas.microsoft.com/office/drawing/2014/main" id="{BA76173E-D2B3-470C-A8A7-B1F7FECDAEAA}"/>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92" name="invariant-rule">
            <a:extLst xmlns:a="http://schemas.openxmlformats.org/drawingml/2006/main">
              <a:ext uri="{FF2B5EF4-FFF2-40B4-BE49-F238E27FC236}">
                <a16:creationId xmlns:a16="http://schemas.microsoft.com/office/drawing/2014/main" id="{5E0BE2B7-61D8-4F9C-A2D3-A7109087C6D1}"/>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3" name="invariant">
            <a:extLst xmlns:a="http://schemas.openxmlformats.org/drawingml/2006/main">
              <a:ext uri="{FF2B5EF4-FFF2-40B4-BE49-F238E27FC236}">
                <a16:creationId xmlns:a16="http://schemas.microsoft.com/office/drawing/2014/main" id="{C999844A-E815-4091-AC86-0EE6643F9EAA}"/>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保持：先卡后账户；卡成功 / DB 失败不回滚；受理返回与业务回调分开。</a:t>
            </a:r>
          </a:p>
        </p:txBody>
      </p:sp>
      <p:sp>
        <p:nvSpPr>
          <p:cNvPr id="94" name="footer">
            <a:extLst xmlns:a="http://schemas.openxmlformats.org/drawingml/2006/main">
              <a:ext uri="{FF2B5EF4-FFF2-40B4-BE49-F238E27FC236}">
                <a16:creationId xmlns:a16="http://schemas.microsoft.com/office/drawing/2014/main" id="{E0A99B10-9C83-42FF-8E70-E6D72A36F82A}"/>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95" name="page-number">
            <a:extLst xmlns:a="http://schemas.openxmlformats.org/drawingml/2006/main">
              <a:ext uri="{FF2B5EF4-FFF2-40B4-BE49-F238E27FC236}">
                <a16:creationId xmlns:a16="http://schemas.microsoft.com/office/drawing/2014/main" id="{36FEE01B-8C65-4324-A53F-90A384B082FD}"/>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号码 / ② 目标 / 规则</a:t>
            </a:r>
          </a:p>
        </p:txBody>
      </p:sp>
    </p:spTree>
    <p:extLst>
      <p:ext uri="{BB962C8B-B14F-4D97-AF65-F5344CB8AC3E}">
        <p14:creationId xmlns:p14="http://schemas.microsoft.com/office/powerpoint/2010/main" val="1009814672"/>
      </p:ext>
    </p:extLst>
  </p:cSld>
  <p:transition spd="fast" advClick="0">
    <p:fade/>
  </p:transition>
</p:sld>
</file>

<file path=ppt/slides/slide21.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5" name="accent">
            <a:extLst xmlns:a="http://schemas.openxmlformats.org/drawingml/2006/main">
              <a:ext uri="{FF2B5EF4-FFF2-40B4-BE49-F238E27FC236}">
                <a16:creationId xmlns:a16="http://schemas.microsoft.com/office/drawing/2014/main" id="{05528E8F-4ADD-41F5-91FF-AC89ABB9100C}"/>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E43948D8-FA49-4719-8E18-2981E8D4C973}"/>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B0DF9F35-6F4F-4CF1-9ECB-BD92B48EB59F}"/>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4786CCBA-4DFC-4E11-83DB-D9C25936F7F4}"/>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2F261A69-CD34-413D-AC21-D3B10ED02FCE}"/>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7CC8288A-CEF2-4899-A78B-B441CF3CE66A}"/>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6F800EF9-03D9-4F62-88D8-7ED3D97CFAF3}"/>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7FE99DE8-D9CA-449E-B554-C840C413AE28}"/>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E47494E8-11D7-4EE0-8C78-9864551875B5}"/>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D6705822-0B6B-4E5F-85FE-D2406CDD9C59}"/>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D6E23A3D-A7DB-4F94-AEC5-BC1A4B43574A}"/>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1EA605B9-D9A1-4A0E-9CC5-529780E153AE}"/>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D1065056-8F84-453B-9758-C4AAECAFD6FD}"/>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B1CFB49C-B708-4834-A511-E1648ADEA7AC}"/>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AD09E1F6-3F35-45BB-AD1A-20C7F22B0E6E}"/>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941C5D25-BE00-42E7-A196-A7A308053568}"/>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4B115778-121E-41A8-B699-C6D3F5C021D8}"/>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AC1B1FE0-58AD-46C9-98D0-A96CFCE15D3F}"/>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F89AA18B-5F82-4BDD-BFC0-4593CE902522}"/>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81B92F26-E731-4955-B33A-5F374F60B829}"/>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③ 卡侧执行：复用 MSISDN 生产协议；O 保存步骤，R 保存发起关联，slot 继续用于底层路由。</a:t>
            </a:r>
          </a:p>
        </p:txBody>
      </p:sp>
      <p:sp>
        <p:nvSpPr>
          <p:cNvPr id="21" name="top-rule">
            <a:extLst xmlns:a="http://schemas.openxmlformats.org/drawingml/2006/main">
              <a:ext uri="{FF2B5EF4-FFF2-40B4-BE49-F238E27FC236}">
                <a16:creationId xmlns:a16="http://schemas.microsoft.com/office/drawing/2014/main" id="{11E540A9-4482-48BB-8ED9-54A456AD635C}"/>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99386ED7-F7A5-4733-AF68-CAB3D9F039B1}"/>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898549C0-675F-414B-8FC9-58307C5963E8}"/>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788A23EE-EA76-4255-9D29-34D5C76DCC09}"/>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KR">
            <a:extLst xmlns:a="http://schemas.openxmlformats.org/drawingml/2006/main">
              <a:ext uri="{FF2B5EF4-FFF2-40B4-BE49-F238E27FC236}">
                <a16:creationId xmlns:a16="http://schemas.microsoft.com/office/drawing/2014/main" id="{D24535B9-CC3C-4ECE-9978-2E81D1EC6EFB}"/>
              </a:ext>
            </a:extLst>
          </p:cNvPr>
          <p:cNvSpPr>
            <a:spLocks xmlns:a="http://schemas.openxmlformats.org/drawingml/2006/main" noGrp="1"/>
          </p:cNvSpPr>
          <p:nvPr/>
        </p:nvSpPr>
        <p:spPr>
          <a:xfrm xmlns:a="http://schemas.openxmlformats.org/drawingml/2006/main">
            <a:off x="3009900" y="3748088"/>
            <a:ext cx="342900" cy="9525"/>
          </a:xfrm>
          <a:custGeom xmlns:a="http://schemas.openxmlformats.org/drawingml/2006/main">
            <a:pathLst>
              <a:path w="342900" h="9525">
                <a:moveTo>
                  <a:pt x="0" y="4763"/>
                </a:moveTo>
                <a:lnTo>
                  <a:pt x="342900" y="4763"/>
                </a:lnTo>
              </a:path>
            </a:pathLst>
          </a:custGeom>
          <a:noFill xmlns:a="http://schemas.openxmlformats.org/drawingml/2006/main"/>
          <a:ln xmlns:a="http://schemas.openxmlformats.org/drawingml/2006/main" w="17145">
            <a:solidFill>
              <a:srgbClr val="246AB8"/>
            </a:solidFill>
            <a:prstDash val="solid"/>
          </a:ln>
        </p:spPr>
      </p:sp>
      <p:sp>
        <p:nvSpPr>
          <p:cNvPr id="26" name="legacy-edge-KR-head">
            <a:extLst xmlns:a="http://schemas.openxmlformats.org/drawingml/2006/main">
              <a:ext uri="{FF2B5EF4-FFF2-40B4-BE49-F238E27FC236}">
                <a16:creationId xmlns:a16="http://schemas.microsoft.com/office/drawing/2014/main" id="{8958B9F5-C04A-4FE1-B9D6-429C02BDADC6}"/>
              </a:ext>
            </a:extLst>
          </p:cNvPr>
          <p:cNvSpPr>
            <a:spLocks xmlns:a="http://schemas.openxmlformats.org/drawingml/2006/main" noGrp="1"/>
          </p:cNvSpPr>
          <p:nvPr/>
        </p:nvSpPr>
        <p:spPr>
          <a:xfrm xmlns:a="http://schemas.openxmlformats.org/drawingml/2006/main">
            <a:off x="3295650" y="37242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27" name="legacy-edge-label-KR">
            <a:extLst xmlns:a="http://schemas.openxmlformats.org/drawingml/2006/main">
              <a:ext uri="{FF2B5EF4-FFF2-40B4-BE49-F238E27FC236}">
                <a16:creationId xmlns:a16="http://schemas.microsoft.com/office/drawing/2014/main" id="{627ABA24-50EF-4C71-99C5-2420AFC91202}"/>
              </a:ext>
            </a:extLst>
          </p:cNvPr>
          <p:cNvSpPr>
            <a:spLocks xmlns:a="http://schemas.openxmlformats.org/drawingml/2006/main" noGrp="1"/>
          </p:cNvSpPr>
          <p:nvPr/>
        </p:nvSpPr>
        <p:spPr>
          <a:xfrm xmlns:a="http://schemas.openxmlformats.org/drawingml/2006/main">
            <a:off x="3057525" y="35242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③</a:t>
            </a:r>
          </a:p>
        </p:txBody>
      </p:sp>
      <p:sp>
        <p:nvSpPr>
          <p:cNvPr id="28" name="legacy-node-E">
            <a:extLst xmlns:a="http://schemas.openxmlformats.org/drawingml/2006/main">
              <a:ext uri="{FF2B5EF4-FFF2-40B4-BE49-F238E27FC236}">
                <a16:creationId xmlns:a16="http://schemas.microsoft.com/office/drawing/2014/main" id="{C41E991B-0D15-4AC2-80CD-157F3898FE3C}"/>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29" name="legacy-title-E">
            <a:extLst xmlns:a="http://schemas.openxmlformats.org/drawingml/2006/main">
              <a:ext uri="{FF2B5EF4-FFF2-40B4-BE49-F238E27FC236}">
                <a16:creationId xmlns:a16="http://schemas.microsoft.com/office/drawing/2014/main" id="{5B098DCD-56B2-4D1D-A9FF-BDB0B9D4A731}"/>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CoreServiceSim → SimManager</a:t>
            </a:r>
          </a:p>
        </p:txBody>
      </p:sp>
      <p:sp>
        <p:nvSpPr>
          <p:cNvPr id="30" name="legacy-line-E-0">
            <a:extLst xmlns:a="http://schemas.openxmlformats.org/drawingml/2006/main">
              <a:ext uri="{FF2B5EF4-FFF2-40B4-BE49-F238E27FC236}">
                <a16:creationId xmlns:a16="http://schemas.microsoft.com/office/drawing/2014/main" id="{C2BBEDDC-456F-4A6B-B153-AA2991DB4DA1}"/>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number / callback；检查后异步排队</a:t>
            </a:r>
          </a:p>
        </p:txBody>
      </p:sp>
      <p:sp>
        <p:nvSpPr>
          <p:cNvPr id="31" name="legacy-node-K">
            <a:extLst xmlns:a="http://schemas.openxmlformats.org/drawingml/2006/main">
              <a:ext uri="{FF2B5EF4-FFF2-40B4-BE49-F238E27FC236}">
                <a16:creationId xmlns:a16="http://schemas.microsoft.com/office/drawing/2014/main" id="{CE2C784E-7609-4EDB-9CF4-F229F877A3F4}"/>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2" name="legacy-title-K">
            <a:extLst xmlns:a="http://schemas.openxmlformats.org/drawingml/2006/main">
              <a:ext uri="{FF2B5EF4-FFF2-40B4-BE49-F238E27FC236}">
                <a16:creationId xmlns:a16="http://schemas.microsoft.com/office/drawing/2014/main" id="{4E2ACA71-AE29-4591-B6C8-98016DADA100}"/>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3" name="legacy-alias-K">
            <a:extLst xmlns:a="http://schemas.openxmlformats.org/drawingml/2006/main">
              <a:ext uri="{FF2B5EF4-FFF2-40B4-BE49-F238E27FC236}">
                <a16:creationId xmlns:a16="http://schemas.microsoft.com/office/drawing/2014/main" id="{0B43146B-B164-4FBA-A203-C783BDF7C362}"/>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同一模块承接多种职责</a:t>
            </a:r>
          </a:p>
        </p:txBody>
      </p:sp>
      <p:sp>
        <p:nvSpPr>
          <p:cNvPr id="34" name="legacy-line-K-0">
            <a:extLst xmlns:a="http://schemas.openxmlformats.org/drawingml/2006/main">
              <a:ext uri="{FF2B5EF4-FFF2-40B4-BE49-F238E27FC236}">
                <a16:creationId xmlns:a16="http://schemas.microsoft.com/office/drawing/2014/main" id="{2ED3E1E5-0D6F-472F-A006-6C2094224339}"/>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按 slot 定位 File / curSimId</a:t>
            </a:r>
          </a:p>
        </p:txBody>
      </p:sp>
      <p:sp>
        <p:nvSpPr>
          <p:cNvPr id="35" name="legacy-line-K-1">
            <a:extLst xmlns:a="http://schemas.openxmlformats.org/drawingml/2006/main">
              <a:ext uri="{FF2B5EF4-FFF2-40B4-BE49-F238E27FC236}">
                <a16:creationId xmlns:a16="http://schemas.microsoft.com/office/drawing/2014/main" id="{86939F93-AEA9-42B9-9F91-061A2817F870}"/>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写卡结果决定是否继续</a:t>
            </a:r>
          </a:p>
        </p:txBody>
      </p:sp>
      <p:sp>
        <p:nvSpPr>
          <p:cNvPr id="36" name="legacy-line-K-2">
            <a:extLst xmlns:a="http://schemas.openxmlformats.org/drawingml/2006/main">
              <a:ext uri="{FF2B5EF4-FFF2-40B4-BE49-F238E27FC236}">
                <a16:creationId xmlns:a16="http://schemas.microsoft.com/office/drawing/2014/main" id="{39F94A2B-9E71-4076-B989-A5E948944300}"/>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SetShowNumberToDB</a:t>
            </a:r>
          </a:p>
        </p:txBody>
      </p:sp>
      <p:sp>
        <p:nvSpPr>
          <p:cNvPr id="37" name="legacy-node-R">
            <a:extLst xmlns:a="http://schemas.openxmlformats.org/drawingml/2006/main">
              <a:ext uri="{FF2B5EF4-FFF2-40B4-BE49-F238E27FC236}">
                <a16:creationId xmlns:a16="http://schemas.microsoft.com/office/drawing/2014/main" id="{FD61CE2A-410A-4629-B982-B109DEA223A7}"/>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8" name="legacy-title-R">
            <a:extLst xmlns:a="http://schemas.openxmlformats.org/drawingml/2006/main">
              <a:ext uri="{FF2B5EF4-FFF2-40B4-BE49-F238E27FC236}">
                <a16:creationId xmlns:a16="http://schemas.microsoft.com/office/drawing/2014/main" id="{F4DA1125-126F-4AB2-97E8-470F4C2B82FC}"/>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SimFileManager / SimFile</a:t>
            </a:r>
          </a:p>
        </p:txBody>
      </p:sp>
      <p:sp>
        <p:nvSpPr>
          <p:cNvPr id="39" name="legacy-alias-R">
            <a:extLst xmlns:a="http://schemas.openxmlformats.org/drawingml/2006/main">
              <a:ext uri="{FF2B5EF4-FFF2-40B4-BE49-F238E27FC236}">
                <a16:creationId xmlns:a16="http://schemas.microsoft.com/office/drawing/2014/main" id="{B87905F8-74DA-4058-AA3E-A86938A6734B}"/>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DiallingNumbers / EF / RIL</a:t>
            </a:r>
          </a:p>
        </p:txBody>
      </p:sp>
      <p:sp>
        <p:nvSpPr>
          <p:cNvPr id="40" name="legacy-line-bg-R-0">
            <a:extLst xmlns:a="http://schemas.openxmlformats.org/drawingml/2006/main">
              <a:ext uri="{FF2B5EF4-FFF2-40B4-BE49-F238E27FC236}">
                <a16:creationId xmlns:a16="http://schemas.microsoft.com/office/drawing/2014/main" id="{399374B5-056D-404D-8058-6804AF6C6E7F}"/>
              </a:ext>
            </a:extLst>
          </p:cNvPr>
          <p:cNvSpPr>
            <a:spLocks xmlns:a="http://schemas.openxmlformats.org/drawingml/2006/main" noGrp="1"/>
          </p:cNvSpPr>
          <p:nvPr/>
        </p:nvSpPr>
        <p:spPr>
          <a:xfrm xmlns:a="http://schemas.openxmlformats.org/drawingml/2006/main">
            <a:off x="3419475" y="3895725"/>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1" name="legacy-line-R-0">
            <a:extLst xmlns:a="http://schemas.openxmlformats.org/drawingml/2006/main">
              <a:ext uri="{FF2B5EF4-FFF2-40B4-BE49-F238E27FC236}">
                <a16:creationId xmlns:a16="http://schemas.microsoft.com/office/drawing/2014/main" id="{4C3A160D-534C-4CAF-9A5F-59454A74DB0F}"/>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③ UpdateMsisdnNumber</a:t>
            </a:r>
          </a:p>
        </p:txBody>
      </p:sp>
      <p:sp>
        <p:nvSpPr>
          <p:cNvPr id="42" name="legacy-line-R-1">
            <a:extLst xmlns:a="http://schemas.openxmlformats.org/drawingml/2006/main">
              <a:ext uri="{FF2B5EF4-FFF2-40B4-BE49-F238E27FC236}">
                <a16:creationId xmlns:a16="http://schemas.microsoft.com/office/drawing/2014/main" id="{7787566D-658E-4092-B377-1D5CCE9622F6}"/>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ProcessSetMsisdnDone</a:t>
            </a:r>
          </a:p>
        </p:txBody>
      </p:sp>
      <p:sp>
        <p:nvSpPr>
          <p:cNvPr id="43" name="legacy-line-R-2">
            <a:extLst xmlns:a="http://schemas.openxmlformats.org/drawingml/2006/main">
              <a:ext uri="{FF2B5EF4-FFF2-40B4-BE49-F238E27FC236}">
                <a16:creationId xmlns:a16="http://schemas.microsoft.com/office/drawing/2014/main" id="{E4A0FA33-71B5-4488-972C-9465D3763AFA}"/>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卡缓存 / waitResult_</a:t>
            </a:r>
          </a:p>
        </p:txBody>
      </p:sp>
      <p:sp>
        <p:nvSpPr>
          <p:cNvPr id="44" name="legacy-node-D">
            <a:extLst xmlns:a="http://schemas.openxmlformats.org/drawingml/2006/main">
              <a:ext uri="{FF2B5EF4-FFF2-40B4-BE49-F238E27FC236}">
                <a16:creationId xmlns:a16="http://schemas.microsoft.com/office/drawing/2014/main" id="{6519D5CA-41FF-4E56-A2F5-59BE0BDC3BF4}"/>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5" name="legacy-title-D">
            <a:extLst xmlns:a="http://schemas.openxmlformats.org/drawingml/2006/main">
              <a:ext uri="{FF2B5EF4-FFF2-40B4-BE49-F238E27FC236}">
                <a16:creationId xmlns:a16="http://schemas.microsoft.com/office/drawing/2014/main" id="{FE8F55E8-00E0-4D66-B9FC-606571FECFFF}"/>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SimRdbHelper</a:t>
            </a:r>
          </a:p>
        </p:txBody>
      </p:sp>
      <p:sp>
        <p:nvSpPr>
          <p:cNvPr id="46" name="legacy-line-D-0">
            <a:extLst xmlns:a="http://schemas.openxmlformats.org/drawingml/2006/main">
              <a:ext uri="{FF2B5EF4-FFF2-40B4-BE49-F238E27FC236}">
                <a16:creationId xmlns:a16="http://schemas.microsoft.com/office/drawing/2014/main" id="{089B8BAF-2EC8-4373-90C4-9161DF76EF9F}"/>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⑤ DataShare：DB → 账户缓存</a:t>
            </a:r>
          </a:p>
        </p:txBody>
      </p:sp>
      <p:sp>
        <p:nvSpPr>
          <p:cNvPr id="47" name="legacy-node-N">
            <a:extLst xmlns:a="http://schemas.openxmlformats.org/drawingml/2006/main">
              <a:ext uri="{FF2B5EF4-FFF2-40B4-BE49-F238E27FC236}">
                <a16:creationId xmlns:a16="http://schemas.microsoft.com/office/drawing/2014/main" id="{0229FCFA-8AF4-415C-88C8-700E29AC214D}"/>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8" name="legacy-title-N">
            <a:extLst xmlns:a="http://schemas.openxmlformats.org/drawingml/2006/main">
              <a:ext uri="{FF2B5EF4-FFF2-40B4-BE49-F238E27FC236}">
                <a16:creationId xmlns:a16="http://schemas.microsoft.com/office/drawing/2014/main" id="{93DD6D0F-E946-4132-9AA8-0D89F2503B44}"/>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旧通知与回调</a:t>
            </a:r>
          </a:p>
        </p:txBody>
      </p:sp>
      <p:sp>
        <p:nvSpPr>
          <p:cNvPr id="49" name="legacy-line-N-0">
            <a:extLst xmlns:a="http://schemas.openxmlformats.org/drawingml/2006/main">
              <a:ext uri="{FF2B5EF4-FFF2-40B4-BE49-F238E27FC236}">
                <a16:creationId xmlns:a16="http://schemas.microsoft.com/office/drawing/2014/main" id="{F3DBB4F7-F147-48EC-BB32-AFDA802E9ADB}"/>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整体成功才发账户通知</a:t>
            </a:r>
          </a:p>
        </p:txBody>
      </p:sp>
      <p:sp>
        <p:nvSpPr>
          <p:cNvPr id="50" name="legacy-line-N-1">
            <a:extLst xmlns:a="http://schemas.openxmlformats.org/drawingml/2006/main">
              <a:ext uri="{FF2B5EF4-FFF2-40B4-BE49-F238E27FC236}">
                <a16:creationId xmlns:a16="http://schemas.microsoft.com/office/drawing/2014/main" id="{75CB2F28-AA01-4712-9400-DD1F0D713FFD}"/>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CoreServiceSim 返回原结果</a:t>
            </a:r>
          </a:p>
        </p:txBody>
      </p:sp>
      <p:sp>
        <p:nvSpPr>
          <p:cNvPr id="51" name="legacy-flow-note">
            <a:extLst xmlns:a="http://schemas.openxmlformats.org/drawingml/2006/main">
              <a:ext uri="{FF2B5EF4-FFF2-40B4-BE49-F238E27FC236}">
                <a16:creationId xmlns:a16="http://schemas.microsoft.com/office/drawing/2014/main" id="{C20466FD-2F58-4199-86AF-7899985F2141}"/>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SetShowNumber · 普通路径；省略透传函数及中间调用栈</a:t>
            </a:r>
          </a:p>
        </p:txBody>
      </p:sp>
      <p:sp>
        <p:nvSpPr>
          <p:cNvPr id="52" name="application-label">
            <a:extLst xmlns:a="http://schemas.openxmlformats.org/drawingml/2006/main">
              <a:ext uri="{FF2B5EF4-FFF2-40B4-BE49-F238E27FC236}">
                <a16:creationId xmlns:a16="http://schemas.microsoft.com/office/drawing/2014/main" id="{557E6385-836A-4F82-9865-96D5BEEE5EB7}"/>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3" name="domain-label">
            <a:extLst xmlns:a="http://schemas.openxmlformats.org/drawingml/2006/main">
              <a:ext uri="{FF2B5EF4-FFF2-40B4-BE49-F238E27FC236}">
                <a16:creationId xmlns:a16="http://schemas.microsoft.com/office/drawing/2014/main" id="{4F163E57-091E-49E5-9546-65550FA8B1E3}"/>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4" name="target-edge-OR">
            <a:extLst xmlns:a="http://schemas.openxmlformats.org/drawingml/2006/main">
              <a:ext uri="{FF2B5EF4-FFF2-40B4-BE49-F238E27FC236}">
                <a16:creationId xmlns:a16="http://schemas.microsoft.com/office/drawing/2014/main" id="{D4A15B9C-4DF3-4DE3-977C-D6069B065F2B}"/>
              </a:ext>
            </a:extLst>
          </p:cNvPr>
          <p:cNvSpPr>
            <a:spLocks xmlns:a="http://schemas.openxmlformats.org/drawingml/2006/main" noGrp="1"/>
          </p:cNvSpPr>
          <p:nvPr/>
        </p:nvSpPr>
        <p:spPr>
          <a:xfrm xmlns:a="http://schemas.openxmlformats.org/drawingml/2006/main">
            <a:off x="6448425" y="3648075"/>
            <a:ext cx="142875" cy="1809750"/>
          </a:xfrm>
          <a:custGeom xmlns:a="http://schemas.openxmlformats.org/drawingml/2006/main">
            <a:pathLst>
              <a:path w="142875" h="1809750">
                <a:moveTo>
                  <a:pt x="142875" y="0"/>
                </a:moveTo>
                <a:lnTo>
                  <a:pt x="0" y="0"/>
                </a:lnTo>
                <a:lnTo>
                  <a:pt x="0" y="1809750"/>
                </a:lnTo>
                <a:lnTo>
                  <a:pt x="142875" y="1809750"/>
                </a:lnTo>
              </a:path>
            </a:pathLst>
          </a:custGeom>
          <a:noFill xmlns:a="http://schemas.openxmlformats.org/drawingml/2006/main"/>
          <a:ln xmlns:a="http://schemas.openxmlformats.org/drawingml/2006/main" w="16193">
            <a:solidFill>
              <a:srgbClr val="246AB8"/>
            </a:solidFill>
            <a:prstDash val="solid"/>
          </a:ln>
        </p:spPr>
      </p:sp>
      <p:sp>
        <p:nvSpPr>
          <p:cNvPr id="55" name="target-edge-OR-head">
            <a:extLst xmlns:a="http://schemas.openxmlformats.org/drawingml/2006/main">
              <a:ext uri="{FF2B5EF4-FFF2-40B4-BE49-F238E27FC236}">
                <a16:creationId xmlns:a16="http://schemas.microsoft.com/office/drawing/2014/main" id="{84ABBD5D-AC68-4386-884A-C2781B471C2A}"/>
              </a:ext>
            </a:extLst>
          </p:cNvPr>
          <p:cNvSpPr>
            <a:spLocks xmlns:a="http://schemas.openxmlformats.org/drawingml/2006/main" noGrp="1"/>
          </p:cNvSpPr>
          <p:nvPr/>
        </p:nvSpPr>
        <p:spPr>
          <a:xfrm xmlns:a="http://schemas.openxmlformats.org/drawingml/2006/main">
            <a:off x="6534150" y="5429250"/>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56" name="target-edge-label-OR">
            <a:extLst xmlns:a="http://schemas.openxmlformats.org/drawingml/2006/main">
              <a:ext uri="{FF2B5EF4-FFF2-40B4-BE49-F238E27FC236}">
                <a16:creationId xmlns:a16="http://schemas.microsoft.com/office/drawing/2014/main" id="{748D2109-1B70-4C5F-ACE3-6162FDFC0EBB}"/>
              </a:ext>
            </a:extLst>
          </p:cNvPr>
          <p:cNvSpPr>
            <a:spLocks xmlns:a="http://schemas.openxmlformats.org/drawingml/2006/main" noGrp="1"/>
          </p:cNvSpPr>
          <p:nvPr/>
        </p:nvSpPr>
        <p:spPr>
          <a:xfrm xmlns:a="http://schemas.openxmlformats.org/drawingml/2006/main">
            <a:off x="6134100" y="45720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执行</a:t>
            </a:r>
          </a:p>
        </p:txBody>
      </p:sp>
      <p:sp>
        <p:nvSpPr>
          <p:cNvPr id="57" name="target-edge-OD">
            <a:extLst xmlns:a="http://schemas.openxmlformats.org/drawingml/2006/main">
              <a:ext uri="{FF2B5EF4-FFF2-40B4-BE49-F238E27FC236}">
                <a16:creationId xmlns:a16="http://schemas.microsoft.com/office/drawing/2014/main" id="{10F43AE2-0085-47BA-9B8D-9DE05AF91ADB}"/>
              </a:ext>
            </a:extLst>
          </p:cNvPr>
          <p:cNvSpPr>
            <a:spLocks xmlns:a="http://schemas.openxmlformats.org/drawingml/2006/main" noGrp="1"/>
          </p:cNvSpPr>
          <p:nvPr/>
        </p:nvSpPr>
        <p:spPr>
          <a:xfrm xmlns:a="http://schemas.openxmlformats.org/drawingml/2006/main">
            <a:off x="737711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58" name="target-edge-OD-head">
            <a:extLst xmlns:a="http://schemas.openxmlformats.org/drawingml/2006/main">
              <a:ext uri="{FF2B5EF4-FFF2-40B4-BE49-F238E27FC236}">
                <a16:creationId xmlns:a16="http://schemas.microsoft.com/office/drawing/2014/main" id="{20A8904B-EDCD-4CA3-9B35-5C94F5584C87}"/>
              </a:ext>
            </a:extLst>
          </p:cNvPr>
          <p:cNvSpPr>
            <a:spLocks xmlns:a="http://schemas.openxmlformats.org/drawingml/2006/main" noGrp="1"/>
          </p:cNvSpPr>
          <p:nvPr/>
        </p:nvSpPr>
        <p:spPr>
          <a:xfrm xmlns:a="http://schemas.openxmlformats.org/drawingml/2006/main">
            <a:off x="735330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59" name="target-node-C">
            <a:extLst xmlns:a="http://schemas.openxmlformats.org/drawingml/2006/main">
              <a:ext uri="{FF2B5EF4-FFF2-40B4-BE49-F238E27FC236}">
                <a16:creationId xmlns:a16="http://schemas.microsoft.com/office/drawing/2014/main" id="{5AC428DC-CCE4-457E-8A06-A39C11BCD92F}"/>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DD8E6"/>
            </a:solidFill>
            <a:prstDash val="solid"/>
          </a:ln>
        </p:spPr>
      </p:sp>
      <p:sp>
        <p:nvSpPr>
          <p:cNvPr id="60" name="target-title-C">
            <a:extLst xmlns:a="http://schemas.openxmlformats.org/drawingml/2006/main">
              <a:ext uri="{FF2B5EF4-FFF2-40B4-BE49-F238E27FC236}">
                <a16:creationId xmlns:a16="http://schemas.microsoft.com/office/drawing/2014/main" id="{7728FCC8-3D17-4BD2-80D5-1173FC09D046}"/>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78599"/>
                </a:solidFill>
                <a:latin typeface="Microsoft YaHei"/>
                <a:ea typeface="Microsoft YaHei"/>
                <a:cs typeface="Microsoft YaHei"/>
              </a:defRPr>
            </a:defPPr>
            <a:lvl1pPr algn="l">
              <a:defRPr sz="1575" b="1">
                <a:solidFill>
                  <a:srgbClr val="778599"/>
                </a:solidFill>
                <a:latin typeface="Microsoft YaHei"/>
                <a:ea typeface="Microsoft YaHei"/>
                <a:cs typeface="Microsoft YaHei"/>
              </a:defRPr>
            </a:lvl1pPr>
            <a:lvl2pPr algn="l">
              <a:defRPr sz="1575" b="1">
                <a:solidFill>
                  <a:srgbClr val="778599"/>
                </a:solidFill>
                <a:latin typeface="Microsoft YaHei"/>
                <a:ea typeface="Microsoft YaHei"/>
                <a:cs typeface="Microsoft YaHei"/>
              </a:defRPr>
            </a:lvl2pPr>
            <a:lvl3pPr algn="l">
              <a:defRPr sz="1575" b="1">
                <a:solidFill>
                  <a:srgbClr val="778599"/>
                </a:solidFill>
                <a:latin typeface="Microsoft YaHei"/>
                <a:ea typeface="Microsoft YaHei"/>
                <a:cs typeface="Microsoft YaHei"/>
              </a:defRPr>
            </a:lvl3pPr>
            <a:lvl4pPr algn="l">
              <a:defRPr sz="1575" b="1">
                <a:solidFill>
                  <a:srgbClr val="778599"/>
                </a:solidFill>
                <a:latin typeface="Microsoft YaHei"/>
                <a:ea typeface="Microsoft YaHei"/>
                <a:cs typeface="Microsoft YaHei"/>
              </a:defRPr>
            </a:lvl4pPr>
            <a:lvl5pPr algn="l">
              <a:defRPr sz="1575" b="1">
                <a:solidFill>
                  <a:srgbClr val="778599"/>
                </a:solidFill>
                <a:latin typeface="Microsoft YaHei"/>
                <a:ea typeface="Microsoft YaHei"/>
                <a:cs typeface="Microsoft YaHei"/>
              </a:defRPr>
            </a:lvl5pPr>
            <a:lvl6pPr algn="l">
              <a:defRPr sz="1575" b="1">
                <a:solidFill>
                  <a:srgbClr val="778599"/>
                </a:solidFill>
                <a:latin typeface="Microsoft YaHei"/>
                <a:ea typeface="Microsoft YaHei"/>
                <a:cs typeface="Microsoft YaHei"/>
              </a:defRPr>
            </a:lvl6pPr>
            <a:lvl7pPr algn="l">
              <a:defRPr sz="1575" b="1">
                <a:solidFill>
                  <a:srgbClr val="778599"/>
                </a:solidFill>
                <a:latin typeface="Microsoft YaHei"/>
                <a:ea typeface="Microsoft YaHei"/>
                <a:cs typeface="Microsoft YaHei"/>
              </a:defRPr>
            </a:lvl7pPr>
            <a:lvl8pPr algn="l">
              <a:defRPr sz="1575" b="1">
                <a:solidFill>
                  <a:srgbClr val="778599"/>
                </a:solidFill>
                <a:latin typeface="Microsoft YaHei"/>
                <a:ea typeface="Microsoft YaHei"/>
                <a:cs typeface="Microsoft YaHei"/>
              </a:defRPr>
            </a:lvl8pPr>
            <a:lvl9pPr algn="l">
              <a:defRPr sz="1575" b="1">
                <a:solidFill>
                  <a:srgbClr val="778599"/>
                </a:solidFill>
                <a:latin typeface="Microsoft YaHei"/>
                <a:ea typeface="Microsoft YaHei"/>
                <a:cs typeface="Microsoft YaHei"/>
              </a:defRPr>
            </a:lvl9pPr>
          </a:lstStyle>
          <a:p xmlns:a="http://schemas.openxmlformats.org/drawingml/2006/main">
            <a:pPr algn="l">
              <a:lnSpc>
                <a:spcPct val="102000"/>
              </a:lnSpc>
              <a:buNone/>
              <a:defRPr sz="1575" b="1">
                <a:solidFill>
                  <a:srgbClr val="778599"/>
                </a:solidFill>
                <a:latin typeface="Microsoft YaHei"/>
                <a:ea typeface="Microsoft YaHei"/>
                <a:cs typeface="Microsoft YaHei"/>
              </a:defRPr>
            </a:pPr>
            <a:r>
              <a:rPr sz="1575" b="1">
                <a:solidFill>
                  <a:srgbClr val="778599"/>
                </a:solidFill>
                <a:latin typeface="Microsoft YaHei"/>
                <a:ea typeface="Microsoft YaHei"/>
                <a:cs typeface="Microsoft YaHei"/>
              </a:rPr>
              <a:t>C 旧接口兼容</a:t>
            </a:r>
          </a:p>
        </p:txBody>
      </p:sp>
      <p:sp>
        <p:nvSpPr>
          <p:cNvPr id="61" name="target-alias-C">
            <a:extLst xmlns:a="http://schemas.openxmlformats.org/drawingml/2006/main">
              <a:ext uri="{FF2B5EF4-FFF2-40B4-BE49-F238E27FC236}">
                <a16:creationId xmlns:a16="http://schemas.microsoft.com/office/drawing/2014/main" id="{BD341056-A33A-42C3-B1D3-DFE8B64D23DC}"/>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旧签名 / 权限 / 错误 / 返回与回调</a:t>
            </a:r>
          </a:p>
        </p:txBody>
      </p:sp>
      <p:sp>
        <p:nvSpPr>
          <p:cNvPr id="62" name="target-func-C">
            <a:extLst xmlns:a="http://schemas.openxmlformats.org/drawingml/2006/main">
              <a:ext uri="{FF2B5EF4-FFF2-40B4-BE49-F238E27FC236}">
                <a16:creationId xmlns:a16="http://schemas.microsoft.com/office/drawing/2014/main" id="{60BD8C92-EB83-4867-96C9-684BB0FD3CE2}"/>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沿用原入口、解析点及完成出口</a:t>
            </a:r>
          </a:p>
        </p:txBody>
      </p:sp>
      <p:sp>
        <p:nvSpPr>
          <p:cNvPr id="63" name="target-node-O">
            <a:extLst xmlns:a="http://schemas.openxmlformats.org/drawingml/2006/main">
              <a:ext uri="{FF2B5EF4-FFF2-40B4-BE49-F238E27FC236}">
                <a16:creationId xmlns:a16="http://schemas.microsoft.com/office/drawing/2014/main" id="{85A029FD-0704-44DA-802B-B0183B1ED09D}"/>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64" name="target-title-O">
            <a:extLst xmlns:a="http://schemas.openxmlformats.org/drawingml/2006/main">
              <a:ext uri="{FF2B5EF4-FFF2-40B4-BE49-F238E27FC236}">
                <a16:creationId xmlns:a16="http://schemas.microsoft.com/office/drawing/2014/main" id="{AD7164B5-5030-447D-9875-8DCAEC24A3FC}"/>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65" name="target-alias-O">
            <a:extLst xmlns:a="http://schemas.openxmlformats.org/drawingml/2006/main">
              <a:ext uri="{FF2B5EF4-FFF2-40B4-BE49-F238E27FC236}">
                <a16:creationId xmlns:a16="http://schemas.microsoft.com/office/drawing/2014/main" id="{F664ED4A-7833-4DB1-83D3-374DBBDDB4D3}"/>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66" name="target-func-O">
            <a:extLst xmlns:a="http://schemas.openxmlformats.org/drawingml/2006/main">
              <a:ext uri="{FF2B5EF4-FFF2-40B4-BE49-F238E27FC236}">
                <a16:creationId xmlns:a16="http://schemas.microsoft.com/office/drawing/2014/main" id="{82D3F197-CA9F-4E1D-871F-AC6835A11D93}"/>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先写卡，账户等待</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保持旧等待预算</a:t>
            </a:r>
          </a:p>
        </p:txBody>
      </p:sp>
      <p:sp>
        <p:nvSpPr>
          <p:cNvPr id="67" name="target-node-T">
            <a:extLst xmlns:a="http://schemas.openxmlformats.org/drawingml/2006/main">
              <a:ext uri="{FF2B5EF4-FFF2-40B4-BE49-F238E27FC236}">
                <a16:creationId xmlns:a16="http://schemas.microsoft.com/office/drawing/2014/main" id="{3E651436-8098-4598-9D4D-834613AB5856}"/>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68" name="target-title-T">
            <a:extLst xmlns:a="http://schemas.openxmlformats.org/drawingml/2006/main">
              <a:ext uri="{FF2B5EF4-FFF2-40B4-BE49-F238E27FC236}">
                <a16:creationId xmlns:a16="http://schemas.microsoft.com/office/drawing/2014/main" id="{932301C4-AA46-402C-A70E-D22A497E105A}"/>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T 账户与绑定</a:t>
            </a:r>
          </a:p>
        </p:txBody>
      </p:sp>
      <p:sp>
        <p:nvSpPr>
          <p:cNvPr id="69" name="target-alias-T">
            <a:extLst xmlns:a="http://schemas.openxmlformats.org/drawingml/2006/main">
              <a:ext uri="{FF2B5EF4-FFF2-40B4-BE49-F238E27FC236}">
                <a16:creationId xmlns:a16="http://schemas.microsoft.com/office/drawing/2014/main" id="{B7EF5B75-31B9-45F9-8339-E516C9254FBB}"/>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TopologyService</a:t>
            </a:r>
          </a:p>
        </p:txBody>
      </p:sp>
      <p:sp>
        <p:nvSpPr>
          <p:cNvPr id="70" name="target-func-T">
            <a:extLst xmlns:a="http://schemas.openxmlformats.org/drawingml/2006/main">
              <a:ext uri="{FF2B5EF4-FFF2-40B4-BE49-F238E27FC236}">
                <a16:creationId xmlns:a16="http://schemas.microsoft.com/office/drawing/2014/main" id="{70200C91-5F44-406F-B418-709E1234AE9F}"/>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账户资料与兼容投影</a:t>
            </a:r>
          </a:p>
        </p:txBody>
      </p:sp>
      <p:sp>
        <p:nvSpPr>
          <p:cNvPr id="71" name="target-node-A">
            <a:extLst xmlns:a="http://schemas.openxmlformats.org/drawingml/2006/main">
              <a:ext uri="{FF2B5EF4-FFF2-40B4-BE49-F238E27FC236}">
                <a16:creationId xmlns:a16="http://schemas.microsoft.com/office/drawing/2014/main" id="{9E200F88-1945-418D-8054-F54C2118230A}"/>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2" name="target-title-A">
            <a:extLst xmlns:a="http://schemas.openxmlformats.org/drawingml/2006/main">
              <a:ext uri="{FF2B5EF4-FFF2-40B4-BE49-F238E27FC236}">
                <a16:creationId xmlns:a16="http://schemas.microsoft.com/office/drawing/2014/main" id="{647FB6C7-26EA-40E9-ADA6-36C20CB1E7F5}"/>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73" name="target-alias-A">
            <a:extLst xmlns:a="http://schemas.openxmlformats.org/drawingml/2006/main">
              <a:ext uri="{FF2B5EF4-FFF2-40B4-BE49-F238E27FC236}">
                <a16:creationId xmlns:a16="http://schemas.microsoft.com/office/drawing/2014/main" id="{321AF11B-DBEF-430F-AB81-9EC27FBFB895}"/>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74" name="target-func-A">
            <a:extLst xmlns:a="http://schemas.openxmlformats.org/drawingml/2006/main">
              <a:ext uri="{FF2B5EF4-FFF2-40B4-BE49-F238E27FC236}">
                <a16:creationId xmlns:a16="http://schemas.microsoft.com/office/drawing/2014/main" id="{DD1C38CA-84AF-400E-A196-5B79A00552EB}"/>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角色意图 / 分配约束</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本流程不改默认角色</a:t>
            </a:r>
          </a:p>
        </p:txBody>
      </p:sp>
      <p:sp>
        <p:nvSpPr>
          <p:cNvPr id="75" name="target-node-DO">
            <a:extLst xmlns:a="http://schemas.openxmlformats.org/drawingml/2006/main">
              <a:ext uri="{FF2B5EF4-FFF2-40B4-BE49-F238E27FC236}">
                <a16:creationId xmlns:a16="http://schemas.microsoft.com/office/drawing/2014/main" id="{5E20BF82-7B43-4A51-ADDB-3FF188A11D55}"/>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76" name="target-title-DO">
            <a:extLst xmlns:a="http://schemas.openxmlformats.org/drawingml/2006/main">
              <a:ext uri="{FF2B5EF4-FFF2-40B4-BE49-F238E27FC236}">
                <a16:creationId xmlns:a16="http://schemas.microsoft.com/office/drawing/2014/main" id="{698B5949-8E07-4EA9-8530-706259611D5D}"/>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OperationContext</a:t>
            </a:r>
          </a:p>
        </p:txBody>
      </p:sp>
      <p:sp>
        <p:nvSpPr>
          <p:cNvPr id="77" name="target-func-DO">
            <a:extLst xmlns:a="http://schemas.openxmlformats.org/drawingml/2006/main">
              <a:ext uri="{FF2B5EF4-FFF2-40B4-BE49-F238E27FC236}">
                <a16:creationId xmlns:a16="http://schemas.microsoft.com/office/drawing/2014/main" id="{C68F5FAF-EBF0-41D3-8DA5-3673C5700F86}"/>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纯操作状态 / 值对象</a:t>
            </a:r>
          </a:p>
        </p:txBody>
      </p:sp>
      <p:sp>
        <p:nvSpPr>
          <p:cNvPr id="78" name="target-node-DT">
            <a:extLst xmlns:a="http://schemas.openxmlformats.org/drawingml/2006/main">
              <a:ext uri="{FF2B5EF4-FFF2-40B4-BE49-F238E27FC236}">
                <a16:creationId xmlns:a16="http://schemas.microsoft.com/office/drawing/2014/main" id="{F2CA5DFA-364D-4A57-8CDA-2FEBFD4791EF}"/>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9" name="target-title-DT">
            <a:extLst xmlns:a="http://schemas.openxmlformats.org/drawingml/2006/main">
              <a:ext uri="{FF2B5EF4-FFF2-40B4-BE49-F238E27FC236}">
                <a16:creationId xmlns:a16="http://schemas.microsoft.com/office/drawing/2014/main" id="{A4C6E3B6-7135-4C0B-B42E-06F02C81B5F9}"/>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80" name="target-func-DT">
            <a:extLst xmlns:a="http://schemas.openxmlformats.org/drawingml/2006/main">
              <a:ext uri="{FF2B5EF4-FFF2-40B4-BE49-F238E27FC236}">
                <a16:creationId xmlns:a16="http://schemas.microsoft.com/office/drawing/2014/main" id="{B539665F-FD8B-4596-9B27-CDD261A0C15D}"/>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81" name="target-node-DA">
            <a:extLst xmlns:a="http://schemas.openxmlformats.org/drawingml/2006/main">
              <a:ext uri="{FF2B5EF4-FFF2-40B4-BE49-F238E27FC236}">
                <a16:creationId xmlns:a16="http://schemas.microsoft.com/office/drawing/2014/main" id="{5BD2B43B-54AD-4573-AACB-CCA2908DE39D}"/>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2" name="target-title-DA">
            <a:extLst xmlns:a="http://schemas.openxmlformats.org/drawingml/2006/main">
              <a:ext uri="{FF2B5EF4-FFF2-40B4-BE49-F238E27FC236}">
                <a16:creationId xmlns:a16="http://schemas.microsoft.com/office/drawing/2014/main" id="{41EEC22F-07CE-4E6F-B571-ED581CCEA683}"/>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83" name="target-func-DA">
            <a:extLst xmlns:a="http://schemas.openxmlformats.org/drawingml/2006/main">
              <a:ext uri="{FF2B5EF4-FFF2-40B4-BE49-F238E27FC236}">
                <a16:creationId xmlns:a16="http://schemas.microsoft.com/office/drawing/2014/main" id="{716F9B8A-CE69-45C2-8C29-0FB62003ACA4}"/>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84" name="target-node-R">
            <a:extLst xmlns:a="http://schemas.openxmlformats.org/drawingml/2006/main">
              <a:ext uri="{FF2B5EF4-FFF2-40B4-BE49-F238E27FC236}">
                <a16:creationId xmlns:a16="http://schemas.microsoft.com/office/drawing/2014/main" id="{674AE5CB-247D-412F-9D71-6FD746D755AC}"/>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85" name="target-title-R">
            <a:extLst xmlns:a="http://schemas.openxmlformats.org/drawingml/2006/main">
              <a:ext uri="{FF2B5EF4-FFF2-40B4-BE49-F238E27FC236}">
                <a16:creationId xmlns:a16="http://schemas.microsoft.com/office/drawing/2014/main" id="{AD3BCAE8-ABE1-4948-AA4C-56D50A5BCEC5}"/>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86" name="target-func-R">
            <a:extLst xmlns:a="http://schemas.openxmlformats.org/drawingml/2006/main">
              <a:ext uri="{FF2B5EF4-FFF2-40B4-BE49-F238E27FC236}">
                <a16:creationId xmlns:a16="http://schemas.microsoft.com/office/drawing/2014/main" id="{BA9136D7-2865-41D7-A1FE-97086D4168C0}"/>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MSISDN → 生产 EF / RIL</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原目标 / 原 SessionRef</a:t>
            </a:r>
          </a:p>
        </p:txBody>
      </p:sp>
      <p:sp>
        <p:nvSpPr>
          <p:cNvPr id="87" name="target-node-I">
            <a:extLst xmlns:a="http://schemas.openxmlformats.org/drawingml/2006/main">
              <a:ext uri="{FF2B5EF4-FFF2-40B4-BE49-F238E27FC236}">
                <a16:creationId xmlns:a16="http://schemas.microsoft.com/office/drawing/2014/main" id="{B9BE66A2-74BD-4AB1-81B1-DFAC5045C113}"/>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88" name="target-title-I">
            <a:extLst xmlns:a="http://schemas.openxmlformats.org/drawingml/2006/main">
              <a:ext uri="{FF2B5EF4-FFF2-40B4-BE49-F238E27FC236}">
                <a16:creationId xmlns:a16="http://schemas.microsoft.com/office/drawing/2014/main" id="{57DCC9F2-1B86-465A-9F01-DA84086D8698}"/>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89" name="target-func-I">
            <a:extLst xmlns:a="http://schemas.openxmlformats.org/drawingml/2006/main">
              <a:ext uri="{FF2B5EF4-FFF2-40B4-BE49-F238E27FC236}">
                <a16:creationId xmlns:a16="http://schemas.microsoft.com/office/drawing/2014/main" id="{BBF30A31-2A24-4628-9ECF-4BB7167E6538}"/>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DataShare / 参数 / Hook</a:t>
            </a:r>
          </a:p>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按原协议存储与输出</a:t>
            </a:r>
          </a:p>
        </p:txBody>
      </p:sp>
      <p:sp>
        <p:nvSpPr>
          <p:cNvPr id="90" name="host-note">
            <a:extLst xmlns:a="http://schemas.openxmlformats.org/drawingml/2006/main">
              <a:ext uri="{FF2B5EF4-FFF2-40B4-BE49-F238E27FC236}">
                <a16:creationId xmlns:a16="http://schemas.microsoft.com/office/drawing/2014/main" id="{4704F4F9-BF6D-4DDA-9EDC-DD234A22AB90}"/>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91" name="invariant-rule">
            <a:extLst xmlns:a="http://schemas.openxmlformats.org/drawingml/2006/main">
              <a:ext uri="{FF2B5EF4-FFF2-40B4-BE49-F238E27FC236}">
                <a16:creationId xmlns:a16="http://schemas.microsoft.com/office/drawing/2014/main" id="{01AC77E0-BCBF-40DD-B658-729EA4D53034}"/>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2" name="invariant">
            <a:extLst xmlns:a="http://schemas.openxmlformats.org/drawingml/2006/main">
              <a:ext uri="{FF2B5EF4-FFF2-40B4-BE49-F238E27FC236}">
                <a16:creationId xmlns:a16="http://schemas.microsoft.com/office/drawing/2014/main" id="{1B6C4B17-659F-43CF-8EFE-6CC42A271455}"/>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保持：先卡后账户；卡成功 / DB 失败不回滚；受理返回与业务回调分开。</a:t>
            </a:r>
          </a:p>
        </p:txBody>
      </p:sp>
      <p:sp>
        <p:nvSpPr>
          <p:cNvPr id="93" name="footer">
            <a:extLst xmlns:a="http://schemas.openxmlformats.org/drawingml/2006/main">
              <a:ext uri="{FF2B5EF4-FFF2-40B4-BE49-F238E27FC236}">
                <a16:creationId xmlns:a16="http://schemas.microsoft.com/office/drawing/2014/main" id="{DE892C52-E02F-474A-971E-A25C8FF15A12}"/>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94" name="page-number">
            <a:extLst xmlns:a="http://schemas.openxmlformats.org/drawingml/2006/main">
              <a:ext uri="{FF2B5EF4-FFF2-40B4-BE49-F238E27FC236}">
                <a16:creationId xmlns:a16="http://schemas.microsoft.com/office/drawing/2014/main" id="{5B8B9413-96D0-4B09-AF06-14B150278E47}"/>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号码 / ③ 设备执行</a:t>
            </a:r>
          </a:p>
        </p:txBody>
      </p:sp>
    </p:spTree>
    <p:extLst>
      <p:ext uri="{BB962C8B-B14F-4D97-AF65-F5344CB8AC3E}">
        <p14:creationId xmlns:p14="http://schemas.microsoft.com/office/powerpoint/2010/main" val="1359284821"/>
      </p:ext>
    </p:extLst>
  </p:cSld>
  <p:transition spd="fast" advClick="0">
    <p:fade/>
  </p:transition>
</p:sld>
</file>

<file path=ppt/slides/slide22.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7" name="accent">
            <a:extLst xmlns:a="http://schemas.openxmlformats.org/drawingml/2006/main">
              <a:ext uri="{FF2B5EF4-FFF2-40B4-BE49-F238E27FC236}">
                <a16:creationId xmlns:a16="http://schemas.microsoft.com/office/drawing/2014/main" id="{FF59DAB3-4B78-4AA1-8FB1-74524E4C38E5}"/>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2B658BA7-3F6E-4DC4-BD21-77BCADEE76A4}"/>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4CA7E55A-82D3-4E68-A3D3-8F394BA2E25B}"/>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FDEC9483-7A96-484D-A0F4-5DDAADDF9E9B}"/>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DAF5DF35-71FC-453F-80EC-0388CCF3C772}"/>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0ED2098B-DF07-4FA5-98E7-5C8040068A21}"/>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F85EA9DE-66D7-440F-BE8E-650FBB81EE33}"/>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AF3D52D7-C3FD-4E1A-8C02-85DA6EB66EAF}"/>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1FC5CBDA-5704-436A-9E9B-45E0070E36D9}"/>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129FD823-2ADD-4640-9020-4ECFB29C2633}"/>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0EC0E8CD-0E77-4F0E-9A72-CC23E075AA21}"/>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D71BCDEC-C793-4BD6-A5E5-32C3B83EBC70}"/>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EA0A45D9-E184-4E0B-9E3F-0516EFEA9D9B}"/>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37822AF3-2E2F-45EF-B918-B2DE2AF283E5}"/>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6A4575C6-50F7-4F48-8F11-1E73A129A410}"/>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0A02A0BA-8358-41D5-970A-25736682B2E8}"/>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28ECCE90-6F74-4192-8B70-9B3E9D8FE0BF}"/>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C91E4522-53A0-4329-BCAD-D64C51F89B08}"/>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F05FCF6A-FB4D-45E7-A13B-7668470DDE00}"/>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DEDF9B01-73B0-46E8-A11C-42F229277F11}"/>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④ 接纳结果：原 File 成功回包改卡缓存；目标 R 先检查原会话 / 请求，再接纳卡效果，O 决定后续。</a:t>
            </a:r>
          </a:p>
        </p:txBody>
      </p:sp>
      <p:sp>
        <p:nvSpPr>
          <p:cNvPr id="21" name="top-rule">
            <a:extLst xmlns:a="http://schemas.openxmlformats.org/drawingml/2006/main">
              <a:ext uri="{FF2B5EF4-FFF2-40B4-BE49-F238E27FC236}">
                <a16:creationId xmlns:a16="http://schemas.microsoft.com/office/drawing/2014/main" id="{F3B89BCA-C548-4AFD-B611-9A24C4352656}"/>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04ED09EC-01DA-4224-85D6-C25EF1F319E9}"/>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E30186B9-8964-4FD8-95C5-EBB687A6F16D}"/>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EB81B60F-B11B-4FEB-B311-046847874063}"/>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RK">
            <a:extLst xmlns:a="http://schemas.openxmlformats.org/drawingml/2006/main">
              <a:ext uri="{FF2B5EF4-FFF2-40B4-BE49-F238E27FC236}">
                <a16:creationId xmlns:a16="http://schemas.microsoft.com/office/drawing/2014/main" id="{A8D5F787-0470-4A69-ADA7-D75912F2CC06}"/>
              </a:ext>
            </a:extLst>
          </p:cNvPr>
          <p:cNvSpPr>
            <a:spLocks xmlns:a="http://schemas.openxmlformats.org/drawingml/2006/main" noGrp="1"/>
          </p:cNvSpPr>
          <p:nvPr/>
        </p:nvSpPr>
        <p:spPr>
          <a:xfrm xmlns:a="http://schemas.openxmlformats.org/drawingml/2006/main">
            <a:off x="3009900" y="4357688"/>
            <a:ext cx="342900" cy="9525"/>
          </a:xfrm>
          <a:custGeom xmlns:a="http://schemas.openxmlformats.org/drawingml/2006/main">
            <a:pathLst>
              <a:path w="342900" h="9525">
                <a:moveTo>
                  <a:pt x="342900" y="4763"/>
                </a:moveTo>
                <a:lnTo>
                  <a:pt x="0" y="4763"/>
                </a:lnTo>
              </a:path>
            </a:pathLst>
          </a:custGeom>
          <a:noFill xmlns:a="http://schemas.openxmlformats.org/drawingml/2006/main"/>
          <a:ln xmlns:a="http://schemas.openxmlformats.org/drawingml/2006/main" w="17145">
            <a:solidFill>
              <a:srgbClr val="246AB8"/>
            </a:solidFill>
            <a:prstDash val="solid"/>
          </a:ln>
        </p:spPr>
      </p:sp>
      <p:sp>
        <p:nvSpPr>
          <p:cNvPr id="26" name="legacy-edge-RK-head">
            <a:extLst xmlns:a="http://schemas.openxmlformats.org/drawingml/2006/main">
              <a:ext uri="{FF2B5EF4-FFF2-40B4-BE49-F238E27FC236}">
                <a16:creationId xmlns:a16="http://schemas.microsoft.com/office/drawing/2014/main" id="{CAF3FE74-0461-44FD-9A03-BC9739CED2EF}"/>
              </a:ext>
            </a:extLst>
          </p:cNvPr>
          <p:cNvSpPr>
            <a:spLocks xmlns:a="http://schemas.openxmlformats.org/drawingml/2006/main" noGrp="1"/>
          </p:cNvSpPr>
          <p:nvPr/>
        </p:nvSpPr>
        <p:spPr>
          <a:xfrm xmlns:a="http://schemas.openxmlformats.org/drawingml/2006/main">
            <a:off x="3009900" y="43338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246AB8"/>
            </a:solidFill>
            <a:prstDash val="solid"/>
          </a:ln>
        </p:spPr>
      </p:sp>
      <p:sp>
        <p:nvSpPr>
          <p:cNvPr id="27" name="legacy-edge-label-RK">
            <a:extLst xmlns:a="http://schemas.openxmlformats.org/drawingml/2006/main">
              <a:ext uri="{FF2B5EF4-FFF2-40B4-BE49-F238E27FC236}">
                <a16:creationId xmlns:a16="http://schemas.microsoft.com/office/drawing/2014/main" id="{60B9E2B5-E763-4AB2-B7FD-70BDCEB65927}"/>
              </a:ext>
            </a:extLst>
          </p:cNvPr>
          <p:cNvSpPr>
            <a:spLocks xmlns:a="http://schemas.openxmlformats.org/drawingml/2006/main" noGrp="1"/>
          </p:cNvSpPr>
          <p:nvPr/>
        </p:nvSpPr>
        <p:spPr>
          <a:xfrm xmlns:a="http://schemas.openxmlformats.org/drawingml/2006/main">
            <a:off x="3057525" y="41338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④</a:t>
            </a:r>
          </a:p>
        </p:txBody>
      </p:sp>
      <p:sp>
        <p:nvSpPr>
          <p:cNvPr id="28" name="legacy-node-E">
            <a:extLst xmlns:a="http://schemas.openxmlformats.org/drawingml/2006/main">
              <a:ext uri="{FF2B5EF4-FFF2-40B4-BE49-F238E27FC236}">
                <a16:creationId xmlns:a16="http://schemas.microsoft.com/office/drawing/2014/main" id="{563BC696-FC55-497A-9B1D-22787B6AFE99}"/>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29" name="legacy-title-E">
            <a:extLst xmlns:a="http://schemas.openxmlformats.org/drawingml/2006/main">
              <a:ext uri="{FF2B5EF4-FFF2-40B4-BE49-F238E27FC236}">
                <a16:creationId xmlns:a16="http://schemas.microsoft.com/office/drawing/2014/main" id="{F9A6CCEE-69D7-4522-9535-E4616F4E5B75}"/>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CoreServiceSim → SimManager</a:t>
            </a:r>
          </a:p>
        </p:txBody>
      </p:sp>
      <p:sp>
        <p:nvSpPr>
          <p:cNvPr id="30" name="legacy-line-E-0">
            <a:extLst xmlns:a="http://schemas.openxmlformats.org/drawingml/2006/main">
              <a:ext uri="{FF2B5EF4-FFF2-40B4-BE49-F238E27FC236}">
                <a16:creationId xmlns:a16="http://schemas.microsoft.com/office/drawing/2014/main" id="{C5FC773E-74B6-496A-9BBE-14A5C33AE242}"/>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number / callback；检查后异步排队</a:t>
            </a:r>
          </a:p>
        </p:txBody>
      </p:sp>
      <p:sp>
        <p:nvSpPr>
          <p:cNvPr id="31" name="legacy-node-K">
            <a:extLst xmlns:a="http://schemas.openxmlformats.org/drawingml/2006/main">
              <a:ext uri="{FF2B5EF4-FFF2-40B4-BE49-F238E27FC236}">
                <a16:creationId xmlns:a16="http://schemas.microsoft.com/office/drawing/2014/main" id="{3A2A8BF1-3089-4A84-B227-83206E7BB807}"/>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2" name="legacy-title-K">
            <a:extLst xmlns:a="http://schemas.openxmlformats.org/drawingml/2006/main">
              <a:ext uri="{FF2B5EF4-FFF2-40B4-BE49-F238E27FC236}">
                <a16:creationId xmlns:a16="http://schemas.microsoft.com/office/drawing/2014/main" id="{DD8D8326-DE08-48D4-9B4A-D7DBDCD9D2E1}"/>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3" name="legacy-alias-K">
            <a:extLst xmlns:a="http://schemas.openxmlformats.org/drawingml/2006/main">
              <a:ext uri="{FF2B5EF4-FFF2-40B4-BE49-F238E27FC236}">
                <a16:creationId xmlns:a16="http://schemas.microsoft.com/office/drawing/2014/main" id="{8F76341A-E3A3-46C1-AD38-BBF27C9A004B}"/>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同一模块承接多种职责</a:t>
            </a:r>
          </a:p>
        </p:txBody>
      </p:sp>
      <p:sp>
        <p:nvSpPr>
          <p:cNvPr id="34" name="legacy-line-K-0">
            <a:extLst xmlns:a="http://schemas.openxmlformats.org/drawingml/2006/main">
              <a:ext uri="{FF2B5EF4-FFF2-40B4-BE49-F238E27FC236}">
                <a16:creationId xmlns:a16="http://schemas.microsoft.com/office/drawing/2014/main" id="{35625778-E93D-4F0F-BED0-2EB731E77012}"/>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按 slot 定位 File / curSimId</a:t>
            </a:r>
          </a:p>
        </p:txBody>
      </p:sp>
      <p:sp>
        <p:nvSpPr>
          <p:cNvPr id="35" name="legacy-line-bg-K-1">
            <a:extLst xmlns:a="http://schemas.openxmlformats.org/drawingml/2006/main">
              <a:ext uri="{FF2B5EF4-FFF2-40B4-BE49-F238E27FC236}">
                <a16:creationId xmlns:a16="http://schemas.microsoft.com/office/drawing/2014/main" id="{FA6C5438-84A2-4973-B24F-8BDB0EFAA8B6}"/>
              </a:ext>
            </a:extLst>
          </p:cNvPr>
          <p:cNvSpPr>
            <a:spLocks xmlns:a="http://schemas.openxmlformats.org/drawingml/2006/main" noGrp="1"/>
          </p:cNvSpPr>
          <p:nvPr/>
        </p:nvSpPr>
        <p:spPr>
          <a:xfrm xmlns:a="http://schemas.openxmlformats.org/drawingml/2006/main">
            <a:off x="561975" y="4133850"/>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36" name="legacy-line-K-1">
            <a:extLst xmlns:a="http://schemas.openxmlformats.org/drawingml/2006/main">
              <a:ext uri="{FF2B5EF4-FFF2-40B4-BE49-F238E27FC236}">
                <a16:creationId xmlns:a16="http://schemas.microsoft.com/office/drawing/2014/main" id="{2775CD21-B409-4DA1-B8F5-B3A6818C98D9}"/>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④ 写卡结果决定是否继续</a:t>
            </a:r>
          </a:p>
        </p:txBody>
      </p:sp>
      <p:sp>
        <p:nvSpPr>
          <p:cNvPr id="37" name="legacy-line-K-2">
            <a:extLst xmlns:a="http://schemas.openxmlformats.org/drawingml/2006/main">
              <a:ext uri="{FF2B5EF4-FFF2-40B4-BE49-F238E27FC236}">
                <a16:creationId xmlns:a16="http://schemas.microsoft.com/office/drawing/2014/main" id="{0D594171-C89B-4FB3-9015-33548A61CC7B}"/>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SetShowNumberToDB</a:t>
            </a:r>
          </a:p>
        </p:txBody>
      </p:sp>
      <p:sp>
        <p:nvSpPr>
          <p:cNvPr id="38" name="legacy-node-R">
            <a:extLst xmlns:a="http://schemas.openxmlformats.org/drawingml/2006/main">
              <a:ext uri="{FF2B5EF4-FFF2-40B4-BE49-F238E27FC236}">
                <a16:creationId xmlns:a16="http://schemas.microsoft.com/office/drawing/2014/main" id="{30B12E84-D227-4545-824F-4BA2C8958C61}"/>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9" name="legacy-title-R">
            <a:extLst xmlns:a="http://schemas.openxmlformats.org/drawingml/2006/main">
              <a:ext uri="{FF2B5EF4-FFF2-40B4-BE49-F238E27FC236}">
                <a16:creationId xmlns:a16="http://schemas.microsoft.com/office/drawing/2014/main" id="{9AA36A5E-168B-4422-9BCB-EEA0AFE2CBDD}"/>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SimFileManager / SimFile</a:t>
            </a:r>
          </a:p>
        </p:txBody>
      </p:sp>
      <p:sp>
        <p:nvSpPr>
          <p:cNvPr id="40" name="legacy-alias-R">
            <a:extLst xmlns:a="http://schemas.openxmlformats.org/drawingml/2006/main">
              <a:ext uri="{FF2B5EF4-FFF2-40B4-BE49-F238E27FC236}">
                <a16:creationId xmlns:a16="http://schemas.microsoft.com/office/drawing/2014/main" id="{7706AAF4-B55B-4248-B140-0E8C2B42C65E}"/>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DiallingNumbers / EF / RIL</a:t>
            </a:r>
          </a:p>
        </p:txBody>
      </p:sp>
      <p:sp>
        <p:nvSpPr>
          <p:cNvPr id="41" name="legacy-line-R-0">
            <a:extLst xmlns:a="http://schemas.openxmlformats.org/drawingml/2006/main">
              <a:ext uri="{FF2B5EF4-FFF2-40B4-BE49-F238E27FC236}">
                <a16:creationId xmlns:a16="http://schemas.microsoft.com/office/drawing/2014/main" id="{20C306C4-9772-4D74-BEEF-2E305323119A}"/>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UpdateMsisdnNumber</a:t>
            </a:r>
          </a:p>
        </p:txBody>
      </p:sp>
      <p:sp>
        <p:nvSpPr>
          <p:cNvPr id="42" name="legacy-line-bg-R-1">
            <a:extLst xmlns:a="http://schemas.openxmlformats.org/drawingml/2006/main">
              <a:ext uri="{FF2B5EF4-FFF2-40B4-BE49-F238E27FC236}">
                <a16:creationId xmlns:a16="http://schemas.microsoft.com/office/drawing/2014/main" id="{FC77B844-2E49-43EC-A417-282993555E22}"/>
              </a:ext>
            </a:extLst>
          </p:cNvPr>
          <p:cNvSpPr>
            <a:spLocks xmlns:a="http://schemas.openxmlformats.org/drawingml/2006/main" noGrp="1"/>
          </p:cNvSpPr>
          <p:nvPr/>
        </p:nvSpPr>
        <p:spPr>
          <a:xfrm xmlns:a="http://schemas.openxmlformats.org/drawingml/2006/main">
            <a:off x="3419475" y="4133850"/>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3" name="legacy-line-R-1">
            <a:extLst xmlns:a="http://schemas.openxmlformats.org/drawingml/2006/main">
              <a:ext uri="{FF2B5EF4-FFF2-40B4-BE49-F238E27FC236}">
                <a16:creationId xmlns:a16="http://schemas.microsoft.com/office/drawing/2014/main" id="{AAD44100-F29A-4146-A8B1-A343C81E33D5}"/>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④ ProcessSetMsisdnDone</a:t>
            </a:r>
          </a:p>
        </p:txBody>
      </p:sp>
      <p:sp>
        <p:nvSpPr>
          <p:cNvPr id="44" name="legacy-line-bg-R-2">
            <a:extLst xmlns:a="http://schemas.openxmlformats.org/drawingml/2006/main">
              <a:ext uri="{FF2B5EF4-FFF2-40B4-BE49-F238E27FC236}">
                <a16:creationId xmlns:a16="http://schemas.microsoft.com/office/drawing/2014/main" id="{662F9D23-3754-4D31-9E4B-ECE8A7ABBF14}"/>
              </a:ext>
            </a:extLst>
          </p:cNvPr>
          <p:cNvSpPr>
            <a:spLocks xmlns:a="http://schemas.openxmlformats.org/drawingml/2006/main" noGrp="1"/>
          </p:cNvSpPr>
          <p:nvPr/>
        </p:nvSpPr>
        <p:spPr>
          <a:xfrm xmlns:a="http://schemas.openxmlformats.org/drawingml/2006/main">
            <a:off x="3419475" y="4371975"/>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5" name="legacy-line-R-2">
            <a:extLst xmlns:a="http://schemas.openxmlformats.org/drawingml/2006/main">
              <a:ext uri="{FF2B5EF4-FFF2-40B4-BE49-F238E27FC236}">
                <a16:creationId xmlns:a16="http://schemas.microsoft.com/office/drawing/2014/main" id="{AAE8B21D-88B2-4135-96F5-7561AEFD56DE}"/>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卡缓存 / waitResult_</a:t>
            </a:r>
          </a:p>
        </p:txBody>
      </p:sp>
      <p:sp>
        <p:nvSpPr>
          <p:cNvPr id="46" name="legacy-node-D">
            <a:extLst xmlns:a="http://schemas.openxmlformats.org/drawingml/2006/main">
              <a:ext uri="{FF2B5EF4-FFF2-40B4-BE49-F238E27FC236}">
                <a16:creationId xmlns:a16="http://schemas.microsoft.com/office/drawing/2014/main" id="{74455FCF-8217-4240-974C-0DC124630F56}"/>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7" name="legacy-title-D">
            <a:extLst xmlns:a="http://schemas.openxmlformats.org/drawingml/2006/main">
              <a:ext uri="{FF2B5EF4-FFF2-40B4-BE49-F238E27FC236}">
                <a16:creationId xmlns:a16="http://schemas.microsoft.com/office/drawing/2014/main" id="{0EE54C22-454E-403D-B3AD-1D3FB5FFD687}"/>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SimRdbHelper</a:t>
            </a:r>
          </a:p>
        </p:txBody>
      </p:sp>
      <p:sp>
        <p:nvSpPr>
          <p:cNvPr id="48" name="legacy-line-D-0">
            <a:extLst xmlns:a="http://schemas.openxmlformats.org/drawingml/2006/main">
              <a:ext uri="{FF2B5EF4-FFF2-40B4-BE49-F238E27FC236}">
                <a16:creationId xmlns:a16="http://schemas.microsoft.com/office/drawing/2014/main" id="{BBD6D5C9-A526-4DE7-AE8E-714483D26A90}"/>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⑤ DataShare：DB → 账户缓存</a:t>
            </a:r>
          </a:p>
        </p:txBody>
      </p:sp>
      <p:sp>
        <p:nvSpPr>
          <p:cNvPr id="49" name="legacy-node-N">
            <a:extLst xmlns:a="http://schemas.openxmlformats.org/drawingml/2006/main">
              <a:ext uri="{FF2B5EF4-FFF2-40B4-BE49-F238E27FC236}">
                <a16:creationId xmlns:a16="http://schemas.microsoft.com/office/drawing/2014/main" id="{55D84FB5-64D4-40CD-BA1D-461B224369CD}"/>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50" name="legacy-title-N">
            <a:extLst xmlns:a="http://schemas.openxmlformats.org/drawingml/2006/main">
              <a:ext uri="{FF2B5EF4-FFF2-40B4-BE49-F238E27FC236}">
                <a16:creationId xmlns:a16="http://schemas.microsoft.com/office/drawing/2014/main" id="{A4B8CD8E-1137-4DDF-9374-199087B5B938}"/>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旧通知与回调</a:t>
            </a:r>
          </a:p>
        </p:txBody>
      </p:sp>
      <p:sp>
        <p:nvSpPr>
          <p:cNvPr id="51" name="legacy-line-N-0">
            <a:extLst xmlns:a="http://schemas.openxmlformats.org/drawingml/2006/main">
              <a:ext uri="{FF2B5EF4-FFF2-40B4-BE49-F238E27FC236}">
                <a16:creationId xmlns:a16="http://schemas.microsoft.com/office/drawing/2014/main" id="{F86B648C-A439-49B1-8C61-1BA66284A361}"/>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整体成功才发账户通知</a:t>
            </a:r>
          </a:p>
        </p:txBody>
      </p:sp>
      <p:sp>
        <p:nvSpPr>
          <p:cNvPr id="52" name="legacy-line-N-1">
            <a:extLst xmlns:a="http://schemas.openxmlformats.org/drawingml/2006/main">
              <a:ext uri="{FF2B5EF4-FFF2-40B4-BE49-F238E27FC236}">
                <a16:creationId xmlns:a16="http://schemas.microsoft.com/office/drawing/2014/main" id="{5B9E3306-3BF0-48B3-AB5D-F756C64E7FDC}"/>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CoreServiceSim 返回原结果</a:t>
            </a:r>
          </a:p>
        </p:txBody>
      </p:sp>
      <p:sp>
        <p:nvSpPr>
          <p:cNvPr id="53" name="legacy-flow-note">
            <a:extLst xmlns:a="http://schemas.openxmlformats.org/drawingml/2006/main">
              <a:ext uri="{FF2B5EF4-FFF2-40B4-BE49-F238E27FC236}">
                <a16:creationId xmlns:a16="http://schemas.microsoft.com/office/drawing/2014/main" id="{DD1C1544-C227-496F-A787-F19E429CBC01}"/>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SetShowNumber · 普通路径；省略透传函数及中间调用栈</a:t>
            </a:r>
          </a:p>
        </p:txBody>
      </p:sp>
      <p:sp>
        <p:nvSpPr>
          <p:cNvPr id="54" name="application-label">
            <a:extLst xmlns:a="http://schemas.openxmlformats.org/drawingml/2006/main">
              <a:ext uri="{FF2B5EF4-FFF2-40B4-BE49-F238E27FC236}">
                <a16:creationId xmlns:a16="http://schemas.microsoft.com/office/drawing/2014/main" id="{A8715490-8AC4-4D3D-95E6-E606E3E42632}"/>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5" name="domain-label">
            <a:extLst xmlns:a="http://schemas.openxmlformats.org/drawingml/2006/main">
              <a:ext uri="{FF2B5EF4-FFF2-40B4-BE49-F238E27FC236}">
                <a16:creationId xmlns:a16="http://schemas.microsoft.com/office/drawing/2014/main" id="{906F9D0A-E396-408B-8A5B-08A3E6F8A56D}"/>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6" name="target-edge-RO">
            <a:extLst xmlns:a="http://schemas.openxmlformats.org/drawingml/2006/main">
              <a:ext uri="{FF2B5EF4-FFF2-40B4-BE49-F238E27FC236}">
                <a16:creationId xmlns:a16="http://schemas.microsoft.com/office/drawing/2014/main" id="{926F4647-8F04-4D35-A9A1-796361B11467}"/>
              </a:ext>
            </a:extLst>
          </p:cNvPr>
          <p:cNvSpPr>
            <a:spLocks xmlns:a="http://schemas.openxmlformats.org/drawingml/2006/main" noGrp="1"/>
          </p:cNvSpPr>
          <p:nvPr/>
        </p:nvSpPr>
        <p:spPr>
          <a:xfrm xmlns:a="http://schemas.openxmlformats.org/drawingml/2006/main">
            <a:off x="6334125" y="3943350"/>
            <a:ext cx="257175" cy="1752600"/>
          </a:xfrm>
          <a:custGeom xmlns:a="http://schemas.openxmlformats.org/drawingml/2006/main">
            <a:pathLst>
              <a:path w="257175" h="1752600">
                <a:moveTo>
                  <a:pt x="257175" y="1752600"/>
                </a:moveTo>
                <a:lnTo>
                  <a:pt x="0" y="1752600"/>
                </a:lnTo>
                <a:lnTo>
                  <a:pt x="0" y="0"/>
                </a:lnTo>
                <a:lnTo>
                  <a:pt x="257175" y="0"/>
                </a:lnTo>
              </a:path>
            </a:pathLst>
          </a:custGeom>
          <a:noFill xmlns:a="http://schemas.openxmlformats.org/drawingml/2006/main"/>
          <a:ln xmlns:a="http://schemas.openxmlformats.org/drawingml/2006/main" w="16193">
            <a:solidFill>
              <a:srgbClr val="246AB8"/>
            </a:solidFill>
            <a:prstDash val="solid"/>
          </a:ln>
        </p:spPr>
      </p:sp>
      <p:sp>
        <p:nvSpPr>
          <p:cNvPr id="57" name="target-edge-RO-head">
            <a:extLst xmlns:a="http://schemas.openxmlformats.org/drawingml/2006/main">
              <a:ext uri="{FF2B5EF4-FFF2-40B4-BE49-F238E27FC236}">
                <a16:creationId xmlns:a16="http://schemas.microsoft.com/office/drawing/2014/main" id="{BDE4CED1-E6F9-445B-9364-6DDB63D8F72F}"/>
              </a:ext>
            </a:extLst>
          </p:cNvPr>
          <p:cNvSpPr>
            <a:spLocks xmlns:a="http://schemas.openxmlformats.org/drawingml/2006/main" noGrp="1"/>
          </p:cNvSpPr>
          <p:nvPr/>
        </p:nvSpPr>
        <p:spPr>
          <a:xfrm xmlns:a="http://schemas.openxmlformats.org/drawingml/2006/main">
            <a:off x="6534150" y="39147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58" name="target-edge-label-RO">
            <a:extLst xmlns:a="http://schemas.openxmlformats.org/drawingml/2006/main">
              <a:ext uri="{FF2B5EF4-FFF2-40B4-BE49-F238E27FC236}">
                <a16:creationId xmlns:a16="http://schemas.microsoft.com/office/drawing/2014/main" id="{A0B9B399-5B76-4566-A768-33D52FCD6BE0}"/>
              </a:ext>
            </a:extLst>
          </p:cNvPr>
          <p:cNvSpPr>
            <a:spLocks xmlns:a="http://schemas.openxmlformats.org/drawingml/2006/main" noGrp="1"/>
          </p:cNvSpPr>
          <p:nvPr/>
        </p:nvSpPr>
        <p:spPr>
          <a:xfrm xmlns:a="http://schemas.openxmlformats.org/drawingml/2006/main">
            <a:off x="6134100" y="49911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结果</a:t>
            </a:r>
          </a:p>
        </p:txBody>
      </p:sp>
      <p:sp>
        <p:nvSpPr>
          <p:cNvPr id="59" name="target-edge-OD">
            <a:extLst xmlns:a="http://schemas.openxmlformats.org/drawingml/2006/main">
              <a:ext uri="{FF2B5EF4-FFF2-40B4-BE49-F238E27FC236}">
                <a16:creationId xmlns:a16="http://schemas.microsoft.com/office/drawing/2014/main" id="{7D778D3D-A51A-4A76-96F3-78CF25E2CD48}"/>
              </a:ext>
            </a:extLst>
          </p:cNvPr>
          <p:cNvSpPr>
            <a:spLocks xmlns:a="http://schemas.openxmlformats.org/drawingml/2006/main" noGrp="1"/>
          </p:cNvSpPr>
          <p:nvPr/>
        </p:nvSpPr>
        <p:spPr>
          <a:xfrm xmlns:a="http://schemas.openxmlformats.org/drawingml/2006/main">
            <a:off x="737711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60" name="target-edge-OD-head">
            <a:extLst xmlns:a="http://schemas.openxmlformats.org/drawingml/2006/main">
              <a:ext uri="{FF2B5EF4-FFF2-40B4-BE49-F238E27FC236}">
                <a16:creationId xmlns:a16="http://schemas.microsoft.com/office/drawing/2014/main" id="{5E59343B-D7C3-42C3-89E1-CDC93857E9D4}"/>
              </a:ext>
            </a:extLst>
          </p:cNvPr>
          <p:cNvSpPr>
            <a:spLocks xmlns:a="http://schemas.openxmlformats.org/drawingml/2006/main" noGrp="1"/>
          </p:cNvSpPr>
          <p:nvPr/>
        </p:nvSpPr>
        <p:spPr>
          <a:xfrm xmlns:a="http://schemas.openxmlformats.org/drawingml/2006/main">
            <a:off x="735330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1" name="target-node-C">
            <a:extLst xmlns:a="http://schemas.openxmlformats.org/drawingml/2006/main">
              <a:ext uri="{FF2B5EF4-FFF2-40B4-BE49-F238E27FC236}">
                <a16:creationId xmlns:a16="http://schemas.microsoft.com/office/drawing/2014/main" id="{E6EE53AC-60B7-4762-BD04-BA2670EDF2AD}"/>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DD8E6"/>
            </a:solidFill>
            <a:prstDash val="solid"/>
          </a:ln>
        </p:spPr>
      </p:sp>
      <p:sp>
        <p:nvSpPr>
          <p:cNvPr id="62" name="target-title-C">
            <a:extLst xmlns:a="http://schemas.openxmlformats.org/drawingml/2006/main">
              <a:ext uri="{FF2B5EF4-FFF2-40B4-BE49-F238E27FC236}">
                <a16:creationId xmlns:a16="http://schemas.microsoft.com/office/drawing/2014/main" id="{0F288659-8AB7-45BE-8A7D-6140B25AEAA9}"/>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78599"/>
                </a:solidFill>
                <a:latin typeface="Microsoft YaHei"/>
                <a:ea typeface="Microsoft YaHei"/>
                <a:cs typeface="Microsoft YaHei"/>
              </a:defRPr>
            </a:defPPr>
            <a:lvl1pPr algn="l">
              <a:defRPr sz="1575" b="1">
                <a:solidFill>
                  <a:srgbClr val="778599"/>
                </a:solidFill>
                <a:latin typeface="Microsoft YaHei"/>
                <a:ea typeface="Microsoft YaHei"/>
                <a:cs typeface="Microsoft YaHei"/>
              </a:defRPr>
            </a:lvl1pPr>
            <a:lvl2pPr algn="l">
              <a:defRPr sz="1575" b="1">
                <a:solidFill>
                  <a:srgbClr val="778599"/>
                </a:solidFill>
                <a:latin typeface="Microsoft YaHei"/>
                <a:ea typeface="Microsoft YaHei"/>
                <a:cs typeface="Microsoft YaHei"/>
              </a:defRPr>
            </a:lvl2pPr>
            <a:lvl3pPr algn="l">
              <a:defRPr sz="1575" b="1">
                <a:solidFill>
                  <a:srgbClr val="778599"/>
                </a:solidFill>
                <a:latin typeface="Microsoft YaHei"/>
                <a:ea typeface="Microsoft YaHei"/>
                <a:cs typeface="Microsoft YaHei"/>
              </a:defRPr>
            </a:lvl3pPr>
            <a:lvl4pPr algn="l">
              <a:defRPr sz="1575" b="1">
                <a:solidFill>
                  <a:srgbClr val="778599"/>
                </a:solidFill>
                <a:latin typeface="Microsoft YaHei"/>
                <a:ea typeface="Microsoft YaHei"/>
                <a:cs typeface="Microsoft YaHei"/>
              </a:defRPr>
            </a:lvl4pPr>
            <a:lvl5pPr algn="l">
              <a:defRPr sz="1575" b="1">
                <a:solidFill>
                  <a:srgbClr val="778599"/>
                </a:solidFill>
                <a:latin typeface="Microsoft YaHei"/>
                <a:ea typeface="Microsoft YaHei"/>
                <a:cs typeface="Microsoft YaHei"/>
              </a:defRPr>
            </a:lvl5pPr>
            <a:lvl6pPr algn="l">
              <a:defRPr sz="1575" b="1">
                <a:solidFill>
                  <a:srgbClr val="778599"/>
                </a:solidFill>
                <a:latin typeface="Microsoft YaHei"/>
                <a:ea typeface="Microsoft YaHei"/>
                <a:cs typeface="Microsoft YaHei"/>
              </a:defRPr>
            </a:lvl6pPr>
            <a:lvl7pPr algn="l">
              <a:defRPr sz="1575" b="1">
                <a:solidFill>
                  <a:srgbClr val="778599"/>
                </a:solidFill>
                <a:latin typeface="Microsoft YaHei"/>
                <a:ea typeface="Microsoft YaHei"/>
                <a:cs typeface="Microsoft YaHei"/>
              </a:defRPr>
            </a:lvl7pPr>
            <a:lvl8pPr algn="l">
              <a:defRPr sz="1575" b="1">
                <a:solidFill>
                  <a:srgbClr val="778599"/>
                </a:solidFill>
                <a:latin typeface="Microsoft YaHei"/>
                <a:ea typeface="Microsoft YaHei"/>
                <a:cs typeface="Microsoft YaHei"/>
              </a:defRPr>
            </a:lvl8pPr>
            <a:lvl9pPr algn="l">
              <a:defRPr sz="1575" b="1">
                <a:solidFill>
                  <a:srgbClr val="778599"/>
                </a:solidFill>
                <a:latin typeface="Microsoft YaHei"/>
                <a:ea typeface="Microsoft YaHei"/>
                <a:cs typeface="Microsoft YaHei"/>
              </a:defRPr>
            </a:lvl9pPr>
          </a:lstStyle>
          <a:p xmlns:a="http://schemas.openxmlformats.org/drawingml/2006/main">
            <a:pPr algn="l">
              <a:lnSpc>
                <a:spcPct val="102000"/>
              </a:lnSpc>
              <a:buNone/>
              <a:defRPr sz="1575" b="1">
                <a:solidFill>
                  <a:srgbClr val="778599"/>
                </a:solidFill>
                <a:latin typeface="Microsoft YaHei"/>
                <a:ea typeface="Microsoft YaHei"/>
                <a:cs typeface="Microsoft YaHei"/>
              </a:defRPr>
            </a:pPr>
            <a:r>
              <a:rPr sz="1575" b="1">
                <a:solidFill>
                  <a:srgbClr val="778599"/>
                </a:solidFill>
                <a:latin typeface="Microsoft YaHei"/>
                <a:ea typeface="Microsoft YaHei"/>
                <a:cs typeface="Microsoft YaHei"/>
              </a:rPr>
              <a:t>C 旧接口兼容</a:t>
            </a:r>
          </a:p>
        </p:txBody>
      </p:sp>
      <p:sp>
        <p:nvSpPr>
          <p:cNvPr id="63" name="target-alias-C">
            <a:extLst xmlns:a="http://schemas.openxmlformats.org/drawingml/2006/main">
              <a:ext uri="{FF2B5EF4-FFF2-40B4-BE49-F238E27FC236}">
                <a16:creationId xmlns:a16="http://schemas.microsoft.com/office/drawing/2014/main" id="{C2B269C4-B5C6-4507-A7C5-CC402C257819}"/>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旧签名 / 权限 / 错误 / 返回与回调</a:t>
            </a:r>
          </a:p>
        </p:txBody>
      </p:sp>
      <p:sp>
        <p:nvSpPr>
          <p:cNvPr id="64" name="target-func-C">
            <a:extLst xmlns:a="http://schemas.openxmlformats.org/drawingml/2006/main">
              <a:ext uri="{FF2B5EF4-FFF2-40B4-BE49-F238E27FC236}">
                <a16:creationId xmlns:a16="http://schemas.microsoft.com/office/drawing/2014/main" id="{94B9CFA5-1D97-4B2E-A8F2-0878BE840ED0}"/>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沿用原入口、解析点及完成出口</a:t>
            </a:r>
          </a:p>
        </p:txBody>
      </p:sp>
      <p:sp>
        <p:nvSpPr>
          <p:cNvPr id="65" name="target-node-O">
            <a:extLst xmlns:a="http://schemas.openxmlformats.org/drawingml/2006/main">
              <a:ext uri="{FF2B5EF4-FFF2-40B4-BE49-F238E27FC236}">
                <a16:creationId xmlns:a16="http://schemas.microsoft.com/office/drawing/2014/main" id="{56860835-8B1E-4863-A373-B6A2E9E312F6}"/>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66" name="target-title-O">
            <a:extLst xmlns:a="http://schemas.openxmlformats.org/drawingml/2006/main">
              <a:ext uri="{FF2B5EF4-FFF2-40B4-BE49-F238E27FC236}">
                <a16:creationId xmlns:a16="http://schemas.microsoft.com/office/drawing/2014/main" id="{1E6E212A-D16A-4D91-A160-CFE3401E9E7A}"/>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67" name="target-alias-O">
            <a:extLst xmlns:a="http://schemas.openxmlformats.org/drawingml/2006/main">
              <a:ext uri="{FF2B5EF4-FFF2-40B4-BE49-F238E27FC236}">
                <a16:creationId xmlns:a16="http://schemas.microsoft.com/office/drawing/2014/main" id="{0DB6231F-6916-42DA-814D-B82A24D1B1E9}"/>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68" name="target-func-O">
            <a:extLst xmlns:a="http://schemas.openxmlformats.org/drawingml/2006/main">
              <a:ext uri="{FF2B5EF4-FFF2-40B4-BE49-F238E27FC236}">
                <a16:creationId xmlns:a16="http://schemas.microsoft.com/office/drawing/2014/main" id="{9AB8D104-0300-457F-9D96-9F3A9B1CEB7D}"/>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保留卡侧效果证据</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卡成功才更新账户</a:t>
            </a:r>
          </a:p>
        </p:txBody>
      </p:sp>
      <p:sp>
        <p:nvSpPr>
          <p:cNvPr id="69" name="target-node-T">
            <a:extLst xmlns:a="http://schemas.openxmlformats.org/drawingml/2006/main">
              <a:ext uri="{FF2B5EF4-FFF2-40B4-BE49-F238E27FC236}">
                <a16:creationId xmlns:a16="http://schemas.microsoft.com/office/drawing/2014/main" id="{DC4FA792-45B2-4FF7-88CF-2599CC4634A0}"/>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0" name="target-title-T">
            <a:extLst xmlns:a="http://schemas.openxmlformats.org/drawingml/2006/main">
              <a:ext uri="{FF2B5EF4-FFF2-40B4-BE49-F238E27FC236}">
                <a16:creationId xmlns:a16="http://schemas.microsoft.com/office/drawing/2014/main" id="{4D3C65B6-B7F9-4EB9-A6AE-1F6685E8D128}"/>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T 账户与绑定</a:t>
            </a:r>
          </a:p>
        </p:txBody>
      </p:sp>
      <p:sp>
        <p:nvSpPr>
          <p:cNvPr id="71" name="target-alias-T">
            <a:extLst xmlns:a="http://schemas.openxmlformats.org/drawingml/2006/main">
              <a:ext uri="{FF2B5EF4-FFF2-40B4-BE49-F238E27FC236}">
                <a16:creationId xmlns:a16="http://schemas.microsoft.com/office/drawing/2014/main" id="{60B18629-CCFD-4F40-8A86-3952532A1333}"/>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TopologyService</a:t>
            </a:r>
          </a:p>
        </p:txBody>
      </p:sp>
      <p:sp>
        <p:nvSpPr>
          <p:cNvPr id="72" name="target-func-T">
            <a:extLst xmlns:a="http://schemas.openxmlformats.org/drawingml/2006/main">
              <a:ext uri="{FF2B5EF4-FFF2-40B4-BE49-F238E27FC236}">
                <a16:creationId xmlns:a16="http://schemas.microsoft.com/office/drawing/2014/main" id="{9072565B-3222-4ACC-B678-56B5329BF0F0}"/>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账户资料与兼容投影</a:t>
            </a:r>
          </a:p>
        </p:txBody>
      </p:sp>
      <p:sp>
        <p:nvSpPr>
          <p:cNvPr id="73" name="target-node-A">
            <a:extLst xmlns:a="http://schemas.openxmlformats.org/drawingml/2006/main">
              <a:ext uri="{FF2B5EF4-FFF2-40B4-BE49-F238E27FC236}">
                <a16:creationId xmlns:a16="http://schemas.microsoft.com/office/drawing/2014/main" id="{E9E79F2B-920F-46EE-9CF7-B3433E182C87}"/>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4" name="target-title-A">
            <a:extLst xmlns:a="http://schemas.openxmlformats.org/drawingml/2006/main">
              <a:ext uri="{FF2B5EF4-FFF2-40B4-BE49-F238E27FC236}">
                <a16:creationId xmlns:a16="http://schemas.microsoft.com/office/drawing/2014/main" id="{74BA9280-F4D2-49B2-98E7-593F1D5BA25D}"/>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75" name="target-alias-A">
            <a:extLst xmlns:a="http://schemas.openxmlformats.org/drawingml/2006/main">
              <a:ext uri="{FF2B5EF4-FFF2-40B4-BE49-F238E27FC236}">
                <a16:creationId xmlns:a16="http://schemas.microsoft.com/office/drawing/2014/main" id="{53C80378-09F8-4B92-B43B-7FEBB7EC4B4B}"/>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76" name="target-func-A">
            <a:extLst xmlns:a="http://schemas.openxmlformats.org/drawingml/2006/main">
              <a:ext uri="{FF2B5EF4-FFF2-40B4-BE49-F238E27FC236}">
                <a16:creationId xmlns:a16="http://schemas.microsoft.com/office/drawing/2014/main" id="{504E18C2-1AAC-41E4-AA82-BE6328EE0CE3}"/>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角色意图 / 分配约束</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本流程不改默认角色</a:t>
            </a:r>
          </a:p>
        </p:txBody>
      </p:sp>
      <p:sp>
        <p:nvSpPr>
          <p:cNvPr id="77" name="target-node-DO">
            <a:extLst xmlns:a="http://schemas.openxmlformats.org/drawingml/2006/main">
              <a:ext uri="{FF2B5EF4-FFF2-40B4-BE49-F238E27FC236}">
                <a16:creationId xmlns:a16="http://schemas.microsoft.com/office/drawing/2014/main" id="{E28C6099-A9B7-4CDB-9ACB-DD3D7969B26A}"/>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78" name="target-title-DO">
            <a:extLst xmlns:a="http://schemas.openxmlformats.org/drawingml/2006/main">
              <a:ext uri="{FF2B5EF4-FFF2-40B4-BE49-F238E27FC236}">
                <a16:creationId xmlns:a16="http://schemas.microsoft.com/office/drawing/2014/main" id="{3544E4C7-E8A2-4C48-9B72-6355760BC4E5}"/>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OperationContext</a:t>
            </a:r>
          </a:p>
        </p:txBody>
      </p:sp>
      <p:sp>
        <p:nvSpPr>
          <p:cNvPr id="79" name="target-func-DO">
            <a:extLst xmlns:a="http://schemas.openxmlformats.org/drawingml/2006/main">
              <a:ext uri="{FF2B5EF4-FFF2-40B4-BE49-F238E27FC236}">
                <a16:creationId xmlns:a16="http://schemas.microsoft.com/office/drawing/2014/main" id="{A5DC8D2C-B7A2-46DD-A43E-EC8030CF5155}"/>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纯操作状态 / 值对象</a:t>
            </a:r>
          </a:p>
        </p:txBody>
      </p:sp>
      <p:sp>
        <p:nvSpPr>
          <p:cNvPr id="80" name="target-node-DT">
            <a:extLst xmlns:a="http://schemas.openxmlformats.org/drawingml/2006/main">
              <a:ext uri="{FF2B5EF4-FFF2-40B4-BE49-F238E27FC236}">
                <a16:creationId xmlns:a16="http://schemas.microsoft.com/office/drawing/2014/main" id="{98DAA74F-F0FB-4C1F-9B54-729B09149349}"/>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1" name="target-title-DT">
            <a:extLst xmlns:a="http://schemas.openxmlformats.org/drawingml/2006/main">
              <a:ext uri="{FF2B5EF4-FFF2-40B4-BE49-F238E27FC236}">
                <a16:creationId xmlns:a16="http://schemas.microsoft.com/office/drawing/2014/main" id="{9ED7BECF-09CD-4BE5-9D5E-18207B8B8780}"/>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82" name="target-func-DT">
            <a:extLst xmlns:a="http://schemas.openxmlformats.org/drawingml/2006/main">
              <a:ext uri="{FF2B5EF4-FFF2-40B4-BE49-F238E27FC236}">
                <a16:creationId xmlns:a16="http://schemas.microsoft.com/office/drawing/2014/main" id="{60FB8F68-DBD8-4B75-BEAE-9B15B68AF022}"/>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83" name="target-node-DA">
            <a:extLst xmlns:a="http://schemas.openxmlformats.org/drawingml/2006/main">
              <a:ext uri="{FF2B5EF4-FFF2-40B4-BE49-F238E27FC236}">
                <a16:creationId xmlns:a16="http://schemas.microsoft.com/office/drawing/2014/main" id="{B9B695F8-8019-44B6-97DD-01AB113EA8CC}"/>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4" name="target-title-DA">
            <a:extLst xmlns:a="http://schemas.openxmlformats.org/drawingml/2006/main">
              <a:ext uri="{FF2B5EF4-FFF2-40B4-BE49-F238E27FC236}">
                <a16:creationId xmlns:a16="http://schemas.microsoft.com/office/drawing/2014/main" id="{041999CD-C9E3-487F-A33B-C7D8D4FF9D8E}"/>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85" name="target-func-DA">
            <a:extLst xmlns:a="http://schemas.openxmlformats.org/drawingml/2006/main">
              <a:ext uri="{FF2B5EF4-FFF2-40B4-BE49-F238E27FC236}">
                <a16:creationId xmlns:a16="http://schemas.microsoft.com/office/drawing/2014/main" id="{4DB65477-F582-46D9-A061-E809635F7ADE}"/>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86" name="target-node-R">
            <a:extLst xmlns:a="http://schemas.openxmlformats.org/drawingml/2006/main">
              <a:ext uri="{FF2B5EF4-FFF2-40B4-BE49-F238E27FC236}">
                <a16:creationId xmlns:a16="http://schemas.microsoft.com/office/drawing/2014/main" id="{FE817227-ECCC-4EF7-B8DE-625A0293DD54}"/>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87" name="target-title-R">
            <a:extLst xmlns:a="http://schemas.openxmlformats.org/drawingml/2006/main">
              <a:ext uri="{FF2B5EF4-FFF2-40B4-BE49-F238E27FC236}">
                <a16:creationId xmlns:a16="http://schemas.microsoft.com/office/drawing/2014/main" id="{B49FDE64-7AD1-4A5D-B134-FF4EF7530A9D}"/>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88" name="target-func-R">
            <a:extLst xmlns:a="http://schemas.openxmlformats.org/drawingml/2006/main">
              <a:ext uri="{FF2B5EF4-FFF2-40B4-BE49-F238E27FC236}">
                <a16:creationId xmlns:a16="http://schemas.microsoft.com/office/drawing/2014/main" id="{5740080A-AD7B-484A-8EDE-5894035FDAE9}"/>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原会话 + 请求资格先检查</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同域接纳卡缓存 / 结果</a:t>
            </a:r>
          </a:p>
        </p:txBody>
      </p:sp>
      <p:sp>
        <p:nvSpPr>
          <p:cNvPr id="89" name="target-node-I">
            <a:extLst xmlns:a="http://schemas.openxmlformats.org/drawingml/2006/main">
              <a:ext uri="{FF2B5EF4-FFF2-40B4-BE49-F238E27FC236}">
                <a16:creationId xmlns:a16="http://schemas.microsoft.com/office/drawing/2014/main" id="{A289C473-2BCF-4EDB-9C62-7F9EF503EBDB}"/>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90" name="target-title-I">
            <a:extLst xmlns:a="http://schemas.openxmlformats.org/drawingml/2006/main">
              <a:ext uri="{FF2B5EF4-FFF2-40B4-BE49-F238E27FC236}">
                <a16:creationId xmlns:a16="http://schemas.microsoft.com/office/drawing/2014/main" id="{137D6725-8CBB-43E9-8A5E-011FE9E7F2A3}"/>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91" name="target-func-I">
            <a:extLst xmlns:a="http://schemas.openxmlformats.org/drawingml/2006/main">
              <a:ext uri="{FF2B5EF4-FFF2-40B4-BE49-F238E27FC236}">
                <a16:creationId xmlns:a16="http://schemas.microsoft.com/office/drawing/2014/main" id="{212B81CE-AE84-4C5D-8298-97628FEED418}"/>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DataShare / 参数 / Hook</a:t>
            </a:r>
          </a:p>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按原协议存储与输出</a:t>
            </a:r>
          </a:p>
        </p:txBody>
      </p:sp>
      <p:sp>
        <p:nvSpPr>
          <p:cNvPr id="92" name="host-note">
            <a:extLst xmlns:a="http://schemas.openxmlformats.org/drawingml/2006/main">
              <a:ext uri="{FF2B5EF4-FFF2-40B4-BE49-F238E27FC236}">
                <a16:creationId xmlns:a16="http://schemas.microsoft.com/office/drawing/2014/main" id="{F74CA7ED-5657-4A74-B518-EE7D48569C5B}"/>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93" name="invariant-rule">
            <a:extLst xmlns:a="http://schemas.openxmlformats.org/drawingml/2006/main">
              <a:ext uri="{FF2B5EF4-FFF2-40B4-BE49-F238E27FC236}">
                <a16:creationId xmlns:a16="http://schemas.microsoft.com/office/drawing/2014/main" id="{AF5A4FCB-9DAF-4378-9C14-2CA5247B78F0}"/>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4" name="invariant">
            <a:extLst xmlns:a="http://schemas.openxmlformats.org/drawingml/2006/main">
              <a:ext uri="{FF2B5EF4-FFF2-40B4-BE49-F238E27FC236}">
                <a16:creationId xmlns:a16="http://schemas.microsoft.com/office/drawing/2014/main" id="{4934302B-157D-487C-9810-805793ADD2E2}"/>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保持：先卡后账户；卡成功 / DB 失败不回滚；受理返回与业务回调分开。</a:t>
            </a:r>
          </a:p>
        </p:txBody>
      </p:sp>
      <p:sp>
        <p:nvSpPr>
          <p:cNvPr id="95" name="footer">
            <a:extLst xmlns:a="http://schemas.openxmlformats.org/drawingml/2006/main">
              <a:ext uri="{FF2B5EF4-FFF2-40B4-BE49-F238E27FC236}">
                <a16:creationId xmlns:a16="http://schemas.microsoft.com/office/drawing/2014/main" id="{AC642517-5977-4654-BDCF-A992EDDC60AC}"/>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96" name="page-number">
            <a:extLst xmlns:a="http://schemas.openxmlformats.org/drawingml/2006/main">
              <a:ext uri="{FF2B5EF4-FFF2-40B4-BE49-F238E27FC236}">
                <a16:creationId xmlns:a16="http://schemas.microsoft.com/office/drawing/2014/main" id="{C0862605-2755-415D-9C4C-EC5A1DF655E8}"/>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号码 / ④ 接纳结果</a:t>
            </a:r>
          </a:p>
        </p:txBody>
      </p:sp>
    </p:spTree>
    <p:extLst>
      <p:ext uri="{BB962C8B-B14F-4D97-AF65-F5344CB8AC3E}">
        <p14:creationId xmlns:p14="http://schemas.microsoft.com/office/powerpoint/2010/main" val="1700659472"/>
      </p:ext>
    </p:extLst>
  </p:cSld>
  <p:transition spd="fast" advClick="0">
    <p:fade/>
  </p:transition>
</p:sld>
</file>

<file path=ppt/slides/slide23.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4" name="accent">
            <a:extLst xmlns:a="http://schemas.openxmlformats.org/drawingml/2006/main">
              <a:ext uri="{FF2B5EF4-FFF2-40B4-BE49-F238E27FC236}">
                <a16:creationId xmlns:a16="http://schemas.microsoft.com/office/drawing/2014/main" id="{0B7056A1-99DA-4E12-B696-DF7551B40A76}"/>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6E9EEF2E-A282-4898-92AD-75C01622285D}"/>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6B635B32-46AF-4591-859E-95DA1CEA6DB1}"/>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A98C0F4E-9011-413E-A3FE-B2EFA8E56BA3}"/>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FCE8B3C8-FC1C-4EAE-BD11-612D5A00F546}"/>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99C6A71B-2BD5-4F50-A139-4F1B4E4D56E0}"/>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7602200D-6A82-4EBA-B31E-E9A35B33A29F}"/>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83939B6C-4D7B-460E-A614-C06940BA6832}"/>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E3CDE0E6-C0BB-4DC7-81A2-A83A6BCAF9FE}"/>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819BFE30-E78A-4EF5-8E8F-F2DB5783913A}"/>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5EA61CC3-7AE3-45FF-A60B-B68EE28DB207}"/>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104FAF2E-3527-4793-A8A7-AA0E64C444DC}"/>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824FCC9C-991A-455A-A902-28BC35C483D7}"/>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6CBE0CE4-0D8F-424B-9B63-1A2E827BBB7E}"/>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EC28A983-4E23-4805-8BEB-940A52E4E906}"/>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275BAC79-2C28-405E-A811-B93C0C84E602}"/>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0FCCE0D6-2C87-4258-A974-3B735E3BAA13}"/>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8D8736D9-EFD6-4642-B747-FC62D20F26E8}"/>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4E519E3B-0167-4B80-A9B6-202043D13460}"/>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87E7360C-98A0-492E-B6E8-8851F68C4CF7}"/>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⑤ 账户与输出：卡成功后才写 DB；T / I 承接账户更新，C 保持原错误、通知节点及回调时序。</a:t>
            </a:r>
          </a:p>
        </p:txBody>
      </p:sp>
      <p:sp>
        <p:nvSpPr>
          <p:cNvPr id="21" name="top-rule">
            <a:extLst xmlns:a="http://schemas.openxmlformats.org/drawingml/2006/main">
              <a:ext uri="{FF2B5EF4-FFF2-40B4-BE49-F238E27FC236}">
                <a16:creationId xmlns:a16="http://schemas.microsoft.com/office/drawing/2014/main" id="{BA1CF63E-7AF1-4930-BBE2-C0C52967C634}"/>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C215CC41-5595-43CD-BEEC-F8688DB6EA8A}"/>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4CC9353F-2D5E-405E-9DDF-BA589F9D7A95}"/>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A361B9EB-E8D6-4384-B7DF-3DA8815FD5A8}"/>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KD">
            <a:extLst xmlns:a="http://schemas.openxmlformats.org/drawingml/2006/main">
              <a:ext uri="{FF2B5EF4-FFF2-40B4-BE49-F238E27FC236}">
                <a16:creationId xmlns:a16="http://schemas.microsoft.com/office/drawing/2014/main" id="{3A353762-0377-4990-B78F-669E96724FD0}"/>
              </a:ext>
            </a:extLst>
          </p:cNvPr>
          <p:cNvSpPr>
            <a:spLocks xmlns:a="http://schemas.openxmlformats.org/drawingml/2006/main" noGrp="1"/>
          </p:cNvSpPr>
          <p:nvPr/>
        </p:nvSpPr>
        <p:spPr>
          <a:xfrm xmlns:a="http://schemas.openxmlformats.org/drawingml/2006/main">
            <a:off x="1328738" y="4743450"/>
            <a:ext cx="9525" cy="342900"/>
          </a:xfrm>
          <a:custGeom xmlns:a="http://schemas.openxmlformats.org/drawingml/2006/main">
            <a:pathLst>
              <a:path w="9525" h="342900">
                <a:moveTo>
                  <a:pt x="4763" y="0"/>
                </a:moveTo>
                <a:lnTo>
                  <a:pt x="4763" y="342900"/>
                </a:lnTo>
              </a:path>
            </a:pathLst>
          </a:custGeom>
          <a:noFill xmlns:a="http://schemas.openxmlformats.org/drawingml/2006/main"/>
          <a:ln xmlns:a="http://schemas.openxmlformats.org/drawingml/2006/main" w="17145">
            <a:solidFill>
              <a:srgbClr val="246AB8"/>
            </a:solidFill>
            <a:prstDash val="solid"/>
          </a:ln>
        </p:spPr>
      </p:sp>
      <p:sp>
        <p:nvSpPr>
          <p:cNvPr id="26" name="legacy-edge-KD-head">
            <a:extLst xmlns:a="http://schemas.openxmlformats.org/drawingml/2006/main">
              <a:ext uri="{FF2B5EF4-FFF2-40B4-BE49-F238E27FC236}">
                <a16:creationId xmlns:a16="http://schemas.microsoft.com/office/drawing/2014/main" id="{21D51D29-81F5-474C-B1BE-415F9338FCE8}"/>
              </a:ext>
            </a:extLst>
          </p:cNvPr>
          <p:cNvSpPr>
            <a:spLocks xmlns:a="http://schemas.openxmlformats.org/drawingml/2006/main" noGrp="1"/>
          </p:cNvSpPr>
          <p:nvPr/>
        </p:nvSpPr>
        <p:spPr>
          <a:xfrm xmlns:a="http://schemas.openxmlformats.org/drawingml/2006/main">
            <a:off x="1304925" y="50292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KD">
            <a:extLst xmlns:a="http://schemas.openxmlformats.org/drawingml/2006/main">
              <a:ext uri="{FF2B5EF4-FFF2-40B4-BE49-F238E27FC236}">
                <a16:creationId xmlns:a16="http://schemas.microsoft.com/office/drawing/2014/main" id="{86078047-1A51-4C09-9534-D2532C9EE3DF}"/>
              </a:ext>
            </a:extLst>
          </p:cNvPr>
          <p:cNvSpPr>
            <a:spLocks xmlns:a="http://schemas.openxmlformats.org/drawingml/2006/main" noGrp="1"/>
          </p:cNvSpPr>
          <p:nvPr/>
        </p:nvSpPr>
        <p:spPr>
          <a:xfrm xmlns:a="http://schemas.openxmlformats.org/drawingml/2006/main">
            <a:off x="14097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28" name="legacy-edge-DK">
            <a:extLst xmlns:a="http://schemas.openxmlformats.org/drawingml/2006/main">
              <a:ext uri="{FF2B5EF4-FFF2-40B4-BE49-F238E27FC236}">
                <a16:creationId xmlns:a16="http://schemas.microsoft.com/office/drawing/2014/main" id="{46560847-370C-4DC5-B0CD-C6BC2759737D}"/>
              </a:ext>
            </a:extLst>
          </p:cNvPr>
          <p:cNvSpPr>
            <a:spLocks xmlns:a="http://schemas.openxmlformats.org/drawingml/2006/main" noGrp="1"/>
          </p:cNvSpPr>
          <p:nvPr/>
        </p:nvSpPr>
        <p:spPr>
          <a:xfrm xmlns:a="http://schemas.openxmlformats.org/drawingml/2006/main">
            <a:off x="2433638" y="4743450"/>
            <a:ext cx="9525" cy="342900"/>
          </a:xfrm>
          <a:custGeom xmlns:a="http://schemas.openxmlformats.org/drawingml/2006/main">
            <a:pathLst>
              <a:path w="9525" h="342900">
                <a:moveTo>
                  <a:pt x="4763" y="342900"/>
                </a:moveTo>
                <a:lnTo>
                  <a:pt x="4763" y="0"/>
                </a:lnTo>
              </a:path>
            </a:pathLst>
          </a:custGeom>
          <a:noFill xmlns:a="http://schemas.openxmlformats.org/drawingml/2006/main"/>
          <a:ln xmlns:a="http://schemas.openxmlformats.org/drawingml/2006/main" w="17145">
            <a:solidFill>
              <a:srgbClr val="246AB8"/>
            </a:solidFill>
            <a:prstDash val="solid"/>
          </a:ln>
        </p:spPr>
      </p:sp>
      <p:sp>
        <p:nvSpPr>
          <p:cNvPr id="29" name="legacy-edge-DK-head">
            <a:extLst xmlns:a="http://schemas.openxmlformats.org/drawingml/2006/main">
              <a:ext uri="{FF2B5EF4-FFF2-40B4-BE49-F238E27FC236}">
                <a16:creationId xmlns:a16="http://schemas.microsoft.com/office/drawing/2014/main" id="{B0CA4BD6-6EBB-48D8-8F95-733E0D059948}"/>
              </a:ext>
            </a:extLst>
          </p:cNvPr>
          <p:cNvSpPr>
            <a:spLocks xmlns:a="http://schemas.openxmlformats.org/drawingml/2006/main" noGrp="1"/>
          </p:cNvSpPr>
          <p:nvPr/>
        </p:nvSpPr>
        <p:spPr>
          <a:xfrm xmlns:a="http://schemas.openxmlformats.org/drawingml/2006/main">
            <a:off x="2409825" y="4743450"/>
            <a:ext cx="57150" cy="57150"/>
          </a:xfrm>
          <a:custGeom xmlns:a="http://schemas.openxmlformats.org/drawingml/2006/main">
            <a:pathLst>
              <a:path w="57150" h="57150">
                <a:moveTo>
                  <a:pt x="57150" y="57150"/>
                </a:moveTo>
                <a:lnTo>
                  <a:pt x="28575" y="0"/>
                </a:lnTo>
                <a:lnTo>
                  <a:pt x="0" y="57150"/>
                </a:lnTo>
              </a:path>
            </a:pathLst>
          </a:custGeom>
          <a:noFill xmlns:a="http://schemas.openxmlformats.org/drawingml/2006/main"/>
          <a:ln xmlns:a="http://schemas.openxmlformats.org/drawingml/2006/main" w="17145">
            <a:solidFill>
              <a:srgbClr val="246AB8"/>
            </a:solidFill>
            <a:prstDash val="solid"/>
          </a:ln>
        </p:spPr>
      </p:sp>
      <p:sp>
        <p:nvSpPr>
          <p:cNvPr id="30" name="legacy-edge-label-DK">
            <a:extLst xmlns:a="http://schemas.openxmlformats.org/drawingml/2006/main">
              <a:ext uri="{FF2B5EF4-FFF2-40B4-BE49-F238E27FC236}">
                <a16:creationId xmlns:a16="http://schemas.microsoft.com/office/drawing/2014/main" id="{45D81947-6C5A-4DCA-AA2B-D37235920EC3}"/>
              </a:ext>
            </a:extLst>
          </p:cNvPr>
          <p:cNvSpPr>
            <a:spLocks xmlns:a="http://schemas.openxmlformats.org/drawingml/2006/main" noGrp="1"/>
          </p:cNvSpPr>
          <p:nvPr/>
        </p:nvSpPr>
        <p:spPr>
          <a:xfrm xmlns:a="http://schemas.openxmlformats.org/drawingml/2006/main">
            <a:off x="25146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1" name="legacy-edge-KN">
            <a:extLst xmlns:a="http://schemas.openxmlformats.org/drawingml/2006/main">
              <a:ext uri="{FF2B5EF4-FFF2-40B4-BE49-F238E27FC236}">
                <a16:creationId xmlns:a16="http://schemas.microsoft.com/office/drawing/2014/main" id="{7B19D54A-48B1-455E-A45B-24E74351765A}"/>
              </a:ext>
            </a:extLst>
          </p:cNvPr>
          <p:cNvSpPr>
            <a:spLocks xmlns:a="http://schemas.openxmlformats.org/drawingml/2006/main" noGrp="1"/>
          </p:cNvSpPr>
          <p:nvPr/>
        </p:nvSpPr>
        <p:spPr>
          <a:xfrm xmlns:a="http://schemas.openxmlformats.org/drawingml/2006/main">
            <a:off x="3009900" y="4591050"/>
            <a:ext cx="342900" cy="819150"/>
          </a:xfrm>
          <a:custGeom xmlns:a="http://schemas.openxmlformats.org/drawingml/2006/main">
            <a:pathLst>
              <a:path w="342900" h="819150">
                <a:moveTo>
                  <a:pt x="0" y="0"/>
                </a:moveTo>
                <a:lnTo>
                  <a:pt x="171450" y="0"/>
                </a:lnTo>
                <a:lnTo>
                  <a:pt x="171450" y="819150"/>
                </a:lnTo>
                <a:lnTo>
                  <a:pt x="342900" y="819150"/>
                </a:lnTo>
              </a:path>
            </a:pathLst>
          </a:custGeom>
          <a:noFill xmlns:a="http://schemas.openxmlformats.org/drawingml/2006/main"/>
          <a:ln xmlns:a="http://schemas.openxmlformats.org/drawingml/2006/main" w="17145">
            <a:solidFill>
              <a:srgbClr val="246AB8"/>
            </a:solidFill>
            <a:prstDash val="solid"/>
          </a:ln>
        </p:spPr>
      </p:sp>
      <p:sp>
        <p:nvSpPr>
          <p:cNvPr id="32" name="legacy-edge-KN-head">
            <a:extLst xmlns:a="http://schemas.openxmlformats.org/drawingml/2006/main">
              <a:ext uri="{FF2B5EF4-FFF2-40B4-BE49-F238E27FC236}">
                <a16:creationId xmlns:a16="http://schemas.microsoft.com/office/drawing/2014/main" id="{97F490B3-4359-4634-AD3D-0A57FAC26B14}"/>
              </a:ext>
            </a:extLst>
          </p:cNvPr>
          <p:cNvSpPr>
            <a:spLocks xmlns:a="http://schemas.openxmlformats.org/drawingml/2006/main" noGrp="1"/>
          </p:cNvSpPr>
          <p:nvPr/>
        </p:nvSpPr>
        <p:spPr>
          <a:xfrm xmlns:a="http://schemas.openxmlformats.org/drawingml/2006/main">
            <a:off x="3295650" y="538162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33" name="legacy-edge-label-KN">
            <a:extLst xmlns:a="http://schemas.openxmlformats.org/drawingml/2006/main">
              <a:ext uri="{FF2B5EF4-FFF2-40B4-BE49-F238E27FC236}">
                <a16:creationId xmlns:a16="http://schemas.microsoft.com/office/drawing/2014/main" id="{E5472E43-C516-491B-BB5F-78A8B39BE4B5}"/>
              </a:ext>
            </a:extLst>
          </p:cNvPr>
          <p:cNvSpPr>
            <a:spLocks xmlns:a="http://schemas.openxmlformats.org/drawingml/2006/main" noGrp="1"/>
          </p:cNvSpPr>
          <p:nvPr/>
        </p:nvSpPr>
        <p:spPr>
          <a:xfrm xmlns:a="http://schemas.openxmlformats.org/drawingml/2006/main">
            <a:off x="3038475" y="5476875"/>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4" name="legacy-edge-NE">
            <a:extLst xmlns:a="http://schemas.openxmlformats.org/drawingml/2006/main">
              <a:ext uri="{FF2B5EF4-FFF2-40B4-BE49-F238E27FC236}">
                <a16:creationId xmlns:a16="http://schemas.microsoft.com/office/drawing/2014/main" id="{9446BDB6-C008-4983-ADD5-AAB58A09DA44}"/>
              </a:ext>
            </a:extLst>
          </p:cNvPr>
          <p:cNvSpPr>
            <a:spLocks xmlns:a="http://schemas.openxmlformats.org/drawingml/2006/main" noGrp="1"/>
          </p:cNvSpPr>
          <p:nvPr/>
        </p:nvSpPr>
        <p:spPr>
          <a:xfrm xmlns:a="http://schemas.openxmlformats.org/drawingml/2006/main">
            <a:off x="5753100" y="2905125"/>
            <a:ext cx="171450" cy="2524125"/>
          </a:xfrm>
          <a:custGeom xmlns:a="http://schemas.openxmlformats.org/drawingml/2006/main">
            <a:pathLst>
              <a:path w="171450" h="2524125">
                <a:moveTo>
                  <a:pt x="0" y="2524125"/>
                </a:moveTo>
                <a:lnTo>
                  <a:pt x="171450" y="2524125"/>
                </a:lnTo>
                <a:lnTo>
                  <a:pt x="171450" y="0"/>
                </a:lnTo>
                <a:lnTo>
                  <a:pt x="0" y="0"/>
                </a:lnTo>
              </a:path>
            </a:pathLst>
          </a:custGeom>
          <a:noFill xmlns:a="http://schemas.openxmlformats.org/drawingml/2006/main"/>
          <a:ln xmlns:a="http://schemas.openxmlformats.org/drawingml/2006/main" w="17145">
            <a:solidFill>
              <a:srgbClr val="246AB8"/>
            </a:solidFill>
            <a:prstDash val="solid"/>
          </a:ln>
        </p:spPr>
      </p:sp>
      <p:sp>
        <p:nvSpPr>
          <p:cNvPr id="35" name="legacy-edge-NE-head">
            <a:extLst xmlns:a="http://schemas.openxmlformats.org/drawingml/2006/main">
              <a:ext uri="{FF2B5EF4-FFF2-40B4-BE49-F238E27FC236}">
                <a16:creationId xmlns:a16="http://schemas.microsoft.com/office/drawing/2014/main" id="{AF7E4C92-ABAD-4EC1-B14F-B6D8A2CAC5B1}"/>
              </a:ext>
            </a:extLst>
          </p:cNvPr>
          <p:cNvSpPr>
            <a:spLocks xmlns:a="http://schemas.openxmlformats.org/drawingml/2006/main" noGrp="1"/>
          </p:cNvSpPr>
          <p:nvPr/>
        </p:nvSpPr>
        <p:spPr>
          <a:xfrm xmlns:a="http://schemas.openxmlformats.org/drawingml/2006/main">
            <a:off x="5753100" y="2876550"/>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246AB8"/>
            </a:solidFill>
            <a:prstDash val="solid"/>
          </a:ln>
        </p:spPr>
      </p:sp>
      <p:sp>
        <p:nvSpPr>
          <p:cNvPr id="36" name="legacy-edge-label-NE">
            <a:extLst xmlns:a="http://schemas.openxmlformats.org/drawingml/2006/main">
              <a:ext uri="{FF2B5EF4-FFF2-40B4-BE49-F238E27FC236}">
                <a16:creationId xmlns:a16="http://schemas.microsoft.com/office/drawing/2014/main" id="{75B9758A-4CD9-4E57-8BF1-F1E06A637BF8}"/>
              </a:ext>
            </a:extLst>
          </p:cNvPr>
          <p:cNvSpPr>
            <a:spLocks xmlns:a="http://schemas.openxmlformats.org/drawingml/2006/main" noGrp="1"/>
          </p:cNvSpPr>
          <p:nvPr/>
        </p:nvSpPr>
        <p:spPr>
          <a:xfrm xmlns:a="http://schemas.openxmlformats.org/drawingml/2006/main">
            <a:off x="5791200" y="3171825"/>
            <a:ext cx="2571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7" name="legacy-node-E">
            <a:extLst xmlns:a="http://schemas.openxmlformats.org/drawingml/2006/main">
              <a:ext uri="{FF2B5EF4-FFF2-40B4-BE49-F238E27FC236}">
                <a16:creationId xmlns:a16="http://schemas.microsoft.com/office/drawing/2014/main" id="{6FF7CFA9-B1DA-4750-9DE2-29A7732888EA}"/>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EAF1FB"/>
          </a:solidFill>
          <a:ln xmlns:a="http://schemas.openxmlformats.org/drawingml/2006/main" w="14288">
            <a:solidFill>
              <a:srgbClr val="246AB8"/>
            </a:solidFill>
            <a:prstDash val="solid"/>
          </a:ln>
        </p:spPr>
      </p:sp>
      <p:sp>
        <p:nvSpPr>
          <p:cNvPr id="38" name="legacy-title-E">
            <a:extLst xmlns:a="http://schemas.openxmlformats.org/drawingml/2006/main">
              <a:ext uri="{FF2B5EF4-FFF2-40B4-BE49-F238E27FC236}">
                <a16:creationId xmlns:a16="http://schemas.microsoft.com/office/drawing/2014/main" id="{EFBA12DB-DDE0-47B6-9765-664EAFE6CE41}"/>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7263A"/>
                </a:solidFill>
                <a:latin typeface="Microsoft YaHei"/>
                <a:ea typeface="Microsoft YaHei"/>
                <a:cs typeface="Microsoft YaHei"/>
              </a:defRPr>
            </a:defPPr>
            <a:lvl1pPr algn="l">
              <a:defRPr sz="1650" b="1">
                <a:solidFill>
                  <a:srgbClr val="17263A"/>
                </a:solidFill>
                <a:latin typeface="Microsoft YaHei"/>
                <a:ea typeface="Microsoft YaHei"/>
                <a:cs typeface="Microsoft YaHei"/>
              </a:defRPr>
            </a:lvl1pPr>
            <a:lvl2pPr algn="l">
              <a:defRPr sz="1650" b="1">
                <a:solidFill>
                  <a:srgbClr val="17263A"/>
                </a:solidFill>
                <a:latin typeface="Microsoft YaHei"/>
                <a:ea typeface="Microsoft YaHei"/>
                <a:cs typeface="Microsoft YaHei"/>
              </a:defRPr>
            </a:lvl2pPr>
            <a:lvl3pPr algn="l">
              <a:defRPr sz="1650" b="1">
                <a:solidFill>
                  <a:srgbClr val="17263A"/>
                </a:solidFill>
                <a:latin typeface="Microsoft YaHei"/>
                <a:ea typeface="Microsoft YaHei"/>
                <a:cs typeface="Microsoft YaHei"/>
              </a:defRPr>
            </a:lvl3pPr>
            <a:lvl4pPr algn="l">
              <a:defRPr sz="1650" b="1">
                <a:solidFill>
                  <a:srgbClr val="17263A"/>
                </a:solidFill>
                <a:latin typeface="Microsoft YaHei"/>
                <a:ea typeface="Microsoft YaHei"/>
                <a:cs typeface="Microsoft YaHei"/>
              </a:defRPr>
            </a:lvl4pPr>
            <a:lvl5pPr algn="l">
              <a:defRPr sz="1650" b="1">
                <a:solidFill>
                  <a:srgbClr val="17263A"/>
                </a:solidFill>
                <a:latin typeface="Microsoft YaHei"/>
                <a:ea typeface="Microsoft YaHei"/>
                <a:cs typeface="Microsoft YaHei"/>
              </a:defRPr>
            </a:lvl5pPr>
            <a:lvl6pPr algn="l">
              <a:defRPr sz="1650" b="1">
                <a:solidFill>
                  <a:srgbClr val="17263A"/>
                </a:solidFill>
                <a:latin typeface="Microsoft YaHei"/>
                <a:ea typeface="Microsoft YaHei"/>
                <a:cs typeface="Microsoft YaHei"/>
              </a:defRPr>
            </a:lvl6pPr>
            <a:lvl7pPr algn="l">
              <a:defRPr sz="1650" b="1">
                <a:solidFill>
                  <a:srgbClr val="17263A"/>
                </a:solidFill>
                <a:latin typeface="Microsoft YaHei"/>
                <a:ea typeface="Microsoft YaHei"/>
                <a:cs typeface="Microsoft YaHei"/>
              </a:defRPr>
            </a:lvl7pPr>
            <a:lvl8pPr algn="l">
              <a:defRPr sz="1650" b="1">
                <a:solidFill>
                  <a:srgbClr val="17263A"/>
                </a:solidFill>
                <a:latin typeface="Microsoft YaHei"/>
                <a:ea typeface="Microsoft YaHei"/>
                <a:cs typeface="Microsoft YaHei"/>
              </a:defRPr>
            </a:lvl8pPr>
            <a:lvl9pPr algn="l">
              <a:defRPr sz="1650" b="1">
                <a:solidFill>
                  <a:srgbClr val="17263A"/>
                </a:solidFill>
                <a:latin typeface="Microsoft YaHei"/>
                <a:ea typeface="Microsoft YaHei"/>
                <a:cs typeface="Microsoft YaHei"/>
              </a:defRPr>
            </a:lvl9pPr>
          </a:lstStyle>
          <a:p xmlns:a="http://schemas.openxmlformats.org/drawingml/2006/main">
            <a:pPr algn="l">
              <a:lnSpc>
                <a:spcPct val="102000"/>
              </a:lnSpc>
              <a:buNone/>
              <a:defRPr sz="1650" b="1">
                <a:solidFill>
                  <a:srgbClr val="17263A"/>
                </a:solidFill>
                <a:latin typeface="Microsoft YaHei"/>
                <a:ea typeface="Microsoft YaHei"/>
                <a:cs typeface="Microsoft YaHei"/>
              </a:defRPr>
            </a:pPr>
            <a:r>
              <a:rPr sz="1650" b="1">
                <a:solidFill>
                  <a:srgbClr val="17263A"/>
                </a:solidFill>
                <a:latin typeface="Microsoft YaHei"/>
                <a:ea typeface="Microsoft YaHei"/>
                <a:cs typeface="Microsoft YaHei"/>
              </a:rPr>
              <a:t>CoreServiceSim → SimManager</a:t>
            </a:r>
          </a:p>
        </p:txBody>
      </p:sp>
      <p:sp>
        <p:nvSpPr>
          <p:cNvPr id="39" name="legacy-line-E-0">
            <a:extLst xmlns:a="http://schemas.openxmlformats.org/drawingml/2006/main">
              <a:ext uri="{FF2B5EF4-FFF2-40B4-BE49-F238E27FC236}">
                <a16:creationId xmlns:a16="http://schemas.microsoft.com/office/drawing/2014/main" id="{C4731B0E-75CF-4CFA-82A0-217D22201465}"/>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number / callback；检查后异步排队</a:t>
            </a:r>
          </a:p>
        </p:txBody>
      </p:sp>
      <p:sp>
        <p:nvSpPr>
          <p:cNvPr id="40" name="legacy-node-K">
            <a:extLst xmlns:a="http://schemas.openxmlformats.org/drawingml/2006/main">
              <a:ext uri="{FF2B5EF4-FFF2-40B4-BE49-F238E27FC236}">
                <a16:creationId xmlns:a16="http://schemas.microsoft.com/office/drawing/2014/main" id="{F14DB129-C734-4E68-9245-92B2E81C5E13}"/>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41" name="legacy-title-K">
            <a:extLst xmlns:a="http://schemas.openxmlformats.org/drawingml/2006/main">
              <a:ext uri="{FF2B5EF4-FFF2-40B4-BE49-F238E27FC236}">
                <a16:creationId xmlns:a16="http://schemas.microsoft.com/office/drawing/2014/main" id="{8DDECC0B-3F4A-4B18-A216-28529B8E4952}"/>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42" name="legacy-alias-K">
            <a:extLst xmlns:a="http://schemas.openxmlformats.org/drawingml/2006/main">
              <a:ext uri="{FF2B5EF4-FFF2-40B4-BE49-F238E27FC236}">
                <a16:creationId xmlns:a16="http://schemas.microsoft.com/office/drawing/2014/main" id="{E637A645-B235-41D7-9DB3-DC5B3A629D74}"/>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同一模块承接多种职责</a:t>
            </a:r>
          </a:p>
        </p:txBody>
      </p:sp>
      <p:sp>
        <p:nvSpPr>
          <p:cNvPr id="43" name="legacy-line-K-0">
            <a:extLst xmlns:a="http://schemas.openxmlformats.org/drawingml/2006/main">
              <a:ext uri="{FF2B5EF4-FFF2-40B4-BE49-F238E27FC236}">
                <a16:creationId xmlns:a16="http://schemas.microsoft.com/office/drawing/2014/main" id="{657F2AB4-EB94-4E04-8E15-2D67D6BD2B02}"/>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按 slot 定位 File / curSimId</a:t>
            </a:r>
          </a:p>
        </p:txBody>
      </p:sp>
      <p:sp>
        <p:nvSpPr>
          <p:cNvPr id="44" name="legacy-line-K-1">
            <a:extLst xmlns:a="http://schemas.openxmlformats.org/drawingml/2006/main">
              <a:ext uri="{FF2B5EF4-FFF2-40B4-BE49-F238E27FC236}">
                <a16:creationId xmlns:a16="http://schemas.microsoft.com/office/drawing/2014/main" id="{A105B9BE-945F-4832-B01C-C096841DC37B}"/>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写卡结果决定是否继续</a:t>
            </a:r>
          </a:p>
        </p:txBody>
      </p:sp>
      <p:sp>
        <p:nvSpPr>
          <p:cNvPr id="45" name="legacy-line-bg-K-2">
            <a:extLst xmlns:a="http://schemas.openxmlformats.org/drawingml/2006/main">
              <a:ext uri="{FF2B5EF4-FFF2-40B4-BE49-F238E27FC236}">
                <a16:creationId xmlns:a16="http://schemas.microsoft.com/office/drawing/2014/main" id="{27B184BD-11AA-4E66-B83A-D9BEF516A7E9}"/>
              </a:ext>
            </a:extLst>
          </p:cNvPr>
          <p:cNvSpPr>
            <a:spLocks xmlns:a="http://schemas.openxmlformats.org/drawingml/2006/main" noGrp="1"/>
          </p:cNvSpPr>
          <p:nvPr/>
        </p:nvSpPr>
        <p:spPr>
          <a:xfrm xmlns:a="http://schemas.openxmlformats.org/drawingml/2006/main">
            <a:off x="561975" y="4371975"/>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6" name="legacy-line-K-2">
            <a:extLst xmlns:a="http://schemas.openxmlformats.org/drawingml/2006/main">
              <a:ext uri="{FF2B5EF4-FFF2-40B4-BE49-F238E27FC236}">
                <a16:creationId xmlns:a16="http://schemas.microsoft.com/office/drawing/2014/main" id="{989AC984-53B3-468A-B04E-CFD2D8BBD4A8}"/>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⑤ SetShowNumberToDB</a:t>
            </a:r>
          </a:p>
        </p:txBody>
      </p:sp>
      <p:sp>
        <p:nvSpPr>
          <p:cNvPr id="47" name="legacy-node-R">
            <a:extLst xmlns:a="http://schemas.openxmlformats.org/drawingml/2006/main">
              <a:ext uri="{FF2B5EF4-FFF2-40B4-BE49-F238E27FC236}">
                <a16:creationId xmlns:a16="http://schemas.microsoft.com/office/drawing/2014/main" id="{023717B0-BC72-4BD0-9378-29D2533E409B}"/>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9525">
            <a:solidFill>
              <a:srgbClr val="CDD8E6"/>
            </a:solidFill>
            <a:prstDash val="solid"/>
          </a:ln>
        </p:spPr>
      </p:sp>
      <p:sp>
        <p:nvSpPr>
          <p:cNvPr id="48" name="legacy-title-R">
            <a:extLst xmlns:a="http://schemas.openxmlformats.org/drawingml/2006/main">
              <a:ext uri="{FF2B5EF4-FFF2-40B4-BE49-F238E27FC236}">
                <a16:creationId xmlns:a16="http://schemas.microsoft.com/office/drawing/2014/main" id="{15AD49CA-7368-4681-8065-02DE3EC67EAD}"/>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778599"/>
                </a:solidFill>
                <a:latin typeface="Microsoft YaHei"/>
                <a:ea typeface="Microsoft YaHei"/>
                <a:cs typeface="Microsoft YaHei"/>
              </a:defRPr>
            </a:defPPr>
            <a:lvl1pPr algn="l">
              <a:defRPr sz="1380" b="1">
                <a:solidFill>
                  <a:srgbClr val="778599"/>
                </a:solidFill>
                <a:latin typeface="Microsoft YaHei"/>
                <a:ea typeface="Microsoft YaHei"/>
                <a:cs typeface="Microsoft YaHei"/>
              </a:defRPr>
            </a:lvl1pPr>
            <a:lvl2pPr algn="l">
              <a:defRPr sz="1380" b="1">
                <a:solidFill>
                  <a:srgbClr val="778599"/>
                </a:solidFill>
                <a:latin typeface="Microsoft YaHei"/>
                <a:ea typeface="Microsoft YaHei"/>
                <a:cs typeface="Microsoft YaHei"/>
              </a:defRPr>
            </a:lvl2pPr>
            <a:lvl3pPr algn="l">
              <a:defRPr sz="1380" b="1">
                <a:solidFill>
                  <a:srgbClr val="778599"/>
                </a:solidFill>
                <a:latin typeface="Microsoft YaHei"/>
                <a:ea typeface="Microsoft YaHei"/>
                <a:cs typeface="Microsoft YaHei"/>
              </a:defRPr>
            </a:lvl3pPr>
            <a:lvl4pPr algn="l">
              <a:defRPr sz="1380" b="1">
                <a:solidFill>
                  <a:srgbClr val="778599"/>
                </a:solidFill>
                <a:latin typeface="Microsoft YaHei"/>
                <a:ea typeface="Microsoft YaHei"/>
                <a:cs typeface="Microsoft YaHei"/>
              </a:defRPr>
            </a:lvl4pPr>
            <a:lvl5pPr algn="l">
              <a:defRPr sz="1380" b="1">
                <a:solidFill>
                  <a:srgbClr val="778599"/>
                </a:solidFill>
                <a:latin typeface="Microsoft YaHei"/>
                <a:ea typeface="Microsoft YaHei"/>
                <a:cs typeface="Microsoft YaHei"/>
              </a:defRPr>
            </a:lvl5pPr>
            <a:lvl6pPr algn="l">
              <a:defRPr sz="1380" b="1">
                <a:solidFill>
                  <a:srgbClr val="778599"/>
                </a:solidFill>
                <a:latin typeface="Microsoft YaHei"/>
                <a:ea typeface="Microsoft YaHei"/>
                <a:cs typeface="Microsoft YaHei"/>
              </a:defRPr>
            </a:lvl6pPr>
            <a:lvl7pPr algn="l">
              <a:defRPr sz="1380" b="1">
                <a:solidFill>
                  <a:srgbClr val="778599"/>
                </a:solidFill>
                <a:latin typeface="Microsoft YaHei"/>
                <a:ea typeface="Microsoft YaHei"/>
                <a:cs typeface="Microsoft YaHei"/>
              </a:defRPr>
            </a:lvl7pPr>
            <a:lvl8pPr algn="l">
              <a:defRPr sz="1380" b="1">
                <a:solidFill>
                  <a:srgbClr val="778599"/>
                </a:solidFill>
                <a:latin typeface="Microsoft YaHei"/>
                <a:ea typeface="Microsoft YaHei"/>
                <a:cs typeface="Microsoft YaHei"/>
              </a:defRPr>
            </a:lvl8pPr>
            <a:lvl9pPr algn="l">
              <a:defRPr sz="1380" b="1">
                <a:solidFill>
                  <a:srgbClr val="778599"/>
                </a:solidFill>
                <a:latin typeface="Microsoft YaHei"/>
                <a:ea typeface="Microsoft YaHei"/>
                <a:cs typeface="Microsoft YaHei"/>
              </a:defRPr>
            </a:lvl9pPr>
          </a:lstStyle>
          <a:p xmlns:a="http://schemas.openxmlformats.org/drawingml/2006/main">
            <a:pPr algn="l">
              <a:lnSpc>
                <a:spcPct val="102000"/>
              </a:lnSpc>
              <a:buNone/>
              <a:defRPr sz="1380" b="1">
                <a:solidFill>
                  <a:srgbClr val="778599"/>
                </a:solidFill>
                <a:latin typeface="Microsoft YaHei"/>
                <a:ea typeface="Microsoft YaHei"/>
                <a:cs typeface="Microsoft YaHei"/>
              </a:defRPr>
            </a:pPr>
            <a:r>
              <a:rPr sz="1380" b="1">
                <a:solidFill>
                  <a:srgbClr val="778599"/>
                </a:solidFill>
                <a:latin typeface="Microsoft YaHei"/>
                <a:ea typeface="Microsoft YaHei"/>
                <a:cs typeface="Microsoft YaHei"/>
              </a:rPr>
              <a:t>SimFileManager / SimFile</a:t>
            </a:r>
          </a:p>
        </p:txBody>
      </p:sp>
      <p:sp>
        <p:nvSpPr>
          <p:cNvPr id="49" name="legacy-alias-R">
            <a:extLst xmlns:a="http://schemas.openxmlformats.org/drawingml/2006/main">
              <a:ext uri="{FF2B5EF4-FFF2-40B4-BE49-F238E27FC236}">
                <a16:creationId xmlns:a16="http://schemas.microsoft.com/office/drawing/2014/main" id="{A2A7AE89-9C19-4D14-94BA-E9C86DCE3F3F}"/>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778599"/>
                </a:solidFill>
                <a:latin typeface="Microsoft YaHei"/>
                <a:ea typeface="Microsoft YaHei"/>
                <a:cs typeface="Microsoft YaHei"/>
              </a:defRPr>
            </a:defPPr>
            <a:lvl1pPr algn="l">
              <a:defRPr sz="1088" b="0">
                <a:solidFill>
                  <a:srgbClr val="778599"/>
                </a:solidFill>
                <a:latin typeface="Microsoft YaHei"/>
                <a:ea typeface="Microsoft YaHei"/>
                <a:cs typeface="Microsoft YaHei"/>
              </a:defRPr>
            </a:lvl1pPr>
            <a:lvl2pPr algn="l">
              <a:defRPr sz="1088" b="0">
                <a:solidFill>
                  <a:srgbClr val="778599"/>
                </a:solidFill>
                <a:latin typeface="Microsoft YaHei"/>
                <a:ea typeface="Microsoft YaHei"/>
                <a:cs typeface="Microsoft YaHei"/>
              </a:defRPr>
            </a:lvl2pPr>
            <a:lvl3pPr algn="l">
              <a:defRPr sz="1088" b="0">
                <a:solidFill>
                  <a:srgbClr val="778599"/>
                </a:solidFill>
                <a:latin typeface="Microsoft YaHei"/>
                <a:ea typeface="Microsoft YaHei"/>
                <a:cs typeface="Microsoft YaHei"/>
              </a:defRPr>
            </a:lvl3pPr>
            <a:lvl4pPr algn="l">
              <a:defRPr sz="1088" b="0">
                <a:solidFill>
                  <a:srgbClr val="778599"/>
                </a:solidFill>
                <a:latin typeface="Microsoft YaHei"/>
                <a:ea typeface="Microsoft YaHei"/>
                <a:cs typeface="Microsoft YaHei"/>
              </a:defRPr>
            </a:lvl4pPr>
            <a:lvl5pPr algn="l">
              <a:defRPr sz="1088" b="0">
                <a:solidFill>
                  <a:srgbClr val="778599"/>
                </a:solidFill>
                <a:latin typeface="Microsoft YaHei"/>
                <a:ea typeface="Microsoft YaHei"/>
                <a:cs typeface="Microsoft YaHei"/>
              </a:defRPr>
            </a:lvl5pPr>
            <a:lvl6pPr algn="l">
              <a:defRPr sz="1088" b="0">
                <a:solidFill>
                  <a:srgbClr val="778599"/>
                </a:solidFill>
                <a:latin typeface="Microsoft YaHei"/>
                <a:ea typeface="Microsoft YaHei"/>
                <a:cs typeface="Microsoft YaHei"/>
              </a:defRPr>
            </a:lvl6pPr>
            <a:lvl7pPr algn="l">
              <a:defRPr sz="1088" b="0">
                <a:solidFill>
                  <a:srgbClr val="778599"/>
                </a:solidFill>
                <a:latin typeface="Microsoft YaHei"/>
                <a:ea typeface="Microsoft YaHei"/>
                <a:cs typeface="Microsoft YaHei"/>
              </a:defRPr>
            </a:lvl7pPr>
            <a:lvl8pPr algn="l">
              <a:defRPr sz="1088" b="0">
                <a:solidFill>
                  <a:srgbClr val="778599"/>
                </a:solidFill>
                <a:latin typeface="Microsoft YaHei"/>
                <a:ea typeface="Microsoft YaHei"/>
                <a:cs typeface="Microsoft YaHei"/>
              </a:defRPr>
            </a:lvl8pPr>
            <a:lvl9pPr algn="l">
              <a:defRPr sz="1088" b="0">
                <a:solidFill>
                  <a:srgbClr val="778599"/>
                </a:solidFill>
                <a:latin typeface="Microsoft YaHei"/>
                <a:ea typeface="Microsoft YaHei"/>
                <a:cs typeface="Microsoft YaHei"/>
              </a:defRPr>
            </a:lvl9pPr>
          </a:lstStyle>
          <a:p xmlns:a="http://schemas.openxmlformats.org/drawingml/2006/main">
            <a:pPr algn="l">
              <a:lnSpc>
                <a:spcPct val="102000"/>
              </a:lnSpc>
              <a:buNone/>
              <a:defRPr sz="1088" b="0">
                <a:solidFill>
                  <a:srgbClr val="778599"/>
                </a:solidFill>
                <a:latin typeface="Microsoft YaHei"/>
                <a:ea typeface="Microsoft YaHei"/>
                <a:cs typeface="Microsoft YaHei"/>
              </a:defRPr>
            </a:pPr>
            <a:r>
              <a:rPr sz="1088" b="0">
                <a:solidFill>
                  <a:srgbClr val="778599"/>
                </a:solidFill>
                <a:latin typeface="Microsoft YaHei"/>
                <a:ea typeface="Microsoft YaHei"/>
                <a:cs typeface="Microsoft YaHei"/>
              </a:rPr>
              <a:t>DiallingNumbers / EF / RIL</a:t>
            </a:r>
          </a:p>
        </p:txBody>
      </p:sp>
      <p:sp>
        <p:nvSpPr>
          <p:cNvPr id="50" name="legacy-line-R-0">
            <a:extLst xmlns:a="http://schemas.openxmlformats.org/drawingml/2006/main">
              <a:ext uri="{FF2B5EF4-FFF2-40B4-BE49-F238E27FC236}">
                <a16:creationId xmlns:a16="http://schemas.microsoft.com/office/drawing/2014/main" id="{5F2EE45E-F0CE-41D5-A628-E3C5E3350CCD}"/>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UpdateMsisdnNumber</a:t>
            </a:r>
          </a:p>
        </p:txBody>
      </p:sp>
      <p:sp>
        <p:nvSpPr>
          <p:cNvPr id="51" name="legacy-line-R-1">
            <a:extLst xmlns:a="http://schemas.openxmlformats.org/drawingml/2006/main">
              <a:ext uri="{FF2B5EF4-FFF2-40B4-BE49-F238E27FC236}">
                <a16:creationId xmlns:a16="http://schemas.microsoft.com/office/drawing/2014/main" id="{1F7B94BF-9D23-4241-9BC2-548B521A178B}"/>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ProcessSetMsisdnDone</a:t>
            </a:r>
          </a:p>
        </p:txBody>
      </p:sp>
      <p:sp>
        <p:nvSpPr>
          <p:cNvPr id="52" name="legacy-line-R-2">
            <a:extLst xmlns:a="http://schemas.openxmlformats.org/drawingml/2006/main">
              <a:ext uri="{FF2B5EF4-FFF2-40B4-BE49-F238E27FC236}">
                <a16:creationId xmlns:a16="http://schemas.microsoft.com/office/drawing/2014/main" id="{7D9F8809-5D06-42D9-8FE3-B1BA036A2B0F}"/>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卡缓存 / waitResult_</a:t>
            </a:r>
          </a:p>
        </p:txBody>
      </p:sp>
      <p:sp>
        <p:nvSpPr>
          <p:cNvPr id="53" name="legacy-node-D">
            <a:extLst xmlns:a="http://schemas.openxmlformats.org/drawingml/2006/main">
              <a:ext uri="{FF2B5EF4-FFF2-40B4-BE49-F238E27FC236}">
                <a16:creationId xmlns:a16="http://schemas.microsoft.com/office/drawing/2014/main" id="{A636675C-0DFB-41DA-90AA-AD3C404E2307}"/>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54" name="legacy-title-D">
            <a:extLst xmlns:a="http://schemas.openxmlformats.org/drawingml/2006/main">
              <a:ext uri="{FF2B5EF4-FFF2-40B4-BE49-F238E27FC236}">
                <a16:creationId xmlns:a16="http://schemas.microsoft.com/office/drawing/2014/main" id="{7A79B47D-B0D4-4958-8E3A-848C7692DD81}"/>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SimRdbHelper</a:t>
            </a:r>
          </a:p>
        </p:txBody>
      </p:sp>
      <p:sp>
        <p:nvSpPr>
          <p:cNvPr id="55" name="legacy-line-bg-D-0">
            <a:extLst xmlns:a="http://schemas.openxmlformats.org/drawingml/2006/main">
              <a:ext uri="{FF2B5EF4-FFF2-40B4-BE49-F238E27FC236}">
                <a16:creationId xmlns:a16="http://schemas.microsoft.com/office/drawing/2014/main" id="{38D566EA-5F38-4EBD-9691-EBEF7C7BC06B}"/>
              </a:ext>
            </a:extLst>
          </p:cNvPr>
          <p:cNvSpPr>
            <a:spLocks xmlns:a="http://schemas.openxmlformats.org/drawingml/2006/main" noGrp="1"/>
          </p:cNvSpPr>
          <p:nvPr/>
        </p:nvSpPr>
        <p:spPr>
          <a:xfrm xmlns:a="http://schemas.openxmlformats.org/drawingml/2006/main">
            <a:off x="561975" y="5381625"/>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56" name="legacy-line-D-0">
            <a:extLst xmlns:a="http://schemas.openxmlformats.org/drawingml/2006/main">
              <a:ext uri="{FF2B5EF4-FFF2-40B4-BE49-F238E27FC236}">
                <a16:creationId xmlns:a16="http://schemas.microsoft.com/office/drawing/2014/main" id="{A06E1C78-4F77-4223-A64F-1DFA913DE4F2}"/>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1">
                <a:solidFill>
                  <a:srgbClr val="17263A"/>
                </a:solidFill>
                <a:latin typeface="Microsoft YaHei"/>
                <a:ea typeface="Microsoft YaHei"/>
                <a:cs typeface="Microsoft YaHei"/>
              </a:defRPr>
            </a:defPPr>
            <a:lvl1pPr algn="l">
              <a:defRPr sz="1238" b="1">
                <a:solidFill>
                  <a:srgbClr val="17263A"/>
                </a:solidFill>
                <a:latin typeface="Microsoft YaHei"/>
                <a:ea typeface="Microsoft YaHei"/>
                <a:cs typeface="Microsoft YaHei"/>
              </a:defRPr>
            </a:lvl1pPr>
            <a:lvl2pPr algn="l">
              <a:defRPr sz="1238" b="1">
                <a:solidFill>
                  <a:srgbClr val="17263A"/>
                </a:solidFill>
                <a:latin typeface="Microsoft YaHei"/>
                <a:ea typeface="Microsoft YaHei"/>
                <a:cs typeface="Microsoft YaHei"/>
              </a:defRPr>
            </a:lvl2pPr>
            <a:lvl3pPr algn="l">
              <a:defRPr sz="1238" b="1">
                <a:solidFill>
                  <a:srgbClr val="17263A"/>
                </a:solidFill>
                <a:latin typeface="Microsoft YaHei"/>
                <a:ea typeface="Microsoft YaHei"/>
                <a:cs typeface="Microsoft YaHei"/>
              </a:defRPr>
            </a:lvl3pPr>
            <a:lvl4pPr algn="l">
              <a:defRPr sz="1238" b="1">
                <a:solidFill>
                  <a:srgbClr val="17263A"/>
                </a:solidFill>
                <a:latin typeface="Microsoft YaHei"/>
                <a:ea typeface="Microsoft YaHei"/>
                <a:cs typeface="Microsoft YaHei"/>
              </a:defRPr>
            </a:lvl4pPr>
            <a:lvl5pPr algn="l">
              <a:defRPr sz="1238" b="1">
                <a:solidFill>
                  <a:srgbClr val="17263A"/>
                </a:solidFill>
                <a:latin typeface="Microsoft YaHei"/>
                <a:ea typeface="Microsoft YaHei"/>
                <a:cs typeface="Microsoft YaHei"/>
              </a:defRPr>
            </a:lvl5pPr>
            <a:lvl6pPr algn="l">
              <a:defRPr sz="1238" b="1">
                <a:solidFill>
                  <a:srgbClr val="17263A"/>
                </a:solidFill>
                <a:latin typeface="Microsoft YaHei"/>
                <a:ea typeface="Microsoft YaHei"/>
                <a:cs typeface="Microsoft YaHei"/>
              </a:defRPr>
            </a:lvl6pPr>
            <a:lvl7pPr algn="l">
              <a:defRPr sz="1238" b="1">
                <a:solidFill>
                  <a:srgbClr val="17263A"/>
                </a:solidFill>
                <a:latin typeface="Microsoft YaHei"/>
                <a:ea typeface="Microsoft YaHei"/>
                <a:cs typeface="Microsoft YaHei"/>
              </a:defRPr>
            </a:lvl7pPr>
            <a:lvl8pPr algn="l">
              <a:defRPr sz="1238" b="1">
                <a:solidFill>
                  <a:srgbClr val="17263A"/>
                </a:solidFill>
                <a:latin typeface="Microsoft YaHei"/>
                <a:ea typeface="Microsoft YaHei"/>
                <a:cs typeface="Microsoft YaHei"/>
              </a:defRPr>
            </a:lvl8pPr>
            <a:lvl9pPr algn="l">
              <a:defRPr sz="1238" b="1">
                <a:solidFill>
                  <a:srgbClr val="17263A"/>
                </a:solidFill>
                <a:latin typeface="Microsoft YaHei"/>
                <a:ea typeface="Microsoft YaHei"/>
                <a:cs typeface="Microsoft YaHei"/>
              </a:defRPr>
            </a:lvl9pPr>
          </a:lstStyle>
          <a:p xmlns:a="http://schemas.openxmlformats.org/drawingml/2006/main">
            <a:pPr algn="l">
              <a:lnSpc>
                <a:spcPct val="102000"/>
              </a:lnSpc>
              <a:buNone/>
              <a:defRPr sz="1238" b="1">
                <a:solidFill>
                  <a:srgbClr val="17263A"/>
                </a:solidFill>
                <a:latin typeface="Microsoft YaHei"/>
                <a:ea typeface="Microsoft YaHei"/>
                <a:cs typeface="Microsoft YaHei"/>
              </a:defRPr>
            </a:pPr>
            <a:r>
              <a:rPr sz="1238" b="1">
                <a:solidFill>
                  <a:srgbClr val="17263A"/>
                </a:solidFill>
                <a:latin typeface="Microsoft YaHei"/>
                <a:ea typeface="Microsoft YaHei"/>
                <a:cs typeface="Microsoft YaHei"/>
              </a:rPr>
              <a:t>⑤ DataShare：DB → 账户缓存</a:t>
            </a:r>
          </a:p>
        </p:txBody>
      </p:sp>
      <p:sp>
        <p:nvSpPr>
          <p:cNvPr id="57" name="legacy-node-N">
            <a:extLst xmlns:a="http://schemas.openxmlformats.org/drawingml/2006/main">
              <a:ext uri="{FF2B5EF4-FFF2-40B4-BE49-F238E27FC236}">
                <a16:creationId xmlns:a16="http://schemas.microsoft.com/office/drawing/2014/main" id="{2ABB27B3-39B8-4688-A52F-91DE59B666D9}"/>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58" name="legacy-title-N">
            <a:extLst xmlns:a="http://schemas.openxmlformats.org/drawingml/2006/main">
              <a:ext uri="{FF2B5EF4-FFF2-40B4-BE49-F238E27FC236}">
                <a16:creationId xmlns:a16="http://schemas.microsoft.com/office/drawing/2014/main" id="{413EB5D4-E50C-4338-A75D-B43FAEFF890E}"/>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旧通知与回调</a:t>
            </a:r>
          </a:p>
        </p:txBody>
      </p:sp>
      <p:sp>
        <p:nvSpPr>
          <p:cNvPr id="59" name="legacy-line-bg-N-0">
            <a:extLst xmlns:a="http://schemas.openxmlformats.org/drawingml/2006/main">
              <a:ext uri="{FF2B5EF4-FFF2-40B4-BE49-F238E27FC236}">
                <a16:creationId xmlns:a16="http://schemas.microsoft.com/office/drawing/2014/main" id="{BEB5EF70-324B-4509-ACBD-F9B53B0EE3BF}"/>
              </a:ext>
            </a:extLst>
          </p:cNvPr>
          <p:cNvSpPr>
            <a:spLocks xmlns:a="http://schemas.openxmlformats.org/drawingml/2006/main" noGrp="1"/>
          </p:cNvSpPr>
          <p:nvPr/>
        </p:nvSpPr>
        <p:spPr>
          <a:xfrm xmlns:a="http://schemas.openxmlformats.org/drawingml/2006/main">
            <a:off x="3419475" y="5381625"/>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60" name="legacy-line-N-0">
            <a:extLst xmlns:a="http://schemas.openxmlformats.org/drawingml/2006/main">
              <a:ext uri="{FF2B5EF4-FFF2-40B4-BE49-F238E27FC236}">
                <a16:creationId xmlns:a16="http://schemas.microsoft.com/office/drawing/2014/main" id="{DA48708E-3969-46D4-94E2-7947929C7A21}"/>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整体成功才发账户通知</a:t>
            </a:r>
          </a:p>
        </p:txBody>
      </p:sp>
      <p:sp>
        <p:nvSpPr>
          <p:cNvPr id="61" name="legacy-line-bg-N-1">
            <a:extLst xmlns:a="http://schemas.openxmlformats.org/drawingml/2006/main">
              <a:ext uri="{FF2B5EF4-FFF2-40B4-BE49-F238E27FC236}">
                <a16:creationId xmlns:a16="http://schemas.microsoft.com/office/drawing/2014/main" id="{F68601A4-261D-434C-8427-88961BD850F0}"/>
              </a:ext>
            </a:extLst>
          </p:cNvPr>
          <p:cNvSpPr>
            <a:spLocks xmlns:a="http://schemas.openxmlformats.org/drawingml/2006/main" noGrp="1"/>
          </p:cNvSpPr>
          <p:nvPr/>
        </p:nvSpPr>
        <p:spPr>
          <a:xfrm xmlns:a="http://schemas.openxmlformats.org/drawingml/2006/main">
            <a:off x="3419475" y="5619750"/>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62" name="legacy-line-N-1">
            <a:extLst xmlns:a="http://schemas.openxmlformats.org/drawingml/2006/main">
              <a:ext uri="{FF2B5EF4-FFF2-40B4-BE49-F238E27FC236}">
                <a16:creationId xmlns:a16="http://schemas.microsoft.com/office/drawing/2014/main" id="{FD0D72F4-CA89-4242-9C8E-8A92513B010A}"/>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CoreServiceSim 返回原结果</a:t>
            </a:r>
          </a:p>
        </p:txBody>
      </p:sp>
      <p:sp>
        <p:nvSpPr>
          <p:cNvPr id="63" name="legacy-flow-note">
            <a:extLst xmlns:a="http://schemas.openxmlformats.org/drawingml/2006/main">
              <a:ext uri="{FF2B5EF4-FFF2-40B4-BE49-F238E27FC236}">
                <a16:creationId xmlns:a16="http://schemas.microsoft.com/office/drawing/2014/main" id="{EE146EF2-AA27-43D3-A38F-28EC55763876}"/>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SetShowNumber · 普通路径；省略透传函数及中间调用栈</a:t>
            </a:r>
          </a:p>
        </p:txBody>
      </p:sp>
      <p:sp>
        <p:nvSpPr>
          <p:cNvPr id="64" name="application-label">
            <a:extLst xmlns:a="http://schemas.openxmlformats.org/drawingml/2006/main">
              <a:ext uri="{FF2B5EF4-FFF2-40B4-BE49-F238E27FC236}">
                <a16:creationId xmlns:a16="http://schemas.microsoft.com/office/drawing/2014/main" id="{B0C36383-5DB8-41BC-ACBA-4EABCB04800E}"/>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65" name="domain-label">
            <a:extLst xmlns:a="http://schemas.openxmlformats.org/drawingml/2006/main">
              <a:ext uri="{FF2B5EF4-FFF2-40B4-BE49-F238E27FC236}">
                <a16:creationId xmlns:a16="http://schemas.microsoft.com/office/drawing/2014/main" id="{4D60FE22-3677-45EB-B883-1519AF9314B8}"/>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66" name="target-edge-OT">
            <a:extLst xmlns:a="http://schemas.openxmlformats.org/drawingml/2006/main">
              <a:ext uri="{FF2B5EF4-FFF2-40B4-BE49-F238E27FC236}">
                <a16:creationId xmlns:a16="http://schemas.microsoft.com/office/drawing/2014/main" id="{188B0D4B-AC35-4A4F-BB12-2EE5000BF31E}"/>
              </a:ext>
            </a:extLst>
          </p:cNvPr>
          <p:cNvSpPr>
            <a:spLocks xmlns:a="http://schemas.openxmlformats.org/drawingml/2006/main" noGrp="1"/>
          </p:cNvSpPr>
          <p:nvPr/>
        </p:nvSpPr>
        <p:spPr>
          <a:xfrm xmlns:a="http://schemas.openxmlformats.org/drawingml/2006/main">
            <a:off x="8172450" y="3633788"/>
            <a:ext cx="180975" cy="9525"/>
          </a:xfrm>
          <a:custGeom xmlns:a="http://schemas.openxmlformats.org/drawingml/2006/main">
            <a:pathLst>
              <a:path w="180975" h="9525">
                <a:moveTo>
                  <a:pt x="0" y="4763"/>
                </a:moveTo>
                <a:lnTo>
                  <a:pt x="180975" y="4763"/>
                </a:lnTo>
              </a:path>
            </a:pathLst>
          </a:custGeom>
          <a:noFill xmlns:a="http://schemas.openxmlformats.org/drawingml/2006/main"/>
          <a:ln xmlns:a="http://schemas.openxmlformats.org/drawingml/2006/main" w="16193">
            <a:solidFill>
              <a:srgbClr val="246AB8"/>
            </a:solidFill>
            <a:prstDash val="solid"/>
          </a:ln>
        </p:spPr>
      </p:sp>
      <p:sp>
        <p:nvSpPr>
          <p:cNvPr id="67" name="target-edge-OT-head">
            <a:extLst xmlns:a="http://schemas.openxmlformats.org/drawingml/2006/main">
              <a:ext uri="{FF2B5EF4-FFF2-40B4-BE49-F238E27FC236}">
                <a16:creationId xmlns:a16="http://schemas.microsoft.com/office/drawing/2014/main" id="{12CB00B1-6ADF-4E83-AE5D-AEB52711F2D1}"/>
              </a:ext>
            </a:extLst>
          </p:cNvPr>
          <p:cNvSpPr>
            <a:spLocks xmlns:a="http://schemas.openxmlformats.org/drawingml/2006/main" noGrp="1"/>
          </p:cNvSpPr>
          <p:nvPr/>
        </p:nvSpPr>
        <p:spPr>
          <a:xfrm xmlns:a="http://schemas.openxmlformats.org/drawingml/2006/main">
            <a:off x="8296275" y="3609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68" name="target-edge-TO">
            <a:extLst xmlns:a="http://schemas.openxmlformats.org/drawingml/2006/main">
              <a:ext uri="{FF2B5EF4-FFF2-40B4-BE49-F238E27FC236}">
                <a16:creationId xmlns:a16="http://schemas.microsoft.com/office/drawing/2014/main" id="{BC102B7B-D200-4326-BCFA-25C24640B329}"/>
              </a:ext>
            </a:extLst>
          </p:cNvPr>
          <p:cNvSpPr>
            <a:spLocks xmlns:a="http://schemas.openxmlformats.org/drawingml/2006/main" noGrp="1"/>
          </p:cNvSpPr>
          <p:nvPr/>
        </p:nvSpPr>
        <p:spPr>
          <a:xfrm xmlns:a="http://schemas.openxmlformats.org/drawingml/2006/main">
            <a:off x="8172450" y="3938588"/>
            <a:ext cx="180975" cy="9525"/>
          </a:xfrm>
          <a:custGeom xmlns:a="http://schemas.openxmlformats.org/drawingml/2006/main">
            <a:pathLst>
              <a:path w="180975" h="9525">
                <a:moveTo>
                  <a:pt x="180975" y="4763"/>
                </a:moveTo>
                <a:lnTo>
                  <a:pt x="0" y="4763"/>
                </a:lnTo>
              </a:path>
            </a:pathLst>
          </a:custGeom>
          <a:noFill xmlns:a="http://schemas.openxmlformats.org/drawingml/2006/main"/>
          <a:ln xmlns:a="http://schemas.openxmlformats.org/drawingml/2006/main" w="16193">
            <a:solidFill>
              <a:srgbClr val="246AB8"/>
            </a:solidFill>
            <a:prstDash val="solid"/>
          </a:ln>
        </p:spPr>
      </p:sp>
      <p:sp>
        <p:nvSpPr>
          <p:cNvPr id="69" name="target-edge-TO-head">
            <a:extLst xmlns:a="http://schemas.openxmlformats.org/drawingml/2006/main">
              <a:ext uri="{FF2B5EF4-FFF2-40B4-BE49-F238E27FC236}">
                <a16:creationId xmlns:a16="http://schemas.microsoft.com/office/drawing/2014/main" id="{B4B59A79-01E6-4984-9980-F8BB803DC4E7}"/>
              </a:ext>
            </a:extLst>
          </p:cNvPr>
          <p:cNvSpPr>
            <a:spLocks xmlns:a="http://schemas.openxmlformats.org/drawingml/2006/main" noGrp="1"/>
          </p:cNvSpPr>
          <p:nvPr/>
        </p:nvSpPr>
        <p:spPr>
          <a:xfrm xmlns:a="http://schemas.openxmlformats.org/drawingml/2006/main">
            <a:off x="8172450" y="39147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6193">
            <a:solidFill>
              <a:srgbClr val="246AB8"/>
            </a:solidFill>
            <a:prstDash val="solid"/>
          </a:ln>
        </p:spPr>
      </p:sp>
      <p:sp>
        <p:nvSpPr>
          <p:cNvPr id="70" name="target-edge-TD">
            <a:extLst xmlns:a="http://schemas.openxmlformats.org/drawingml/2006/main">
              <a:ext uri="{FF2B5EF4-FFF2-40B4-BE49-F238E27FC236}">
                <a16:creationId xmlns:a16="http://schemas.microsoft.com/office/drawing/2014/main" id="{00F40AE4-A796-4788-BDB5-3403E4D84626}"/>
              </a:ext>
            </a:extLst>
          </p:cNvPr>
          <p:cNvSpPr>
            <a:spLocks xmlns:a="http://schemas.openxmlformats.org/drawingml/2006/main" noGrp="1"/>
          </p:cNvSpPr>
          <p:nvPr/>
        </p:nvSpPr>
        <p:spPr>
          <a:xfrm xmlns:a="http://schemas.openxmlformats.org/drawingml/2006/main">
            <a:off x="9139238"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71" name="target-edge-TD-head">
            <a:extLst xmlns:a="http://schemas.openxmlformats.org/drawingml/2006/main">
              <a:ext uri="{FF2B5EF4-FFF2-40B4-BE49-F238E27FC236}">
                <a16:creationId xmlns:a16="http://schemas.microsoft.com/office/drawing/2014/main" id="{A0A51D8A-2B13-4CF2-9B7B-1FF40D32D329}"/>
              </a:ext>
            </a:extLst>
          </p:cNvPr>
          <p:cNvSpPr>
            <a:spLocks xmlns:a="http://schemas.openxmlformats.org/drawingml/2006/main" noGrp="1"/>
          </p:cNvSpPr>
          <p:nvPr/>
        </p:nvSpPr>
        <p:spPr>
          <a:xfrm xmlns:a="http://schemas.openxmlformats.org/drawingml/2006/main">
            <a:off x="9115425"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72" name="target-edge-TI">
            <a:extLst xmlns:a="http://schemas.openxmlformats.org/drawingml/2006/main">
              <a:ext uri="{FF2B5EF4-FFF2-40B4-BE49-F238E27FC236}">
                <a16:creationId xmlns:a16="http://schemas.microsoft.com/office/drawing/2014/main" id="{68042136-1069-46DB-9502-8C9007016234}"/>
              </a:ext>
            </a:extLst>
          </p:cNvPr>
          <p:cNvSpPr>
            <a:spLocks xmlns:a="http://schemas.openxmlformats.org/drawingml/2006/main" noGrp="1"/>
          </p:cNvSpPr>
          <p:nvPr/>
        </p:nvSpPr>
        <p:spPr>
          <a:xfrm xmlns:a="http://schemas.openxmlformats.org/drawingml/2006/main">
            <a:off x="9934575" y="3886200"/>
            <a:ext cx="533400" cy="1352550"/>
          </a:xfrm>
          <a:custGeom xmlns:a="http://schemas.openxmlformats.org/drawingml/2006/main">
            <a:pathLst>
              <a:path w="533400" h="1352550">
                <a:moveTo>
                  <a:pt x="0" y="0"/>
                </a:moveTo>
                <a:lnTo>
                  <a:pt x="85725" y="0"/>
                </a:lnTo>
                <a:lnTo>
                  <a:pt x="85725" y="1152525"/>
                </a:lnTo>
                <a:lnTo>
                  <a:pt x="533400" y="1152525"/>
                </a:lnTo>
                <a:lnTo>
                  <a:pt x="533400" y="1352550"/>
                </a:lnTo>
              </a:path>
            </a:pathLst>
          </a:custGeom>
          <a:noFill xmlns:a="http://schemas.openxmlformats.org/drawingml/2006/main"/>
          <a:ln xmlns:a="http://schemas.openxmlformats.org/drawingml/2006/main" w="16193">
            <a:solidFill>
              <a:srgbClr val="246AB8"/>
            </a:solidFill>
            <a:prstDash val="solid"/>
          </a:ln>
        </p:spPr>
      </p:sp>
      <p:sp>
        <p:nvSpPr>
          <p:cNvPr id="73" name="target-edge-TI-head">
            <a:extLst xmlns:a="http://schemas.openxmlformats.org/drawingml/2006/main">
              <a:ext uri="{FF2B5EF4-FFF2-40B4-BE49-F238E27FC236}">
                <a16:creationId xmlns:a16="http://schemas.microsoft.com/office/drawing/2014/main" id="{5708EA1C-E2A5-408C-A446-D6B8CECC4514}"/>
              </a:ext>
            </a:extLst>
          </p:cNvPr>
          <p:cNvSpPr>
            <a:spLocks xmlns:a="http://schemas.openxmlformats.org/drawingml/2006/main" noGrp="1"/>
          </p:cNvSpPr>
          <p:nvPr/>
        </p:nvSpPr>
        <p:spPr>
          <a:xfrm xmlns:a="http://schemas.openxmlformats.org/drawingml/2006/main">
            <a:off x="10439400" y="51816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74" name="target-edge-label-TI">
            <a:extLst xmlns:a="http://schemas.openxmlformats.org/drawingml/2006/main">
              <a:ext uri="{FF2B5EF4-FFF2-40B4-BE49-F238E27FC236}">
                <a16:creationId xmlns:a16="http://schemas.microsoft.com/office/drawing/2014/main" id="{1F558E4A-6933-467D-A1BE-4E3F5CF9C479}"/>
              </a:ext>
            </a:extLst>
          </p:cNvPr>
          <p:cNvSpPr>
            <a:spLocks xmlns:a="http://schemas.openxmlformats.org/drawingml/2006/main" noGrp="1"/>
          </p:cNvSpPr>
          <p:nvPr/>
        </p:nvSpPr>
        <p:spPr>
          <a:xfrm xmlns:a="http://schemas.openxmlformats.org/drawingml/2006/main">
            <a:off x="10086975" y="5038725"/>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存储</a:t>
            </a:r>
          </a:p>
        </p:txBody>
      </p:sp>
      <p:sp>
        <p:nvSpPr>
          <p:cNvPr id="75" name="target-edge-OC">
            <a:extLst xmlns:a="http://schemas.openxmlformats.org/drawingml/2006/main">
              <a:ext uri="{FF2B5EF4-FFF2-40B4-BE49-F238E27FC236}">
                <a16:creationId xmlns:a16="http://schemas.microsoft.com/office/drawing/2014/main" id="{95ED22A7-DCED-455C-90D0-7C06E3041BD5}"/>
              </a:ext>
            </a:extLst>
          </p:cNvPr>
          <p:cNvSpPr>
            <a:spLocks xmlns:a="http://schemas.openxmlformats.org/drawingml/2006/main" noGrp="1"/>
          </p:cNvSpPr>
          <p:nvPr/>
        </p:nvSpPr>
        <p:spPr>
          <a:xfrm xmlns:a="http://schemas.openxmlformats.org/drawingml/2006/main">
            <a:off x="6219825" y="2876550"/>
            <a:ext cx="371475" cy="600075"/>
          </a:xfrm>
          <a:custGeom xmlns:a="http://schemas.openxmlformats.org/drawingml/2006/main">
            <a:pathLst>
              <a:path w="371475" h="600075">
                <a:moveTo>
                  <a:pt x="371475" y="600075"/>
                </a:moveTo>
                <a:lnTo>
                  <a:pt x="0" y="600075"/>
                </a:lnTo>
                <a:lnTo>
                  <a:pt x="0" y="0"/>
                </a:lnTo>
                <a:lnTo>
                  <a:pt x="371475" y="0"/>
                </a:lnTo>
              </a:path>
            </a:pathLst>
          </a:custGeom>
          <a:noFill xmlns:a="http://schemas.openxmlformats.org/drawingml/2006/main"/>
          <a:ln xmlns:a="http://schemas.openxmlformats.org/drawingml/2006/main" w="16193">
            <a:solidFill>
              <a:srgbClr val="246AB8"/>
            </a:solidFill>
            <a:prstDash val="solid"/>
          </a:ln>
        </p:spPr>
      </p:sp>
      <p:sp>
        <p:nvSpPr>
          <p:cNvPr id="76" name="target-edge-OC-head">
            <a:extLst xmlns:a="http://schemas.openxmlformats.org/drawingml/2006/main">
              <a:ext uri="{FF2B5EF4-FFF2-40B4-BE49-F238E27FC236}">
                <a16:creationId xmlns:a16="http://schemas.microsoft.com/office/drawing/2014/main" id="{CBE7CF09-B7E5-4B6E-BC82-469FBB4BC226}"/>
              </a:ext>
            </a:extLst>
          </p:cNvPr>
          <p:cNvSpPr>
            <a:spLocks xmlns:a="http://schemas.openxmlformats.org/drawingml/2006/main" noGrp="1"/>
          </p:cNvSpPr>
          <p:nvPr/>
        </p:nvSpPr>
        <p:spPr>
          <a:xfrm xmlns:a="http://schemas.openxmlformats.org/drawingml/2006/main">
            <a:off x="6534150" y="2847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77" name="target-edge-label-OC">
            <a:extLst xmlns:a="http://schemas.openxmlformats.org/drawingml/2006/main">
              <a:ext uri="{FF2B5EF4-FFF2-40B4-BE49-F238E27FC236}">
                <a16:creationId xmlns:a16="http://schemas.microsoft.com/office/drawing/2014/main" id="{61D2C405-D136-44E9-B967-8F5406CAE6F2}"/>
              </a:ext>
            </a:extLst>
          </p:cNvPr>
          <p:cNvSpPr>
            <a:spLocks xmlns:a="http://schemas.openxmlformats.org/drawingml/2006/main" noGrp="1"/>
          </p:cNvSpPr>
          <p:nvPr/>
        </p:nvSpPr>
        <p:spPr>
          <a:xfrm xmlns:a="http://schemas.openxmlformats.org/drawingml/2006/main">
            <a:off x="6143625" y="3200400"/>
            <a:ext cx="3619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完成</a:t>
            </a:r>
          </a:p>
        </p:txBody>
      </p:sp>
      <p:sp>
        <p:nvSpPr>
          <p:cNvPr id="78" name="target-node-C">
            <a:extLst xmlns:a="http://schemas.openxmlformats.org/drawingml/2006/main">
              <a:ext uri="{FF2B5EF4-FFF2-40B4-BE49-F238E27FC236}">
                <a16:creationId xmlns:a16="http://schemas.microsoft.com/office/drawing/2014/main" id="{D852E60C-795B-441C-BF3F-5B8E8E0CF15C}"/>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EAF1FB"/>
          </a:solidFill>
          <a:ln xmlns:a="http://schemas.openxmlformats.org/drawingml/2006/main" w="14288">
            <a:solidFill>
              <a:srgbClr val="246AB8"/>
            </a:solidFill>
            <a:prstDash val="solid"/>
          </a:ln>
        </p:spPr>
      </p:sp>
      <p:sp>
        <p:nvSpPr>
          <p:cNvPr id="79" name="target-title-C">
            <a:extLst xmlns:a="http://schemas.openxmlformats.org/drawingml/2006/main">
              <a:ext uri="{FF2B5EF4-FFF2-40B4-BE49-F238E27FC236}">
                <a16:creationId xmlns:a16="http://schemas.microsoft.com/office/drawing/2014/main" id="{11A006C9-A021-49B3-99B8-0E2A9463A95B}"/>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C 旧接口兼容</a:t>
            </a:r>
          </a:p>
        </p:txBody>
      </p:sp>
      <p:sp>
        <p:nvSpPr>
          <p:cNvPr id="80" name="target-alias-C">
            <a:extLst xmlns:a="http://schemas.openxmlformats.org/drawingml/2006/main">
              <a:ext uri="{FF2B5EF4-FFF2-40B4-BE49-F238E27FC236}">
                <a16:creationId xmlns:a16="http://schemas.microsoft.com/office/drawing/2014/main" id="{59E5CCD5-1F28-46A5-B561-EF224294B0D2}"/>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56657A"/>
                </a:solidFill>
                <a:latin typeface="Microsoft YaHei"/>
                <a:ea typeface="Microsoft YaHei"/>
                <a:cs typeface="Microsoft YaHei"/>
              </a:defRPr>
            </a:defPPr>
            <a:lvl1pPr algn="l">
              <a:defRPr sz="1238" b="0">
                <a:solidFill>
                  <a:srgbClr val="56657A"/>
                </a:solidFill>
                <a:latin typeface="Microsoft YaHei"/>
                <a:ea typeface="Microsoft YaHei"/>
                <a:cs typeface="Microsoft YaHei"/>
              </a:defRPr>
            </a:lvl1pPr>
            <a:lvl2pPr algn="l">
              <a:defRPr sz="1238" b="0">
                <a:solidFill>
                  <a:srgbClr val="56657A"/>
                </a:solidFill>
                <a:latin typeface="Microsoft YaHei"/>
                <a:ea typeface="Microsoft YaHei"/>
                <a:cs typeface="Microsoft YaHei"/>
              </a:defRPr>
            </a:lvl2pPr>
            <a:lvl3pPr algn="l">
              <a:defRPr sz="1238" b="0">
                <a:solidFill>
                  <a:srgbClr val="56657A"/>
                </a:solidFill>
                <a:latin typeface="Microsoft YaHei"/>
                <a:ea typeface="Microsoft YaHei"/>
                <a:cs typeface="Microsoft YaHei"/>
              </a:defRPr>
            </a:lvl3pPr>
            <a:lvl4pPr algn="l">
              <a:defRPr sz="1238" b="0">
                <a:solidFill>
                  <a:srgbClr val="56657A"/>
                </a:solidFill>
                <a:latin typeface="Microsoft YaHei"/>
                <a:ea typeface="Microsoft YaHei"/>
                <a:cs typeface="Microsoft YaHei"/>
              </a:defRPr>
            </a:lvl4pPr>
            <a:lvl5pPr algn="l">
              <a:defRPr sz="1238" b="0">
                <a:solidFill>
                  <a:srgbClr val="56657A"/>
                </a:solidFill>
                <a:latin typeface="Microsoft YaHei"/>
                <a:ea typeface="Microsoft YaHei"/>
                <a:cs typeface="Microsoft YaHei"/>
              </a:defRPr>
            </a:lvl5pPr>
            <a:lvl6pPr algn="l">
              <a:defRPr sz="1238" b="0">
                <a:solidFill>
                  <a:srgbClr val="56657A"/>
                </a:solidFill>
                <a:latin typeface="Microsoft YaHei"/>
                <a:ea typeface="Microsoft YaHei"/>
                <a:cs typeface="Microsoft YaHei"/>
              </a:defRPr>
            </a:lvl6pPr>
            <a:lvl7pPr algn="l">
              <a:defRPr sz="1238" b="0">
                <a:solidFill>
                  <a:srgbClr val="56657A"/>
                </a:solidFill>
                <a:latin typeface="Microsoft YaHei"/>
                <a:ea typeface="Microsoft YaHei"/>
                <a:cs typeface="Microsoft YaHei"/>
              </a:defRPr>
            </a:lvl7pPr>
            <a:lvl8pPr algn="l">
              <a:defRPr sz="1238" b="0">
                <a:solidFill>
                  <a:srgbClr val="56657A"/>
                </a:solidFill>
                <a:latin typeface="Microsoft YaHei"/>
                <a:ea typeface="Microsoft YaHei"/>
                <a:cs typeface="Microsoft YaHei"/>
              </a:defRPr>
            </a:lvl8pPr>
            <a:lvl9pPr algn="l">
              <a:defRPr sz="1238" b="0">
                <a:solidFill>
                  <a:srgbClr val="56657A"/>
                </a:solidFill>
                <a:latin typeface="Microsoft YaHei"/>
                <a:ea typeface="Microsoft YaHei"/>
                <a:cs typeface="Microsoft YaHei"/>
              </a:defRPr>
            </a:lvl9pPr>
          </a:lstStyle>
          <a:p xmlns:a="http://schemas.openxmlformats.org/drawingml/2006/main">
            <a:pPr algn="l">
              <a:lnSpc>
                <a:spcPct val="102000"/>
              </a:lnSpc>
              <a:buNone/>
              <a:defRPr sz="1238" b="0">
                <a:solidFill>
                  <a:srgbClr val="56657A"/>
                </a:solidFill>
                <a:latin typeface="Microsoft YaHei"/>
                <a:ea typeface="Microsoft YaHei"/>
                <a:cs typeface="Microsoft YaHei"/>
              </a:defRPr>
            </a:pPr>
            <a:r>
              <a:rPr sz="1238" b="0">
                <a:solidFill>
                  <a:srgbClr val="56657A"/>
                </a:solidFill>
                <a:latin typeface="Microsoft YaHei"/>
                <a:ea typeface="Microsoft YaHei"/>
                <a:cs typeface="Microsoft YaHei"/>
              </a:rPr>
              <a:t>旧签名 / 权限 / 错误 / 返回与回调</a:t>
            </a:r>
          </a:p>
        </p:txBody>
      </p:sp>
      <p:sp>
        <p:nvSpPr>
          <p:cNvPr id="81" name="target-func-C">
            <a:extLst xmlns:a="http://schemas.openxmlformats.org/drawingml/2006/main">
              <a:ext uri="{FF2B5EF4-FFF2-40B4-BE49-F238E27FC236}">
                <a16:creationId xmlns:a16="http://schemas.microsoft.com/office/drawing/2014/main" id="{9AFB0C21-209E-40B9-A63E-49911F7E7084}"/>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仅整体成功发账户通知；回调仍返回原结果</a:t>
            </a:r>
          </a:p>
        </p:txBody>
      </p:sp>
      <p:sp>
        <p:nvSpPr>
          <p:cNvPr id="82" name="target-node-O">
            <a:extLst xmlns:a="http://schemas.openxmlformats.org/drawingml/2006/main">
              <a:ext uri="{FF2B5EF4-FFF2-40B4-BE49-F238E27FC236}">
                <a16:creationId xmlns:a16="http://schemas.microsoft.com/office/drawing/2014/main" id="{32AB7229-DCCB-4443-86FC-5983D008F27B}"/>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83" name="target-title-O">
            <a:extLst xmlns:a="http://schemas.openxmlformats.org/drawingml/2006/main">
              <a:ext uri="{FF2B5EF4-FFF2-40B4-BE49-F238E27FC236}">
                <a16:creationId xmlns:a16="http://schemas.microsoft.com/office/drawing/2014/main" id="{9BD7B497-C076-42D9-BFA1-B710FF57B59A}"/>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84" name="target-alias-O">
            <a:extLst xmlns:a="http://schemas.openxmlformats.org/drawingml/2006/main">
              <a:ext uri="{FF2B5EF4-FFF2-40B4-BE49-F238E27FC236}">
                <a16:creationId xmlns:a16="http://schemas.microsoft.com/office/drawing/2014/main" id="{A1C89696-1C60-4DB7-AA0F-03A035811688}"/>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85" name="target-func-O">
            <a:extLst xmlns:a="http://schemas.openxmlformats.org/drawingml/2006/main">
              <a:ext uri="{FF2B5EF4-FFF2-40B4-BE49-F238E27FC236}">
                <a16:creationId xmlns:a16="http://schemas.microsoft.com/office/drawing/2014/main" id="{358A4489-F0B5-44D1-AFFA-14D367BBD844}"/>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步骤 / 等待 / 效果</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唯一重试与终态</a:t>
            </a:r>
          </a:p>
        </p:txBody>
      </p:sp>
      <p:sp>
        <p:nvSpPr>
          <p:cNvPr id="86" name="target-node-T">
            <a:extLst xmlns:a="http://schemas.openxmlformats.org/drawingml/2006/main">
              <a:ext uri="{FF2B5EF4-FFF2-40B4-BE49-F238E27FC236}">
                <a16:creationId xmlns:a16="http://schemas.microsoft.com/office/drawing/2014/main" id="{524A4800-9102-4C47-8940-3642B0F6A966}"/>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87" name="target-title-T">
            <a:extLst xmlns:a="http://schemas.openxmlformats.org/drawingml/2006/main">
              <a:ext uri="{FF2B5EF4-FFF2-40B4-BE49-F238E27FC236}">
                <a16:creationId xmlns:a16="http://schemas.microsoft.com/office/drawing/2014/main" id="{DA2133B6-40AB-49EC-8CD3-7D79BD81C197}"/>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88" name="target-alias-T">
            <a:extLst xmlns:a="http://schemas.openxmlformats.org/drawingml/2006/main">
              <a:ext uri="{FF2B5EF4-FFF2-40B4-BE49-F238E27FC236}">
                <a16:creationId xmlns:a16="http://schemas.microsoft.com/office/drawing/2014/main" id="{7F85EE92-0498-46A3-B37F-2ED5618F6D24}"/>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89" name="target-func-T">
            <a:extLst xmlns:a="http://schemas.openxmlformats.org/drawingml/2006/main">
              <a:ext uri="{FF2B5EF4-FFF2-40B4-BE49-F238E27FC236}">
                <a16:creationId xmlns:a16="http://schemas.microsoft.com/office/drawing/2014/main" id="{1C9573EF-A4F5-48F7-A571-A728743EBF0D}"/>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账户资料分步接纳</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保留 DB 后缓存检查</a:t>
            </a:r>
          </a:p>
        </p:txBody>
      </p:sp>
      <p:sp>
        <p:nvSpPr>
          <p:cNvPr id="90" name="target-node-A">
            <a:extLst xmlns:a="http://schemas.openxmlformats.org/drawingml/2006/main">
              <a:ext uri="{FF2B5EF4-FFF2-40B4-BE49-F238E27FC236}">
                <a16:creationId xmlns:a16="http://schemas.microsoft.com/office/drawing/2014/main" id="{EEFC446E-C024-4008-94EB-9C79BD815375}"/>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91" name="target-title-A">
            <a:extLst xmlns:a="http://schemas.openxmlformats.org/drawingml/2006/main">
              <a:ext uri="{FF2B5EF4-FFF2-40B4-BE49-F238E27FC236}">
                <a16:creationId xmlns:a16="http://schemas.microsoft.com/office/drawing/2014/main" id="{B30BD6FF-5CAD-438C-B332-65A5BCD75644}"/>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92" name="target-alias-A">
            <a:extLst xmlns:a="http://schemas.openxmlformats.org/drawingml/2006/main">
              <a:ext uri="{FF2B5EF4-FFF2-40B4-BE49-F238E27FC236}">
                <a16:creationId xmlns:a16="http://schemas.microsoft.com/office/drawing/2014/main" id="{840C903A-83FC-4DB4-A4C8-60BF6E1FFCDC}"/>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93" name="target-func-A">
            <a:extLst xmlns:a="http://schemas.openxmlformats.org/drawingml/2006/main">
              <a:ext uri="{FF2B5EF4-FFF2-40B4-BE49-F238E27FC236}">
                <a16:creationId xmlns:a16="http://schemas.microsoft.com/office/drawing/2014/main" id="{4D3D4135-246A-488E-BCC1-DA82C074EFEF}"/>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角色意图 / 分配约束</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本流程不改默认角色</a:t>
            </a:r>
          </a:p>
        </p:txBody>
      </p:sp>
      <p:sp>
        <p:nvSpPr>
          <p:cNvPr id="94" name="target-node-DO">
            <a:extLst xmlns:a="http://schemas.openxmlformats.org/drawingml/2006/main">
              <a:ext uri="{FF2B5EF4-FFF2-40B4-BE49-F238E27FC236}">
                <a16:creationId xmlns:a16="http://schemas.microsoft.com/office/drawing/2014/main" id="{6C05EACB-49EB-4EE0-A374-45389DD15F0C}"/>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95" name="target-title-DO">
            <a:extLst xmlns:a="http://schemas.openxmlformats.org/drawingml/2006/main">
              <a:ext uri="{FF2B5EF4-FFF2-40B4-BE49-F238E27FC236}">
                <a16:creationId xmlns:a16="http://schemas.microsoft.com/office/drawing/2014/main" id="{EE2E27A5-F782-47CD-9B14-4AFFE1E75F0F}"/>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OperationContext</a:t>
            </a:r>
          </a:p>
        </p:txBody>
      </p:sp>
      <p:sp>
        <p:nvSpPr>
          <p:cNvPr id="96" name="target-func-DO">
            <a:extLst xmlns:a="http://schemas.openxmlformats.org/drawingml/2006/main">
              <a:ext uri="{FF2B5EF4-FFF2-40B4-BE49-F238E27FC236}">
                <a16:creationId xmlns:a16="http://schemas.microsoft.com/office/drawing/2014/main" id="{948D2484-878D-4D9C-AAC6-361A36B5A1EA}"/>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纯操作状态 / 值对象</a:t>
            </a:r>
          </a:p>
        </p:txBody>
      </p:sp>
      <p:sp>
        <p:nvSpPr>
          <p:cNvPr id="97" name="target-node-DT">
            <a:extLst xmlns:a="http://schemas.openxmlformats.org/drawingml/2006/main">
              <a:ext uri="{FF2B5EF4-FFF2-40B4-BE49-F238E27FC236}">
                <a16:creationId xmlns:a16="http://schemas.microsoft.com/office/drawing/2014/main" id="{EEDAFCA6-444E-41E4-9E70-B2DE158582C5}"/>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98" name="target-title-DT">
            <a:extLst xmlns:a="http://schemas.openxmlformats.org/drawingml/2006/main">
              <a:ext uri="{FF2B5EF4-FFF2-40B4-BE49-F238E27FC236}">
                <a16:creationId xmlns:a16="http://schemas.microsoft.com/office/drawing/2014/main" id="{B505AA0D-5BAB-4E3B-BD71-70DEB9AEBAA4}"/>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TopologyAggregate</a:t>
            </a:r>
          </a:p>
        </p:txBody>
      </p:sp>
      <p:sp>
        <p:nvSpPr>
          <p:cNvPr id="99" name="target-func-DT">
            <a:extLst xmlns:a="http://schemas.openxmlformats.org/drawingml/2006/main">
              <a:ext uri="{FF2B5EF4-FFF2-40B4-BE49-F238E27FC236}">
                <a16:creationId xmlns:a16="http://schemas.microsoft.com/office/drawing/2014/main" id="{7FF050F2-1FC2-4200-8109-7F07E1ACEC88}"/>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纯账户 / 绑定规则</a:t>
            </a:r>
          </a:p>
        </p:txBody>
      </p:sp>
      <p:sp>
        <p:nvSpPr>
          <p:cNvPr id="100" name="target-node-DA">
            <a:extLst xmlns:a="http://schemas.openxmlformats.org/drawingml/2006/main">
              <a:ext uri="{FF2B5EF4-FFF2-40B4-BE49-F238E27FC236}">
                <a16:creationId xmlns:a16="http://schemas.microsoft.com/office/drawing/2014/main" id="{E9C3AE66-C1FE-4690-AFC6-A97D167FC40E}"/>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101" name="target-title-DA">
            <a:extLst xmlns:a="http://schemas.openxmlformats.org/drawingml/2006/main">
              <a:ext uri="{FF2B5EF4-FFF2-40B4-BE49-F238E27FC236}">
                <a16:creationId xmlns:a16="http://schemas.microsoft.com/office/drawing/2014/main" id="{38FB9963-DC83-4F21-82F3-C36B05C3BEFA}"/>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102" name="target-func-DA">
            <a:extLst xmlns:a="http://schemas.openxmlformats.org/drawingml/2006/main">
              <a:ext uri="{FF2B5EF4-FFF2-40B4-BE49-F238E27FC236}">
                <a16:creationId xmlns:a16="http://schemas.microsoft.com/office/drawing/2014/main" id="{DC1B36E1-F2C0-4AE6-BEA8-0F47CA4D8678}"/>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103" name="target-node-R">
            <a:extLst xmlns:a="http://schemas.openxmlformats.org/drawingml/2006/main">
              <a:ext uri="{FF2B5EF4-FFF2-40B4-BE49-F238E27FC236}">
                <a16:creationId xmlns:a16="http://schemas.microsoft.com/office/drawing/2014/main" id="{C98C9CC9-A878-4154-9611-5E4832967A1D}"/>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104" name="target-title-R">
            <a:extLst xmlns:a="http://schemas.openxmlformats.org/drawingml/2006/main">
              <a:ext uri="{FF2B5EF4-FFF2-40B4-BE49-F238E27FC236}">
                <a16:creationId xmlns:a16="http://schemas.microsoft.com/office/drawing/2014/main" id="{E62BEEE2-2D45-4DB8-85D6-6A5D42D1C9A5}"/>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R 卡运行 · CardRuntime</a:t>
            </a:r>
          </a:p>
        </p:txBody>
      </p:sp>
      <p:sp>
        <p:nvSpPr>
          <p:cNvPr id="105" name="target-func-R">
            <a:extLst xmlns:a="http://schemas.openxmlformats.org/drawingml/2006/main">
              <a:ext uri="{FF2B5EF4-FFF2-40B4-BE49-F238E27FC236}">
                <a16:creationId xmlns:a16="http://schemas.microsoft.com/office/drawing/2014/main" id="{8E24863C-9BB0-4506-8C6F-B5BA793545E6}"/>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Session / Request / 卡侧缓存</a:t>
            </a:r>
          </a:p>
        </p:txBody>
      </p:sp>
      <p:sp>
        <p:nvSpPr>
          <p:cNvPr id="106" name="target-node-I">
            <a:extLst xmlns:a="http://schemas.openxmlformats.org/drawingml/2006/main">
              <a:ext uri="{FF2B5EF4-FFF2-40B4-BE49-F238E27FC236}">
                <a16:creationId xmlns:a16="http://schemas.microsoft.com/office/drawing/2014/main" id="{075C0ACE-206A-4B21-93DC-D7FEF18755B5}"/>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107" name="target-title-I">
            <a:extLst xmlns:a="http://schemas.openxmlformats.org/drawingml/2006/main">
              <a:ext uri="{FF2B5EF4-FFF2-40B4-BE49-F238E27FC236}">
                <a16:creationId xmlns:a16="http://schemas.microsoft.com/office/drawing/2014/main" id="{69AA10CB-EA78-4A5A-9C32-CC1543599D99}"/>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I 技术适配</a:t>
            </a:r>
          </a:p>
        </p:txBody>
      </p:sp>
      <p:sp>
        <p:nvSpPr>
          <p:cNvPr id="108" name="target-func-I">
            <a:extLst xmlns:a="http://schemas.openxmlformats.org/drawingml/2006/main">
              <a:ext uri="{FF2B5EF4-FFF2-40B4-BE49-F238E27FC236}">
                <a16:creationId xmlns:a16="http://schemas.microsoft.com/office/drawing/2014/main" id="{918B20CB-FA3B-4133-86F3-D62E44CB9B0A}"/>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先 DB；成功后原通知节点</a:t>
            </a:r>
          </a:p>
        </p:txBody>
      </p:sp>
      <p:sp>
        <p:nvSpPr>
          <p:cNvPr id="109" name="host-note">
            <a:extLst xmlns:a="http://schemas.openxmlformats.org/drawingml/2006/main">
              <a:ext uri="{FF2B5EF4-FFF2-40B4-BE49-F238E27FC236}">
                <a16:creationId xmlns:a16="http://schemas.microsoft.com/office/drawing/2014/main" id="{5AAF0A75-E257-4C9A-A21E-90FB6AA42034}"/>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110" name="invariant-rule">
            <a:extLst xmlns:a="http://schemas.openxmlformats.org/drawingml/2006/main">
              <a:ext uri="{FF2B5EF4-FFF2-40B4-BE49-F238E27FC236}">
                <a16:creationId xmlns:a16="http://schemas.microsoft.com/office/drawing/2014/main" id="{3A9B7355-4D12-4BEE-BFED-99C53F8A3B7E}"/>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11" name="invariant">
            <a:extLst xmlns:a="http://schemas.openxmlformats.org/drawingml/2006/main">
              <a:ext uri="{FF2B5EF4-FFF2-40B4-BE49-F238E27FC236}">
                <a16:creationId xmlns:a16="http://schemas.microsoft.com/office/drawing/2014/main" id="{495749FA-2610-424B-8F7E-1E141D10E637}"/>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保持：先卡后账户；卡成功 / DB 失败不回滚；受理返回与业务回调分开。</a:t>
            </a:r>
          </a:p>
        </p:txBody>
      </p:sp>
      <p:sp>
        <p:nvSpPr>
          <p:cNvPr id="112" name="footer">
            <a:extLst xmlns:a="http://schemas.openxmlformats.org/drawingml/2006/main">
              <a:ext uri="{FF2B5EF4-FFF2-40B4-BE49-F238E27FC236}">
                <a16:creationId xmlns:a16="http://schemas.microsoft.com/office/drawing/2014/main" id="{D97BC3E7-9714-4904-A688-B62264384860}"/>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13" name="page-number">
            <a:extLst xmlns:a="http://schemas.openxmlformats.org/drawingml/2006/main">
              <a:ext uri="{FF2B5EF4-FFF2-40B4-BE49-F238E27FC236}">
                <a16:creationId xmlns:a16="http://schemas.microsoft.com/office/drawing/2014/main" id="{4527311C-63BB-470F-AA3A-D53FC5B5C084}"/>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号码 / ⑤ 资料 / 完成</a:t>
            </a:r>
          </a:p>
        </p:txBody>
      </p:sp>
    </p:spTree>
    <p:extLst>
      <p:ext uri="{BB962C8B-B14F-4D97-AF65-F5344CB8AC3E}">
        <p14:creationId xmlns:p14="http://schemas.microsoft.com/office/powerpoint/2010/main" val="623589666"/>
      </p:ext>
    </p:extLst>
  </p:cSld>
  <p:transition spd="fast" advClick="0">
    <p:fade/>
  </p:transition>
</p:sld>
</file>

<file path=ppt/slides/slide24.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6" name="accent">
            <a:extLst xmlns:a="http://schemas.openxmlformats.org/drawingml/2006/main">
              <a:ext uri="{FF2B5EF4-FFF2-40B4-BE49-F238E27FC236}">
                <a16:creationId xmlns:a16="http://schemas.microsoft.com/office/drawing/2014/main" id="{6C347D63-6FB3-441C-B429-9E325FF57465}"/>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063AA2AE-1A7D-41DA-872F-D2CA03F30A9E}"/>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140ADD39-0030-418E-A8D2-E8C837B0D0F3}"/>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A00D8386-B54D-4251-A3F2-979C68C046F0}"/>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33834759-FA01-4D94-9C3F-75149D6A750A}"/>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F8838973-1CCE-4BB2-809F-118B7363E165}"/>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98840963-595A-4113-8DA3-C92482E0302F}"/>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7B25F03C-59D5-4AD6-B7F4-10ED557D2B9F}"/>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FC71D551-7941-4D4C-BFF7-8D09C465B4F8}"/>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C5BBF19F-D39E-4B14-9C5D-96B4D1006ABB}"/>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C69F5406-AD05-4F1A-ABB9-CE0ACB2F4561}"/>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8F901810-BDE6-477B-82D2-A6DDE433014B}"/>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C8C6C903-AD83-4DC2-8997-063038108EED}"/>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FA80AFAC-04AC-4069-8EA1-08194F9297DC}"/>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3C695083-CC3A-4E19-B9A8-56D5D082ABF5}"/>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AE50A1FA-47A0-4B9D-8CF9-FABABDD59B65}"/>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E0DEFFEA-7B68-4F0D-9DC2-293A322DD9B8}"/>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DB234AFA-9B34-4BFF-99CD-9054B482AED1}"/>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回概览"/>
            <a:extLst xmlns:a="http://schemas.openxmlformats.org/drawingml/2006/main">
              <a:ext uri="{FF2B5EF4-FFF2-40B4-BE49-F238E27FC236}">
                <a16:creationId xmlns:a16="http://schemas.microsoft.com/office/drawing/2014/main" id="{9E07A204-53CB-4C23-8B75-2513BBB62D66}"/>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回概览</a:t>
            </a:r>
          </a:p>
        </p:txBody>
      </p:sp>
      <p:sp>
        <p:nvSpPr>
          <p:cNvPr id="20" name="stage-caption">
            <a:extLst xmlns:a="http://schemas.openxmlformats.org/drawingml/2006/main">
              <a:ext uri="{FF2B5EF4-FFF2-40B4-BE49-F238E27FC236}">
                <a16:creationId xmlns:a16="http://schemas.microsoft.com/office/drawing/2014/main" id="{8282CED1-B810-4C93-9E74-16F14AB4E8D0}"/>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B56812"/>
                </a:solidFill>
                <a:latin typeface="Microsoft YaHei"/>
                <a:ea typeface="Microsoft YaHei"/>
                <a:cs typeface="Microsoft YaHei"/>
              </a:defRPr>
            </a:defPPr>
            <a:lvl1pPr algn="l">
              <a:defRPr sz="1500" b="0">
                <a:solidFill>
                  <a:srgbClr val="B56812"/>
                </a:solidFill>
                <a:latin typeface="Microsoft YaHei"/>
                <a:ea typeface="Microsoft YaHei"/>
                <a:cs typeface="Microsoft YaHei"/>
              </a:defRPr>
            </a:lvl1pPr>
            <a:lvl2pPr algn="l">
              <a:defRPr sz="1500" b="0">
                <a:solidFill>
                  <a:srgbClr val="B56812"/>
                </a:solidFill>
                <a:latin typeface="Microsoft YaHei"/>
                <a:ea typeface="Microsoft YaHei"/>
                <a:cs typeface="Microsoft YaHei"/>
              </a:defRPr>
            </a:lvl2pPr>
            <a:lvl3pPr algn="l">
              <a:defRPr sz="1500" b="0">
                <a:solidFill>
                  <a:srgbClr val="B56812"/>
                </a:solidFill>
                <a:latin typeface="Microsoft YaHei"/>
                <a:ea typeface="Microsoft YaHei"/>
                <a:cs typeface="Microsoft YaHei"/>
              </a:defRPr>
            </a:lvl3pPr>
            <a:lvl4pPr algn="l">
              <a:defRPr sz="1500" b="0">
                <a:solidFill>
                  <a:srgbClr val="B56812"/>
                </a:solidFill>
                <a:latin typeface="Microsoft YaHei"/>
                <a:ea typeface="Microsoft YaHei"/>
                <a:cs typeface="Microsoft YaHei"/>
              </a:defRPr>
            </a:lvl4pPr>
            <a:lvl5pPr algn="l">
              <a:defRPr sz="1500" b="0">
                <a:solidFill>
                  <a:srgbClr val="B56812"/>
                </a:solidFill>
                <a:latin typeface="Microsoft YaHei"/>
                <a:ea typeface="Microsoft YaHei"/>
                <a:cs typeface="Microsoft YaHei"/>
              </a:defRPr>
            </a:lvl5pPr>
            <a:lvl6pPr algn="l">
              <a:defRPr sz="1500" b="0">
                <a:solidFill>
                  <a:srgbClr val="B56812"/>
                </a:solidFill>
                <a:latin typeface="Microsoft YaHei"/>
                <a:ea typeface="Microsoft YaHei"/>
                <a:cs typeface="Microsoft YaHei"/>
              </a:defRPr>
            </a:lvl6pPr>
            <a:lvl7pPr algn="l">
              <a:defRPr sz="1500" b="0">
                <a:solidFill>
                  <a:srgbClr val="B56812"/>
                </a:solidFill>
                <a:latin typeface="Microsoft YaHei"/>
                <a:ea typeface="Microsoft YaHei"/>
                <a:cs typeface="Microsoft YaHei"/>
              </a:defRPr>
            </a:lvl7pPr>
            <a:lvl8pPr algn="l">
              <a:defRPr sz="1500" b="0">
                <a:solidFill>
                  <a:srgbClr val="B56812"/>
                </a:solidFill>
                <a:latin typeface="Microsoft YaHei"/>
                <a:ea typeface="Microsoft YaHei"/>
                <a:cs typeface="Microsoft YaHei"/>
              </a:defRPr>
            </a:lvl8pPr>
            <a:lvl9pPr algn="l">
              <a:defRPr sz="1500" b="0">
                <a:solidFill>
                  <a:srgbClr val="B56812"/>
                </a:solidFill>
                <a:latin typeface="Microsoft YaHei"/>
                <a:ea typeface="Microsoft YaHei"/>
                <a:cs typeface="Microsoft YaHei"/>
              </a:defRPr>
            </a:lvl9pPr>
          </a:lstStyle>
          <a:p xmlns:a="http://schemas.openxmlformats.org/drawingml/2006/main">
            <a:pPr algn="l">
              <a:lnSpc>
                <a:spcPct val="102000"/>
              </a:lnSpc>
              <a:buNone/>
              <a:defRPr sz="1500" b="0">
                <a:solidFill>
                  <a:srgbClr val="B56812"/>
                </a:solidFill>
                <a:latin typeface="Microsoft YaHei"/>
                <a:ea typeface="Microsoft YaHei"/>
                <a:cs typeface="Microsoft YaHei"/>
              </a:defRPr>
            </a:pPr>
            <a:r>
              <a:rPr sz="1500" b="0">
                <a:solidFill>
                  <a:srgbClr val="B56812"/>
                </a:solidFill>
                <a:latin typeface="Microsoft YaHei"/>
                <a:ea typeface="Microsoft YaHei"/>
                <a:cs typeface="Microsoft YaHei"/>
              </a:rPr>
              <a:t>异常：卡成功而 DB 失败，保留卡效果；超时记 Unknown，晚到结果只核对，不复活已结束用例。</a:t>
            </a:r>
          </a:p>
        </p:txBody>
      </p:sp>
      <p:sp>
        <p:nvSpPr>
          <p:cNvPr id="21" name="top-rule">
            <a:extLst xmlns:a="http://schemas.openxmlformats.org/drawingml/2006/main">
              <a:ext uri="{FF2B5EF4-FFF2-40B4-BE49-F238E27FC236}">
                <a16:creationId xmlns:a16="http://schemas.microsoft.com/office/drawing/2014/main" id="{C03D709D-8B7A-4FE5-9CA8-99FD3D32224B}"/>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8A5314A4-15C5-46D0-A0B3-6A413248551F}"/>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ED429449-125E-4CFA-8470-D29D70A04A51}"/>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55D6AB21-D84B-4331-9C5A-6FAC77DA7A27}"/>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RK">
            <a:extLst xmlns:a="http://schemas.openxmlformats.org/drawingml/2006/main">
              <a:ext uri="{FF2B5EF4-FFF2-40B4-BE49-F238E27FC236}">
                <a16:creationId xmlns:a16="http://schemas.microsoft.com/office/drawing/2014/main" id="{3F2CA39C-DF13-46D9-ACE3-B68157220C4E}"/>
              </a:ext>
            </a:extLst>
          </p:cNvPr>
          <p:cNvSpPr>
            <a:spLocks xmlns:a="http://schemas.openxmlformats.org/drawingml/2006/main" noGrp="1"/>
          </p:cNvSpPr>
          <p:nvPr/>
        </p:nvSpPr>
        <p:spPr>
          <a:xfrm xmlns:a="http://schemas.openxmlformats.org/drawingml/2006/main">
            <a:off x="3009900" y="4357688"/>
            <a:ext cx="342900" cy="9525"/>
          </a:xfrm>
          <a:custGeom xmlns:a="http://schemas.openxmlformats.org/drawingml/2006/main">
            <a:pathLst>
              <a:path w="342900" h="9525">
                <a:moveTo>
                  <a:pt x="342900" y="4763"/>
                </a:moveTo>
                <a:lnTo>
                  <a:pt x="0" y="4763"/>
                </a:lnTo>
              </a:path>
            </a:pathLst>
          </a:custGeom>
          <a:noFill xmlns:a="http://schemas.openxmlformats.org/drawingml/2006/main"/>
          <a:ln xmlns:a="http://schemas.openxmlformats.org/drawingml/2006/main" w="17145">
            <a:solidFill>
              <a:srgbClr val="B56812"/>
            </a:solidFill>
            <a:prstDash val="dash"/>
          </a:ln>
        </p:spPr>
      </p:sp>
      <p:sp>
        <p:nvSpPr>
          <p:cNvPr id="26" name="legacy-edge-RK-head">
            <a:extLst xmlns:a="http://schemas.openxmlformats.org/drawingml/2006/main">
              <a:ext uri="{FF2B5EF4-FFF2-40B4-BE49-F238E27FC236}">
                <a16:creationId xmlns:a16="http://schemas.microsoft.com/office/drawing/2014/main" id="{4EFFBE96-A287-4595-8B21-6C52E1C560B0}"/>
              </a:ext>
            </a:extLst>
          </p:cNvPr>
          <p:cNvSpPr>
            <a:spLocks xmlns:a="http://schemas.openxmlformats.org/drawingml/2006/main" noGrp="1"/>
          </p:cNvSpPr>
          <p:nvPr/>
        </p:nvSpPr>
        <p:spPr>
          <a:xfrm xmlns:a="http://schemas.openxmlformats.org/drawingml/2006/main">
            <a:off x="3009900" y="43338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B56812"/>
            </a:solidFill>
            <a:prstDash val="solid"/>
          </a:ln>
        </p:spPr>
      </p:sp>
      <p:sp>
        <p:nvSpPr>
          <p:cNvPr id="27" name="legacy-edge-label-RK">
            <a:extLst xmlns:a="http://schemas.openxmlformats.org/drawingml/2006/main">
              <a:ext uri="{FF2B5EF4-FFF2-40B4-BE49-F238E27FC236}">
                <a16:creationId xmlns:a16="http://schemas.microsoft.com/office/drawing/2014/main" id="{E76BA331-CFED-49F1-A7DC-195FE8D221A2}"/>
              </a:ext>
            </a:extLst>
          </p:cNvPr>
          <p:cNvSpPr>
            <a:spLocks xmlns:a="http://schemas.openxmlformats.org/drawingml/2006/main" noGrp="1"/>
          </p:cNvSpPr>
          <p:nvPr/>
        </p:nvSpPr>
        <p:spPr>
          <a:xfrm xmlns:a="http://schemas.openxmlformats.org/drawingml/2006/main">
            <a:off x="3057525" y="41338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B56812"/>
                </a:solidFill>
                <a:latin typeface="Microsoft YaHei"/>
                <a:ea typeface="Microsoft YaHei"/>
                <a:cs typeface="Microsoft YaHei"/>
              </a:defRPr>
            </a:defPPr>
            <a:lvl1pPr algn="ctr">
              <a:defRPr sz="1125" b="0">
                <a:solidFill>
                  <a:srgbClr val="B56812"/>
                </a:solidFill>
                <a:latin typeface="Microsoft YaHei"/>
                <a:ea typeface="Microsoft YaHei"/>
                <a:cs typeface="Microsoft YaHei"/>
              </a:defRPr>
            </a:lvl1pPr>
            <a:lvl2pPr algn="ctr">
              <a:defRPr sz="1125" b="0">
                <a:solidFill>
                  <a:srgbClr val="B56812"/>
                </a:solidFill>
                <a:latin typeface="Microsoft YaHei"/>
                <a:ea typeface="Microsoft YaHei"/>
                <a:cs typeface="Microsoft YaHei"/>
              </a:defRPr>
            </a:lvl2pPr>
            <a:lvl3pPr algn="ctr">
              <a:defRPr sz="1125" b="0">
                <a:solidFill>
                  <a:srgbClr val="B56812"/>
                </a:solidFill>
                <a:latin typeface="Microsoft YaHei"/>
                <a:ea typeface="Microsoft YaHei"/>
                <a:cs typeface="Microsoft YaHei"/>
              </a:defRPr>
            </a:lvl3pPr>
            <a:lvl4pPr algn="ctr">
              <a:defRPr sz="1125" b="0">
                <a:solidFill>
                  <a:srgbClr val="B56812"/>
                </a:solidFill>
                <a:latin typeface="Microsoft YaHei"/>
                <a:ea typeface="Microsoft YaHei"/>
                <a:cs typeface="Microsoft YaHei"/>
              </a:defRPr>
            </a:lvl4pPr>
            <a:lvl5pPr algn="ctr">
              <a:defRPr sz="1125" b="0">
                <a:solidFill>
                  <a:srgbClr val="B56812"/>
                </a:solidFill>
                <a:latin typeface="Microsoft YaHei"/>
                <a:ea typeface="Microsoft YaHei"/>
                <a:cs typeface="Microsoft YaHei"/>
              </a:defRPr>
            </a:lvl5pPr>
            <a:lvl6pPr algn="ctr">
              <a:defRPr sz="1125" b="0">
                <a:solidFill>
                  <a:srgbClr val="B56812"/>
                </a:solidFill>
                <a:latin typeface="Microsoft YaHei"/>
                <a:ea typeface="Microsoft YaHei"/>
                <a:cs typeface="Microsoft YaHei"/>
              </a:defRPr>
            </a:lvl6pPr>
            <a:lvl7pPr algn="ctr">
              <a:defRPr sz="1125" b="0">
                <a:solidFill>
                  <a:srgbClr val="B56812"/>
                </a:solidFill>
                <a:latin typeface="Microsoft YaHei"/>
                <a:ea typeface="Microsoft YaHei"/>
                <a:cs typeface="Microsoft YaHei"/>
              </a:defRPr>
            </a:lvl7pPr>
            <a:lvl8pPr algn="ctr">
              <a:defRPr sz="1125" b="0">
                <a:solidFill>
                  <a:srgbClr val="B56812"/>
                </a:solidFill>
                <a:latin typeface="Microsoft YaHei"/>
                <a:ea typeface="Microsoft YaHei"/>
                <a:cs typeface="Microsoft YaHei"/>
              </a:defRPr>
            </a:lvl8pPr>
            <a:lvl9pPr algn="ctr">
              <a:defRPr sz="1125" b="0">
                <a:solidFill>
                  <a:srgbClr val="B56812"/>
                </a:solidFill>
                <a:latin typeface="Microsoft YaHei"/>
                <a:ea typeface="Microsoft YaHei"/>
                <a:cs typeface="Microsoft YaHei"/>
              </a:defRPr>
            </a:lvl9pPr>
          </a:lstStyle>
          <a:p xmlns:a="http://schemas.openxmlformats.org/drawingml/2006/main">
            <a:pPr algn="ctr">
              <a:lnSpc>
                <a:spcPct val="102000"/>
              </a:lnSpc>
              <a:buNone/>
              <a:defRPr sz="1125" b="0">
                <a:solidFill>
                  <a:srgbClr val="B56812"/>
                </a:solidFill>
                <a:latin typeface="Microsoft YaHei"/>
                <a:ea typeface="Microsoft YaHei"/>
                <a:cs typeface="Microsoft YaHei"/>
              </a:defRPr>
            </a:pPr>
            <a:r>
              <a:rPr sz="1125" b="0">
                <a:solidFill>
                  <a:srgbClr val="B56812"/>
                </a:solidFill>
                <a:latin typeface="Microsoft YaHei"/>
                <a:ea typeface="Microsoft YaHei"/>
                <a:cs typeface="Microsoft YaHei"/>
              </a:rPr>
              <a:t>④</a:t>
            </a:r>
          </a:p>
        </p:txBody>
      </p:sp>
      <p:sp>
        <p:nvSpPr>
          <p:cNvPr id="28" name="legacy-edge-KD">
            <a:extLst xmlns:a="http://schemas.openxmlformats.org/drawingml/2006/main">
              <a:ext uri="{FF2B5EF4-FFF2-40B4-BE49-F238E27FC236}">
                <a16:creationId xmlns:a16="http://schemas.microsoft.com/office/drawing/2014/main" id="{899B2E23-0A64-44DE-81BF-A13DA477FADD}"/>
              </a:ext>
            </a:extLst>
          </p:cNvPr>
          <p:cNvSpPr>
            <a:spLocks xmlns:a="http://schemas.openxmlformats.org/drawingml/2006/main" noGrp="1"/>
          </p:cNvSpPr>
          <p:nvPr/>
        </p:nvSpPr>
        <p:spPr>
          <a:xfrm xmlns:a="http://schemas.openxmlformats.org/drawingml/2006/main">
            <a:off x="1328738" y="4743450"/>
            <a:ext cx="9525" cy="342900"/>
          </a:xfrm>
          <a:custGeom xmlns:a="http://schemas.openxmlformats.org/drawingml/2006/main">
            <a:pathLst>
              <a:path w="9525" h="342900">
                <a:moveTo>
                  <a:pt x="4763" y="0"/>
                </a:moveTo>
                <a:lnTo>
                  <a:pt x="4763" y="342900"/>
                </a:lnTo>
              </a:path>
            </a:pathLst>
          </a:custGeom>
          <a:noFill xmlns:a="http://schemas.openxmlformats.org/drawingml/2006/main"/>
          <a:ln xmlns:a="http://schemas.openxmlformats.org/drawingml/2006/main" w="17145">
            <a:solidFill>
              <a:srgbClr val="B56812"/>
            </a:solidFill>
            <a:prstDash val="dash"/>
          </a:ln>
        </p:spPr>
      </p:sp>
      <p:sp>
        <p:nvSpPr>
          <p:cNvPr id="29" name="legacy-edge-KD-head">
            <a:extLst xmlns:a="http://schemas.openxmlformats.org/drawingml/2006/main">
              <a:ext uri="{FF2B5EF4-FFF2-40B4-BE49-F238E27FC236}">
                <a16:creationId xmlns:a16="http://schemas.microsoft.com/office/drawing/2014/main" id="{F0C076C9-88E1-4F1F-B6B9-D492FE775E9C}"/>
              </a:ext>
            </a:extLst>
          </p:cNvPr>
          <p:cNvSpPr>
            <a:spLocks xmlns:a="http://schemas.openxmlformats.org/drawingml/2006/main" noGrp="1"/>
          </p:cNvSpPr>
          <p:nvPr/>
        </p:nvSpPr>
        <p:spPr>
          <a:xfrm xmlns:a="http://schemas.openxmlformats.org/drawingml/2006/main">
            <a:off x="1304925" y="50292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B56812"/>
            </a:solidFill>
            <a:prstDash val="solid"/>
          </a:ln>
        </p:spPr>
      </p:sp>
      <p:sp>
        <p:nvSpPr>
          <p:cNvPr id="30" name="legacy-edge-label-KD">
            <a:extLst xmlns:a="http://schemas.openxmlformats.org/drawingml/2006/main">
              <a:ext uri="{FF2B5EF4-FFF2-40B4-BE49-F238E27FC236}">
                <a16:creationId xmlns:a16="http://schemas.microsoft.com/office/drawing/2014/main" id="{248F59AD-D58D-4B07-AE66-7AD96D52DC77}"/>
              </a:ext>
            </a:extLst>
          </p:cNvPr>
          <p:cNvSpPr>
            <a:spLocks xmlns:a="http://schemas.openxmlformats.org/drawingml/2006/main" noGrp="1"/>
          </p:cNvSpPr>
          <p:nvPr/>
        </p:nvSpPr>
        <p:spPr>
          <a:xfrm xmlns:a="http://schemas.openxmlformats.org/drawingml/2006/main">
            <a:off x="14097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B56812"/>
                </a:solidFill>
                <a:latin typeface="Microsoft YaHei"/>
                <a:ea typeface="Microsoft YaHei"/>
                <a:cs typeface="Microsoft YaHei"/>
              </a:defRPr>
            </a:defPPr>
            <a:lvl1pPr algn="ctr">
              <a:defRPr sz="1125" b="0">
                <a:solidFill>
                  <a:srgbClr val="B56812"/>
                </a:solidFill>
                <a:latin typeface="Microsoft YaHei"/>
                <a:ea typeface="Microsoft YaHei"/>
                <a:cs typeface="Microsoft YaHei"/>
              </a:defRPr>
            </a:lvl1pPr>
            <a:lvl2pPr algn="ctr">
              <a:defRPr sz="1125" b="0">
                <a:solidFill>
                  <a:srgbClr val="B56812"/>
                </a:solidFill>
                <a:latin typeface="Microsoft YaHei"/>
                <a:ea typeface="Microsoft YaHei"/>
                <a:cs typeface="Microsoft YaHei"/>
              </a:defRPr>
            </a:lvl2pPr>
            <a:lvl3pPr algn="ctr">
              <a:defRPr sz="1125" b="0">
                <a:solidFill>
                  <a:srgbClr val="B56812"/>
                </a:solidFill>
                <a:latin typeface="Microsoft YaHei"/>
                <a:ea typeface="Microsoft YaHei"/>
                <a:cs typeface="Microsoft YaHei"/>
              </a:defRPr>
            </a:lvl3pPr>
            <a:lvl4pPr algn="ctr">
              <a:defRPr sz="1125" b="0">
                <a:solidFill>
                  <a:srgbClr val="B56812"/>
                </a:solidFill>
                <a:latin typeface="Microsoft YaHei"/>
                <a:ea typeface="Microsoft YaHei"/>
                <a:cs typeface="Microsoft YaHei"/>
              </a:defRPr>
            </a:lvl4pPr>
            <a:lvl5pPr algn="ctr">
              <a:defRPr sz="1125" b="0">
                <a:solidFill>
                  <a:srgbClr val="B56812"/>
                </a:solidFill>
                <a:latin typeface="Microsoft YaHei"/>
                <a:ea typeface="Microsoft YaHei"/>
                <a:cs typeface="Microsoft YaHei"/>
              </a:defRPr>
            </a:lvl5pPr>
            <a:lvl6pPr algn="ctr">
              <a:defRPr sz="1125" b="0">
                <a:solidFill>
                  <a:srgbClr val="B56812"/>
                </a:solidFill>
                <a:latin typeface="Microsoft YaHei"/>
                <a:ea typeface="Microsoft YaHei"/>
                <a:cs typeface="Microsoft YaHei"/>
              </a:defRPr>
            </a:lvl6pPr>
            <a:lvl7pPr algn="ctr">
              <a:defRPr sz="1125" b="0">
                <a:solidFill>
                  <a:srgbClr val="B56812"/>
                </a:solidFill>
                <a:latin typeface="Microsoft YaHei"/>
                <a:ea typeface="Microsoft YaHei"/>
                <a:cs typeface="Microsoft YaHei"/>
              </a:defRPr>
            </a:lvl7pPr>
            <a:lvl8pPr algn="ctr">
              <a:defRPr sz="1125" b="0">
                <a:solidFill>
                  <a:srgbClr val="B56812"/>
                </a:solidFill>
                <a:latin typeface="Microsoft YaHei"/>
                <a:ea typeface="Microsoft YaHei"/>
                <a:cs typeface="Microsoft YaHei"/>
              </a:defRPr>
            </a:lvl8pPr>
            <a:lvl9pPr algn="ctr">
              <a:defRPr sz="1125" b="0">
                <a:solidFill>
                  <a:srgbClr val="B56812"/>
                </a:solidFill>
                <a:latin typeface="Microsoft YaHei"/>
                <a:ea typeface="Microsoft YaHei"/>
                <a:cs typeface="Microsoft YaHei"/>
              </a:defRPr>
            </a:lvl9pPr>
          </a:lstStyle>
          <a:p xmlns:a="http://schemas.openxmlformats.org/drawingml/2006/main">
            <a:pPr algn="ctr">
              <a:lnSpc>
                <a:spcPct val="102000"/>
              </a:lnSpc>
              <a:buNone/>
              <a:defRPr sz="1125" b="0">
                <a:solidFill>
                  <a:srgbClr val="B56812"/>
                </a:solidFill>
                <a:latin typeface="Microsoft YaHei"/>
                <a:ea typeface="Microsoft YaHei"/>
                <a:cs typeface="Microsoft YaHei"/>
              </a:defRPr>
            </a:pPr>
            <a:r>
              <a:rPr sz="1125" b="0">
                <a:solidFill>
                  <a:srgbClr val="B56812"/>
                </a:solidFill>
                <a:latin typeface="Microsoft YaHei"/>
                <a:ea typeface="Microsoft YaHei"/>
                <a:cs typeface="Microsoft YaHei"/>
              </a:rPr>
              <a:t>⑤</a:t>
            </a:r>
          </a:p>
        </p:txBody>
      </p:sp>
      <p:sp>
        <p:nvSpPr>
          <p:cNvPr id="31" name="legacy-edge-NE">
            <a:extLst xmlns:a="http://schemas.openxmlformats.org/drawingml/2006/main">
              <a:ext uri="{FF2B5EF4-FFF2-40B4-BE49-F238E27FC236}">
                <a16:creationId xmlns:a16="http://schemas.microsoft.com/office/drawing/2014/main" id="{0C534D66-7F3F-4617-8899-D38DC34C07A3}"/>
              </a:ext>
            </a:extLst>
          </p:cNvPr>
          <p:cNvSpPr>
            <a:spLocks xmlns:a="http://schemas.openxmlformats.org/drawingml/2006/main" noGrp="1"/>
          </p:cNvSpPr>
          <p:nvPr/>
        </p:nvSpPr>
        <p:spPr>
          <a:xfrm xmlns:a="http://schemas.openxmlformats.org/drawingml/2006/main">
            <a:off x="5753100" y="2905125"/>
            <a:ext cx="171450" cy="2524125"/>
          </a:xfrm>
          <a:custGeom xmlns:a="http://schemas.openxmlformats.org/drawingml/2006/main">
            <a:pathLst>
              <a:path w="171450" h="2524125">
                <a:moveTo>
                  <a:pt x="0" y="2524125"/>
                </a:moveTo>
                <a:lnTo>
                  <a:pt x="171450" y="2524125"/>
                </a:lnTo>
                <a:lnTo>
                  <a:pt x="171450" y="0"/>
                </a:lnTo>
                <a:lnTo>
                  <a:pt x="0" y="0"/>
                </a:lnTo>
              </a:path>
            </a:pathLst>
          </a:custGeom>
          <a:noFill xmlns:a="http://schemas.openxmlformats.org/drawingml/2006/main"/>
          <a:ln xmlns:a="http://schemas.openxmlformats.org/drawingml/2006/main" w="17145">
            <a:solidFill>
              <a:srgbClr val="B56812"/>
            </a:solidFill>
            <a:prstDash val="dash"/>
          </a:ln>
        </p:spPr>
      </p:sp>
      <p:sp>
        <p:nvSpPr>
          <p:cNvPr id="32" name="legacy-edge-NE-head">
            <a:extLst xmlns:a="http://schemas.openxmlformats.org/drawingml/2006/main">
              <a:ext uri="{FF2B5EF4-FFF2-40B4-BE49-F238E27FC236}">
                <a16:creationId xmlns:a16="http://schemas.microsoft.com/office/drawing/2014/main" id="{FBF3A127-2A44-45D4-8A72-12F8D68BBA11}"/>
              </a:ext>
            </a:extLst>
          </p:cNvPr>
          <p:cNvSpPr>
            <a:spLocks xmlns:a="http://schemas.openxmlformats.org/drawingml/2006/main" noGrp="1"/>
          </p:cNvSpPr>
          <p:nvPr/>
        </p:nvSpPr>
        <p:spPr>
          <a:xfrm xmlns:a="http://schemas.openxmlformats.org/drawingml/2006/main">
            <a:off x="5753100" y="2876550"/>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B56812"/>
            </a:solidFill>
            <a:prstDash val="solid"/>
          </a:ln>
        </p:spPr>
      </p:sp>
      <p:sp>
        <p:nvSpPr>
          <p:cNvPr id="33" name="legacy-edge-label-NE">
            <a:extLst xmlns:a="http://schemas.openxmlformats.org/drawingml/2006/main">
              <a:ext uri="{FF2B5EF4-FFF2-40B4-BE49-F238E27FC236}">
                <a16:creationId xmlns:a16="http://schemas.microsoft.com/office/drawing/2014/main" id="{01056728-FC83-44D1-8786-5DAE125546E3}"/>
              </a:ext>
            </a:extLst>
          </p:cNvPr>
          <p:cNvSpPr>
            <a:spLocks xmlns:a="http://schemas.openxmlformats.org/drawingml/2006/main" noGrp="1"/>
          </p:cNvSpPr>
          <p:nvPr/>
        </p:nvSpPr>
        <p:spPr>
          <a:xfrm xmlns:a="http://schemas.openxmlformats.org/drawingml/2006/main">
            <a:off x="5791200" y="3171825"/>
            <a:ext cx="2571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B56812"/>
                </a:solidFill>
                <a:latin typeface="Microsoft YaHei"/>
                <a:ea typeface="Microsoft YaHei"/>
                <a:cs typeface="Microsoft YaHei"/>
              </a:defRPr>
            </a:defPPr>
            <a:lvl1pPr algn="ctr">
              <a:defRPr sz="1125" b="0">
                <a:solidFill>
                  <a:srgbClr val="B56812"/>
                </a:solidFill>
                <a:latin typeface="Microsoft YaHei"/>
                <a:ea typeface="Microsoft YaHei"/>
                <a:cs typeface="Microsoft YaHei"/>
              </a:defRPr>
            </a:lvl1pPr>
            <a:lvl2pPr algn="ctr">
              <a:defRPr sz="1125" b="0">
                <a:solidFill>
                  <a:srgbClr val="B56812"/>
                </a:solidFill>
                <a:latin typeface="Microsoft YaHei"/>
                <a:ea typeface="Microsoft YaHei"/>
                <a:cs typeface="Microsoft YaHei"/>
              </a:defRPr>
            </a:lvl2pPr>
            <a:lvl3pPr algn="ctr">
              <a:defRPr sz="1125" b="0">
                <a:solidFill>
                  <a:srgbClr val="B56812"/>
                </a:solidFill>
                <a:latin typeface="Microsoft YaHei"/>
                <a:ea typeface="Microsoft YaHei"/>
                <a:cs typeface="Microsoft YaHei"/>
              </a:defRPr>
            </a:lvl3pPr>
            <a:lvl4pPr algn="ctr">
              <a:defRPr sz="1125" b="0">
                <a:solidFill>
                  <a:srgbClr val="B56812"/>
                </a:solidFill>
                <a:latin typeface="Microsoft YaHei"/>
                <a:ea typeface="Microsoft YaHei"/>
                <a:cs typeface="Microsoft YaHei"/>
              </a:defRPr>
            </a:lvl4pPr>
            <a:lvl5pPr algn="ctr">
              <a:defRPr sz="1125" b="0">
                <a:solidFill>
                  <a:srgbClr val="B56812"/>
                </a:solidFill>
                <a:latin typeface="Microsoft YaHei"/>
                <a:ea typeface="Microsoft YaHei"/>
                <a:cs typeface="Microsoft YaHei"/>
              </a:defRPr>
            </a:lvl5pPr>
            <a:lvl6pPr algn="ctr">
              <a:defRPr sz="1125" b="0">
                <a:solidFill>
                  <a:srgbClr val="B56812"/>
                </a:solidFill>
                <a:latin typeface="Microsoft YaHei"/>
                <a:ea typeface="Microsoft YaHei"/>
                <a:cs typeface="Microsoft YaHei"/>
              </a:defRPr>
            </a:lvl6pPr>
            <a:lvl7pPr algn="ctr">
              <a:defRPr sz="1125" b="0">
                <a:solidFill>
                  <a:srgbClr val="B56812"/>
                </a:solidFill>
                <a:latin typeface="Microsoft YaHei"/>
                <a:ea typeface="Microsoft YaHei"/>
                <a:cs typeface="Microsoft YaHei"/>
              </a:defRPr>
            </a:lvl7pPr>
            <a:lvl8pPr algn="ctr">
              <a:defRPr sz="1125" b="0">
                <a:solidFill>
                  <a:srgbClr val="B56812"/>
                </a:solidFill>
                <a:latin typeface="Microsoft YaHei"/>
                <a:ea typeface="Microsoft YaHei"/>
                <a:cs typeface="Microsoft YaHei"/>
              </a:defRPr>
            </a:lvl8pPr>
            <a:lvl9pPr algn="ctr">
              <a:defRPr sz="1125" b="0">
                <a:solidFill>
                  <a:srgbClr val="B56812"/>
                </a:solidFill>
                <a:latin typeface="Microsoft YaHei"/>
                <a:ea typeface="Microsoft YaHei"/>
                <a:cs typeface="Microsoft YaHei"/>
              </a:defRPr>
            </a:lvl9pPr>
          </a:lstStyle>
          <a:p xmlns:a="http://schemas.openxmlformats.org/drawingml/2006/main">
            <a:pPr algn="ctr">
              <a:lnSpc>
                <a:spcPct val="102000"/>
              </a:lnSpc>
              <a:buNone/>
              <a:defRPr sz="1125" b="0">
                <a:solidFill>
                  <a:srgbClr val="B56812"/>
                </a:solidFill>
                <a:latin typeface="Microsoft YaHei"/>
                <a:ea typeface="Microsoft YaHei"/>
                <a:cs typeface="Microsoft YaHei"/>
              </a:defRPr>
            </a:pPr>
            <a:r>
              <a:rPr sz="1125" b="0">
                <a:solidFill>
                  <a:srgbClr val="B56812"/>
                </a:solidFill>
                <a:latin typeface="Microsoft YaHei"/>
                <a:ea typeface="Microsoft YaHei"/>
                <a:cs typeface="Microsoft YaHei"/>
              </a:rPr>
              <a:t>⑤</a:t>
            </a:r>
          </a:p>
        </p:txBody>
      </p:sp>
      <p:sp>
        <p:nvSpPr>
          <p:cNvPr id="34" name="legacy-node-E">
            <a:extLst xmlns:a="http://schemas.openxmlformats.org/drawingml/2006/main">
              <a:ext uri="{FF2B5EF4-FFF2-40B4-BE49-F238E27FC236}">
                <a16:creationId xmlns:a16="http://schemas.microsoft.com/office/drawing/2014/main" id="{4D68BEAB-0936-4764-8E4D-4D2900A47863}"/>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35" name="legacy-title-E">
            <a:extLst xmlns:a="http://schemas.openxmlformats.org/drawingml/2006/main">
              <a:ext uri="{FF2B5EF4-FFF2-40B4-BE49-F238E27FC236}">
                <a16:creationId xmlns:a16="http://schemas.microsoft.com/office/drawing/2014/main" id="{975754FB-1721-451D-8F37-5E9064A37752}"/>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CoreServiceSim → SimManager</a:t>
            </a:r>
          </a:p>
        </p:txBody>
      </p:sp>
      <p:sp>
        <p:nvSpPr>
          <p:cNvPr id="36" name="legacy-line-E-0">
            <a:extLst xmlns:a="http://schemas.openxmlformats.org/drawingml/2006/main">
              <a:ext uri="{FF2B5EF4-FFF2-40B4-BE49-F238E27FC236}">
                <a16:creationId xmlns:a16="http://schemas.microsoft.com/office/drawing/2014/main" id="{2CDD24D8-89A9-4AD0-BE23-0D0DF79D966D}"/>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number / callback；检查后异步排队</a:t>
            </a:r>
          </a:p>
        </p:txBody>
      </p:sp>
      <p:sp>
        <p:nvSpPr>
          <p:cNvPr id="37" name="legacy-node-K">
            <a:extLst xmlns:a="http://schemas.openxmlformats.org/drawingml/2006/main">
              <a:ext uri="{FF2B5EF4-FFF2-40B4-BE49-F238E27FC236}">
                <a16:creationId xmlns:a16="http://schemas.microsoft.com/office/drawing/2014/main" id="{40E1C2E2-C059-479A-A131-C6BF5446FEE1}"/>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FFF4DF"/>
          </a:solidFill>
          <a:ln xmlns:a="http://schemas.openxmlformats.org/drawingml/2006/main" w="14288">
            <a:solidFill>
              <a:srgbClr val="B56812"/>
            </a:solidFill>
            <a:prstDash val="solid"/>
          </a:ln>
        </p:spPr>
      </p:sp>
      <p:sp>
        <p:nvSpPr>
          <p:cNvPr id="38" name="legacy-title-K">
            <a:extLst xmlns:a="http://schemas.openxmlformats.org/drawingml/2006/main">
              <a:ext uri="{FF2B5EF4-FFF2-40B4-BE49-F238E27FC236}">
                <a16:creationId xmlns:a16="http://schemas.microsoft.com/office/drawing/2014/main" id="{315BF9E0-B67A-4984-A52A-9D0E3A201604}"/>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9" name="legacy-alias-K">
            <a:extLst xmlns:a="http://schemas.openxmlformats.org/drawingml/2006/main">
              <a:ext uri="{FF2B5EF4-FFF2-40B4-BE49-F238E27FC236}">
                <a16:creationId xmlns:a16="http://schemas.microsoft.com/office/drawing/2014/main" id="{0726A8BB-6977-4D51-A1D8-44846CF954CD}"/>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同一模块承接多种职责</a:t>
            </a:r>
          </a:p>
        </p:txBody>
      </p:sp>
      <p:sp>
        <p:nvSpPr>
          <p:cNvPr id="40" name="legacy-line-K-0">
            <a:extLst xmlns:a="http://schemas.openxmlformats.org/drawingml/2006/main">
              <a:ext uri="{FF2B5EF4-FFF2-40B4-BE49-F238E27FC236}">
                <a16:creationId xmlns:a16="http://schemas.microsoft.com/office/drawing/2014/main" id="{C91F90F1-7D6E-407B-BB9A-646F2ED1DB9B}"/>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按 slot 定位 File / curSimId</a:t>
            </a:r>
          </a:p>
        </p:txBody>
      </p:sp>
      <p:sp>
        <p:nvSpPr>
          <p:cNvPr id="41" name="legacy-line-K-1">
            <a:extLst xmlns:a="http://schemas.openxmlformats.org/drawingml/2006/main">
              <a:ext uri="{FF2B5EF4-FFF2-40B4-BE49-F238E27FC236}">
                <a16:creationId xmlns:a16="http://schemas.microsoft.com/office/drawing/2014/main" id="{E9E3AED3-C1A9-4E23-BAB9-342DDCE63ABC}"/>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写卡结果决定是否继续</a:t>
            </a:r>
          </a:p>
        </p:txBody>
      </p:sp>
      <p:sp>
        <p:nvSpPr>
          <p:cNvPr id="42" name="legacy-line-K-2">
            <a:extLst xmlns:a="http://schemas.openxmlformats.org/drawingml/2006/main">
              <a:ext uri="{FF2B5EF4-FFF2-40B4-BE49-F238E27FC236}">
                <a16:creationId xmlns:a16="http://schemas.microsoft.com/office/drawing/2014/main" id="{A2DE1D98-1CE0-4203-A7E7-938F6D0C394E}"/>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SetShowNumberToDB</a:t>
            </a:r>
          </a:p>
        </p:txBody>
      </p:sp>
      <p:sp>
        <p:nvSpPr>
          <p:cNvPr id="43" name="legacy-node-R">
            <a:extLst xmlns:a="http://schemas.openxmlformats.org/drawingml/2006/main">
              <a:ext uri="{FF2B5EF4-FFF2-40B4-BE49-F238E27FC236}">
                <a16:creationId xmlns:a16="http://schemas.microsoft.com/office/drawing/2014/main" id="{EC6E9F41-C302-41B3-BF23-71CB4F800093}"/>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FFF4DF"/>
          </a:solidFill>
          <a:ln xmlns:a="http://schemas.openxmlformats.org/drawingml/2006/main" w="14288">
            <a:solidFill>
              <a:srgbClr val="B56812"/>
            </a:solidFill>
            <a:prstDash val="solid"/>
          </a:ln>
        </p:spPr>
      </p:sp>
      <p:sp>
        <p:nvSpPr>
          <p:cNvPr id="44" name="legacy-title-R">
            <a:extLst xmlns:a="http://schemas.openxmlformats.org/drawingml/2006/main">
              <a:ext uri="{FF2B5EF4-FFF2-40B4-BE49-F238E27FC236}">
                <a16:creationId xmlns:a16="http://schemas.microsoft.com/office/drawing/2014/main" id="{E36AF6F9-133A-4EAC-A38B-8433BDE225CA}"/>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SimFileManager / SimFile</a:t>
            </a:r>
          </a:p>
        </p:txBody>
      </p:sp>
      <p:sp>
        <p:nvSpPr>
          <p:cNvPr id="45" name="legacy-alias-R">
            <a:extLst xmlns:a="http://schemas.openxmlformats.org/drawingml/2006/main">
              <a:ext uri="{FF2B5EF4-FFF2-40B4-BE49-F238E27FC236}">
                <a16:creationId xmlns:a16="http://schemas.microsoft.com/office/drawing/2014/main" id="{919F94E3-29F0-4EB8-A3D1-2D41F5C1C34F}"/>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DiallingNumbers / EF / RIL</a:t>
            </a:r>
          </a:p>
        </p:txBody>
      </p:sp>
      <p:sp>
        <p:nvSpPr>
          <p:cNvPr id="46" name="legacy-line-R-0">
            <a:extLst xmlns:a="http://schemas.openxmlformats.org/drawingml/2006/main">
              <a:ext uri="{FF2B5EF4-FFF2-40B4-BE49-F238E27FC236}">
                <a16:creationId xmlns:a16="http://schemas.microsoft.com/office/drawing/2014/main" id="{D604180D-C25A-48F3-8D33-25152D980D66}"/>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UpdateMsisdnNumber</a:t>
            </a:r>
          </a:p>
        </p:txBody>
      </p:sp>
      <p:sp>
        <p:nvSpPr>
          <p:cNvPr id="47" name="legacy-line-R-1">
            <a:extLst xmlns:a="http://schemas.openxmlformats.org/drawingml/2006/main">
              <a:ext uri="{FF2B5EF4-FFF2-40B4-BE49-F238E27FC236}">
                <a16:creationId xmlns:a16="http://schemas.microsoft.com/office/drawing/2014/main" id="{CA00F8F8-606A-4EDF-ACCA-E219A7E7394F}"/>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ProcessSetMsisdnDone</a:t>
            </a:r>
          </a:p>
        </p:txBody>
      </p:sp>
      <p:sp>
        <p:nvSpPr>
          <p:cNvPr id="48" name="legacy-line-bg-R-2">
            <a:extLst xmlns:a="http://schemas.openxmlformats.org/drawingml/2006/main">
              <a:ext uri="{FF2B5EF4-FFF2-40B4-BE49-F238E27FC236}">
                <a16:creationId xmlns:a16="http://schemas.microsoft.com/office/drawing/2014/main" id="{6707A14D-0348-451A-A090-F92E252F8D5B}"/>
              </a:ext>
            </a:extLst>
          </p:cNvPr>
          <p:cNvSpPr>
            <a:spLocks xmlns:a="http://schemas.openxmlformats.org/drawingml/2006/main" noGrp="1"/>
          </p:cNvSpPr>
          <p:nvPr/>
        </p:nvSpPr>
        <p:spPr>
          <a:xfrm xmlns:a="http://schemas.openxmlformats.org/drawingml/2006/main">
            <a:off x="3419475" y="4371975"/>
            <a:ext cx="2266950" cy="209550"/>
          </a:xfrm>
          <a:prstGeom xmlns:a="http://schemas.openxmlformats.org/drawingml/2006/main" prst="rect">
            <a:avLst/>
          </a:prstGeom>
          <a:solidFill xmlns:a="http://schemas.openxmlformats.org/drawingml/2006/main">
            <a:srgbClr val="FFF4DF"/>
          </a:solidFill>
          <a:ln xmlns:a="http://schemas.openxmlformats.org/drawingml/2006/main" w="0">
            <a:noFill/>
            <a:prstDash val="solid"/>
          </a:ln>
        </p:spPr>
      </p:sp>
      <p:sp>
        <p:nvSpPr>
          <p:cNvPr id="49" name="legacy-line-R-2">
            <a:extLst xmlns:a="http://schemas.openxmlformats.org/drawingml/2006/main">
              <a:ext uri="{FF2B5EF4-FFF2-40B4-BE49-F238E27FC236}">
                <a16:creationId xmlns:a16="http://schemas.microsoft.com/office/drawing/2014/main" id="{0772DD16-05AA-45DB-AF42-5F9925C649F4}"/>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卡缓存 / waitResult_</a:t>
            </a:r>
          </a:p>
        </p:txBody>
      </p:sp>
      <p:sp>
        <p:nvSpPr>
          <p:cNvPr id="50" name="legacy-node-D">
            <a:extLst xmlns:a="http://schemas.openxmlformats.org/drawingml/2006/main">
              <a:ext uri="{FF2B5EF4-FFF2-40B4-BE49-F238E27FC236}">
                <a16:creationId xmlns:a16="http://schemas.microsoft.com/office/drawing/2014/main" id="{9FAC3BC5-4143-461E-B9E0-A9EE1E3AAD7A}"/>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4DF"/>
          </a:solidFill>
          <a:ln xmlns:a="http://schemas.openxmlformats.org/drawingml/2006/main" w="14288">
            <a:solidFill>
              <a:srgbClr val="B56812"/>
            </a:solidFill>
            <a:prstDash val="solid"/>
          </a:ln>
        </p:spPr>
      </p:sp>
      <p:sp>
        <p:nvSpPr>
          <p:cNvPr id="51" name="legacy-title-D">
            <a:extLst xmlns:a="http://schemas.openxmlformats.org/drawingml/2006/main">
              <a:ext uri="{FF2B5EF4-FFF2-40B4-BE49-F238E27FC236}">
                <a16:creationId xmlns:a16="http://schemas.microsoft.com/office/drawing/2014/main" id="{1F144957-7437-451A-AF3A-DF9E51F7736F}"/>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SimRdbHelper</a:t>
            </a:r>
          </a:p>
        </p:txBody>
      </p:sp>
      <p:sp>
        <p:nvSpPr>
          <p:cNvPr id="52" name="legacy-line-bg-D-0">
            <a:extLst xmlns:a="http://schemas.openxmlformats.org/drawingml/2006/main">
              <a:ext uri="{FF2B5EF4-FFF2-40B4-BE49-F238E27FC236}">
                <a16:creationId xmlns:a16="http://schemas.microsoft.com/office/drawing/2014/main" id="{0F1B8DA0-BD08-4CDB-A1AD-F97D8BD4C474}"/>
              </a:ext>
            </a:extLst>
          </p:cNvPr>
          <p:cNvSpPr>
            <a:spLocks xmlns:a="http://schemas.openxmlformats.org/drawingml/2006/main" noGrp="1"/>
          </p:cNvSpPr>
          <p:nvPr/>
        </p:nvSpPr>
        <p:spPr>
          <a:xfrm xmlns:a="http://schemas.openxmlformats.org/drawingml/2006/main">
            <a:off x="561975" y="5381625"/>
            <a:ext cx="2381250" cy="209550"/>
          </a:xfrm>
          <a:prstGeom xmlns:a="http://schemas.openxmlformats.org/drawingml/2006/main" prst="rect">
            <a:avLst/>
          </a:prstGeom>
          <a:solidFill xmlns:a="http://schemas.openxmlformats.org/drawingml/2006/main">
            <a:srgbClr val="FFF4DF"/>
          </a:solidFill>
          <a:ln xmlns:a="http://schemas.openxmlformats.org/drawingml/2006/main" w="0">
            <a:noFill/>
            <a:prstDash val="solid"/>
          </a:ln>
        </p:spPr>
      </p:sp>
      <p:sp>
        <p:nvSpPr>
          <p:cNvPr id="53" name="legacy-line-D-0">
            <a:extLst xmlns:a="http://schemas.openxmlformats.org/drawingml/2006/main">
              <a:ext uri="{FF2B5EF4-FFF2-40B4-BE49-F238E27FC236}">
                <a16:creationId xmlns:a16="http://schemas.microsoft.com/office/drawing/2014/main" id="{639A0089-C85D-4A0B-B014-9878EAC77F24}"/>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1">
                <a:solidFill>
                  <a:srgbClr val="17263A"/>
                </a:solidFill>
                <a:latin typeface="Microsoft YaHei"/>
                <a:ea typeface="Microsoft YaHei"/>
                <a:cs typeface="Microsoft YaHei"/>
              </a:defRPr>
            </a:defPPr>
            <a:lvl1pPr algn="l">
              <a:defRPr sz="1238" b="1">
                <a:solidFill>
                  <a:srgbClr val="17263A"/>
                </a:solidFill>
                <a:latin typeface="Microsoft YaHei"/>
                <a:ea typeface="Microsoft YaHei"/>
                <a:cs typeface="Microsoft YaHei"/>
              </a:defRPr>
            </a:lvl1pPr>
            <a:lvl2pPr algn="l">
              <a:defRPr sz="1238" b="1">
                <a:solidFill>
                  <a:srgbClr val="17263A"/>
                </a:solidFill>
                <a:latin typeface="Microsoft YaHei"/>
                <a:ea typeface="Microsoft YaHei"/>
                <a:cs typeface="Microsoft YaHei"/>
              </a:defRPr>
            </a:lvl2pPr>
            <a:lvl3pPr algn="l">
              <a:defRPr sz="1238" b="1">
                <a:solidFill>
                  <a:srgbClr val="17263A"/>
                </a:solidFill>
                <a:latin typeface="Microsoft YaHei"/>
                <a:ea typeface="Microsoft YaHei"/>
                <a:cs typeface="Microsoft YaHei"/>
              </a:defRPr>
            </a:lvl3pPr>
            <a:lvl4pPr algn="l">
              <a:defRPr sz="1238" b="1">
                <a:solidFill>
                  <a:srgbClr val="17263A"/>
                </a:solidFill>
                <a:latin typeface="Microsoft YaHei"/>
                <a:ea typeface="Microsoft YaHei"/>
                <a:cs typeface="Microsoft YaHei"/>
              </a:defRPr>
            </a:lvl4pPr>
            <a:lvl5pPr algn="l">
              <a:defRPr sz="1238" b="1">
                <a:solidFill>
                  <a:srgbClr val="17263A"/>
                </a:solidFill>
                <a:latin typeface="Microsoft YaHei"/>
                <a:ea typeface="Microsoft YaHei"/>
                <a:cs typeface="Microsoft YaHei"/>
              </a:defRPr>
            </a:lvl5pPr>
            <a:lvl6pPr algn="l">
              <a:defRPr sz="1238" b="1">
                <a:solidFill>
                  <a:srgbClr val="17263A"/>
                </a:solidFill>
                <a:latin typeface="Microsoft YaHei"/>
                <a:ea typeface="Microsoft YaHei"/>
                <a:cs typeface="Microsoft YaHei"/>
              </a:defRPr>
            </a:lvl6pPr>
            <a:lvl7pPr algn="l">
              <a:defRPr sz="1238" b="1">
                <a:solidFill>
                  <a:srgbClr val="17263A"/>
                </a:solidFill>
                <a:latin typeface="Microsoft YaHei"/>
                <a:ea typeface="Microsoft YaHei"/>
                <a:cs typeface="Microsoft YaHei"/>
              </a:defRPr>
            </a:lvl7pPr>
            <a:lvl8pPr algn="l">
              <a:defRPr sz="1238" b="1">
                <a:solidFill>
                  <a:srgbClr val="17263A"/>
                </a:solidFill>
                <a:latin typeface="Microsoft YaHei"/>
                <a:ea typeface="Microsoft YaHei"/>
                <a:cs typeface="Microsoft YaHei"/>
              </a:defRPr>
            </a:lvl8pPr>
            <a:lvl9pPr algn="l">
              <a:defRPr sz="1238" b="1">
                <a:solidFill>
                  <a:srgbClr val="17263A"/>
                </a:solidFill>
                <a:latin typeface="Microsoft YaHei"/>
                <a:ea typeface="Microsoft YaHei"/>
                <a:cs typeface="Microsoft YaHei"/>
              </a:defRPr>
            </a:lvl9pPr>
          </a:lstStyle>
          <a:p xmlns:a="http://schemas.openxmlformats.org/drawingml/2006/main">
            <a:pPr algn="l">
              <a:lnSpc>
                <a:spcPct val="102000"/>
              </a:lnSpc>
              <a:buNone/>
              <a:defRPr sz="1238" b="1">
                <a:solidFill>
                  <a:srgbClr val="17263A"/>
                </a:solidFill>
                <a:latin typeface="Microsoft YaHei"/>
                <a:ea typeface="Microsoft YaHei"/>
                <a:cs typeface="Microsoft YaHei"/>
              </a:defRPr>
            </a:pPr>
            <a:r>
              <a:rPr sz="1238" b="1">
                <a:solidFill>
                  <a:srgbClr val="17263A"/>
                </a:solidFill>
                <a:latin typeface="Microsoft YaHei"/>
                <a:ea typeface="Microsoft YaHei"/>
                <a:cs typeface="Microsoft YaHei"/>
              </a:rPr>
              <a:t>⑤ DataShare：DB → 账户缓存</a:t>
            </a:r>
          </a:p>
        </p:txBody>
      </p:sp>
      <p:sp>
        <p:nvSpPr>
          <p:cNvPr id="54" name="legacy-node-N">
            <a:extLst xmlns:a="http://schemas.openxmlformats.org/drawingml/2006/main">
              <a:ext uri="{FF2B5EF4-FFF2-40B4-BE49-F238E27FC236}">
                <a16:creationId xmlns:a16="http://schemas.microsoft.com/office/drawing/2014/main" id="{1EB4EB3F-60BB-4998-9F71-D2E38A8482C2}"/>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4DF"/>
          </a:solidFill>
          <a:ln xmlns:a="http://schemas.openxmlformats.org/drawingml/2006/main" w="14288">
            <a:solidFill>
              <a:srgbClr val="B56812"/>
            </a:solidFill>
            <a:prstDash val="solid"/>
          </a:ln>
        </p:spPr>
      </p:sp>
      <p:sp>
        <p:nvSpPr>
          <p:cNvPr id="55" name="legacy-title-N">
            <a:extLst xmlns:a="http://schemas.openxmlformats.org/drawingml/2006/main">
              <a:ext uri="{FF2B5EF4-FFF2-40B4-BE49-F238E27FC236}">
                <a16:creationId xmlns:a16="http://schemas.microsoft.com/office/drawing/2014/main" id="{4790DA76-913C-4F62-BFE5-E024D5DAA8FD}"/>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旧通知与回调</a:t>
            </a:r>
          </a:p>
        </p:txBody>
      </p:sp>
      <p:sp>
        <p:nvSpPr>
          <p:cNvPr id="56" name="legacy-line-N-0">
            <a:extLst xmlns:a="http://schemas.openxmlformats.org/drawingml/2006/main">
              <a:ext uri="{FF2B5EF4-FFF2-40B4-BE49-F238E27FC236}">
                <a16:creationId xmlns:a16="http://schemas.microsoft.com/office/drawing/2014/main" id="{55ACCE58-0F4D-4186-9EF7-20A9FABC130B}"/>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整体成功才发账户通知</a:t>
            </a:r>
          </a:p>
        </p:txBody>
      </p:sp>
      <p:sp>
        <p:nvSpPr>
          <p:cNvPr id="57" name="legacy-line-bg-N-1">
            <a:extLst xmlns:a="http://schemas.openxmlformats.org/drawingml/2006/main">
              <a:ext uri="{FF2B5EF4-FFF2-40B4-BE49-F238E27FC236}">
                <a16:creationId xmlns:a16="http://schemas.microsoft.com/office/drawing/2014/main" id="{DAD16F26-7E7E-4650-9E82-51F29F4450DA}"/>
              </a:ext>
            </a:extLst>
          </p:cNvPr>
          <p:cNvSpPr>
            <a:spLocks xmlns:a="http://schemas.openxmlformats.org/drawingml/2006/main" noGrp="1"/>
          </p:cNvSpPr>
          <p:nvPr/>
        </p:nvSpPr>
        <p:spPr>
          <a:xfrm xmlns:a="http://schemas.openxmlformats.org/drawingml/2006/main">
            <a:off x="3419475" y="5619750"/>
            <a:ext cx="2266950" cy="209550"/>
          </a:xfrm>
          <a:prstGeom xmlns:a="http://schemas.openxmlformats.org/drawingml/2006/main" prst="rect">
            <a:avLst/>
          </a:prstGeom>
          <a:solidFill xmlns:a="http://schemas.openxmlformats.org/drawingml/2006/main">
            <a:srgbClr val="FFF4DF"/>
          </a:solidFill>
          <a:ln xmlns:a="http://schemas.openxmlformats.org/drawingml/2006/main" w="0">
            <a:noFill/>
            <a:prstDash val="solid"/>
          </a:ln>
        </p:spPr>
      </p:sp>
      <p:sp>
        <p:nvSpPr>
          <p:cNvPr id="58" name="legacy-line-N-1">
            <a:extLst xmlns:a="http://schemas.openxmlformats.org/drawingml/2006/main">
              <a:ext uri="{FF2B5EF4-FFF2-40B4-BE49-F238E27FC236}">
                <a16:creationId xmlns:a16="http://schemas.microsoft.com/office/drawing/2014/main" id="{63C8B3E6-9342-4012-886E-CF99AB61C541}"/>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CoreServiceSim 返回原结果</a:t>
            </a:r>
          </a:p>
        </p:txBody>
      </p:sp>
      <p:sp>
        <p:nvSpPr>
          <p:cNvPr id="59" name="legacy-flow-note">
            <a:extLst xmlns:a="http://schemas.openxmlformats.org/drawingml/2006/main">
              <a:ext uri="{FF2B5EF4-FFF2-40B4-BE49-F238E27FC236}">
                <a16:creationId xmlns:a16="http://schemas.microsoft.com/office/drawing/2014/main" id="{30BBDFC0-0E49-44FB-B7C6-F2BCE8A26A5F}"/>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SetShowNumber · 普通路径；省略透传函数及中间调用栈</a:t>
            </a:r>
          </a:p>
        </p:txBody>
      </p:sp>
      <p:sp>
        <p:nvSpPr>
          <p:cNvPr id="60" name="application-label">
            <a:extLst xmlns:a="http://schemas.openxmlformats.org/drawingml/2006/main">
              <a:ext uri="{FF2B5EF4-FFF2-40B4-BE49-F238E27FC236}">
                <a16:creationId xmlns:a16="http://schemas.microsoft.com/office/drawing/2014/main" id="{5BEA5757-CA74-4C57-868B-5873FF8C93A2}"/>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61" name="domain-label">
            <a:extLst xmlns:a="http://schemas.openxmlformats.org/drawingml/2006/main">
              <a:ext uri="{FF2B5EF4-FFF2-40B4-BE49-F238E27FC236}">
                <a16:creationId xmlns:a16="http://schemas.microsoft.com/office/drawing/2014/main" id="{E6BCE8E8-65C3-4359-927E-BEECDFE562FD}"/>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62" name="target-edge-RO">
            <a:extLst xmlns:a="http://schemas.openxmlformats.org/drawingml/2006/main">
              <a:ext uri="{FF2B5EF4-FFF2-40B4-BE49-F238E27FC236}">
                <a16:creationId xmlns:a16="http://schemas.microsoft.com/office/drawing/2014/main" id="{E49DB622-8896-42B0-8807-AF07D3B3527C}"/>
              </a:ext>
            </a:extLst>
          </p:cNvPr>
          <p:cNvSpPr>
            <a:spLocks xmlns:a="http://schemas.openxmlformats.org/drawingml/2006/main" noGrp="1"/>
          </p:cNvSpPr>
          <p:nvPr/>
        </p:nvSpPr>
        <p:spPr>
          <a:xfrm xmlns:a="http://schemas.openxmlformats.org/drawingml/2006/main">
            <a:off x="6334125" y="3943350"/>
            <a:ext cx="257175" cy="1752600"/>
          </a:xfrm>
          <a:custGeom xmlns:a="http://schemas.openxmlformats.org/drawingml/2006/main">
            <a:pathLst>
              <a:path w="257175" h="1752600">
                <a:moveTo>
                  <a:pt x="257175" y="1752600"/>
                </a:moveTo>
                <a:lnTo>
                  <a:pt x="0" y="1752600"/>
                </a:lnTo>
                <a:lnTo>
                  <a:pt x="0" y="0"/>
                </a:lnTo>
                <a:lnTo>
                  <a:pt x="257175" y="0"/>
                </a:lnTo>
              </a:path>
            </a:pathLst>
          </a:custGeom>
          <a:noFill xmlns:a="http://schemas.openxmlformats.org/drawingml/2006/main"/>
          <a:ln xmlns:a="http://schemas.openxmlformats.org/drawingml/2006/main" w="16193">
            <a:solidFill>
              <a:srgbClr val="B56812"/>
            </a:solidFill>
            <a:prstDash val="dash"/>
          </a:ln>
        </p:spPr>
      </p:sp>
      <p:sp>
        <p:nvSpPr>
          <p:cNvPr id="63" name="target-edge-RO-head">
            <a:extLst xmlns:a="http://schemas.openxmlformats.org/drawingml/2006/main">
              <a:ext uri="{FF2B5EF4-FFF2-40B4-BE49-F238E27FC236}">
                <a16:creationId xmlns:a16="http://schemas.microsoft.com/office/drawing/2014/main" id="{2F2477DE-B227-40EA-9CAC-72F17C38122E}"/>
              </a:ext>
            </a:extLst>
          </p:cNvPr>
          <p:cNvSpPr>
            <a:spLocks xmlns:a="http://schemas.openxmlformats.org/drawingml/2006/main" noGrp="1"/>
          </p:cNvSpPr>
          <p:nvPr/>
        </p:nvSpPr>
        <p:spPr>
          <a:xfrm xmlns:a="http://schemas.openxmlformats.org/drawingml/2006/main">
            <a:off x="6534150" y="39147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B56812"/>
            </a:solidFill>
            <a:prstDash val="solid"/>
          </a:ln>
        </p:spPr>
      </p:sp>
      <p:sp>
        <p:nvSpPr>
          <p:cNvPr id="64" name="target-edge-label-RO">
            <a:extLst xmlns:a="http://schemas.openxmlformats.org/drawingml/2006/main">
              <a:ext uri="{FF2B5EF4-FFF2-40B4-BE49-F238E27FC236}">
                <a16:creationId xmlns:a16="http://schemas.microsoft.com/office/drawing/2014/main" id="{7BFBA0DC-2521-4B29-BF42-6525854550D5}"/>
              </a:ext>
            </a:extLst>
          </p:cNvPr>
          <p:cNvSpPr>
            <a:spLocks xmlns:a="http://schemas.openxmlformats.org/drawingml/2006/main" noGrp="1"/>
          </p:cNvSpPr>
          <p:nvPr/>
        </p:nvSpPr>
        <p:spPr>
          <a:xfrm xmlns:a="http://schemas.openxmlformats.org/drawingml/2006/main">
            <a:off x="6134100" y="49911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B56812"/>
                </a:solidFill>
                <a:latin typeface="Microsoft YaHei"/>
                <a:ea typeface="Microsoft YaHei"/>
                <a:cs typeface="Microsoft YaHei"/>
              </a:defRPr>
            </a:defPPr>
            <a:lvl1pPr algn="ctr">
              <a:defRPr sz="1050" b="0">
                <a:solidFill>
                  <a:srgbClr val="B56812"/>
                </a:solidFill>
                <a:latin typeface="Microsoft YaHei"/>
                <a:ea typeface="Microsoft YaHei"/>
                <a:cs typeface="Microsoft YaHei"/>
              </a:defRPr>
            </a:lvl1pPr>
            <a:lvl2pPr algn="ctr">
              <a:defRPr sz="1050" b="0">
                <a:solidFill>
                  <a:srgbClr val="B56812"/>
                </a:solidFill>
                <a:latin typeface="Microsoft YaHei"/>
                <a:ea typeface="Microsoft YaHei"/>
                <a:cs typeface="Microsoft YaHei"/>
              </a:defRPr>
            </a:lvl2pPr>
            <a:lvl3pPr algn="ctr">
              <a:defRPr sz="1050" b="0">
                <a:solidFill>
                  <a:srgbClr val="B56812"/>
                </a:solidFill>
                <a:latin typeface="Microsoft YaHei"/>
                <a:ea typeface="Microsoft YaHei"/>
                <a:cs typeface="Microsoft YaHei"/>
              </a:defRPr>
            </a:lvl3pPr>
            <a:lvl4pPr algn="ctr">
              <a:defRPr sz="1050" b="0">
                <a:solidFill>
                  <a:srgbClr val="B56812"/>
                </a:solidFill>
                <a:latin typeface="Microsoft YaHei"/>
                <a:ea typeface="Microsoft YaHei"/>
                <a:cs typeface="Microsoft YaHei"/>
              </a:defRPr>
            </a:lvl4pPr>
            <a:lvl5pPr algn="ctr">
              <a:defRPr sz="1050" b="0">
                <a:solidFill>
                  <a:srgbClr val="B56812"/>
                </a:solidFill>
                <a:latin typeface="Microsoft YaHei"/>
                <a:ea typeface="Microsoft YaHei"/>
                <a:cs typeface="Microsoft YaHei"/>
              </a:defRPr>
            </a:lvl5pPr>
            <a:lvl6pPr algn="ctr">
              <a:defRPr sz="1050" b="0">
                <a:solidFill>
                  <a:srgbClr val="B56812"/>
                </a:solidFill>
                <a:latin typeface="Microsoft YaHei"/>
                <a:ea typeface="Microsoft YaHei"/>
                <a:cs typeface="Microsoft YaHei"/>
              </a:defRPr>
            </a:lvl6pPr>
            <a:lvl7pPr algn="ctr">
              <a:defRPr sz="1050" b="0">
                <a:solidFill>
                  <a:srgbClr val="B56812"/>
                </a:solidFill>
                <a:latin typeface="Microsoft YaHei"/>
                <a:ea typeface="Microsoft YaHei"/>
                <a:cs typeface="Microsoft YaHei"/>
              </a:defRPr>
            </a:lvl7pPr>
            <a:lvl8pPr algn="ctr">
              <a:defRPr sz="1050" b="0">
                <a:solidFill>
                  <a:srgbClr val="B56812"/>
                </a:solidFill>
                <a:latin typeface="Microsoft YaHei"/>
                <a:ea typeface="Microsoft YaHei"/>
                <a:cs typeface="Microsoft YaHei"/>
              </a:defRPr>
            </a:lvl8pPr>
            <a:lvl9pPr algn="ctr">
              <a:defRPr sz="1050" b="0">
                <a:solidFill>
                  <a:srgbClr val="B56812"/>
                </a:solidFill>
                <a:latin typeface="Microsoft YaHei"/>
                <a:ea typeface="Microsoft YaHei"/>
                <a:cs typeface="Microsoft YaHei"/>
              </a:defRPr>
            </a:lvl9pPr>
          </a:lstStyle>
          <a:p xmlns:a="http://schemas.openxmlformats.org/drawingml/2006/main">
            <a:pPr algn="ctr">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结果</a:t>
            </a:r>
          </a:p>
        </p:txBody>
      </p:sp>
      <p:sp>
        <p:nvSpPr>
          <p:cNvPr id="65" name="target-edge-OD">
            <a:extLst xmlns:a="http://schemas.openxmlformats.org/drawingml/2006/main">
              <a:ext uri="{FF2B5EF4-FFF2-40B4-BE49-F238E27FC236}">
                <a16:creationId xmlns:a16="http://schemas.microsoft.com/office/drawing/2014/main" id="{6A24DBE4-CE40-4EB7-BEF1-53B0CFCFA306}"/>
              </a:ext>
            </a:extLst>
          </p:cNvPr>
          <p:cNvSpPr>
            <a:spLocks xmlns:a="http://schemas.openxmlformats.org/drawingml/2006/main" noGrp="1"/>
          </p:cNvSpPr>
          <p:nvPr/>
        </p:nvSpPr>
        <p:spPr>
          <a:xfrm xmlns:a="http://schemas.openxmlformats.org/drawingml/2006/main">
            <a:off x="737711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B56812"/>
            </a:solidFill>
            <a:prstDash val="dash"/>
          </a:ln>
        </p:spPr>
      </p:sp>
      <p:sp>
        <p:nvSpPr>
          <p:cNvPr id="66" name="target-edge-OD-head">
            <a:extLst xmlns:a="http://schemas.openxmlformats.org/drawingml/2006/main">
              <a:ext uri="{FF2B5EF4-FFF2-40B4-BE49-F238E27FC236}">
                <a16:creationId xmlns:a16="http://schemas.microsoft.com/office/drawing/2014/main" id="{E5B9F54B-5249-47D2-9955-DA465A78B65C}"/>
              </a:ext>
            </a:extLst>
          </p:cNvPr>
          <p:cNvSpPr>
            <a:spLocks xmlns:a="http://schemas.openxmlformats.org/drawingml/2006/main" noGrp="1"/>
          </p:cNvSpPr>
          <p:nvPr/>
        </p:nvSpPr>
        <p:spPr>
          <a:xfrm xmlns:a="http://schemas.openxmlformats.org/drawingml/2006/main">
            <a:off x="735330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B56812"/>
            </a:solidFill>
            <a:prstDash val="solid"/>
          </a:ln>
        </p:spPr>
      </p:sp>
      <p:sp>
        <p:nvSpPr>
          <p:cNvPr id="67" name="target-edge-OC">
            <a:extLst xmlns:a="http://schemas.openxmlformats.org/drawingml/2006/main">
              <a:ext uri="{FF2B5EF4-FFF2-40B4-BE49-F238E27FC236}">
                <a16:creationId xmlns:a16="http://schemas.microsoft.com/office/drawing/2014/main" id="{99D64F7A-0C6D-41CF-8A32-A08E54569D01}"/>
              </a:ext>
            </a:extLst>
          </p:cNvPr>
          <p:cNvSpPr>
            <a:spLocks xmlns:a="http://schemas.openxmlformats.org/drawingml/2006/main" noGrp="1"/>
          </p:cNvSpPr>
          <p:nvPr/>
        </p:nvSpPr>
        <p:spPr>
          <a:xfrm xmlns:a="http://schemas.openxmlformats.org/drawingml/2006/main">
            <a:off x="6219825" y="2876550"/>
            <a:ext cx="371475" cy="600075"/>
          </a:xfrm>
          <a:custGeom xmlns:a="http://schemas.openxmlformats.org/drawingml/2006/main">
            <a:pathLst>
              <a:path w="371475" h="600075">
                <a:moveTo>
                  <a:pt x="371475" y="600075"/>
                </a:moveTo>
                <a:lnTo>
                  <a:pt x="0" y="600075"/>
                </a:lnTo>
                <a:lnTo>
                  <a:pt x="0" y="0"/>
                </a:lnTo>
                <a:lnTo>
                  <a:pt x="371475" y="0"/>
                </a:lnTo>
              </a:path>
            </a:pathLst>
          </a:custGeom>
          <a:noFill xmlns:a="http://schemas.openxmlformats.org/drawingml/2006/main"/>
          <a:ln xmlns:a="http://schemas.openxmlformats.org/drawingml/2006/main" w="16193">
            <a:solidFill>
              <a:srgbClr val="B56812"/>
            </a:solidFill>
            <a:prstDash val="dash"/>
          </a:ln>
        </p:spPr>
      </p:sp>
      <p:sp>
        <p:nvSpPr>
          <p:cNvPr id="68" name="target-edge-OC-head">
            <a:extLst xmlns:a="http://schemas.openxmlformats.org/drawingml/2006/main">
              <a:ext uri="{FF2B5EF4-FFF2-40B4-BE49-F238E27FC236}">
                <a16:creationId xmlns:a16="http://schemas.microsoft.com/office/drawing/2014/main" id="{C4FB7542-8819-408F-87EB-17C5DE4C5113}"/>
              </a:ext>
            </a:extLst>
          </p:cNvPr>
          <p:cNvSpPr>
            <a:spLocks xmlns:a="http://schemas.openxmlformats.org/drawingml/2006/main" noGrp="1"/>
          </p:cNvSpPr>
          <p:nvPr/>
        </p:nvSpPr>
        <p:spPr>
          <a:xfrm xmlns:a="http://schemas.openxmlformats.org/drawingml/2006/main">
            <a:off x="6534150" y="2847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B56812"/>
            </a:solidFill>
            <a:prstDash val="solid"/>
          </a:ln>
        </p:spPr>
      </p:sp>
      <p:sp>
        <p:nvSpPr>
          <p:cNvPr id="69" name="target-edge-label-OC">
            <a:extLst xmlns:a="http://schemas.openxmlformats.org/drawingml/2006/main">
              <a:ext uri="{FF2B5EF4-FFF2-40B4-BE49-F238E27FC236}">
                <a16:creationId xmlns:a16="http://schemas.microsoft.com/office/drawing/2014/main" id="{8E1F0161-FD45-4E80-9F3F-1760C84BB101}"/>
              </a:ext>
            </a:extLst>
          </p:cNvPr>
          <p:cNvSpPr>
            <a:spLocks xmlns:a="http://schemas.openxmlformats.org/drawingml/2006/main" noGrp="1"/>
          </p:cNvSpPr>
          <p:nvPr/>
        </p:nvSpPr>
        <p:spPr>
          <a:xfrm xmlns:a="http://schemas.openxmlformats.org/drawingml/2006/main">
            <a:off x="6143625" y="3200400"/>
            <a:ext cx="3619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B56812"/>
                </a:solidFill>
                <a:latin typeface="Microsoft YaHei"/>
                <a:ea typeface="Microsoft YaHei"/>
                <a:cs typeface="Microsoft YaHei"/>
              </a:defRPr>
            </a:defPPr>
            <a:lvl1pPr algn="ctr">
              <a:defRPr sz="1050" b="0">
                <a:solidFill>
                  <a:srgbClr val="B56812"/>
                </a:solidFill>
                <a:latin typeface="Microsoft YaHei"/>
                <a:ea typeface="Microsoft YaHei"/>
                <a:cs typeface="Microsoft YaHei"/>
              </a:defRPr>
            </a:lvl1pPr>
            <a:lvl2pPr algn="ctr">
              <a:defRPr sz="1050" b="0">
                <a:solidFill>
                  <a:srgbClr val="B56812"/>
                </a:solidFill>
                <a:latin typeface="Microsoft YaHei"/>
                <a:ea typeface="Microsoft YaHei"/>
                <a:cs typeface="Microsoft YaHei"/>
              </a:defRPr>
            </a:lvl2pPr>
            <a:lvl3pPr algn="ctr">
              <a:defRPr sz="1050" b="0">
                <a:solidFill>
                  <a:srgbClr val="B56812"/>
                </a:solidFill>
                <a:latin typeface="Microsoft YaHei"/>
                <a:ea typeface="Microsoft YaHei"/>
                <a:cs typeface="Microsoft YaHei"/>
              </a:defRPr>
            </a:lvl3pPr>
            <a:lvl4pPr algn="ctr">
              <a:defRPr sz="1050" b="0">
                <a:solidFill>
                  <a:srgbClr val="B56812"/>
                </a:solidFill>
                <a:latin typeface="Microsoft YaHei"/>
                <a:ea typeface="Microsoft YaHei"/>
                <a:cs typeface="Microsoft YaHei"/>
              </a:defRPr>
            </a:lvl4pPr>
            <a:lvl5pPr algn="ctr">
              <a:defRPr sz="1050" b="0">
                <a:solidFill>
                  <a:srgbClr val="B56812"/>
                </a:solidFill>
                <a:latin typeface="Microsoft YaHei"/>
                <a:ea typeface="Microsoft YaHei"/>
                <a:cs typeface="Microsoft YaHei"/>
              </a:defRPr>
            </a:lvl5pPr>
            <a:lvl6pPr algn="ctr">
              <a:defRPr sz="1050" b="0">
                <a:solidFill>
                  <a:srgbClr val="B56812"/>
                </a:solidFill>
                <a:latin typeface="Microsoft YaHei"/>
                <a:ea typeface="Microsoft YaHei"/>
                <a:cs typeface="Microsoft YaHei"/>
              </a:defRPr>
            </a:lvl6pPr>
            <a:lvl7pPr algn="ctr">
              <a:defRPr sz="1050" b="0">
                <a:solidFill>
                  <a:srgbClr val="B56812"/>
                </a:solidFill>
                <a:latin typeface="Microsoft YaHei"/>
                <a:ea typeface="Microsoft YaHei"/>
                <a:cs typeface="Microsoft YaHei"/>
              </a:defRPr>
            </a:lvl7pPr>
            <a:lvl8pPr algn="ctr">
              <a:defRPr sz="1050" b="0">
                <a:solidFill>
                  <a:srgbClr val="B56812"/>
                </a:solidFill>
                <a:latin typeface="Microsoft YaHei"/>
                <a:ea typeface="Microsoft YaHei"/>
                <a:cs typeface="Microsoft YaHei"/>
              </a:defRPr>
            </a:lvl8pPr>
            <a:lvl9pPr algn="ctr">
              <a:defRPr sz="1050" b="0">
                <a:solidFill>
                  <a:srgbClr val="B56812"/>
                </a:solidFill>
                <a:latin typeface="Microsoft YaHei"/>
                <a:ea typeface="Microsoft YaHei"/>
                <a:cs typeface="Microsoft YaHei"/>
              </a:defRPr>
            </a:lvl9pPr>
          </a:lstStyle>
          <a:p xmlns:a="http://schemas.openxmlformats.org/drawingml/2006/main">
            <a:pPr algn="ctr">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完成</a:t>
            </a:r>
          </a:p>
        </p:txBody>
      </p:sp>
      <p:sp>
        <p:nvSpPr>
          <p:cNvPr id="70" name="target-node-C">
            <a:extLst xmlns:a="http://schemas.openxmlformats.org/drawingml/2006/main">
              <a:ext uri="{FF2B5EF4-FFF2-40B4-BE49-F238E27FC236}">
                <a16:creationId xmlns:a16="http://schemas.microsoft.com/office/drawing/2014/main" id="{7671BA57-02FF-4103-9874-3684E6482CA3}"/>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4DF"/>
          </a:solidFill>
          <a:ln xmlns:a="http://schemas.openxmlformats.org/drawingml/2006/main" w="14288">
            <a:solidFill>
              <a:srgbClr val="B56812"/>
            </a:solidFill>
            <a:prstDash val="solid"/>
          </a:ln>
        </p:spPr>
      </p:sp>
      <p:sp>
        <p:nvSpPr>
          <p:cNvPr id="71" name="target-title-C">
            <a:extLst xmlns:a="http://schemas.openxmlformats.org/drawingml/2006/main">
              <a:ext uri="{FF2B5EF4-FFF2-40B4-BE49-F238E27FC236}">
                <a16:creationId xmlns:a16="http://schemas.microsoft.com/office/drawing/2014/main" id="{9560D015-8D04-416E-B546-0B52EE6D60E1}"/>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C 旧接口兼容</a:t>
            </a:r>
          </a:p>
        </p:txBody>
      </p:sp>
      <p:sp>
        <p:nvSpPr>
          <p:cNvPr id="72" name="target-alias-C">
            <a:extLst xmlns:a="http://schemas.openxmlformats.org/drawingml/2006/main">
              <a:ext uri="{FF2B5EF4-FFF2-40B4-BE49-F238E27FC236}">
                <a16:creationId xmlns:a16="http://schemas.microsoft.com/office/drawing/2014/main" id="{5A1A51D0-5C82-42D6-98DF-FBC414229E57}"/>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56657A"/>
                </a:solidFill>
                <a:latin typeface="Microsoft YaHei"/>
                <a:ea typeface="Microsoft YaHei"/>
                <a:cs typeface="Microsoft YaHei"/>
              </a:defRPr>
            </a:defPPr>
            <a:lvl1pPr algn="l">
              <a:defRPr sz="1238" b="0">
                <a:solidFill>
                  <a:srgbClr val="56657A"/>
                </a:solidFill>
                <a:latin typeface="Microsoft YaHei"/>
                <a:ea typeface="Microsoft YaHei"/>
                <a:cs typeface="Microsoft YaHei"/>
              </a:defRPr>
            </a:lvl1pPr>
            <a:lvl2pPr algn="l">
              <a:defRPr sz="1238" b="0">
                <a:solidFill>
                  <a:srgbClr val="56657A"/>
                </a:solidFill>
                <a:latin typeface="Microsoft YaHei"/>
                <a:ea typeface="Microsoft YaHei"/>
                <a:cs typeface="Microsoft YaHei"/>
              </a:defRPr>
            </a:lvl2pPr>
            <a:lvl3pPr algn="l">
              <a:defRPr sz="1238" b="0">
                <a:solidFill>
                  <a:srgbClr val="56657A"/>
                </a:solidFill>
                <a:latin typeface="Microsoft YaHei"/>
                <a:ea typeface="Microsoft YaHei"/>
                <a:cs typeface="Microsoft YaHei"/>
              </a:defRPr>
            </a:lvl3pPr>
            <a:lvl4pPr algn="l">
              <a:defRPr sz="1238" b="0">
                <a:solidFill>
                  <a:srgbClr val="56657A"/>
                </a:solidFill>
                <a:latin typeface="Microsoft YaHei"/>
                <a:ea typeface="Microsoft YaHei"/>
                <a:cs typeface="Microsoft YaHei"/>
              </a:defRPr>
            </a:lvl4pPr>
            <a:lvl5pPr algn="l">
              <a:defRPr sz="1238" b="0">
                <a:solidFill>
                  <a:srgbClr val="56657A"/>
                </a:solidFill>
                <a:latin typeface="Microsoft YaHei"/>
                <a:ea typeface="Microsoft YaHei"/>
                <a:cs typeface="Microsoft YaHei"/>
              </a:defRPr>
            </a:lvl5pPr>
            <a:lvl6pPr algn="l">
              <a:defRPr sz="1238" b="0">
                <a:solidFill>
                  <a:srgbClr val="56657A"/>
                </a:solidFill>
                <a:latin typeface="Microsoft YaHei"/>
                <a:ea typeface="Microsoft YaHei"/>
                <a:cs typeface="Microsoft YaHei"/>
              </a:defRPr>
            </a:lvl6pPr>
            <a:lvl7pPr algn="l">
              <a:defRPr sz="1238" b="0">
                <a:solidFill>
                  <a:srgbClr val="56657A"/>
                </a:solidFill>
                <a:latin typeface="Microsoft YaHei"/>
                <a:ea typeface="Microsoft YaHei"/>
                <a:cs typeface="Microsoft YaHei"/>
              </a:defRPr>
            </a:lvl7pPr>
            <a:lvl8pPr algn="l">
              <a:defRPr sz="1238" b="0">
                <a:solidFill>
                  <a:srgbClr val="56657A"/>
                </a:solidFill>
                <a:latin typeface="Microsoft YaHei"/>
                <a:ea typeface="Microsoft YaHei"/>
                <a:cs typeface="Microsoft YaHei"/>
              </a:defRPr>
            </a:lvl8pPr>
            <a:lvl9pPr algn="l">
              <a:defRPr sz="1238" b="0">
                <a:solidFill>
                  <a:srgbClr val="56657A"/>
                </a:solidFill>
                <a:latin typeface="Microsoft YaHei"/>
                <a:ea typeface="Microsoft YaHei"/>
                <a:cs typeface="Microsoft YaHei"/>
              </a:defRPr>
            </a:lvl9pPr>
          </a:lstStyle>
          <a:p xmlns:a="http://schemas.openxmlformats.org/drawingml/2006/main">
            <a:pPr algn="l">
              <a:lnSpc>
                <a:spcPct val="102000"/>
              </a:lnSpc>
              <a:buNone/>
              <a:defRPr sz="1238" b="0">
                <a:solidFill>
                  <a:srgbClr val="56657A"/>
                </a:solidFill>
                <a:latin typeface="Microsoft YaHei"/>
                <a:ea typeface="Microsoft YaHei"/>
                <a:cs typeface="Microsoft YaHei"/>
              </a:defRPr>
            </a:pPr>
            <a:r>
              <a:rPr sz="1238" b="0">
                <a:solidFill>
                  <a:srgbClr val="56657A"/>
                </a:solidFill>
                <a:latin typeface="Microsoft YaHei"/>
                <a:ea typeface="Microsoft YaHei"/>
                <a:cs typeface="Microsoft YaHei"/>
              </a:rPr>
              <a:t>旧签名 / 权限 / 错误 / 返回与回调</a:t>
            </a:r>
          </a:p>
        </p:txBody>
      </p:sp>
      <p:sp>
        <p:nvSpPr>
          <p:cNvPr id="73" name="target-func-C">
            <a:extLst xmlns:a="http://schemas.openxmlformats.org/drawingml/2006/main">
              <a:ext uri="{FF2B5EF4-FFF2-40B4-BE49-F238E27FC236}">
                <a16:creationId xmlns:a16="http://schemas.microsoft.com/office/drawing/2014/main" id="{F10A8B2B-8962-4A78-8B4F-1E70DC071607}"/>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原失败出口保持；不补发旧用例成功</a:t>
            </a:r>
          </a:p>
        </p:txBody>
      </p:sp>
      <p:sp>
        <p:nvSpPr>
          <p:cNvPr id="74" name="target-node-O">
            <a:extLst xmlns:a="http://schemas.openxmlformats.org/drawingml/2006/main">
              <a:ext uri="{FF2B5EF4-FFF2-40B4-BE49-F238E27FC236}">
                <a16:creationId xmlns:a16="http://schemas.microsoft.com/office/drawing/2014/main" id="{4D97FAE7-7BA3-4C9F-BEE9-F63B9C0E5A74}"/>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FFF4DF"/>
          </a:solidFill>
          <a:ln xmlns:a="http://schemas.openxmlformats.org/drawingml/2006/main" w="14288">
            <a:solidFill>
              <a:srgbClr val="B56812"/>
            </a:solidFill>
            <a:prstDash val="solid"/>
          </a:ln>
        </p:spPr>
      </p:sp>
      <p:sp>
        <p:nvSpPr>
          <p:cNvPr id="75" name="target-title-O">
            <a:extLst xmlns:a="http://schemas.openxmlformats.org/drawingml/2006/main">
              <a:ext uri="{FF2B5EF4-FFF2-40B4-BE49-F238E27FC236}">
                <a16:creationId xmlns:a16="http://schemas.microsoft.com/office/drawing/2014/main" id="{7BEA6B5E-8723-451A-B8EC-67906F93455F}"/>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76" name="target-alias-O">
            <a:extLst xmlns:a="http://schemas.openxmlformats.org/drawingml/2006/main">
              <a:ext uri="{FF2B5EF4-FFF2-40B4-BE49-F238E27FC236}">
                <a16:creationId xmlns:a16="http://schemas.microsoft.com/office/drawing/2014/main" id="{B9F9F317-5561-4EB5-9738-3AED4DE8CD20}"/>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77" name="target-func-O">
            <a:extLst xmlns:a="http://schemas.openxmlformats.org/drawingml/2006/main">
              <a:ext uri="{FF2B5EF4-FFF2-40B4-BE49-F238E27FC236}">
                <a16:creationId xmlns:a16="http://schemas.microsoft.com/office/drawing/2014/main" id="{8775E7B4-E10A-4340-94CD-31490BC8E5BC}"/>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等待超时 ≠ 卡未写入</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终结后不补写账户</a:t>
            </a:r>
          </a:p>
        </p:txBody>
      </p:sp>
      <p:sp>
        <p:nvSpPr>
          <p:cNvPr id="78" name="target-node-T">
            <a:extLst xmlns:a="http://schemas.openxmlformats.org/drawingml/2006/main">
              <a:ext uri="{FF2B5EF4-FFF2-40B4-BE49-F238E27FC236}">
                <a16:creationId xmlns:a16="http://schemas.microsoft.com/office/drawing/2014/main" id="{9C312EC0-9E52-446A-9A71-483B894633A3}"/>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4DF"/>
          </a:solidFill>
          <a:ln xmlns:a="http://schemas.openxmlformats.org/drawingml/2006/main" w="14288">
            <a:solidFill>
              <a:srgbClr val="B56812"/>
            </a:solidFill>
            <a:prstDash val="solid"/>
          </a:ln>
        </p:spPr>
      </p:sp>
      <p:sp>
        <p:nvSpPr>
          <p:cNvPr id="79" name="target-title-T">
            <a:extLst xmlns:a="http://schemas.openxmlformats.org/drawingml/2006/main">
              <a:ext uri="{FF2B5EF4-FFF2-40B4-BE49-F238E27FC236}">
                <a16:creationId xmlns:a16="http://schemas.microsoft.com/office/drawing/2014/main" id="{04CAC14C-1355-4A15-8C18-691ADCD1737F}"/>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80" name="target-alias-T">
            <a:extLst xmlns:a="http://schemas.openxmlformats.org/drawingml/2006/main">
              <a:ext uri="{FF2B5EF4-FFF2-40B4-BE49-F238E27FC236}">
                <a16:creationId xmlns:a16="http://schemas.microsoft.com/office/drawing/2014/main" id="{3F2FF69D-B52F-470F-9E28-27DEC6F87043}"/>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81" name="target-func-T">
            <a:extLst xmlns:a="http://schemas.openxmlformats.org/drawingml/2006/main">
              <a:ext uri="{FF2B5EF4-FFF2-40B4-BE49-F238E27FC236}">
                <a16:creationId xmlns:a16="http://schemas.microsoft.com/office/drawing/2014/main" id="{52E16775-FD19-47E2-AB1C-7703665A6FA6}"/>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DB 失败保留卡效果</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查询回写另立用例</a:t>
            </a:r>
          </a:p>
        </p:txBody>
      </p:sp>
      <p:sp>
        <p:nvSpPr>
          <p:cNvPr id="82" name="target-node-A">
            <a:extLst xmlns:a="http://schemas.openxmlformats.org/drawingml/2006/main">
              <a:ext uri="{FF2B5EF4-FFF2-40B4-BE49-F238E27FC236}">
                <a16:creationId xmlns:a16="http://schemas.microsoft.com/office/drawing/2014/main" id="{8CC7E077-FF97-4E50-8AFD-D14D6B2F12C7}"/>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83" name="target-title-A">
            <a:extLst xmlns:a="http://schemas.openxmlformats.org/drawingml/2006/main">
              <a:ext uri="{FF2B5EF4-FFF2-40B4-BE49-F238E27FC236}">
                <a16:creationId xmlns:a16="http://schemas.microsoft.com/office/drawing/2014/main" id="{CDF422E4-78D9-4BB1-BBED-23AC355A18A3}"/>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84" name="target-alias-A">
            <a:extLst xmlns:a="http://schemas.openxmlformats.org/drawingml/2006/main">
              <a:ext uri="{FF2B5EF4-FFF2-40B4-BE49-F238E27FC236}">
                <a16:creationId xmlns:a16="http://schemas.microsoft.com/office/drawing/2014/main" id="{43CF6523-D6D7-423D-B1C6-4154F2EBC92A}"/>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85" name="target-func-A">
            <a:extLst xmlns:a="http://schemas.openxmlformats.org/drawingml/2006/main">
              <a:ext uri="{FF2B5EF4-FFF2-40B4-BE49-F238E27FC236}">
                <a16:creationId xmlns:a16="http://schemas.microsoft.com/office/drawing/2014/main" id="{84B8FC72-F4A9-4192-84A2-FA0FBC37C780}"/>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角色意图 / 分配约束</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本流程不改默认角色</a:t>
            </a:r>
          </a:p>
        </p:txBody>
      </p:sp>
      <p:sp>
        <p:nvSpPr>
          <p:cNvPr id="86" name="target-node-DO">
            <a:extLst xmlns:a="http://schemas.openxmlformats.org/drawingml/2006/main">
              <a:ext uri="{FF2B5EF4-FFF2-40B4-BE49-F238E27FC236}">
                <a16:creationId xmlns:a16="http://schemas.microsoft.com/office/drawing/2014/main" id="{077379AF-1C29-4298-8CF4-7CB195A7F609}"/>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B56812"/>
            </a:solidFill>
            <a:prstDash val="solid"/>
          </a:ln>
        </p:spPr>
      </p:sp>
      <p:sp>
        <p:nvSpPr>
          <p:cNvPr id="87" name="target-title-DO">
            <a:extLst xmlns:a="http://schemas.openxmlformats.org/drawingml/2006/main">
              <a:ext uri="{FF2B5EF4-FFF2-40B4-BE49-F238E27FC236}">
                <a16:creationId xmlns:a16="http://schemas.microsoft.com/office/drawing/2014/main" id="{23BCA72A-6D83-4A3A-8025-C7D9A8A96FBA}"/>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OperationContext</a:t>
            </a:r>
          </a:p>
        </p:txBody>
      </p:sp>
      <p:sp>
        <p:nvSpPr>
          <p:cNvPr id="88" name="target-func-DO">
            <a:extLst xmlns:a="http://schemas.openxmlformats.org/drawingml/2006/main">
              <a:ext uri="{FF2B5EF4-FFF2-40B4-BE49-F238E27FC236}">
                <a16:creationId xmlns:a16="http://schemas.microsoft.com/office/drawing/2014/main" id="{3EAADEAC-81F0-4604-A179-CEE5E04B6ECB}"/>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纯操作状态 / 值对象</a:t>
            </a:r>
          </a:p>
        </p:txBody>
      </p:sp>
      <p:sp>
        <p:nvSpPr>
          <p:cNvPr id="89" name="target-node-DT">
            <a:extLst xmlns:a="http://schemas.openxmlformats.org/drawingml/2006/main">
              <a:ext uri="{FF2B5EF4-FFF2-40B4-BE49-F238E27FC236}">
                <a16:creationId xmlns:a16="http://schemas.microsoft.com/office/drawing/2014/main" id="{03B503D7-0B57-4973-9B52-4DA0204DEB1B}"/>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90" name="target-title-DT">
            <a:extLst xmlns:a="http://schemas.openxmlformats.org/drawingml/2006/main">
              <a:ext uri="{FF2B5EF4-FFF2-40B4-BE49-F238E27FC236}">
                <a16:creationId xmlns:a16="http://schemas.microsoft.com/office/drawing/2014/main" id="{FE1E51BA-068E-4985-9D84-239BE6F35CFF}"/>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91" name="target-func-DT">
            <a:extLst xmlns:a="http://schemas.openxmlformats.org/drawingml/2006/main">
              <a:ext uri="{FF2B5EF4-FFF2-40B4-BE49-F238E27FC236}">
                <a16:creationId xmlns:a16="http://schemas.microsoft.com/office/drawing/2014/main" id="{354EF7D2-A66E-4BC0-A319-D52DDD5BB3F8}"/>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92" name="target-node-DA">
            <a:extLst xmlns:a="http://schemas.openxmlformats.org/drawingml/2006/main">
              <a:ext uri="{FF2B5EF4-FFF2-40B4-BE49-F238E27FC236}">
                <a16:creationId xmlns:a16="http://schemas.microsoft.com/office/drawing/2014/main" id="{5BD8F445-5103-4748-A905-0136C93E9624}"/>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93" name="target-title-DA">
            <a:extLst xmlns:a="http://schemas.openxmlformats.org/drawingml/2006/main">
              <a:ext uri="{FF2B5EF4-FFF2-40B4-BE49-F238E27FC236}">
                <a16:creationId xmlns:a16="http://schemas.microsoft.com/office/drawing/2014/main" id="{8C745985-EACB-47B0-8F24-8D572B0D456E}"/>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94" name="target-func-DA">
            <a:extLst xmlns:a="http://schemas.openxmlformats.org/drawingml/2006/main">
              <a:ext uri="{FF2B5EF4-FFF2-40B4-BE49-F238E27FC236}">
                <a16:creationId xmlns:a16="http://schemas.microsoft.com/office/drawing/2014/main" id="{43400D88-9AA4-4377-B897-83A4344C12FA}"/>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95" name="target-node-R">
            <a:extLst xmlns:a="http://schemas.openxmlformats.org/drawingml/2006/main">
              <a:ext uri="{FF2B5EF4-FFF2-40B4-BE49-F238E27FC236}">
                <a16:creationId xmlns:a16="http://schemas.microsoft.com/office/drawing/2014/main" id="{886BC340-F099-45B9-B0A7-6F3BC99117DD}"/>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FFF4DF"/>
          </a:solidFill>
          <a:ln xmlns:a="http://schemas.openxmlformats.org/drawingml/2006/main" w="14288">
            <a:solidFill>
              <a:srgbClr val="B56812"/>
            </a:solidFill>
            <a:prstDash val="solid"/>
          </a:ln>
        </p:spPr>
      </p:sp>
      <p:sp>
        <p:nvSpPr>
          <p:cNvPr id="96" name="target-title-R">
            <a:extLst xmlns:a="http://schemas.openxmlformats.org/drawingml/2006/main">
              <a:ext uri="{FF2B5EF4-FFF2-40B4-BE49-F238E27FC236}">
                <a16:creationId xmlns:a16="http://schemas.microsoft.com/office/drawing/2014/main" id="{3997FD4A-E857-43FA-80B2-2644593E8A52}"/>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97" name="target-func-R">
            <a:extLst xmlns:a="http://schemas.openxmlformats.org/drawingml/2006/main">
              <a:ext uri="{FF2B5EF4-FFF2-40B4-BE49-F238E27FC236}">
                <a16:creationId xmlns:a16="http://schemas.microsoft.com/office/drawing/2014/main" id="{A6CF47A2-9490-45CE-9F61-DB765D8437B4}"/>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旧关联结果只观察 / 核对</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不得写入新会话的缓存</a:t>
            </a:r>
          </a:p>
        </p:txBody>
      </p:sp>
      <p:sp>
        <p:nvSpPr>
          <p:cNvPr id="98" name="target-node-I">
            <a:extLst xmlns:a="http://schemas.openxmlformats.org/drawingml/2006/main">
              <a:ext uri="{FF2B5EF4-FFF2-40B4-BE49-F238E27FC236}">
                <a16:creationId xmlns:a16="http://schemas.microsoft.com/office/drawing/2014/main" id="{E2D67C99-796A-441F-95E0-3E9041658B79}"/>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4DF"/>
          </a:solidFill>
          <a:ln xmlns:a="http://schemas.openxmlformats.org/drawingml/2006/main" w="14288">
            <a:solidFill>
              <a:srgbClr val="B56812"/>
            </a:solidFill>
            <a:prstDash val="solid"/>
          </a:ln>
        </p:spPr>
      </p:sp>
      <p:sp>
        <p:nvSpPr>
          <p:cNvPr id="99" name="target-title-I">
            <a:extLst xmlns:a="http://schemas.openxmlformats.org/drawingml/2006/main">
              <a:ext uri="{FF2B5EF4-FFF2-40B4-BE49-F238E27FC236}">
                <a16:creationId xmlns:a16="http://schemas.microsoft.com/office/drawing/2014/main" id="{0C0B04DA-D769-4E4E-A332-38137F30DEB6}"/>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I 技术适配</a:t>
            </a:r>
          </a:p>
        </p:txBody>
      </p:sp>
      <p:sp>
        <p:nvSpPr>
          <p:cNvPr id="100" name="target-func-I">
            <a:extLst xmlns:a="http://schemas.openxmlformats.org/drawingml/2006/main">
              <a:ext uri="{FF2B5EF4-FFF2-40B4-BE49-F238E27FC236}">
                <a16:creationId xmlns:a16="http://schemas.microsoft.com/office/drawing/2014/main" id="{5D95C75F-3272-4ECF-BA3B-BF313B697268}"/>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DataShare / 参数 / Hook</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按原协议存储与输出</a:t>
            </a:r>
          </a:p>
        </p:txBody>
      </p:sp>
      <p:sp>
        <p:nvSpPr>
          <p:cNvPr id="101" name="host-note">
            <a:extLst xmlns:a="http://schemas.openxmlformats.org/drawingml/2006/main">
              <a:ext uri="{FF2B5EF4-FFF2-40B4-BE49-F238E27FC236}">
                <a16:creationId xmlns:a16="http://schemas.microsoft.com/office/drawing/2014/main" id="{03F5EDC7-8211-4EB8-BB04-BE1F1BB97690}"/>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102" name="invariant-rule">
            <a:extLst xmlns:a="http://schemas.openxmlformats.org/drawingml/2006/main">
              <a:ext uri="{FF2B5EF4-FFF2-40B4-BE49-F238E27FC236}">
                <a16:creationId xmlns:a16="http://schemas.microsoft.com/office/drawing/2014/main" id="{A31C88AC-3F25-4442-9B8A-B01720F4C1CB}"/>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3" name="invariant">
            <a:extLst xmlns:a="http://schemas.openxmlformats.org/drawingml/2006/main">
              <a:ext uri="{FF2B5EF4-FFF2-40B4-BE49-F238E27FC236}">
                <a16:creationId xmlns:a16="http://schemas.microsoft.com/office/drawing/2014/main" id="{A1CCFB47-7036-4CEB-B370-382D79527F2C}"/>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保持：先卡后账户；卡成功 / DB 失败不回滚；受理返回与业务回调分开。</a:t>
            </a:r>
          </a:p>
        </p:txBody>
      </p:sp>
      <p:sp>
        <p:nvSpPr>
          <p:cNvPr id="104" name="footer">
            <a:extLst xmlns:a="http://schemas.openxmlformats.org/drawingml/2006/main">
              <a:ext uri="{FF2B5EF4-FFF2-40B4-BE49-F238E27FC236}">
                <a16:creationId xmlns:a16="http://schemas.microsoft.com/office/drawing/2014/main" id="{B65274ED-9039-40D0-B94D-7ED004AF62E6}"/>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05" name="page-number">
            <a:extLst xmlns:a="http://schemas.openxmlformats.org/drawingml/2006/main">
              <a:ext uri="{FF2B5EF4-FFF2-40B4-BE49-F238E27FC236}">
                <a16:creationId xmlns:a16="http://schemas.microsoft.com/office/drawing/2014/main" id="{5C711163-E1D8-4C39-ACFE-52AFAEDF185D}"/>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号码 / 异常 / 恢复</a:t>
            </a:r>
          </a:p>
        </p:txBody>
      </p:sp>
    </p:spTree>
    <p:extLst>
      <p:ext uri="{BB962C8B-B14F-4D97-AF65-F5344CB8AC3E}">
        <p14:creationId xmlns:p14="http://schemas.microsoft.com/office/powerpoint/2010/main" val="1756030544"/>
      </p:ext>
    </p:extLst>
  </p:cSld>
  <p:transition spd="fast" advClick="0">
    <p:fade/>
  </p:transition>
</p:sld>
</file>

<file path=ppt/slides/slide25.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5" name="accent">
            <a:extLst xmlns:a="http://schemas.openxmlformats.org/drawingml/2006/main">
              <a:ext uri="{FF2B5EF4-FFF2-40B4-BE49-F238E27FC236}">
                <a16:creationId xmlns:a16="http://schemas.microsoft.com/office/drawing/2014/main" id="{997B0E35-8014-40A3-B764-F7192F2A553C}"/>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BD87087E-61C4-41F7-8AEA-B351DB06ACA4}"/>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B6D52BB7-6C4B-46D5-9D49-CB2AA64CE095}"/>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64EC38DB-B0F4-4585-99E2-D564BE6D06B0}"/>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1CF73B05-E616-4714-BE2B-EA3E4C054901}"/>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F9CB1521-AC6A-4D67-A752-5AC6BC5090ED}"/>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1E2F5045-9823-4C63-83EC-91D21161EAF9}"/>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7033AB75-DACD-4799-98F8-810AD76C463E}"/>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F40671CE-6A54-4D0D-B051-16E357D1F603}"/>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A7308189-60CF-44DF-87EA-9B00E24A1DC0}"/>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5F8B6601-1FF9-4D57-A985-6E31F650CFC5}"/>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024DB7CE-AB58-4C46-AC57-25B1A3317E90}"/>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0CB32560-97E8-4010-8DE1-E11B26E72F31}"/>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49D9ADFD-8C40-4A6E-8E1B-1090D739FB7C}"/>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D16BE7BE-F66F-4894-96D5-F08BD38EB520}"/>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5120821F-B6C2-4F7D-9CD5-BACCD9340559}"/>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A97B881B-1706-4EDE-8673-F44D831DE2EB}"/>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BD799C59-9524-4B46-85BA-CDE640CE87B4}"/>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8CF68135-1754-4A4F-A8EC-D4BBC2556083}"/>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68B18D38-26DB-4CE0-9ADF-106FD81DDBBD}"/>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普通 non-force 激活：设备成功后，原实现先改 active 缓存 / Hook，再写 DB；目标保留这些可见节点。</a:t>
            </a:r>
          </a:p>
        </p:txBody>
      </p:sp>
      <p:sp>
        <p:nvSpPr>
          <p:cNvPr id="21" name="top-rule">
            <a:extLst xmlns:a="http://schemas.openxmlformats.org/drawingml/2006/main">
              <a:ext uri="{FF2B5EF4-FFF2-40B4-BE49-F238E27FC236}">
                <a16:creationId xmlns:a16="http://schemas.microsoft.com/office/drawing/2014/main" id="{CB1B9D92-D66C-442E-8B96-56F4066F7305}"/>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96863DFB-F9B5-45F2-9B0E-ED9FD48C51E2}"/>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04C6F924-B049-412E-8BCC-CBB45E52BA39}"/>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333278B8-0955-4463-9397-AD368CDCCE3C}"/>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EK">
            <a:extLst xmlns:a="http://schemas.openxmlformats.org/drawingml/2006/main">
              <a:ext uri="{FF2B5EF4-FFF2-40B4-BE49-F238E27FC236}">
                <a16:creationId xmlns:a16="http://schemas.microsoft.com/office/drawing/2014/main" id="{848470A3-B18F-415E-B628-BB036A7D3774}"/>
              </a:ext>
            </a:extLst>
          </p:cNvPr>
          <p:cNvSpPr>
            <a:spLocks xmlns:a="http://schemas.openxmlformats.org/drawingml/2006/main" noGrp="1"/>
          </p:cNvSpPr>
          <p:nvPr/>
        </p:nvSpPr>
        <p:spPr>
          <a:xfrm xmlns:a="http://schemas.openxmlformats.org/drawingml/2006/main">
            <a:off x="1747838" y="3190875"/>
            <a:ext cx="9525" cy="200025"/>
          </a:xfrm>
          <a:custGeom xmlns:a="http://schemas.openxmlformats.org/drawingml/2006/main">
            <a:pathLst>
              <a:path w="9525" h="200025">
                <a:moveTo>
                  <a:pt x="4763" y="0"/>
                </a:moveTo>
                <a:lnTo>
                  <a:pt x="4763" y="200025"/>
                </a:lnTo>
              </a:path>
            </a:pathLst>
          </a:custGeom>
          <a:noFill xmlns:a="http://schemas.openxmlformats.org/drawingml/2006/main"/>
          <a:ln xmlns:a="http://schemas.openxmlformats.org/drawingml/2006/main" w="17145">
            <a:solidFill>
              <a:srgbClr val="246AB8"/>
            </a:solidFill>
            <a:prstDash val="solid"/>
          </a:ln>
        </p:spPr>
      </p:sp>
      <p:sp>
        <p:nvSpPr>
          <p:cNvPr id="26" name="legacy-edge-EK-head">
            <a:extLst xmlns:a="http://schemas.openxmlformats.org/drawingml/2006/main">
              <a:ext uri="{FF2B5EF4-FFF2-40B4-BE49-F238E27FC236}">
                <a16:creationId xmlns:a16="http://schemas.microsoft.com/office/drawing/2014/main" id="{CA3A0F95-E5BF-453F-851D-CF42B470BBD7}"/>
              </a:ext>
            </a:extLst>
          </p:cNvPr>
          <p:cNvSpPr>
            <a:spLocks xmlns:a="http://schemas.openxmlformats.org/drawingml/2006/main" noGrp="1"/>
          </p:cNvSpPr>
          <p:nvPr/>
        </p:nvSpPr>
        <p:spPr>
          <a:xfrm xmlns:a="http://schemas.openxmlformats.org/drawingml/2006/main">
            <a:off x="1724025" y="33337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EK">
            <a:extLst xmlns:a="http://schemas.openxmlformats.org/drawingml/2006/main">
              <a:ext uri="{FF2B5EF4-FFF2-40B4-BE49-F238E27FC236}">
                <a16:creationId xmlns:a16="http://schemas.microsoft.com/office/drawing/2014/main" id="{1014E963-ABEE-4923-8FFD-9AF3B284055D}"/>
              </a:ext>
            </a:extLst>
          </p:cNvPr>
          <p:cNvSpPr>
            <a:spLocks xmlns:a="http://schemas.openxmlformats.org/drawingml/2006/main" noGrp="1"/>
          </p:cNvSpPr>
          <p:nvPr/>
        </p:nvSpPr>
        <p:spPr>
          <a:xfrm xmlns:a="http://schemas.openxmlformats.org/drawingml/2006/main">
            <a:off x="1838325" y="3190875"/>
            <a:ext cx="4572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①②</a:t>
            </a:r>
          </a:p>
        </p:txBody>
      </p:sp>
      <p:sp>
        <p:nvSpPr>
          <p:cNvPr id="28" name="legacy-edge-KR">
            <a:extLst xmlns:a="http://schemas.openxmlformats.org/drawingml/2006/main">
              <a:ext uri="{FF2B5EF4-FFF2-40B4-BE49-F238E27FC236}">
                <a16:creationId xmlns:a16="http://schemas.microsoft.com/office/drawing/2014/main" id="{9E9AE06B-0119-49A3-A936-D0561354A8A2}"/>
              </a:ext>
            </a:extLst>
          </p:cNvPr>
          <p:cNvSpPr>
            <a:spLocks xmlns:a="http://schemas.openxmlformats.org/drawingml/2006/main" noGrp="1"/>
          </p:cNvSpPr>
          <p:nvPr/>
        </p:nvSpPr>
        <p:spPr>
          <a:xfrm xmlns:a="http://schemas.openxmlformats.org/drawingml/2006/main">
            <a:off x="3009900" y="3748088"/>
            <a:ext cx="342900" cy="9525"/>
          </a:xfrm>
          <a:custGeom xmlns:a="http://schemas.openxmlformats.org/drawingml/2006/main">
            <a:pathLst>
              <a:path w="342900" h="9525">
                <a:moveTo>
                  <a:pt x="0" y="4763"/>
                </a:moveTo>
                <a:lnTo>
                  <a:pt x="342900" y="4763"/>
                </a:lnTo>
              </a:path>
            </a:pathLst>
          </a:custGeom>
          <a:noFill xmlns:a="http://schemas.openxmlformats.org/drawingml/2006/main"/>
          <a:ln xmlns:a="http://schemas.openxmlformats.org/drawingml/2006/main" w="17145">
            <a:solidFill>
              <a:srgbClr val="246AB8"/>
            </a:solidFill>
            <a:prstDash val="solid"/>
          </a:ln>
        </p:spPr>
      </p:sp>
      <p:sp>
        <p:nvSpPr>
          <p:cNvPr id="29" name="legacy-edge-KR-head">
            <a:extLst xmlns:a="http://schemas.openxmlformats.org/drawingml/2006/main">
              <a:ext uri="{FF2B5EF4-FFF2-40B4-BE49-F238E27FC236}">
                <a16:creationId xmlns:a16="http://schemas.microsoft.com/office/drawing/2014/main" id="{AFF1A060-1005-4E4B-AB33-0ED7987783CB}"/>
              </a:ext>
            </a:extLst>
          </p:cNvPr>
          <p:cNvSpPr>
            <a:spLocks xmlns:a="http://schemas.openxmlformats.org/drawingml/2006/main" noGrp="1"/>
          </p:cNvSpPr>
          <p:nvPr/>
        </p:nvSpPr>
        <p:spPr>
          <a:xfrm xmlns:a="http://schemas.openxmlformats.org/drawingml/2006/main">
            <a:off x="3295650" y="37242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30" name="legacy-edge-label-KR">
            <a:extLst xmlns:a="http://schemas.openxmlformats.org/drawingml/2006/main">
              <a:ext uri="{FF2B5EF4-FFF2-40B4-BE49-F238E27FC236}">
                <a16:creationId xmlns:a16="http://schemas.microsoft.com/office/drawing/2014/main" id="{94315146-FE03-474D-9636-CDA8164CB5B2}"/>
              </a:ext>
            </a:extLst>
          </p:cNvPr>
          <p:cNvSpPr>
            <a:spLocks xmlns:a="http://schemas.openxmlformats.org/drawingml/2006/main" noGrp="1"/>
          </p:cNvSpPr>
          <p:nvPr/>
        </p:nvSpPr>
        <p:spPr>
          <a:xfrm xmlns:a="http://schemas.openxmlformats.org/drawingml/2006/main">
            <a:off x="3057525" y="35242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③</a:t>
            </a:r>
          </a:p>
        </p:txBody>
      </p:sp>
      <p:sp>
        <p:nvSpPr>
          <p:cNvPr id="31" name="legacy-edge-RK">
            <a:extLst xmlns:a="http://schemas.openxmlformats.org/drawingml/2006/main">
              <a:ext uri="{FF2B5EF4-FFF2-40B4-BE49-F238E27FC236}">
                <a16:creationId xmlns:a16="http://schemas.microsoft.com/office/drawing/2014/main" id="{AA5D603F-4279-4047-8CEF-092A22977C68}"/>
              </a:ext>
            </a:extLst>
          </p:cNvPr>
          <p:cNvSpPr>
            <a:spLocks xmlns:a="http://schemas.openxmlformats.org/drawingml/2006/main" noGrp="1"/>
          </p:cNvSpPr>
          <p:nvPr/>
        </p:nvSpPr>
        <p:spPr>
          <a:xfrm xmlns:a="http://schemas.openxmlformats.org/drawingml/2006/main">
            <a:off x="3009900" y="4357688"/>
            <a:ext cx="342900" cy="9525"/>
          </a:xfrm>
          <a:custGeom xmlns:a="http://schemas.openxmlformats.org/drawingml/2006/main">
            <a:pathLst>
              <a:path w="342900" h="9525">
                <a:moveTo>
                  <a:pt x="342900" y="4763"/>
                </a:moveTo>
                <a:lnTo>
                  <a:pt x="0" y="4763"/>
                </a:lnTo>
              </a:path>
            </a:pathLst>
          </a:custGeom>
          <a:noFill xmlns:a="http://schemas.openxmlformats.org/drawingml/2006/main"/>
          <a:ln xmlns:a="http://schemas.openxmlformats.org/drawingml/2006/main" w="17145">
            <a:solidFill>
              <a:srgbClr val="246AB8"/>
            </a:solidFill>
            <a:prstDash val="solid"/>
          </a:ln>
        </p:spPr>
      </p:sp>
      <p:sp>
        <p:nvSpPr>
          <p:cNvPr id="32" name="legacy-edge-RK-head">
            <a:extLst xmlns:a="http://schemas.openxmlformats.org/drawingml/2006/main">
              <a:ext uri="{FF2B5EF4-FFF2-40B4-BE49-F238E27FC236}">
                <a16:creationId xmlns:a16="http://schemas.microsoft.com/office/drawing/2014/main" id="{D3A38E62-4ABF-4D00-B05B-5559B93FB2B6}"/>
              </a:ext>
            </a:extLst>
          </p:cNvPr>
          <p:cNvSpPr>
            <a:spLocks xmlns:a="http://schemas.openxmlformats.org/drawingml/2006/main" noGrp="1"/>
          </p:cNvSpPr>
          <p:nvPr/>
        </p:nvSpPr>
        <p:spPr>
          <a:xfrm xmlns:a="http://schemas.openxmlformats.org/drawingml/2006/main">
            <a:off x="3009900" y="43338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246AB8"/>
            </a:solidFill>
            <a:prstDash val="solid"/>
          </a:ln>
        </p:spPr>
      </p:sp>
      <p:sp>
        <p:nvSpPr>
          <p:cNvPr id="33" name="legacy-edge-label-RK">
            <a:extLst xmlns:a="http://schemas.openxmlformats.org/drawingml/2006/main">
              <a:ext uri="{FF2B5EF4-FFF2-40B4-BE49-F238E27FC236}">
                <a16:creationId xmlns:a16="http://schemas.microsoft.com/office/drawing/2014/main" id="{72B08F2B-8767-4F72-A3DB-15A821D6C64B}"/>
              </a:ext>
            </a:extLst>
          </p:cNvPr>
          <p:cNvSpPr>
            <a:spLocks xmlns:a="http://schemas.openxmlformats.org/drawingml/2006/main" noGrp="1"/>
          </p:cNvSpPr>
          <p:nvPr/>
        </p:nvSpPr>
        <p:spPr>
          <a:xfrm xmlns:a="http://schemas.openxmlformats.org/drawingml/2006/main">
            <a:off x="3057525" y="41338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④</a:t>
            </a:r>
          </a:p>
        </p:txBody>
      </p:sp>
      <p:sp>
        <p:nvSpPr>
          <p:cNvPr id="34" name="legacy-edge-KD">
            <a:extLst xmlns:a="http://schemas.openxmlformats.org/drawingml/2006/main">
              <a:ext uri="{FF2B5EF4-FFF2-40B4-BE49-F238E27FC236}">
                <a16:creationId xmlns:a16="http://schemas.microsoft.com/office/drawing/2014/main" id="{456EF9D4-7EB5-49DE-B948-C9D82E1C9786}"/>
              </a:ext>
            </a:extLst>
          </p:cNvPr>
          <p:cNvSpPr>
            <a:spLocks xmlns:a="http://schemas.openxmlformats.org/drawingml/2006/main" noGrp="1"/>
          </p:cNvSpPr>
          <p:nvPr/>
        </p:nvSpPr>
        <p:spPr>
          <a:xfrm xmlns:a="http://schemas.openxmlformats.org/drawingml/2006/main">
            <a:off x="1328738" y="4743450"/>
            <a:ext cx="9525" cy="342900"/>
          </a:xfrm>
          <a:custGeom xmlns:a="http://schemas.openxmlformats.org/drawingml/2006/main">
            <a:pathLst>
              <a:path w="9525" h="342900">
                <a:moveTo>
                  <a:pt x="4763" y="0"/>
                </a:moveTo>
                <a:lnTo>
                  <a:pt x="4763" y="342900"/>
                </a:lnTo>
              </a:path>
            </a:pathLst>
          </a:custGeom>
          <a:noFill xmlns:a="http://schemas.openxmlformats.org/drawingml/2006/main"/>
          <a:ln xmlns:a="http://schemas.openxmlformats.org/drawingml/2006/main" w="17145">
            <a:solidFill>
              <a:srgbClr val="246AB8"/>
            </a:solidFill>
            <a:prstDash val="solid"/>
          </a:ln>
        </p:spPr>
      </p:sp>
      <p:sp>
        <p:nvSpPr>
          <p:cNvPr id="35" name="legacy-edge-KD-head">
            <a:extLst xmlns:a="http://schemas.openxmlformats.org/drawingml/2006/main">
              <a:ext uri="{FF2B5EF4-FFF2-40B4-BE49-F238E27FC236}">
                <a16:creationId xmlns:a16="http://schemas.microsoft.com/office/drawing/2014/main" id="{3F1F4D27-623C-4C87-9A04-224E88635A6B}"/>
              </a:ext>
            </a:extLst>
          </p:cNvPr>
          <p:cNvSpPr>
            <a:spLocks xmlns:a="http://schemas.openxmlformats.org/drawingml/2006/main" noGrp="1"/>
          </p:cNvSpPr>
          <p:nvPr/>
        </p:nvSpPr>
        <p:spPr>
          <a:xfrm xmlns:a="http://schemas.openxmlformats.org/drawingml/2006/main">
            <a:off x="1304925" y="50292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36" name="legacy-edge-label-KD">
            <a:extLst xmlns:a="http://schemas.openxmlformats.org/drawingml/2006/main">
              <a:ext uri="{FF2B5EF4-FFF2-40B4-BE49-F238E27FC236}">
                <a16:creationId xmlns:a16="http://schemas.microsoft.com/office/drawing/2014/main" id="{FF9CBE47-4ACD-40C5-8AE0-53C561CEBFCA}"/>
              </a:ext>
            </a:extLst>
          </p:cNvPr>
          <p:cNvSpPr>
            <a:spLocks xmlns:a="http://schemas.openxmlformats.org/drawingml/2006/main" noGrp="1"/>
          </p:cNvSpPr>
          <p:nvPr/>
        </p:nvSpPr>
        <p:spPr>
          <a:xfrm xmlns:a="http://schemas.openxmlformats.org/drawingml/2006/main">
            <a:off x="14097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7" name="legacy-edge-DK">
            <a:extLst xmlns:a="http://schemas.openxmlformats.org/drawingml/2006/main">
              <a:ext uri="{FF2B5EF4-FFF2-40B4-BE49-F238E27FC236}">
                <a16:creationId xmlns:a16="http://schemas.microsoft.com/office/drawing/2014/main" id="{2DCAE72B-E6FD-4CA2-8641-E6FAF88CD194}"/>
              </a:ext>
            </a:extLst>
          </p:cNvPr>
          <p:cNvSpPr>
            <a:spLocks xmlns:a="http://schemas.openxmlformats.org/drawingml/2006/main" noGrp="1"/>
          </p:cNvSpPr>
          <p:nvPr/>
        </p:nvSpPr>
        <p:spPr>
          <a:xfrm xmlns:a="http://schemas.openxmlformats.org/drawingml/2006/main">
            <a:off x="2433638" y="4743450"/>
            <a:ext cx="9525" cy="342900"/>
          </a:xfrm>
          <a:custGeom xmlns:a="http://schemas.openxmlformats.org/drawingml/2006/main">
            <a:pathLst>
              <a:path w="9525" h="342900">
                <a:moveTo>
                  <a:pt x="4763" y="342900"/>
                </a:moveTo>
                <a:lnTo>
                  <a:pt x="4763" y="0"/>
                </a:lnTo>
              </a:path>
            </a:pathLst>
          </a:custGeom>
          <a:noFill xmlns:a="http://schemas.openxmlformats.org/drawingml/2006/main"/>
          <a:ln xmlns:a="http://schemas.openxmlformats.org/drawingml/2006/main" w="17145">
            <a:solidFill>
              <a:srgbClr val="246AB8"/>
            </a:solidFill>
            <a:prstDash val="solid"/>
          </a:ln>
        </p:spPr>
      </p:sp>
      <p:sp>
        <p:nvSpPr>
          <p:cNvPr id="38" name="legacy-edge-DK-head">
            <a:extLst xmlns:a="http://schemas.openxmlformats.org/drawingml/2006/main">
              <a:ext uri="{FF2B5EF4-FFF2-40B4-BE49-F238E27FC236}">
                <a16:creationId xmlns:a16="http://schemas.microsoft.com/office/drawing/2014/main" id="{0D6FECBB-14D0-4492-A263-BC17940F6522}"/>
              </a:ext>
            </a:extLst>
          </p:cNvPr>
          <p:cNvSpPr>
            <a:spLocks xmlns:a="http://schemas.openxmlformats.org/drawingml/2006/main" noGrp="1"/>
          </p:cNvSpPr>
          <p:nvPr/>
        </p:nvSpPr>
        <p:spPr>
          <a:xfrm xmlns:a="http://schemas.openxmlformats.org/drawingml/2006/main">
            <a:off x="2409825" y="4743450"/>
            <a:ext cx="57150" cy="57150"/>
          </a:xfrm>
          <a:custGeom xmlns:a="http://schemas.openxmlformats.org/drawingml/2006/main">
            <a:pathLst>
              <a:path w="57150" h="57150">
                <a:moveTo>
                  <a:pt x="57150" y="57150"/>
                </a:moveTo>
                <a:lnTo>
                  <a:pt x="28575" y="0"/>
                </a:lnTo>
                <a:lnTo>
                  <a:pt x="0" y="57150"/>
                </a:lnTo>
              </a:path>
            </a:pathLst>
          </a:custGeom>
          <a:noFill xmlns:a="http://schemas.openxmlformats.org/drawingml/2006/main"/>
          <a:ln xmlns:a="http://schemas.openxmlformats.org/drawingml/2006/main" w="17145">
            <a:solidFill>
              <a:srgbClr val="246AB8"/>
            </a:solidFill>
            <a:prstDash val="solid"/>
          </a:ln>
        </p:spPr>
      </p:sp>
      <p:sp>
        <p:nvSpPr>
          <p:cNvPr id="39" name="legacy-edge-label-DK">
            <a:extLst xmlns:a="http://schemas.openxmlformats.org/drawingml/2006/main">
              <a:ext uri="{FF2B5EF4-FFF2-40B4-BE49-F238E27FC236}">
                <a16:creationId xmlns:a16="http://schemas.microsoft.com/office/drawing/2014/main" id="{1D81EA56-3D1B-4A29-BCD8-4690AD7DE270}"/>
              </a:ext>
            </a:extLst>
          </p:cNvPr>
          <p:cNvSpPr>
            <a:spLocks xmlns:a="http://schemas.openxmlformats.org/drawingml/2006/main" noGrp="1"/>
          </p:cNvSpPr>
          <p:nvPr/>
        </p:nvSpPr>
        <p:spPr>
          <a:xfrm xmlns:a="http://schemas.openxmlformats.org/drawingml/2006/main">
            <a:off x="25146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40" name="legacy-edge-KN">
            <a:extLst xmlns:a="http://schemas.openxmlformats.org/drawingml/2006/main">
              <a:ext uri="{FF2B5EF4-FFF2-40B4-BE49-F238E27FC236}">
                <a16:creationId xmlns:a16="http://schemas.microsoft.com/office/drawing/2014/main" id="{2E8CB006-063C-4A98-A222-E9F7194A2AF5}"/>
              </a:ext>
            </a:extLst>
          </p:cNvPr>
          <p:cNvSpPr>
            <a:spLocks xmlns:a="http://schemas.openxmlformats.org/drawingml/2006/main" noGrp="1"/>
          </p:cNvSpPr>
          <p:nvPr/>
        </p:nvSpPr>
        <p:spPr>
          <a:xfrm xmlns:a="http://schemas.openxmlformats.org/drawingml/2006/main">
            <a:off x="3009900" y="4591050"/>
            <a:ext cx="342900" cy="819150"/>
          </a:xfrm>
          <a:custGeom xmlns:a="http://schemas.openxmlformats.org/drawingml/2006/main">
            <a:pathLst>
              <a:path w="342900" h="819150">
                <a:moveTo>
                  <a:pt x="0" y="0"/>
                </a:moveTo>
                <a:lnTo>
                  <a:pt x="171450" y="0"/>
                </a:lnTo>
                <a:lnTo>
                  <a:pt x="171450" y="819150"/>
                </a:lnTo>
                <a:lnTo>
                  <a:pt x="342900" y="819150"/>
                </a:lnTo>
              </a:path>
            </a:pathLst>
          </a:custGeom>
          <a:noFill xmlns:a="http://schemas.openxmlformats.org/drawingml/2006/main"/>
          <a:ln xmlns:a="http://schemas.openxmlformats.org/drawingml/2006/main" w="17145">
            <a:solidFill>
              <a:srgbClr val="246AB8"/>
            </a:solidFill>
            <a:prstDash val="solid"/>
          </a:ln>
        </p:spPr>
      </p:sp>
      <p:sp>
        <p:nvSpPr>
          <p:cNvPr id="41" name="legacy-edge-KN-head">
            <a:extLst xmlns:a="http://schemas.openxmlformats.org/drawingml/2006/main">
              <a:ext uri="{FF2B5EF4-FFF2-40B4-BE49-F238E27FC236}">
                <a16:creationId xmlns:a16="http://schemas.microsoft.com/office/drawing/2014/main" id="{AB9ACBE1-C960-4631-8BCF-DB324B185573}"/>
              </a:ext>
            </a:extLst>
          </p:cNvPr>
          <p:cNvSpPr>
            <a:spLocks xmlns:a="http://schemas.openxmlformats.org/drawingml/2006/main" noGrp="1"/>
          </p:cNvSpPr>
          <p:nvPr/>
        </p:nvSpPr>
        <p:spPr>
          <a:xfrm xmlns:a="http://schemas.openxmlformats.org/drawingml/2006/main">
            <a:off x="3295650" y="538162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42" name="legacy-edge-label-KN">
            <a:extLst xmlns:a="http://schemas.openxmlformats.org/drawingml/2006/main">
              <a:ext uri="{FF2B5EF4-FFF2-40B4-BE49-F238E27FC236}">
                <a16:creationId xmlns:a16="http://schemas.microsoft.com/office/drawing/2014/main" id="{C4FE7668-C436-4FB9-B0DF-4B648E3D64E9}"/>
              </a:ext>
            </a:extLst>
          </p:cNvPr>
          <p:cNvSpPr>
            <a:spLocks xmlns:a="http://schemas.openxmlformats.org/drawingml/2006/main" noGrp="1"/>
          </p:cNvSpPr>
          <p:nvPr/>
        </p:nvSpPr>
        <p:spPr>
          <a:xfrm xmlns:a="http://schemas.openxmlformats.org/drawingml/2006/main">
            <a:off x="3038475" y="5476875"/>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43" name="legacy-edge-NE">
            <a:extLst xmlns:a="http://schemas.openxmlformats.org/drawingml/2006/main">
              <a:ext uri="{FF2B5EF4-FFF2-40B4-BE49-F238E27FC236}">
                <a16:creationId xmlns:a16="http://schemas.microsoft.com/office/drawing/2014/main" id="{827813FB-731A-4A5D-86AF-DFF749FF755B}"/>
              </a:ext>
            </a:extLst>
          </p:cNvPr>
          <p:cNvSpPr>
            <a:spLocks xmlns:a="http://schemas.openxmlformats.org/drawingml/2006/main" noGrp="1"/>
          </p:cNvSpPr>
          <p:nvPr/>
        </p:nvSpPr>
        <p:spPr>
          <a:xfrm xmlns:a="http://schemas.openxmlformats.org/drawingml/2006/main">
            <a:off x="5753100" y="2905125"/>
            <a:ext cx="171450" cy="2524125"/>
          </a:xfrm>
          <a:custGeom xmlns:a="http://schemas.openxmlformats.org/drawingml/2006/main">
            <a:pathLst>
              <a:path w="171450" h="2524125">
                <a:moveTo>
                  <a:pt x="0" y="2524125"/>
                </a:moveTo>
                <a:lnTo>
                  <a:pt x="171450" y="2524125"/>
                </a:lnTo>
                <a:lnTo>
                  <a:pt x="171450" y="0"/>
                </a:lnTo>
                <a:lnTo>
                  <a:pt x="0" y="0"/>
                </a:lnTo>
              </a:path>
            </a:pathLst>
          </a:custGeom>
          <a:noFill xmlns:a="http://schemas.openxmlformats.org/drawingml/2006/main"/>
          <a:ln xmlns:a="http://schemas.openxmlformats.org/drawingml/2006/main" w="17145">
            <a:solidFill>
              <a:srgbClr val="246AB8"/>
            </a:solidFill>
            <a:prstDash val="solid"/>
          </a:ln>
        </p:spPr>
      </p:sp>
      <p:sp>
        <p:nvSpPr>
          <p:cNvPr id="44" name="legacy-edge-NE-head">
            <a:extLst xmlns:a="http://schemas.openxmlformats.org/drawingml/2006/main">
              <a:ext uri="{FF2B5EF4-FFF2-40B4-BE49-F238E27FC236}">
                <a16:creationId xmlns:a16="http://schemas.microsoft.com/office/drawing/2014/main" id="{A9A15CD7-0C15-4F1C-9FFC-C8DB9613E2F1}"/>
              </a:ext>
            </a:extLst>
          </p:cNvPr>
          <p:cNvSpPr>
            <a:spLocks xmlns:a="http://schemas.openxmlformats.org/drawingml/2006/main" noGrp="1"/>
          </p:cNvSpPr>
          <p:nvPr/>
        </p:nvSpPr>
        <p:spPr>
          <a:xfrm xmlns:a="http://schemas.openxmlformats.org/drawingml/2006/main">
            <a:off x="5753100" y="2876550"/>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246AB8"/>
            </a:solidFill>
            <a:prstDash val="solid"/>
          </a:ln>
        </p:spPr>
      </p:sp>
      <p:sp>
        <p:nvSpPr>
          <p:cNvPr id="45" name="legacy-edge-label-NE">
            <a:extLst xmlns:a="http://schemas.openxmlformats.org/drawingml/2006/main">
              <a:ext uri="{FF2B5EF4-FFF2-40B4-BE49-F238E27FC236}">
                <a16:creationId xmlns:a16="http://schemas.microsoft.com/office/drawing/2014/main" id="{3C457290-1141-4099-B267-70CD0655F7E9}"/>
              </a:ext>
            </a:extLst>
          </p:cNvPr>
          <p:cNvSpPr>
            <a:spLocks xmlns:a="http://schemas.openxmlformats.org/drawingml/2006/main" noGrp="1"/>
          </p:cNvSpPr>
          <p:nvPr/>
        </p:nvSpPr>
        <p:spPr>
          <a:xfrm xmlns:a="http://schemas.openxmlformats.org/drawingml/2006/main">
            <a:off x="5791200" y="3171825"/>
            <a:ext cx="2571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46" name="legacy-node-E">
            <a:extLst xmlns:a="http://schemas.openxmlformats.org/drawingml/2006/main">
              <a:ext uri="{FF2B5EF4-FFF2-40B4-BE49-F238E27FC236}">
                <a16:creationId xmlns:a16="http://schemas.microsoft.com/office/drawing/2014/main" id="{075364F4-D7D7-415B-A9AA-0A0EA9CD8411}"/>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EAF1FB"/>
          </a:solidFill>
          <a:ln xmlns:a="http://schemas.openxmlformats.org/drawingml/2006/main" w="14288">
            <a:solidFill>
              <a:srgbClr val="246AB8"/>
            </a:solidFill>
            <a:prstDash val="solid"/>
          </a:ln>
        </p:spPr>
      </p:sp>
      <p:sp>
        <p:nvSpPr>
          <p:cNvPr id="47" name="legacy-title-E">
            <a:extLst xmlns:a="http://schemas.openxmlformats.org/drawingml/2006/main">
              <a:ext uri="{FF2B5EF4-FFF2-40B4-BE49-F238E27FC236}">
                <a16:creationId xmlns:a16="http://schemas.microsoft.com/office/drawing/2014/main" id="{78684A55-F2A4-48EF-B593-660357CB1BF3}"/>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7263A"/>
                </a:solidFill>
                <a:latin typeface="Microsoft YaHei"/>
                <a:ea typeface="Microsoft YaHei"/>
                <a:cs typeface="Microsoft YaHei"/>
              </a:defRPr>
            </a:defPPr>
            <a:lvl1pPr algn="l">
              <a:defRPr sz="1650" b="1">
                <a:solidFill>
                  <a:srgbClr val="17263A"/>
                </a:solidFill>
                <a:latin typeface="Microsoft YaHei"/>
                <a:ea typeface="Microsoft YaHei"/>
                <a:cs typeface="Microsoft YaHei"/>
              </a:defRPr>
            </a:lvl1pPr>
            <a:lvl2pPr algn="l">
              <a:defRPr sz="1650" b="1">
                <a:solidFill>
                  <a:srgbClr val="17263A"/>
                </a:solidFill>
                <a:latin typeface="Microsoft YaHei"/>
                <a:ea typeface="Microsoft YaHei"/>
                <a:cs typeface="Microsoft YaHei"/>
              </a:defRPr>
            </a:lvl2pPr>
            <a:lvl3pPr algn="l">
              <a:defRPr sz="1650" b="1">
                <a:solidFill>
                  <a:srgbClr val="17263A"/>
                </a:solidFill>
                <a:latin typeface="Microsoft YaHei"/>
                <a:ea typeface="Microsoft YaHei"/>
                <a:cs typeface="Microsoft YaHei"/>
              </a:defRPr>
            </a:lvl3pPr>
            <a:lvl4pPr algn="l">
              <a:defRPr sz="1650" b="1">
                <a:solidFill>
                  <a:srgbClr val="17263A"/>
                </a:solidFill>
                <a:latin typeface="Microsoft YaHei"/>
                <a:ea typeface="Microsoft YaHei"/>
                <a:cs typeface="Microsoft YaHei"/>
              </a:defRPr>
            </a:lvl4pPr>
            <a:lvl5pPr algn="l">
              <a:defRPr sz="1650" b="1">
                <a:solidFill>
                  <a:srgbClr val="17263A"/>
                </a:solidFill>
                <a:latin typeface="Microsoft YaHei"/>
                <a:ea typeface="Microsoft YaHei"/>
                <a:cs typeface="Microsoft YaHei"/>
              </a:defRPr>
            </a:lvl5pPr>
            <a:lvl6pPr algn="l">
              <a:defRPr sz="1650" b="1">
                <a:solidFill>
                  <a:srgbClr val="17263A"/>
                </a:solidFill>
                <a:latin typeface="Microsoft YaHei"/>
                <a:ea typeface="Microsoft YaHei"/>
                <a:cs typeface="Microsoft YaHei"/>
              </a:defRPr>
            </a:lvl6pPr>
            <a:lvl7pPr algn="l">
              <a:defRPr sz="1650" b="1">
                <a:solidFill>
                  <a:srgbClr val="17263A"/>
                </a:solidFill>
                <a:latin typeface="Microsoft YaHei"/>
                <a:ea typeface="Microsoft YaHei"/>
                <a:cs typeface="Microsoft YaHei"/>
              </a:defRPr>
            </a:lvl7pPr>
            <a:lvl8pPr algn="l">
              <a:defRPr sz="1650" b="1">
                <a:solidFill>
                  <a:srgbClr val="17263A"/>
                </a:solidFill>
                <a:latin typeface="Microsoft YaHei"/>
                <a:ea typeface="Microsoft YaHei"/>
                <a:cs typeface="Microsoft YaHei"/>
              </a:defRPr>
            </a:lvl8pPr>
            <a:lvl9pPr algn="l">
              <a:defRPr sz="1650" b="1">
                <a:solidFill>
                  <a:srgbClr val="17263A"/>
                </a:solidFill>
                <a:latin typeface="Microsoft YaHei"/>
                <a:ea typeface="Microsoft YaHei"/>
                <a:cs typeface="Microsoft YaHei"/>
              </a:defRPr>
            </a:lvl9pPr>
          </a:lstStyle>
          <a:p xmlns:a="http://schemas.openxmlformats.org/drawingml/2006/main">
            <a:pPr algn="l">
              <a:lnSpc>
                <a:spcPct val="102000"/>
              </a:lnSpc>
              <a:buNone/>
              <a:defRPr sz="1650" b="1">
                <a:solidFill>
                  <a:srgbClr val="17263A"/>
                </a:solidFill>
                <a:latin typeface="Microsoft YaHei"/>
                <a:ea typeface="Microsoft YaHei"/>
                <a:cs typeface="Microsoft YaHei"/>
              </a:defRPr>
            </a:pPr>
            <a:r>
              <a:rPr sz="1650" b="1">
                <a:solidFill>
                  <a:srgbClr val="17263A"/>
                </a:solidFill>
                <a:latin typeface="Microsoft YaHei"/>
                <a:ea typeface="Microsoft YaHei"/>
                <a:cs typeface="Microsoft YaHei"/>
              </a:rPr>
              <a:t>CoreServiceSim → SimManager</a:t>
            </a:r>
          </a:p>
        </p:txBody>
      </p:sp>
      <p:sp>
        <p:nvSpPr>
          <p:cNvPr id="48" name="legacy-line-E-0">
            <a:extLst xmlns:a="http://schemas.openxmlformats.org/drawingml/2006/main">
              <a:ext uri="{FF2B5EF4-FFF2-40B4-BE49-F238E27FC236}">
                <a16:creationId xmlns:a16="http://schemas.microsoft.com/office/drawing/2014/main" id="{CC68C6F0-A59A-4442-AFDE-62E115A1AC9B}"/>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slotId / enable；沿用旧检查与返回</a:t>
            </a:r>
          </a:p>
        </p:txBody>
      </p:sp>
      <p:sp>
        <p:nvSpPr>
          <p:cNvPr id="49" name="legacy-node-K">
            <a:extLst xmlns:a="http://schemas.openxmlformats.org/drawingml/2006/main">
              <a:ext uri="{FF2B5EF4-FFF2-40B4-BE49-F238E27FC236}">
                <a16:creationId xmlns:a16="http://schemas.microsoft.com/office/drawing/2014/main" id="{B7768A31-1626-4E63-AAC5-DC1FE888959F}"/>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50" name="legacy-title-K">
            <a:extLst xmlns:a="http://schemas.openxmlformats.org/drawingml/2006/main">
              <a:ext uri="{FF2B5EF4-FFF2-40B4-BE49-F238E27FC236}">
                <a16:creationId xmlns:a16="http://schemas.microsoft.com/office/drawing/2014/main" id="{81386F1A-18CC-4153-8167-9E082B5767B1}"/>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51" name="legacy-alias-K">
            <a:extLst xmlns:a="http://schemas.openxmlformats.org/drawingml/2006/main">
              <a:ext uri="{FF2B5EF4-FFF2-40B4-BE49-F238E27FC236}">
                <a16:creationId xmlns:a16="http://schemas.microsoft.com/office/drawing/2014/main" id="{E78598CB-2BBE-4DBB-8E01-F7094300F686}"/>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SetActiveCommonSim（普通路径）</a:t>
            </a:r>
          </a:p>
        </p:txBody>
      </p:sp>
      <p:sp>
        <p:nvSpPr>
          <p:cNvPr id="52" name="legacy-line-K-0">
            <a:extLst xmlns:a="http://schemas.openxmlformats.org/drawingml/2006/main">
              <a:ext uri="{FF2B5EF4-FFF2-40B4-BE49-F238E27FC236}">
                <a16:creationId xmlns:a16="http://schemas.microsoft.com/office/drawing/2014/main" id="{29CE9A48-FB25-4A6B-8B93-86D7961B5C58}"/>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② 等待主卡切换 / 目标检查</a:t>
            </a:r>
          </a:p>
        </p:txBody>
      </p:sp>
      <p:sp>
        <p:nvSpPr>
          <p:cNvPr id="53" name="legacy-line-K-1">
            <a:extLst xmlns:a="http://schemas.openxmlformats.org/drawingml/2006/main">
              <a:ext uri="{FF2B5EF4-FFF2-40B4-BE49-F238E27FC236}">
                <a16:creationId xmlns:a16="http://schemas.microsoft.com/office/drawing/2014/main" id="{C542E246-A6CB-43CB-8325-D9A2B6C15045}"/>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④ active 缓存 / Hook</a:t>
            </a:r>
          </a:p>
        </p:txBody>
      </p:sp>
      <p:sp>
        <p:nvSpPr>
          <p:cNvPr id="54" name="legacy-line-K-2">
            <a:extLst xmlns:a="http://schemas.openxmlformats.org/drawingml/2006/main">
              <a:ext uri="{FF2B5EF4-FFF2-40B4-BE49-F238E27FC236}">
                <a16:creationId xmlns:a16="http://schemas.microsoft.com/office/drawing/2014/main" id="{07398770-24C0-4908-8C20-F756F9696216}"/>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⑤ UpdateDBSetActiveResult</a:t>
            </a:r>
          </a:p>
        </p:txBody>
      </p:sp>
      <p:sp>
        <p:nvSpPr>
          <p:cNvPr id="55" name="legacy-node-R">
            <a:extLst xmlns:a="http://schemas.openxmlformats.org/drawingml/2006/main">
              <a:ext uri="{FF2B5EF4-FFF2-40B4-BE49-F238E27FC236}">
                <a16:creationId xmlns:a16="http://schemas.microsoft.com/office/drawing/2014/main" id="{DFCC49E9-A5E9-4B62-8FE9-0CE9BBB85509}"/>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56" name="legacy-title-R">
            <a:extLst xmlns:a="http://schemas.openxmlformats.org/drawingml/2006/main">
              <a:ext uri="{FF2B5EF4-FFF2-40B4-BE49-F238E27FC236}">
                <a16:creationId xmlns:a16="http://schemas.microsoft.com/office/drawing/2014/main" id="{32A657C4-CB52-4F74-85D6-1E3B853176FF}"/>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RadioProtocolController</a:t>
            </a:r>
          </a:p>
        </p:txBody>
      </p:sp>
      <p:sp>
        <p:nvSpPr>
          <p:cNvPr id="57" name="legacy-alias-R">
            <a:extLst xmlns:a="http://schemas.openxmlformats.org/drawingml/2006/main">
              <a:ext uri="{FF2B5EF4-FFF2-40B4-BE49-F238E27FC236}">
                <a16:creationId xmlns:a16="http://schemas.microsoft.com/office/drawing/2014/main" id="{F54463A8-5688-4CA2-9781-E4FF0B7F6055}"/>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TelRilManager / 原设备等待</a:t>
            </a:r>
          </a:p>
        </p:txBody>
      </p:sp>
      <p:sp>
        <p:nvSpPr>
          <p:cNvPr id="58" name="legacy-line-R-0">
            <a:extLst xmlns:a="http://schemas.openxmlformats.org/drawingml/2006/main">
              <a:ext uri="{FF2B5EF4-FFF2-40B4-BE49-F238E27FC236}">
                <a16:creationId xmlns:a16="http://schemas.microsoft.com/office/drawing/2014/main" id="{7442811B-95BB-420B-8721-DB65DECDB85D}"/>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③ SetActiveSimToRil</a:t>
            </a:r>
          </a:p>
        </p:txBody>
      </p:sp>
      <p:sp>
        <p:nvSpPr>
          <p:cNvPr id="59" name="legacy-line-R-1">
            <a:extLst xmlns:a="http://schemas.openxmlformats.org/drawingml/2006/main">
              <a:ext uri="{FF2B5EF4-FFF2-40B4-BE49-F238E27FC236}">
                <a16:creationId xmlns:a16="http://schemas.microsoft.com/office/drawing/2014/main" id="{DA5C30F4-89F7-4826-A5CE-7AD05F4F1ADC}"/>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④ 接收设备结果、唤醒等待</a:t>
            </a:r>
          </a:p>
        </p:txBody>
      </p:sp>
      <p:sp>
        <p:nvSpPr>
          <p:cNvPr id="60" name="legacy-line-R-2">
            <a:extLst xmlns:a="http://schemas.openxmlformats.org/drawingml/2006/main">
              <a:ext uri="{FF2B5EF4-FFF2-40B4-BE49-F238E27FC236}">
                <a16:creationId xmlns:a16="http://schemas.microsoft.com/office/drawing/2014/main" id="{119529CD-2861-45C3-AB6C-F867D014F791}"/>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已有请求关联继续复用</a:t>
            </a:r>
          </a:p>
        </p:txBody>
      </p:sp>
      <p:sp>
        <p:nvSpPr>
          <p:cNvPr id="61" name="legacy-node-D">
            <a:extLst xmlns:a="http://schemas.openxmlformats.org/drawingml/2006/main">
              <a:ext uri="{FF2B5EF4-FFF2-40B4-BE49-F238E27FC236}">
                <a16:creationId xmlns:a16="http://schemas.microsoft.com/office/drawing/2014/main" id="{A759A372-06BF-449D-B09A-EFA030B58B9B}"/>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62" name="legacy-title-D">
            <a:extLst xmlns:a="http://schemas.openxmlformats.org/drawingml/2006/main">
              <a:ext uri="{FF2B5EF4-FFF2-40B4-BE49-F238E27FC236}">
                <a16:creationId xmlns:a16="http://schemas.microsoft.com/office/drawing/2014/main" id="{76A18967-F5E0-48B1-8FF0-C5303381D15A}"/>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SimRdbHelper</a:t>
            </a:r>
          </a:p>
        </p:txBody>
      </p:sp>
      <p:sp>
        <p:nvSpPr>
          <p:cNvPr id="63" name="legacy-line-D-0">
            <a:extLst xmlns:a="http://schemas.openxmlformats.org/drawingml/2006/main">
              <a:ext uri="{FF2B5EF4-FFF2-40B4-BE49-F238E27FC236}">
                <a16:creationId xmlns:a16="http://schemas.microsoft.com/office/drawing/2014/main" id="{BB272207-6D76-414A-8F42-B4759E36DD59}"/>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17263A"/>
                </a:solidFill>
                <a:latin typeface="Microsoft YaHei"/>
                <a:ea typeface="Microsoft YaHei"/>
                <a:cs typeface="Microsoft YaHei"/>
              </a:defRPr>
            </a:defPPr>
            <a:lvl1pPr algn="l">
              <a:defRPr sz="1238" b="0">
                <a:solidFill>
                  <a:srgbClr val="17263A"/>
                </a:solidFill>
                <a:latin typeface="Microsoft YaHei"/>
                <a:ea typeface="Microsoft YaHei"/>
                <a:cs typeface="Microsoft YaHei"/>
              </a:defRPr>
            </a:lvl1pPr>
            <a:lvl2pPr algn="l">
              <a:defRPr sz="1238" b="0">
                <a:solidFill>
                  <a:srgbClr val="17263A"/>
                </a:solidFill>
                <a:latin typeface="Microsoft YaHei"/>
                <a:ea typeface="Microsoft YaHei"/>
                <a:cs typeface="Microsoft YaHei"/>
              </a:defRPr>
            </a:lvl2pPr>
            <a:lvl3pPr algn="l">
              <a:defRPr sz="1238" b="0">
                <a:solidFill>
                  <a:srgbClr val="17263A"/>
                </a:solidFill>
                <a:latin typeface="Microsoft YaHei"/>
                <a:ea typeface="Microsoft YaHei"/>
                <a:cs typeface="Microsoft YaHei"/>
              </a:defRPr>
            </a:lvl3pPr>
            <a:lvl4pPr algn="l">
              <a:defRPr sz="1238" b="0">
                <a:solidFill>
                  <a:srgbClr val="17263A"/>
                </a:solidFill>
                <a:latin typeface="Microsoft YaHei"/>
                <a:ea typeface="Microsoft YaHei"/>
                <a:cs typeface="Microsoft YaHei"/>
              </a:defRPr>
            </a:lvl4pPr>
            <a:lvl5pPr algn="l">
              <a:defRPr sz="1238" b="0">
                <a:solidFill>
                  <a:srgbClr val="17263A"/>
                </a:solidFill>
                <a:latin typeface="Microsoft YaHei"/>
                <a:ea typeface="Microsoft YaHei"/>
                <a:cs typeface="Microsoft YaHei"/>
              </a:defRPr>
            </a:lvl5pPr>
            <a:lvl6pPr algn="l">
              <a:defRPr sz="1238" b="0">
                <a:solidFill>
                  <a:srgbClr val="17263A"/>
                </a:solidFill>
                <a:latin typeface="Microsoft YaHei"/>
                <a:ea typeface="Microsoft YaHei"/>
                <a:cs typeface="Microsoft YaHei"/>
              </a:defRPr>
            </a:lvl6pPr>
            <a:lvl7pPr algn="l">
              <a:defRPr sz="1238" b="0">
                <a:solidFill>
                  <a:srgbClr val="17263A"/>
                </a:solidFill>
                <a:latin typeface="Microsoft YaHei"/>
                <a:ea typeface="Microsoft YaHei"/>
                <a:cs typeface="Microsoft YaHei"/>
              </a:defRPr>
            </a:lvl7pPr>
            <a:lvl8pPr algn="l">
              <a:defRPr sz="1238" b="0">
                <a:solidFill>
                  <a:srgbClr val="17263A"/>
                </a:solidFill>
                <a:latin typeface="Microsoft YaHei"/>
                <a:ea typeface="Microsoft YaHei"/>
                <a:cs typeface="Microsoft YaHei"/>
              </a:defRPr>
            </a:lvl8pPr>
            <a:lvl9pPr algn="l">
              <a:defRPr sz="1238" b="0">
                <a:solidFill>
                  <a:srgbClr val="17263A"/>
                </a:solidFill>
                <a:latin typeface="Microsoft YaHei"/>
                <a:ea typeface="Microsoft YaHei"/>
                <a:cs typeface="Microsoft YaHei"/>
              </a:defRPr>
            </a:lvl9pPr>
          </a:lstStyle>
          <a:p xmlns:a="http://schemas.openxmlformats.org/drawingml/2006/main">
            <a:pPr algn="l">
              <a:lnSpc>
                <a:spcPct val="102000"/>
              </a:lnSpc>
              <a:buNone/>
              <a:defRPr sz="1238" b="0">
                <a:solidFill>
                  <a:srgbClr val="17263A"/>
                </a:solidFill>
                <a:latin typeface="Microsoft YaHei"/>
                <a:ea typeface="Microsoft YaHei"/>
                <a:cs typeface="Microsoft YaHei"/>
              </a:defRPr>
            </a:pPr>
            <a:r>
              <a:rPr sz="1238" b="0">
                <a:solidFill>
                  <a:srgbClr val="17263A"/>
                </a:solidFill>
                <a:latin typeface="Microsoft YaHei"/>
                <a:ea typeface="Microsoft YaHei"/>
                <a:cs typeface="Microsoft YaHei"/>
              </a:rPr>
              <a:t>⑤ DataShare：IS_ACTIVE</a:t>
            </a:r>
          </a:p>
        </p:txBody>
      </p:sp>
      <p:sp>
        <p:nvSpPr>
          <p:cNvPr id="64" name="legacy-node-N">
            <a:extLst xmlns:a="http://schemas.openxmlformats.org/drawingml/2006/main">
              <a:ext uri="{FF2B5EF4-FFF2-40B4-BE49-F238E27FC236}">
                <a16:creationId xmlns:a16="http://schemas.microsoft.com/office/drawing/2014/main" id="{603560BF-FEA7-4B69-9AB2-9FEC98BF529E}"/>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65" name="legacy-title-N">
            <a:extLst xmlns:a="http://schemas.openxmlformats.org/drawingml/2006/main">
              <a:ext uri="{FF2B5EF4-FFF2-40B4-BE49-F238E27FC236}">
                <a16:creationId xmlns:a16="http://schemas.microsoft.com/office/drawing/2014/main" id="{C1757867-34FA-42E4-8687-B24731B549C3}"/>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原 Hook 与完成出口</a:t>
            </a:r>
          </a:p>
        </p:txBody>
      </p:sp>
      <p:sp>
        <p:nvSpPr>
          <p:cNvPr id="66" name="legacy-line-N-0">
            <a:extLst xmlns:a="http://schemas.openxmlformats.org/drawingml/2006/main">
              <a:ext uri="{FF2B5EF4-FFF2-40B4-BE49-F238E27FC236}">
                <a16:creationId xmlns:a16="http://schemas.microsoft.com/office/drawing/2014/main" id="{FC6AF852-CD85-42D6-9880-382D3A001B8D}"/>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④ / ⑤ UpdateSubState</a:t>
            </a:r>
          </a:p>
        </p:txBody>
      </p:sp>
      <p:sp>
        <p:nvSpPr>
          <p:cNvPr id="67" name="legacy-line-N-1">
            <a:extLst xmlns:a="http://schemas.openxmlformats.org/drawingml/2006/main">
              <a:ext uri="{FF2B5EF4-FFF2-40B4-BE49-F238E27FC236}">
                <a16:creationId xmlns:a16="http://schemas.microsoft.com/office/drawing/2014/main" id="{52210981-3FD1-40C9-9F33-76DDD415EBB0}"/>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成功后检查是否切主卡</a:t>
            </a:r>
          </a:p>
        </p:txBody>
      </p:sp>
      <p:sp>
        <p:nvSpPr>
          <p:cNvPr id="68" name="legacy-flow-note">
            <a:extLst xmlns:a="http://schemas.openxmlformats.org/drawingml/2006/main">
              <a:ext uri="{FF2B5EF4-FFF2-40B4-BE49-F238E27FC236}">
                <a16:creationId xmlns:a16="http://schemas.microsoft.com/office/drawing/2014/main" id="{5CF28CD8-E39E-4677-B4C4-369193AAC9E1}"/>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SetActiveCommonSim · non-force；省略透传函数及中间调用栈</a:t>
            </a:r>
          </a:p>
        </p:txBody>
      </p:sp>
      <p:sp>
        <p:nvSpPr>
          <p:cNvPr id="69" name="application-label">
            <a:extLst xmlns:a="http://schemas.openxmlformats.org/drawingml/2006/main">
              <a:ext uri="{FF2B5EF4-FFF2-40B4-BE49-F238E27FC236}">
                <a16:creationId xmlns:a16="http://schemas.microsoft.com/office/drawing/2014/main" id="{65B0FFD6-CCA5-4830-AB46-963E6E71139C}"/>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70" name="domain-label">
            <a:extLst xmlns:a="http://schemas.openxmlformats.org/drawingml/2006/main">
              <a:ext uri="{FF2B5EF4-FFF2-40B4-BE49-F238E27FC236}">
                <a16:creationId xmlns:a16="http://schemas.microsoft.com/office/drawing/2014/main" id="{7754C74D-2EB7-4421-A8F2-6D94B3606E68}"/>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71" name="target-edge-CO">
            <a:extLst xmlns:a="http://schemas.openxmlformats.org/drawingml/2006/main">
              <a:ext uri="{FF2B5EF4-FFF2-40B4-BE49-F238E27FC236}">
                <a16:creationId xmlns:a16="http://schemas.microsoft.com/office/drawing/2014/main" id="{543F8C43-7ECD-4A58-A559-98BC2F0E6F1C}"/>
              </a:ext>
            </a:extLst>
          </p:cNvPr>
          <p:cNvSpPr>
            <a:spLocks xmlns:a="http://schemas.openxmlformats.org/drawingml/2006/main" noGrp="1"/>
          </p:cNvSpPr>
          <p:nvPr/>
        </p:nvSpPr>
        <p:spPr>
          <a:xfrm xmlns:a="http://schemas.openxmlformats.org/drawingml/2006/main">
            <a:off x="7853363" y="314325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72" name="target-edge-CO-head">
            <a:extLst xmlns:a="http://schemas.openxmlformats.org/drawingml/2006/main">
              <a:ext uri="{FF2B5EF4-FFF2-40B4-BE49-F238E27FC236}">
                <a16:creationId xmlns:a16="http://schemas.microsoft.com/office/drawing/2014/main" id="{989E9667-B145-4F96-9704-E384598BB868}"/>
              </a:ext>
            </a:extLst>
          </p:cNvPr>
          <p:cNvSpPr>
            <a:spLocks xmlns:a="http://schemas.openxmlformats.org/drawingml/2006/main" noGrp="1"/>
          </p:cNvSpPr>
          <p:nvPr/>
        </p:nvSpPr>
        <p:spPr>
          <a:xfrm xmlns:a="http://schemas.openxmlformats.org/drawingml/2006/main">
            <a:off x="7829550" y="33147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73" name="target-edge-label-CO">
            <a:extLst xmlns:a="http://schemas.openxmlformats.org/drawingml/2006/main">
              <a:ext uri="{FF2B5EF4-FFF2-40B4-BE49-F238E27FC236}">
                <a16:creationId xmlns:a16="http://schemas.microsoft.com/office/drawing/2014/main" id="{3F17A896-4BC6-47A2-8075-C2CBD5BE739A}"/>
              </a:ext>
            </a:extLst>
          </p:cNvPr>
          <p:cNvSpPr>
            <a:spLocks xmlns:a="http://schemas.openxmlformats.org/drawingml/2006/main" noGrp="1"/>
          </p:cNvSpPr>
          <p:nvPr/>
        </p:nvSpPr>
        <p:spPr>
          <a:xfrm xmlns:a="http://schemas.openxmlformats.org/drawingml/2006/main">
            <a:off x="7658100" y="3152775"/>
            <a:ext cx="1905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①</a:t>
            </a:r>
          </a:p>
        </p:txBody>
      </p:sp>
      <p:sp>
        <p:nvSpPr>
          <p:cNvPr id="74" name="target-edge-OT">
            <a:extLst xmlns:a="http://schemas.openxmlformats.org/drawingml/2006/main">
              <a:ext uri="{FF2B5EF4-FFF2-40B4-BE49-F238E27FC236}">
                <a16:creationId xmlns:a16="http://schemas.microsoft.com/office/drawing/2014/main" id="{BB2692C0-4619-429B-973B-43E0B7E6A3DD}"/>
              </a:ext>
            </a:extLst>
          </p:cNvPr>
          <p:cNvSpPr>
            <a:spLocks xmlns:a="http://schemas.openxmlformats.org/drawingml/2006/main" noGrp="1"/>
          </p:cNvSpPr>
          <p:nvPr/>
        </p:nvSpPr>
        <p:spPr>
          <a:xfrm xmlns:a="http://schemas.openxmlformats.org/drawingml/2006/main">
            <a:off x="8172450" y="3633788"/>
            <a:ext cx="180975" cy="9525"/>
          </a:xfrm>
          <a:custGeom xmlns:a="http://schemas.openxmlformats.org/drawingml/2006/main">
            <a:pathLst>
              <a:path w="180975" h="9525">
                <a:moveTo>
                  <a:pt x="0" y="4763"/>
                </a:moveTo>
                <a:lnTo>
                  <a:pt x="180975" y="4763"/>
                </a:lnTo>
              </a:path>
            </a:pathLst>
          </a:custGeom>
          <a:noFill xmlns:a="http://schemas.openxmlformats.org/drawingml/2006/main"/>
          <a:ln xmlns:a="http://schemas.openxmlformats.org/drawingml/2006/main" w="16193">
            <a:solidFill>
              <a:srgbClr val="246AB8"/>
            </a:solidFill>
            <a:prstDash val="solid"/>
          </a:ln>
        </p:spPr>
      </p:sp>
      <p:sp>
        <p:nvSpPr>
          <p:cNvPr id="75" name="target-edge-OT-head">
            <a:extLst xmlns:a="http://schemas.openxmlformats.org/drawingml/2006/main">
              <a:ext uri="{FF2B5EF4-FFF2-40B4-BE49-F238E27FC236}">
                <a16:creationId xmlns:a16="http://schemas.microsoft.com/office/drawing/2014/main" id="{60F6BF50-3D92-4FCE-AE50-211CBBBE0E20}"/>
              </a:ext>
            </a:extLst>
          </p:cNvPr>
          <p:cNvSpPr>
            <a:spLocks xmlns:a="http://schemas.openxmlformats.org/drawingml/2006/main" noGrp="1"/>
          </p:cNvSpPr>
          <p:nvPr/>
        </p:nvSpPr>
        <p:spPr>
          <a:xfrm xmlns:a="http://schemas.openxmlformats.org/drawingml/2006/main">
            <a:off x="8296275" y="3609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76" name="target-edge-TO">
            <a:extLst xmlns:a="http://schemas.openxmlformats.org/drawingml/2006/main">
              <a:ext uri="{FF2B5EF4-FFF2-40B4-BE49-F238E27FC236}">
                <a16:creationId xmlns:a16="http://schemas.microsoft.com/office/drawing/2014/main" id="{7FAB129A-3425-4EEC-AFA9-ADDC99FF9AAE}"/>
              </a:ext>
            </a:extLst>
          </p:cNvPr>
          <p:cNvSpPr>
            <a:spLocks xmlns:a="http://schemas.openxmlformats.org/drawingml/2006/main" noGrp="1"/>
          </p:cNvSpPr>
          <p:nvPr/>
        </p:nvSpPr>
        <p:spPr>
          <a:xfrm xmlns:a="http://schemas.openxmlformats.org/drawingml/2006/main">
            <a:off x="8172450" y="3938588"/>
            <a:ext cx="180975" cy="9525"/>
          </a:xfrm>
          <a:custGeom xmlns:a="http://schemas.openxmlformats.org/drawingml/2006/main">
            <a:pathLst>
              <a:path w="180975" h="9525">
                <a:moveTo>
                  <a:pt x="180975" y="4763"/>
                </a:moveTo>
                <a:lnTo>
                  <a:pt x="0" y="4763"/>
                </a:lnTo>
              </a:path>
            </a:pathLst>
          </a:custGeom>
          <a:noFill xmlns:a="http://schemas.openxmlformats.org/drawingml/2006/main"/>
          <a:ln xmlns:a="http://schemas.openxmlformats.org/drawingml/2006/main" w="16193">
            <a:solidFill>
              <a:srgbClr val="246AB8"/>
            </a:solidFill>
            <a:prstDash val="solid"/>
          </a:ln>
        </p:spPr>
      </p:sp>
      <p:sp>
        <p:nvSpPr>
          <p:cNvPr id="77" name="target-edge-TO-head">
            <a:extLst xmlns:a="http://schemas.openxmlformats.org/drawingml/2006/main">
              <a:ext uri="{FF2B5EF4-FFF2-40B4-BE49-F238E27FC236}">
                <a16:creationId xmlns:a16="http://schemas.microsoft.com/office/drawing/2014/main" id="{C0B69519-7BAA-4F19-A929-468A398DB415}"/>
              </a:ext>
            </a:extLst>
          </p:cNvPr>
          <p:cNvSpPr>
            <a:spLocks xmlns:a="http://schemas.openxmlformats.org/drawingml/2006/main" noGrp="1"/>
          </p:cNvSpPr>
          <p:nvPr/>
        </p:nvSpPr>
        <p:spPr>
          <a:xfrm xmlns:a="http://schemas.openxmlformats.org/drawingml/2006/main">
            <a:off x="8172450" y="39147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6193">
            <a:solidFill>
              <a:srgbClr val="246AB8"/>
            </a:solidFill>
            <a:prstDash val="solid"/>
          </a:ln>
        </p:spPr>
      </p:sp>
      <p:sp>
        <p:nvSpPr>
          <p:cNvPr id="78" name="target-edge-OA">
            <a:extLst xmlns:a="http://schemas.openxmlformats.org/drawingml/2006/main">
              <a:ext uri="{FF2B5EF4-FFF2-40B4-BE49-F238E27FC236}">
                <a16:creationId xmlns:a16="http://schemas.microsoft.com/office/drawing/2014/main" id="{808F8105-87E0-447B-91A4-5F99994506C4}"/>
              </a:ext>
            </a:extLst>
          </p:cNvPr>
          <p:cNvSpPr>
            <a:spLocks xmlns:a="http://schemas.openxmlformats.org/drawingml/2006/main" noGrp="1"/>
          </p:cNvSpPr>
          <p:nvPr/>
        </p:nvSpPr>
        <p:spPr>
          <a:xfrm xmlns:a="http://schemas.openxmlformats.org/drawingml/2006/main">
            <a:off x="8001000" y="3257550"/>
            <a:ext cx="3333750" cy="114300"/>
          </a:xfrm>
          <a:custGeom xmlns:a="http://schemas.openxmlformats.org/drawingml/2006/main">
            <a:pathLst>
              <a:path w="3333750" h="114300">
                <a:moveTo>
                  <a:pt x="0" y="114300"/>
                </a:moveTo>
                <a:lnTo>
                  <a:pt x="0" y="0"/>
                </a:lnTo>
                <a:lnTo>
                  <a:pt x="3333750" y="0"/>
                </a:lnTo>
                <a:lnTo>
                  <a:pt x="3333750" y="114300"/>
                </a:lnTo>
              </a:path>
            </a:pathLst>
          </a:custGeom>
          <a:noFill xmlns:a="http://schemas.openxmlformats.org/drawingml/2006/main"/>
          <a:ln xmlns:a="http://schemas.openxmlformats.org/drawingml/2006/main" w="16193">
            <a:solidFill>
              <a:srgbClr val="246AB8"/>
            </a:solidFill>
            <a:prstDash val="solid"/>
          </a:ln>
        </p:spPr>
      </p:sp>
      <p:sp>
        <p:nvSpPr>
          <p:cNvPr id="79" name="target-edge-OA-head">
            <a:extLst xmlns:a="http://schemas.openxmlformats.org/drawingml/2006/main">
              <a:ext uri="{FF2B5EF4-FFF2-40B4-BE49-F238E27FC236}">
                <a16:creationId xmlns:a16="http://schemas.microsoft.com/office/drawing/2014/main" id="{C546CC4B-3A4B-40BB-8D28-EDBC58602560}"/>
              </a:ext>
            </a:extLst>
          </p:cNvPr>
          <p:cNvSpPr>
            <a:spLocks xmlns:a="http://schemas.openxmlformats.org/drawingml/2006/main" noGrp="1"/>
          </p:cNvSpPr>
          <p:nvPr/>
        </p:nvSpPr>
        <p:spPr>
          <a:xfrm xmlns:a="http://schemas.openxmlformats.org/drawingml/2006/main">
            <a:off x="11306175" y="33147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80" name="target-edge-label-OA">
            <a:extLst xmlns:a="http://schemas.openxmlformats.org/drawingml/2006/main">
              <a:ext uri="{FF2B5EF4-FFF2-40B4-BE49-F238E27FC236}">
                <a16:creationId xmlns:a16="http://schemas.microsoft.com/office/drawing/2014/main" id="{DC558C98-0B72-4B4B-95B4-8DFFE4433B32}"/>
              </a:ext>
            </a:extLst>
          </p:cNvPr>
          <p:cNvSpPr>
            <a:spLocks xmlns:a="http://schemas.openxmlformats.org/drawingml/2006/main" noGrp="1"/>
          </p:cNvSpPr>
          <p:nvPr/>
        </p:nvSpPr>
        <p:spPr>
          <a:xfrm xmlns:a="http://schemas.openxmlformats.org/drawingml/2006/main">
            <a:off x="9763125" y="3152775"/>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规则</a:t>
            </a:r>
          </a:p>
        </p:txBody>
      </p:sp>
      <p:sp>
        <p:nvSpPr>
          <p:cNvPr id="81" name="target-edge-OD">
            <a:extLst xmlns:a="http://schemas.openxmlformats.org/drawingml/2006/main">
              <a:ext uri="{FF2B5EF4-FFF2-40B4-BE49-F238E27FC236}">
                <a16:creationId xmlns:a16="http://schemas.microsoft.com/office/drawing/2014/main" id="{6BCA293F-DE2D-4934-A87B-ECE650BF07FF}"/>
              </a:ext>
            </a:extLst>
          </p:cNvPr>
          <p:cNvSpPr>
            <a:spLocks xmlns:a="http://schemas.openxmlformats.org/drawingml/2006/main" noGrp="1"/>
          </p:cNvSpPr>
          <p:nvPr/>
        </p:nvSpPr>
        <p:spPr>
          <a:xfrm xmlns:a="http://schemas.openxmlformats.org/drawingml/2006/main">
            <a:off x="737711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82" name="target-edge-OD-head">
            <a:extLst xmlns:a="http://schemas.openxmlformats.org/drawingml/2006/main">
              <a:ext uri="{FF2B5EF4-FFF2-40B4-BE49-F238E27FC236}">
                <a16:creationId xmlns:a16="http://schemas.microsoft.com/office/drawing/2014/main" id="{20CB29C8-6D3E-4927-BE5C-660C9546C516}"/>
              </a:ext>
            </a:extLst>
          </p:cNvPr>
          <p:cNvSpPr>
            <a:spLocks xmlns:a="http://schemas.openxmlformats.org/drawingml/2006/main" noGrp="1"/>
          </p:cNvSpPr>
          <p:nvPr/>
        </p:nvSpPr>
        <p:spPr>
          <a:xfrm xmlns:a="http://schemas.openxmlformats.org/drawingml/2006/main">
            <a:off x="735330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83" name="target-edge-TD">
            <a:extLst xmlns:a="http://schemas.openxmlformats.org/drawingml/2006/main">
              <a:ext uri="{FF2B5EF4-FFF2-40B4-BE49-F238E27FC236}">
                <a16:creationId xmlns:a16="http://schemas.microsoft.com/office/drawing/2014/main" id="{6AEB63F9-4A81-4E1A-9D96-2DC1A4D89417}"/>
              </a:ext>
            </a:extLst>
          </p:cNvPr>
          <p:cNvSpPr>
            <a:spLocks xmlns:a="http://schemas.openxmlformats.org/drawingml/2006/main" noGrp="1"/>
          </p:cNvSpPr>
          <p:nvPr/>
        </p:nvSpPr>
        <p:spPr>
          <a:xfrm xmlns:a="http://schemas.openxmlformats.org/drawingml/2006/main">
            <a:off x="9139238"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84" name="target-edge-TD-head">
            <a:extLst xmlns:a="http://schemas.openxmlformats.org/drawingml/2006/main">
              <a:ext uri="{FF2B5EF4-FFF2-40B4-BE49-F238E27FC236}">
                <a16:creationId xmlns:a16="http://schemas.microsoft.com/office/drawing/2014/main" id="{DAB3CA42-144A-41ED-9317-D3774F140BD6}"/>
              </a:ext>
            </a:extLst>
          </p:cNvPr>
          <p:cNvSpPr>
            <a:spLocks xmlns:a="http://schemas.openxmlformats.org/drawingml/2006/main" noGrp="1"/>
          </p:cNvSpPr>
          <p:nvPr/>
        </p:nvSpPr>
        <p:spPr>
          <a:xfrm xmlns:a="http://schemas.openxmlformats.org/drawingml/2006/main">
            <a:off x="9115425"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85" name="target-edge-AD">
            <a:extLst xmlns:a="http://schemas.openxmlformats.org/drawingml/2006/main">
              <a:ext uri="{FF2B5EF4-FFF2-40B4-BE49-F238E27FC236}">
                <a16:creationId xmlns:a16="http://schemas.microsoft.com/office/drawing/2014/main" id="{638651CF-4740-49B7-A05E-13D9F547F193}"/>
              </a:ext>
            </a:extLst>
          </p:cNvPr>
          <p:cNvSpPr>
            <a:spLocks xmlns:a="http://schemas.openxmlformats.org/drawingml/2006/main" noGrp="1"/>
          </p:cNvSpPr>
          <p:nvPr/>
        </p:nvSpPr>
        <p:spPr>
          <a:xfrm xmlns:a="http://schemas.openxmlformats.org/drawingml/2006/main">
            <a:off x="1090136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86" name="target-edge-AD-head">
            <a:extLst xmlns:a="http://schemas.openxmlformats.org/drawingml/2006/main">
              <a:ext uri="{FF2B5EF4-FFF2-40B4-BE49-F238E27FC236}">
                <a16:creationId xmlns:a16="http://schemas.microsoft.com/office/drawing/2014/main" id="{5E088DB9-4EDC-4882-A251-2328D7769B5F}"/>
              </a:ext>
            </a:extLst>
          </p:cNvPr>
          <p:cNvSpPr>
            <a:spLocks xmlns:a="http://schemas.openxmlformats.org/drawingml/2006/main" noGrp="1"/>
          </p:cNvSpPr>
          <p:nvPr/>
        </p:nvSpPr>
        <p:spPr>
          <a:xfrm xmlns:a="http://schemas.openxmlformats.org/drawingml/2006/main">
            <a:off x="1087755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87" name="target-edge-OR">
            <a:extLst xmlns:a="http://schemas.openxmlformats.org/drawingml/2006/main">
              <a:ext uri="{FF2B5EF4-FFF2-40B4-BE49-F238E27FC236}">
                <a16:creationId xmlns:a16="http://schemas.microsoft.com/office/drawing/2014/main" id="{3B128010-9212-4B94-B5FB-4230502BD926}"/>
              </a:ext>
            </a:extLst>
          </p:cNvPr>
          <p:cNvSpPr>
            <a:spLocks xmlns:a="http://schemas.openxmlformats.org/drawingml/2006/main" noGrp="1"/>
          </p:cNvSpPr>
          <p:nvPr/>
        </p:nvSpPr>
        <p:spPr>
          <a:xfrm xmlns:a="http://schemas.openxmlformats.org/drawingml/2006/main">
            <a:off x="6448425" y="3648075"/>
            <a:ext cx="142875" cy="1809750"/>
          </a:xfrm>
          <a:custGeom xmlns:a="http://schemas.openxmlformats.org/drawingml/2006/main">
            <a:pathLst>
              <a:path w="142875" h="1809750">
                <a:moveTo>
                  <a:pt x="142875" y="0"/>
                </a:moveTo>
                <a:lnTo>
                  <a:pt x="0" y="0"/>
                </a:lnTo>
                <a:lnTo>
                  <a:pt x="0" y="1809750"/>
                </a:lnTo>
                <a:lnTo>
                  <a:pt x="142875" y="1809750"/>
                </a:lnTo>
              </a:path>
            </a:pathLst>
          </a:custGeom>
          <a:noFill xmlns:a="http://schemas.openxmlformats.org/drawingml/2006/main"/>
          <a:ln xmlns:a="http://schemas.openxmlformats.org/drawingml/2006/main" w="16193">
            <a:solidFill>
              <a:srgbClr val="246AB8"/>
            </a:solidFill>
            <a:prstDash val="solid"/>
          </a:ln>
        </p:spPr>
      </p:sp>
      <p:sp>
        <p:nvSpPr>
          <p:cNvPr id="88" name="target-edge-OR-head">
            <a:extLst xmlns:a="http://schemas.openxmlformats.org/drawingml/2006/main">
              <a:ext uri="{FF2B5EF4-FFF2-40B4-BE49-F238E27FC236}">
                <a16:creationId xmlns:a16="http://schemas.microsoft.com/office/drawing/2014/main" id="{92906602-D103-49AF-9102-B5E4751DF0A7}"/>
              </a:ext>
            </a:extLst>
          </p:cNvPr>
          <p:cNvSpPr>
            <a:spLocks xmlns:a="http://schemas.openxmlformats.org/drawingml/2006/main" noGrp="1"/>
          </p:cNvSpPr>
          <p:nvPr/>
        </p:nvSpPr>
        <p:spPr>
          <a:xfrm xmlns:a="http://schemas.openxmlformats.org/drawingml/2006/main">
            <a:off x="6534150" y="5429250"/>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89" name="target-edge-label-OR">
            <a:extLst xmlns:a="http://schemas.openxmlformats.org/drawingml/2006/main">
              <a:ext uri="{FF2B5EF4-FFF2-40B4-BE49-F238E27FC236}">
                <a16:creationId xmlns:a16="http://schemas.microsoft.com/office/drawing/2014/main" id="{891F0C78-685D-43CC-9483-BB6D8FA2873B}"/>
              </a:ext>
            </a:extLst>
          </p:cNvPr>
          <p:cNvSpPr>
            <a:spLocks xmlns:a="http://schemas.openxmlformats.org/drawingml/2006/main" noGrp="1"/>
          </p:cNvSpPr>
          <p:nvPr/>
        </p:nvSpPr>
        <p:spPr>
          <a:xfrm xmlns:a="http://schemas.openxmlformats.org/drawingml/2006/main">
            <a:off x="6134100" y="45720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执行</a:t>
            </a:r>
          </a:p>
        </p:txBody>
      </p:sp>
      <p:sp>
        <p:nvSpPr>
          <p:cNvPr id="90" name="target-edge-RO">
            <a:extLst xmlns:a="http://schemas.openxmlformats.org/drawingml/2006/main">
              <a:ext uri="{FF2B5EF4-FFF2-40B4-BE49-F238E27FC236}">
                <a16:creationId xmlns:a16="http://schemas.microsoft.com/office/drawing/2014/main" id="{EA4981F2-A9A8-469C-AC7E-B621092A4902}"/>
              </a:ext>
            </a:extLst>
          </p:cNvPr>
          <p:cNvSpPr>
            <a:spLocks xmlns:a="http://schemas.openxmlformats.org/drawingml/2006/main" noGrp="1"/>
          </p:cNvSpPr>
          <p:nvPr/>
        </p:nvSpPr>
        <p:spPr>
          <a:xfrm xmlns:a="http://schemas.openxmlformats.org/drawingml/2006/main">
            <a:off x="6334125" y="3943350"/>
            <a:ext cx="257175" cy="1752600"/>
          </a:xfrm>
          <a:custGeom xmlns:a="http://schemas.openxmlformats.org/drawingml/2006/main">
            <a:pathLst>
              <a:path w="257175" h="1752600">
                <a:moveTo>
                  <a:pt x="257175" y="1752600"/>
                </a:moveTo>
                <a:lnTo>
                  <a:pt x="0" y="1752600"/>
                </a:lnTo>
                <a:lnTo>
                  <a:pt x="0" y="0"/>
                </a:lnTo>
                <a:lnTo>
                  <a:pt x="257175" y="0"/>
                </a:lnTo>
              </a:path>
            </a:pathLst>
          </a:custGeom>
          <a:noFill xmlns:a="http://schemas.openxmlformats.org/drawingml/2006/main"/>
          <a:ln xmlns:a="http://schemas.openxmlformats.org/drawingml/2006/main" w="16193">
            <a:solidFill>
              <a:srgbClr val="246AB8"/>
            </a:solidFill>
            <a:prstDash val="solid"/>
          </a:ln>
        </p:spPr>
      </p:sp>
      <p:sp>
        <p:nvSpPr>
          <p:cNvPr id="91" name="target-edge-RO-head">
            <a:extLst xmlns:a="http://schemas.openxmlformats.org/drawingml/2006/main">
              <a:ext uri="{FF2B5EF4-FFF2-40B4-BE49-F238E27FC236}">
                <a16:creationId xmlns:a16="http://schemas.microsoft.com/office/drawing/2014/main" id="{249FD59B-7C4D-4CA4-84B8-F7762FDB04CC}"/>
              </a:ext>
            </a:extLst>
          </p:cNvPr>
          <p:cNvSpPr>
            <a:spLocks xmlns:a="http://schemas.openxmlformats.org/drawingml/2006/main" noGrp="1"/>
          </p:cNvSpPr>
          <p:nvPr/>
        </p:nvSpPr>
        <p:spPr>
          <a:xfrm xmlns:a="http://schemas.openxmlformats.org/drawingml/2006/main">
            <a:off x="6534150" y="39147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92" name="target-edge-label-RO">
            <a:extLst xmlns:a="http://schemas.openxmlformats.org/drawingml/2006/main">
              <a:ext uri="{FF2B5EF4-FFF2-40B4-BE49-F238E27FC236}">
                <a16:creationId xmlns:a16="http://schemas.microsoft.com/office/drawing/2014/main" id="{94DED200-97C3-4BBF-8461-445F3C8A0C32}"/>
              </a:ext>
            </a:extLst>
          </p:cNvPr>
          <p:cNvSpPr>
            <a:spLocks xmlns:a="http://schemas.openxmlformats.org/drawingml/2006/main" noGrp="1"/>
          </p:cNvSpPr>
          <p:nvPr/>
        </p:nvSpPr>
        <p:spPr>
          <a:xfrm xmlns:a="http://schemas.openxmlformats.org/drawingml/2006/main">
            <a:off x="6134100" y="49911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结果</a:t>
            </a:r>
          </a:p>
        </p:txBody>
      </p:sp>
      <p:sp>
        <p:nvSpPr>
          <p:cNvPr id="93" name="target-edge-TI">
            <a:extLst xmlns:a="http://schemas.openxmlformats.org/drawingml/2006/main">
              <a:ext uri="{FF2B5EF4-FFF2-40B4-BE49-F238E27FC236}">
                <a16:creationId xmlns:a16="http://schemas.microsoft.com/office/drawing/2014/main" id="{93ABC963-ADD7-4C12-80E6-8C722A379D79}"/>
              </a:ext>
            </a:extLst>
          </p:cNvPr>
          <p:cNvSpPr>
            <a:spLocks xmlns:a="http://schemas.openxmlformats.org/drawingml/2006/main" noGrp="1"/>
          </p:cNvSpPr>
          <p:nvPr/>
        </p:nvSpPr>
        <p:spPr>
          <a:xfrm xmlns:a="http://schemas.openxmlformats.org/drawingml/2006/main">
            <a:off x="9934575" y="3886200"/>
            <a:ext cx="533400" cy="1352550"/>
          </a:xfrm>
          <a:custGeom xmlns:a="http://schemas.openxmlformats.org/drawingml/2006/main">
            <a:pathLst>
              <a:path w="533400" h="1352550">
                <a:moveTo>
                  <a:pt x="0" y="0"/>
                </a:moveTo>
                <a:lnTo>
                  <a:pt x="85725" y="0"/>
                </a:lnTo>
                <a:lnTo>
                  <a:pt x="85725" y="1152525"/>
                </a:lnTo>
                <a:lnTo>
                  <a:pt x="533400" y="1152525"/>
                </a:lnTo>
                <a:lnTo>
                  <a:pt x="533400" y="1352550"/>
                </a:lnTo>
              </a:path>
            </a:pathLst>
          </a:custGeom>
          <a:noFill xmlns:a="http://schemas.openxmlformats.org/drawingml/2006/main"/>
          <a:ln xmlns:a="http://schemas.openxmlformats.org/drawingml/2006/main" w="16193">
            <a:solidFill>
              <a:srgbClr val="246AB8"/>
            </a:solidFill>
            <a:prstDash val="solid"/>
          </a:ln>
        </p:spPr>
      </p:sp>
      <p:sp>
        <p:nvSpPr>
          <p:cNvPr id="94" name="target-edge-TI-head">
            <a:extLst xmlns:a="http://schemas.openxmlformats.org/drawingml/2006/main">
              <a:ext uri="{FF2B5EF4-FFF2-40B4-BE49-F238E27FC236}">
                <a16:creationId xmlns:a16="http://schemas.microsoft.com/office/drawing/2014/main" id="{F722A93D-4DA7-4056-ACA4-3E5280D531EA}"/>
              </a:ext>
            </a:extLst>
          </p:cNvPr>
          <p:cNvSpPr>
            <a:spLocks xmlns:a="http://schemas.openxmlformats.org/drawingml/2006/main" noGrp="1"/>
          </p:cNvSpPr>
          <p:nvPr/>
        </p:nvSpPr>
        <p:spPr>
          <a:xfrm xmlns:a="http://schemas.openxmlformats.org/drawingml/2006/main">
            <a:off x="10439400" y="51816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95" name="target-edge-label-TI">
            <a:extLst xmlns:a="http://schemas.openxmlformats.org/drawingml/2006/main">
              <a:ext uri="{FF2B5EF4-FFF2-40B4-BE49-F238E27FC236}">
                <a16:creationId xmlns:a16="http://schemas.microsoft.com/office/drawing/2014/main" id="{EBAC8BE1-EFBC-441B-B7CF-3267965EA38C}"/>
              </a:ext>
            </a:extLst>
          </p:cNvPr>
          <p:cNvSpPr>
            <a:spLocks xmlns:a="http://schemas.openxmlformats.org/drawingml/2006/main" noGrp="1"/>
          </p:cNvSpPr>
          <p:nvPr/>
        </p:nvSpPr>
        <p:spPr>
          <a:xfrm xmlns:a="http://schemas.openxmlformats.org/drawingml/2006/main">
            <a:off x="10086975" y="5038725"/>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存储</a:t>
            </a:r>
          </a:p>
        </p:txBody>
      </p:sp>
      <p:sp>
        <p:nvSpPr>
          <p:cNvPr id="96" name="target-edge-OC">
            <a:extLst xmlns:a="http://schemas.openxmlformats.org/drawingml/2006/main">
              <a:ext uri="{FF2B5EF4-FFF2-40B4-BE49-F238E27FC236}">
                <a16:creationId xmlns:a16="http://schemas.microsoft.com/office/drawing/2014/main" id="{D0E2EFEB-B6A7-4C52-A6FF-95657F541097}"/>
              </a:ext>
            </a:extLst>
          </p:cNvPr>
          <p:cNvSpPr>
            <a:spLocks xmlns:a="http://schemas.openxmlformats.org/drawingml/2006/main" noGrp="1"/>
          </p:cNvSpPr>
          <p:nvPr/>
        </p:nvSpPr>
        <p:spPr>
          <a:xfrm xmlns:a="http://schemas.openxmlformats.org/drawingml/2006/main">
            <a:off x="6219825" y="2876550"/>
            <a:ext cx="371475" cy="600075"/>
          </a:xfrm>
          <a:custGeom xmlns:a="http://schemas.openxmlformats.org/drawingml/2006/main">
            <a:pathLst>
              <a:path w="371475" h="600075">
                <a:moveTo>
                  <a:pt x="371475" y="600075"/>
                </a:moveTo>
                <a:lnTo>
                  <a:pt x="0" y="600075"/>
                </a:lnTo>
                <a:lnTo>
                  <a:pt x="0" y="0"/>
                </a:lnTo>
                <a:lnTo>
                  <a:pt x="371475" y="0"/>
                </a:lnTo>
              </a:path>
            </a:pathLst>
          </a:custGeom>
          <a:noFill xmlns:a="http://schemas.openxmlformats.org/drawingml/2006/main"/>
          <a:ln xmlns:a="http://schemas.openxmlformats.org/drawingml/2006/main" w="16193">
            <a:solidFill>
              <a:srgbClr val="246AB8"/>
            </a:solidFill>
            <a:prstDash val="solid"/>
          </a:ln>
        </p:spPr>
      </p:sp>
      <p:sp>
        <p:nvSpPr>
          <p:cNvPr id="97" name="target-edge-OC-head">
            <a:extLst xmlns:a="http://schemas.openxmlformats.org/drawingml/2006/main">
              <a:ext uri="{FF2B5EF4-FFF2-40B4-BE49-F238E27FC236}">
                <a16:creationId xmlns:a16="http://schemas.microsoft.com/office/drawing/2014/main" id="{63FB8F64-1742-4D4D-BE81-62B91D86BD0D}"/>
              </a:ext>
            </a:extLst>
          </p:cNvPr>
          <p:cNvSpPr>
            <a:spLocks xmlns:a="http://schemas.openxmlformats.org/drawingml/2006/main" noGrp="1"/>
          </p:cNvSpPr>
          <p:nvPr/>
        </p:nvSpPr>
        <p:spPr>
          <a:xfrm xmlns:a="http://schemas.openxmlformats.org/drawingml/2006/main">
            <a:off x="6534150" y="2847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98" name="target-edge-label-OC">
            <a:extLst xmlns:a="http://schemas.openxmlformats.org/drawingml/2006/main">
              <a:ext uri="{FF2B5EF4-FFF2-40B4-BE49-F238E27FC236}">
                <a16:creationId xmlns:a16="http://schemas.microsoft.com/office/drawing/2014/main" id="{C5FE6A35-7042-48C2-991F-9A2F5D9271F7}"/>
              </a:ext>
            </a:extLst>
          </p:cNvPr>
          <p:cNvSpPr>
            <a:spLocks xmlns:a="http://schemas.openxmlformats.org/drawingml/2006/main" noGrp="1"/>
          </p:cNvSpPr>
          <p:nvPr/>
        </p:nvSpPr>
        <p:spPr>
          <a:xfrm xmlns:a="http://schemas.openxmlformats.org/drawingml/2006/main">
            <a:off x="6143625" y="3200400"/>
            <a:ext cx="3619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完成</a:t>
            </a:r>
          </a:p>
        </p:txBody>
      </p:sp>
      <p:sp>
        <p:nvSpPr>
          <p:cNvPr id="99" name="target-node-C">
            <a:extLst xmlns:a="http://schemas.openxmlformats.org/drawingml/2006/main">
              <a:ext uri="{FF2B5EF4-FFF2-40B4-BE49-F238E27FC236}">
                <a16:creationId xmlns:a16="http://schemas.microsoft.com/office/drawing/2014/main" id="{F97E4648-D310-41ED-8C7B-ABE06F13BB6F}"/>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EAF1FB"/>
          </a:solidFill>
          <a:ln xmlns:a="http://schemas.openxmlformats.org/drawingml/2006/main" w="14288">
            <a:solidFill>
              <a:srgbClr val="246AB8"/>
            </a:solidFill>
            <a:prstDash val="solid"/>
          </a:ln>
        </p:spPr>
      </p:sp>
      <p:sp>
        <p:nvSpPr>
          <p:cNvPr id="100" name="target-title-C">
            <a:extLst xmlns:a="http://schemas.openxmlformats.org/drawingml/2006/main">
              <a:ext uri="{FF2B5EF4-FFF2-40B4-BE49-F238E27FC236}">
                <a16:creationId xmlns:a16="http://schemas.microsoft.com/office/drawing/2014/main" id="{C4DA690D-5D21-4EDE-8581-FBF3C9E46DFA}"/>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C 旧接口兼容</a:t>
            </a:r>
          </a:p>
        </p:txBody>
      </p:sp>
      <p:sp>
        <p:nvSpPr>
          <p:cNvPr id="101" name="target-alias-C">
            <a:extLst xmlns:a="http://schemas.openxmlformats.org/drawingml/2006/main">
              <a:ext uri="{FF2B5EF4-FFF2-40B4-BE49-F238E27FC236}">
                <a16:creationId xmlns:a16="http://schemas.microsoft.com/office/drawing/2014/main" id="{A3620A06-8F96-4E13-AC32-41ADB1E66AB6}"/>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56657A"/>
                </a:solidFill>
                <a:latin typeface="Microsoft YaHei"/>
                <a:ea typeface="Microsoft YaHei"/>
                <a:cs typeface="Microsoft YaHei"/>
              </a:defRPr>
            </a:defPPr>
            <a:lvl1pPr algn="l">
              <a:defRPr sz="1238" b="0">
                <a:solidFill>
                  <a:srgbClr val="56657A"/>
                </a:solidFill>
                <a:latin typeface="Microsoft YaHei"/>
                <a:ea typeface="Microsoft YaHei"/>
                <a:cs typeface="Microsoft YaHei"/>
              </a:defRPr>
            </a:lvl1pPr>
            <a:lvl2pPr algn="l">
              <a:defRPr sz="1238" b="0">
                <a:solidFill>
                  <a:srgbClr val="56657A"/>
                </a:solidFill>
                <a:latin typeface="Microsoft YaHei"/>
                <a:ea typeface="Microsoft YaHei"/>
                <a:cs typeface="Microsoft YaHei"/>
              </a:defRPr>
            </a:lvl2pPr>
            <a:lvl3pPr algn="l">
              <a:defRPr sz="1238" b="0">
                <a:solidFill>
                  <a:srgbClr val="56657A"/>
                </a:solidFill>
                <a:latin typeface="Microsoft YaHei"/>
                <a:ea typeface="Microsoft YaHei"/>
                <a:cs typeface="Microsoft YaHei"/>
              </a:defRPr>
            </a:lvl3pPr>
            <a:lvl4pPr algn="l">
              <a:defRPr sz="1238" b="0">
                <a:solidFill>
                  <a:srgbClr val="56657A"/>
                </a:solidFill>
                <a:latin typeface="Microsoft YaHei"/>
                <a:ea typeface="Microsoft YaHei"/>
                <a:cs typeface="Microsoft YaHei"/>
              </a:defRPr>
            </a:lvl4pPr>
            <a:lvl5pPr algn="l">
              <a:defRPr sz="1238" b="0">
                <a:solidFill>
                  <a:srgbClr val="56657A"/>
                </a:solidFill>
                <a:latin typeface="Microsoft YaHei"/>
                <a:ea typeface="Microsoft YaHei"/>
                <a:cs typeface="Microsoft YaHei"/>
              </a:defRPr>
            </a:lvl5pPr>
            <a:lvl6pPr algn="l">
              <a:defRPr sz="1238" b="0">
                <a:solidFill>
                  <a:srgbClr val="56657A"/>
                </a:solidFill>
                <a:latin typeface="Microsoft YaHei"/>
                <a:ea typeface="Microsoft YaHei"/>
                <a:cs typeface="Microsoft YaHei"/>
              </a:defRPr>
            </a:lvl6pPr>
            <a:lvl7pPr algn="l">
              <a:defRPr sz="1238" b="0">
                <a:solidFill>
                  <a:srgbClr val="56657A"/>
                </a:solidFill>
                <a:latin typeface="Microsoft YaHei"/>
                <a:ea typeface="Microsoft YaHei"/>
                <a:cs typeface="Microsoft YaHei"/>
              </a:defRPr>
            </a:lvl7pPr>
            <a:lvl8pPr algn="l">
              <a:defRPr sz="1238" b="0">
                <a:solidFill>
                  <a:srgbClr val="56657A"/>
                </a:solidFill>
                <a:latin typeface="Microsoft YaHei"/>
                <a:ea typeface="Microsoft YaHei"/>
                <a:cs typeface="Microsoft YaHei"/>
              </a:defRPr>
            </a:lvl8pPr>
            <a:lvl9pPr algn="l">
              <a:defRPr sz="1238" b="0">
                <a:solidFill>
                  <a:srgbClr val="56657A"/>
                </a:solidFill>
                <a:latin typeface="Microsoft YaHei"/>
                <a:ea typeface="Microsoft YaHei"/>
                <a:cs typeface="Microsoft YaHei"/>
              </a:defRPr>
            </a:lvl9pPr>
          </a:lstStyle>
          <a:p xmlns:a="http://schemas.openxmlformats.org/drawingml/2006/main">
            <a:pPr algn="l">
              <a:lnSpc>
                <a:spcPct val="102000"/>
              </a:lnSpc>
              <a:buNone/>
              <a:defRPr sz="1238" b="0">
                <a:solidFill>
                  <a:srgbClr val="56657A"/>
                </a:solidFill>
                <a:latin typeface="Microsoft YaHei"/>
                <a:ea typeface="Microsoft YaHei"/>
                <a:cs typeface="Microsoft YaHei"/>
              </a:defRPr>
            </a:pPr>
            <a:r>
              <a:rPr sz="1238" b="0">
                <a:solidFill>
                  <a:srgbClr val="56657A"/>
                </a:solidFill>
                <a:latin typeface="Microsoft YaHei"/>
                <a:ea typeface="Microsoft YaHei"/>
                <a:cs typeface="Microsoft YaHei"/>
              </a:rPr>
              <a:t>旧签名 / 权限 / 错误 / 返回与回调</a:t>
            </a:r>
          </a:p>
        </p:txBody>
      </p:sp>
      <p:sp>
        <p:nvSpPr>
          <p:cNvPr id="102" name="target-func-C">
            <a:extLst xmlns:a="http://schemas.openxmlformats.org/drawingml/2006/main">
              <a:ext uri="{FF2B5EF4-FFF2-40B4-BE49-F238E27FC236}">
                <a16:creationId xmlns:a16="http://schemas.microsoft.com/office/drawing/2014/main" id="{17EE45C2-1CC0-4812-A20E-9D2081108DEF}"/>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沿用原入口、解析点及完成出口</a:t>
            </a:r>
          </a:p>
        </p:txBody>
      </p:sp>
      <p:sp>
        <p:nvSpPr>
          <p:cNvPr id="103" name="target-node-O">
            <a:extLst xmlns:a="http://schemas.openxmlformats.org/drawingml/2006/main">
              <a:ext uri="{FF2B5EF4-FFF2-40B4-BE49-F238E27FC236}">
                <a16:creationId xmlns:a16="http://schemas.microsoft.com/office/drawing/2014/main" id="{DE620125-3C97-4881-AFCA-FFBA040C9295}"/>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104" name="target-title-O">
            <a:extLst xmlns:a="http://schemas.openxmlformats.org/drawingml/2006/main">
              <a:ext uri="{FF2B5EF4-FFF2-40B4-BE49-F238E27FC236}">
                <a16:creationId xmlns:a16="http://schemas.microsoft.com/office/drawing/2014/main" id="{21108893-6414-4789-BFB4-63A0191852F0}"/>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105" name="target-alias-O">
            <a:extLst xmlns:a="http://schemas.openxmlformats.org/drawingml/2006/main">
              <a:ext uri="{FF2B5EF4-FFF2-40B4-BE49-F238E27FC236}">
                <a16:creationId xmlns:a16="http://schemas.microsoft.com/office/drawing/2014/main" id="{674D2F94-9239-4921-8511-FA6B5F825BB8}"/>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106" name="target-func-O">
            <a:extLst xmlns:a="http://schemas.openxmlformats.org/drawingml/2006/main">
              <a:ext uri="{FF2B5EF4-FFF2-40B4-BE49-F238E27FC236}">
                <a16:creationId xmlns:a16="http://schemas.microsoft.com/office/drawing/2014/main" id="{C341508A-82E2-410B-B99B-688DE1E6A05C}"/>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步骤 / 等待 / 效果</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唯一重试与终态</a:t>
            </a:r>
          </a:p>
        </p:txBody>
      </p:sp>
      <p:sp>
        <p:nvSpPr>
          <p:cNvPr id="107" name="target-node-T">
            <a:extLst xmlns:a="http://schemas.openxmlformats.org/drawingml/2006/main">
              <a:ext uri="{FF2B5EF4-FFF2-40B4-BE49-F238E27FC236}">
                <a16:creationId xmlns:a16="http://schemas.microsoft.com/office/drawing/2014/main" id="{240E2633-245E-4C95-804B-DA4543362BA7}"/>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108" name="target-title-T">
            <a:extLst xmlns:a="http://schemas.openxmlformats.org/drawingml/2006/main">
              <a:ext uri="{FF2B5EF4-FFF2-40B4-BE49-F238E27FC236}">
                <a16:creationId xmlns:a16="http://schemas.microsoft.com/office/drawing/2014/main" id="{36F0FACF-7AEC-4D98-A51F-2C1796DAA95B}"/>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109" name="target-alias-T">
            <a:extLst xmlns:a="http://schemas.openxmlformats.org/drawingml/2006/main">
              <a:ext uri="{FF2B5EF4-FFF2-40B4-BE49-F238E27FC236}">
                <a16:creationId xmlns:a16="http://schemas.microsoft.com/office/drawing/2014/main" id="{6D1867C9-F4AA-4E3E-A95C-FE42A1BA874D}"/>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110" name="target-func-T">
            <a:extLst xmlns:a="http://schemas.openxmlformats.org/drawingml/2006/main">
              <a:ext uri="{FF2B5EF4-FFF2-40B4-BE49-F238E27FC236}">
                <a16:creationId xmlns:a16="http://schemas.microsoft.com/office/drawing/2014/main" id="{59661608-B58F-476A-AAA5-7CCB217AC558}"/>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账户资料与兼容投影</a:t>
            </a:r>
          </a:p>
        </p:txBody>
      </p:sp>
      <p:sp>
        <p:nvSpPr>
          <p:cNvPr id="111" name="target-node-A">
            <a:extLst xmlns:a="http://schemas.openxmlformats.org/drawingml/2006/main">
              <a:ext uri="{FF2B5EF4-FFF2-40B4-BE49-F238E27FC236}">
                <a16:creationId xmlns:a16="http://schemas.microsoft.com/office/drawing/2014/main" id="{C86F6266-51B7-4B36-B49C-882F20F731C9}"/>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112" name="target-title-A">
            <a:extLst xmlns:a="http://schemas.openxmlformats.org/drawingml/2006/main">
              <a:ext uri="{FF2B5EF4-FFF2-40B4-BE49-F238E27FC236}">
                <a16:creationId xmlns:a16="http://schemas.microsoft.com/office/drawing/2014/main" id="{357B17E4-E1BC-4F87-BB8C-50A16132C3CA}"/>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A 角色与资源</a:t>
            </a:r>
          </a:p>
        </p:txBody>
      </p:sp>
      <p:sp>
        <p:nvSpPr>
          <p:cNvPr id="113" name="target-alias-A">
            <a:extLst xmlns:a="http://schemas.openxmlformats.org/drawingml/2006/main">
              <a:ext uri="{FF2B5EF4-FFF2-40B4-BE49-F238E27FC236}">
                <a16:creationId xmlns:a16="http://schemas.microsoft.com/office/drawing/2014/main" id="{BFBE3887-2C56-4F02-B51A-DE9402262B6D}"/>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AssignmentService</a:t>
            </a:r>
          </a:p>
        </p:txBody>
      </p:sp>
      <p:sp>
        <p:nvSpPr>
          <p:cNvPr id="114" name="target-func-A">
            <a:extLst xmlns:a="http://schemas.openxmlformats.org/drawingml/2006/main">
              <a:ext uri="{FF2B5EF4-FFF2-40B4-BE49-F238E27FC236}">
                <a16:creationId xmlns:a16="http://schemas.microsoft.com/office/drawing/2014/main" id="{BFBEF8CB-8D6F-4C5D-9C59-6A99F7C293DC}"/>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激活与切换资源约束</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本步不改默认角色</a:t>
            </a:r>
          </a:p>
        </p:txBody>
      </p:sp>
      <p:sp>
        <p:nvSpPr>
          <p:cNvPr id="115" name="target-node-DO">
            <a:extLst xmlns:a="http://schemas.openxmlformats.org/drawingml/2006/main">
              <a:ext uri="{FF2B5EF4-FFF2-40B4-BE49-F238E27FC236}">
                <a16:creationId xmlns:a16="http://schemas.microsoft.com/office/drawing/2014/main" id="{04CB8ED1-F68E-4F82-9F5F-DD9E860C981E}"/>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116" name="target-title-DO">
            <a:extLst xmlns:a="http://schemas.openxmlformats.org/drawingml/2006/main">
              <a:ext uri="{FF2B5EF4-FFF2-40B4-BE49-F238E27FC236}">
                <a16:creationId xmlns:a16="http://schemas.microsoft.com/office/drawing/2014/main" id="{C15E7A89-FD63-4C08-9A74-3A5A7C1669BB}"/>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OperationContext</a:t>
            </a:r>
          </a:p>
        </p:txBody>
      </p:sp>
      <p:sp>
        <p:nvSpPr>
          <p:cNvPr id="117" name="target-func-DO">
            <a:extLst xmlns:a="http://schemas.openxmlformats.org/drawingml/2006/main">
              <a:ext uri="{FF2B5EF4-FFF2-40B4-BE49-F238E27FC236}">
                <a16:creationId xmlns:a16="http://schemas.microsoft.com/office/drawing/2014/main" id="{08A03D99-14F6-4B22-B264-BE2AFB975744}"/>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纯操作状态 / 值对象</a:t>
            </a:r>
          </a:p>
        </p:txBody>
      </p:sp>
      <p:sp>
        <p:nvSpPr>
          <p:cNvPr id="118" name="target-node-DT">
            <a:extLst xmlns:a="http://schemas.openxmlformats.org/drawingml/2006/main">
              <a:ext uri="{FF2B5EF4-FFF2-40B4-BE49-F238E27FC236}">
                <a16:creationId xmlns:a16="http://schemas.microsoft.com/office/drawing/2014/main" id="{9C79E624-6001-460A-B3B0-3398F6BF866F}"/>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119" name="target-title-DT">
            <a:extLst xmlns:a="http://schemas.openxmlformats.org/drawingml/2006/main">
              <a:ext uri="{FF2B5EF4-FFF2-40B4-BE49-F238E27FC236}">
                <a16:creationId xmlns:a16="http://schemas.microsoft.com/office/drawing/2014/main" id="{3319C130-4430-4B29-B158-D0AFF9F08364}"/>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TopologyAggregate</a:t>
            </a:r>
          </a:p>
        </p:txBody>
      </p:sp>
      <p:sp>
        <p:nvSpPr>
          <p:cNvPr id="120" name="target-func-DT">
            <a:extLst xmlns:a="http://schemas.openxmlformats.org/drawingml/2006/main">
              <a:ext uri="{FF2B5EF4-FFF2-40B4-BE49-F238E27FC236}">
                <a16:creationId xmlns:a16="http://schemas.microsoft.com/office/drawing/2014/main" id="{B9003669-2977-49E7-BE3C-76B2A23E85BC}"/>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纯账户 / 绑定规则</a:t>
            </a:r>
          </a:p>
        </p:txBody>
      </p:sp>
      <p:sp>
        <p:nvSpPr>
          <p:cNvPr id="121" name="target-node-DA">
            <a:extLst xmlns:a="http://schemas.openxmlformats.org/drawingml/2006/main">
              <a:ext uri="{FF2B5EF4-FFF2-40B4-BE49-F238E27FC236}">
                <a16:creationId xmlns:a16="http://schemas.microsoft.com/office/drawing/2014/main" id="{D597A00E-B60D-4ADB-988B-EE889B91A816}"/>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122" name="target-title-DA">
            <a:extLst xmlns:a="http://schemas.openxmlformats.org/drawingml/2006/main">
              <a:ext uri="{FF2B5EF4-FFF2-40B4-BE49-F238E27FC236}">
                <a16:creationId xmlns:a16="http://schemas.microsoft.com/office/drawing/2014/main" id="{8A2DEF5D-85FF-4671-B04B-D503467A121B}"/>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AssignmentPolicy</a:t>
            </a:r>
          </a:p>
        </p:txBody>
      </p:sp>
      <p:sp>
        <p:nvSpPr>
          <p:cNvPr id="123" name="target-func-DA">
            <a:extLst xmlns:a="http://schemas.openxmlformats.org/drawingml/2006/main">
              <a:ext uri="{FF2B5EF4-FFF2-40B4-BE49-F238E27FC236}">
                <a16:creationId xmlns:a16="http://schemas.microsoft.com/office/drawing/2014/main" id="{E4A13200-1678-4271-805F-4948B1CB2DE2}"/>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纯角色 / 资源约束</a:t>
            </a:r>
          </a:p>
        </p:txBody>
      </p:sp>
      <p:sp>
        <p:nvSpPr>
          <p:cNvPr id="124" name="target-node-R">
            <a:extLst xmlns:a="http://schemas.openxmlformats.org/drawingml/2006/main">
              <a:ext uri="{FF2B5EF4-FFF2-40B4-BE49-F238E27FC236}">
                <a16:creationId xmlns:a16="http://schemas.microsoft.com/office/drawing/2014/main" id="{9EF4385B-5FA7-4E8D-9F8F-B575923850C2}"/>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125" name="target-title-R">
            <a:extLst xmlns:a="http://schemas.openxmlformats.org/drawingml/2006/main">
              <a:ext uri="{FF2B5EF4-FFF2-40B4-BE49-F238E27FC236}">
                <a16:creationId xmlns:a16="http://schemas.microsoft.com/office/drawing/2014/main" id="{20390B31-2761-4811-9359-0BC17532DF5A}"/>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126" name="target-func-R">
            <a:extLst xmlns:a="http://schemas.openxmlformats.org/drawingml/2006/main">
              <a:ext uri="{FF2B5EF4-FFF2-40B4-BE49-F238E27FC236}">
                <a16:creationId xmlns:a16="http://schemas.microsoft.com/office/drawing/2014/main" id="{003D8BB6-AD89-4719-B658-61397D9651EC}"/>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Session / Request / 卡侧缓存</a:t>
            </a:r>
          </a:p>
        </p:txBody>
      </p:sp>
      <p:sp>
        <p:nvSpPr>
          <p:cNvPr id="127" name="target-node-I">
            <a:extLst xmlns:a="http://schemas.openxmlformats.org/drawingml/2006/main">
              <a:ext uri="{FF2B5EF4-FFF2-40B4-BE49-F238E27FC236}">
                <a16:creationId xmlns:a16="http://schemas.microsoft.com/office/drawing/2014/main" id="{54CFC1C6-A9C5-43AC-9C83-288BA0570727}"/>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128" name="target-title-I">
            <a:extLst xmlns:a="http://schemas.openxmlformats.org/drawingml/2006/main">
              <a:ext uri="{FF2B5EF4-FFF2-40B4-BE49-F238E27FC236}">
                <a16:creationId xmlns:a16="http://schemas.microsoft.com/office/drawing/2014/main" id="{939A6AAE-2CCD-4ABD-9C83-583C65C1E55D}"/>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I 技术适配</a:t>
            </a:r>
          </a:p>
        </p:txBody>
      </p:sp>
      <p:sp>
        <p:nvSpPr>
          <p:cNvPr id="129" name="target-func-I">
            <a:extLst xmlns:a="http://schemas.openxmlformats.org/drawingml/2006/main">
              <a:ext uri="{FF2B5EF4-FFF2-40B4-BE49-F238E27FC236}">
                <a16:creationId xmlns:a16="http://schemas.microsoft.com/office/drawing/2014/main" id="{927127F4-9895-4927-AFC4-5611190CAE95}"/>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DataShare / 参数 / Hook</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按原协议存储与输出</a:t>
            </a:r>
          </a:p>
        </p:txBody>
      </p:sp>
      <p:sp>
        <p:nvSpPr>
          <p:cNvPr id="130" name="host-note">
            <a:extLst xmlns:a="http://schemas.openxmlformats.org/drawingml/2006/main">
              <a:ext uri="{FF2B5EF4-FFF2-40B4-BE49-F238E27FC236}">
                <a16:creationId xmlns:a16="http://schemas.microsoft.com/office/drawing/2014/main" id="{ACDBBE59-84F6-4801-A2DC-FC5F43C0A2C0}"/>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131" name="invariant-rule">
            <a:extLst xmlns:a="http://schemas.openxmlformats.org/drawingml/2006/main">
              <a:ext uri="{FF2B5EF4-FFF2-40B4-BE49-F238E27FC236}">
                <a16:creationId xmlns:a16="http://schemas.microsoft.com/office/drawing/2014/main" id="{EFD289CE-0D11-4A13-BA62-5C3BADD65945}"/>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32" name="invariant">
            <a:extLst xmlns:a="http://schemas.openxmlformats.org/drawingml/2006/main">
              <a:ext uri="{FF2B5EF4-FFF2-40B4-BE49-F238E27FC236}">
                <a16:creationId xmlns:a16="http://schemas.microsoft.com/office/drawing/2014/main" id="{2506A9EE-2924-4AA4-ACED-F7898D94B8AB}"/>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保持：设备 → active 缓存 / Hook → DB；部分失败不整体回滚，原重复输出逐路径保留。</a:t>
            </a:r>
          </a:p>
        </p:txBody>
      </p:sp>
      <p:sp>
        <p:nvSpPr>
          <p:cNvPr id="133" name="footer">
            <a:extLst xmlns:a="http://schemas.openxmlformats.org/drawingml/2006/main">
              <a:ext uri="{FF2B5EF4-FFF2-40B4-BE49-F238E27FC236}">
                <a16:creationId xmlns:a16="http://schemas.microsoft.com/office/drawing/2014/main" id="{DEF0CE99-AD3C-4711-A7D2-5FCA6B470D41}"/>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34" name="page-number">
            <a:extLst xmlns:a="http://schemas.openxmlformats.org/drawingml/2006/main">
              <a:ext uri="{FF2B5EF4-FFF2-40B4-BE49-F238E27FC236}">
                <a16:creationId xmlns:a16="http://schemas.microsoft.com/office/drawing/2014/main" id="{E71BE825-DF86-4C3C-811D-51849A0DAC0D}"/>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激活 / 概览</a:t>
            </a:r>
          </a:p>
        </p:txBody>
      </p:sp>
    </p:spTree>
    <p:extLst>
      <p:ext uri="{BB962C8B-B14F-4D97-AF65-F5344CB8AC3E}">
        <p14:creationId xmlns:p14="http://schemas.microsoft.com/office/powerpoint/2010/main" val="1289419010"/>
      </p:ext>
    </p:extLst>
  </p:cSld>
  <p:transition spd="fast" advClick="0">
    <p:fade/>
  </p:transition>
</p:sld>
</file>

<file path=ppt/slides/slide26.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3" name="accent">
            <a:extLst xmlns:a="http://schemas.openxmlformats.org/drawingml/2006/main">
              <a:ext uri="{FF2B5EF4-FFF2-40B4-BE49-F238E27FC236}">
                <a16:creationId xmlns:a16="http://schemas.microsoft.com/office/drawing/2014/main" id="{3D1B83C6-21B0-4AE0-BEBB-763EED5B4A78}"/>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0F0E21F0-D267-4E9B-AE01-7093DA2F7C08}"/>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CE37B846-C086-465E-B03C-9E7216A33F63}"/>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629ACABF-FD19-4684-945A-4617A09C4C8E}"/>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19287623-A72F-4773-AFC6-1BC87C5A1432}"/>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D9AB62B8-8CA9-45EE-B176-FBA01C3CB498}"/>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4A738E7F-D874-4A6B-A370-7162B64BBE0F}"/>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73C29D9D-C210-46D1-9497-9BDE210F510C}"/>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5E901B27-CFB4-409C-AB0C-783F5A89F096}"/>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0229A881-57DD-4634-B211-99421C84CF46}"/>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E46F7BE2-712F-4952-BF34-3121F8C1F562}"/>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5D8AC6C6-DFBE-424B-BFE0-FC898D3993CE}"/>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D5A09A3B-4DC4-4B29-9A6D-D17FF2C27943}"/>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3914FB58-C433-40B7-9540-DC260FCFD613}"/>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695E81D9-B033-47D3-ACD7-A566F97E93FD}"/>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348D1CC7-5908-4D0C-9FFE-78EA28CF74FD}"/>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C91EFED5-69B4-4878-9F03-CEEF0A054885}"/>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F4560B68-A199-4688-8345-53CD02B14292}"/>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EC8B90B7-9B60-4B06-A972-E518F497B551}"/>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03E40DE9-507E-430D-AF7F-D9A05E5507CC}"/>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① 入口：slotId / enable、权限与原错误仍由 C 保持；本页只讲普通 non-force，force / 卫星分支另验。</a:t>
            </a:r>
          </a:p>
        </p:txBody>
      </p:sp>
      <p:sp>
        <p:nvSpPr>
          <p:cNvPr id="21" name="top-rule">
            <a:extLst xmlns:a="http://schemas.openxmlformats.org/drawingml/2006/main">
              <a:ext uri="{FF2B5EF4-FFF2-40B4-BE49-F238E27FC236}">
                <a16:creationId xmlns:a16="http://schemas.microsoft.com/office/drawing/2014/main" id="{8D317B8B-237B-4236-94CB-2C6F27908101}"/>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65DEA50F-BB70-4B27-9E14-88F81F6D1433}"/>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5266326B-B4C3-4279-B376-361F16C857D4}"/>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7B4FBD8E-463B-4A6B-8D83-3AF5AEA2C8B1}"/>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EK">
            <a:extLst xmlns:a="http://schemas.openxmlformats.org/drawingml/2006/main">
              <a:ext uri="{FF2B5EF4-FFF2-40B4-BE49-F238E27FC236}">
                <a16:creationId xmlns:a16="http://schemas.microsoft.com/office/drawing/2014/main" id="{07092AC3-E912-4AD2-BEC7-4398FF49CB00}"/>
              </a:ext>
            </a:extLst>
          </p:cNvPr>
          <p:cNvSpPr>
            <a:spLocks xmlns:a="http://schemas.openxmlformats.org/drawingml/2006/main" noGrp="1"/>
          </p:cNvSpPr>
          <p:nvPr/>
        </p:nvSpPr>
        <p:spPr>
          <a:xfrm xmlns:a="http://schemas.openxmlformats.org/drawingml/2006/main">
            <a:off x="1747838" y="3190875"/>
            <a:ext cx="9525" cy="200025"/>
          </a:xfrm>
          <a:custGeom xmlns:a="http://schemas.openxmlformats.org/drawingml/2006/main">
            <a:pathLst>
              <a:path w="9525" h="200025">
                <a:moveTo>
                  <a:pt x="4763" y="0"/>
                </a:moveTo>
                <a:lnTo>
                  <a:pt x="4763" y="200025"/>
                </a:lnTo>
              </a:path>
            </a:pathLst>
          </a:custGeom>
          <a:noFill xmlns:a="http://schemas.openxmlformats.org/drawingml/2006/main"/>
          <a:ln xmlns:a="http://schemas.openxmlformats.org/drawingml/2006/main" w="17145">
            <a:solidFill>
              <a:srgbClr val="246AB8"/>
            </a:solidFill>
            <a:prstDash val="solid"/>
          </a:ln>
        </p:spPr>
      </p:sp>
      <p:sp>
        <p:nvSpPr>
          <p:cNvPr id="26" name="legacy-edge-EK-head">
            <a:extLst xmlns:a="http://schemas.openxmlformats.org/drawingml/2006/main">
              <a:ext uri="{FF2B5EF4-FFF2-40B4-BE49-F238E27FC236}">
                <a16:creationId xmlns:a16="http://schemas.microsoft.com/office/drawing/2014/main" id="{8F413970-5802-4BCE-A008-6D42FBFC4936}"/>
              </a:ext>
            </a:extLst>
          </p:cNvPr>
          <p:cNvSpPr>
            <a:spLocks xmlns:a="http://schemas.openxmlformats.org/drawingml/2006/main" noGrp="1"/>
          </p:cNvSpPr>
          <p:nvPr/>
        </p:nvSpPr>
        <p:spPr>
          <a:xfrm xmlns:a="http://schemas.openxmlformats.org/drawingml/2006/main">
            <a:off x="1724025" y="33337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EK">
            <a:extLst xmlns:a="http://schemas.openxmlformats.org/drawingml/2006/main">
              <a:ext uri="{FF2B5EF4-FFF2-40B4-BE49-F238E27FC236}">
                <a16:creationId xmlns:a16="http://schemas.microsoft.com/office/drawing/2014/main" id="{DCEA6865-0505-42F3-9EC7-ED8A532CBC76}"/>
              </a:ext>
            </a:extLst>
          </p:cNvPr>
          <p:cNvSpPr>
            <a:spLocks xmlns:a="http://schemas.openxmlformats.org/drawingml/2006/main" noGrp="1"/>
          </p:cNvSpPr>
          <p:nvPr/>
        </p:nvSpPr>
        <p:spPr>
          <a:xfrm xmlns:a="http://schemas.openxmlformats.org/drawingml/2006/main">
            <a:off x="1838325" y="3190875"/>
            <a:ext cx="4572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①②</a:t>
            </a:r>
          </a:p>
        </p:txBody>
      </p:sp>
      <p:sp>
        <p:nvSpPr>
          <p:cNvPr id="28" name="legacy-node-E">
            <a:extLst xmlns:a="http://schemas.openxmlformats.org/drawingml/2006/main">
              <a:ext uri="{FF2B5EF4-FFF2-40B4-BE49-F238E27FC236}">
                <a16:creationId xmlns:a16="http://schemas.microsoft.com/office/drawing/2014/main" id="{5B9A9BDC-EE01-425E-B91B-DCB75CF5A8D8}"/>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EAF1FB"/>
          </a:solidFill>
          <a:ln xmlns:a="http://schemas.openxmlformats.org/drawingml/2006/main" w="14288">
            <a:solidFill>
              <a:srgbClr val="246AB8"/>
            </a:solidFill>
            <a:prstDash val="solid"/>
          </a:ln>
        </p:spPr>
      </p:sp>
      <p:sp>
        <p:nvSpPr>
          <p:cNvPr id="29" name="legacy-title-E">
            <a:extLst xmlns:a="http://schemas.openxmlformats.org/drawingml/2006/main">
              <a:ext uri="{FF2B5EF4-FFF2-40B4-BE49-F238E27FC236}">
                <a16:creationId xmlns:a16="http://schemas.microsoft.com/office/drawing/2014/main" id="{4AAADE70-E26D-42D3-B4C5-920EFA4005FD}"/>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7263A"/>
                </a:solidFill>
                <a:latin typeface="Microsoft YaHei"/>
                <a:ea typeface="Microsoft YaHei"/>
                <a:cs typeface="Microsoft YaHei"/>
              </a:defRPr>
            </a:defPPr>
            <a:lvl1pPr algn="l">
              <a:defRPr sz="1650" b="1">
                <a:solidFill>
                  <a:srgbClr val="17263A"/>
                </a:solidFill>
                <a:latin typeface="Microsoft YaHei"/>
                <a:ea typeface="Microsoft YaHei"/>
                <a:cs typeface="Microsoft YaHei"/>
              </a:defRPr>
            </a:lvl1pPr>
            <a:lvl2pPr algn="l">
              <a:defRPr sz="1650" b="1">
                <a:solidFill>
                  <a:srgbClr val="17263A"/>
                </a:solidFill>
                <a:latin typeface="Microsoft YaHei"/>
                <a:ea typeface="Microsoft YaHei"/>
                <a:cs typeface="Microsoft YaHei"/>
              </a:defRPr>
            </a:lvl2pPr>
            <a:lvl3pPr algn="l">
              <a:defRPr sz="1650" b="1">
                <a:solidFill>
                  <a:srgbClr val="17263A"/>
                </a:solidFill>
                <a:latin typeface="Microsoft YaHei"/>
                <a:ea typeface="Microsoft YaHei"/>
                <a:cs typeface="Microsoft YaHei"/>
              </a:defRPr>
            </a:lvl3pPr>
            <a:lvl4pPr algn="l">
              <a:defRPr sz="1650" b="1">
                <a:solidFill>
                  <a:srgbClr val="17263A"/>
                </a:solidFill>
                <a:latin typeface="Microsoft YaHei"/>
                <a:ea typeface="Microsoft YaHei"/>
                <a:cs typeface="Microsoft YaHei"/>
              </a:defRPr>
            </a:lvl4pPr>
            <a:lvl5pPr algn="l">
              <a:defRPr sz="1650" b="1">
                <a:solidFill>
                  <a:srgbClr val="17263A"/>
                </a:solidFill>
                <a:latin typeface="Microsoft YaHei"/>
                <a:ea typeface="Microsoft YaHei"/>
                <a:cs typeface="Microsoft YaHei"/>
              </a:defRPr>
            </a:lvl5pPr>
            <a:lvl6pPr algn="l">
              <a:defRPr sz="1650" b="1">
                <a:solidFill>
                  <a:srgbClr val="17263A"/>
                </a:solidFill>
                <a:latin typeface="Microsoft YaHei"/>
                <a:ea typeface="Microsoft YaHei"/>
                <a:cs typeface="Microsoft YaHei"/>
              </a:defRPr>
            </a:lvl6pPr>
            <a:lvl7pPr algn="l">
              <a:defRPr sz="1650" b="1">
                <a:solidFill>
                  <a:srgbClr val="17263A"/>
                </a:solidFill>
                <a:latin typeface="Microsoft YaHei"/>
                <a:ea typeface="Microsoft YaHei"/>
                <a:cs typeface="Microsoft YaHei"/>
              </a:defRPr>
            </a:lvl7pPr>
            <a:lvl8pPr algn="l">
              <a:defRPr sz="1650" b="1">
                <a:solidFill>
                  <a:srgbClr val="17263A"/>
                </a:solidFill>
                <a:latin typeface="Microsoft YaHei"/>
                <a:ea typeface="Microsoft YaHei"/>
                <a:cs typeface="Microsoft YaHei"/>
              </a:defRPr>
            </a:lvl8pPr>
            <a:lvl9pPr algn="l">
              <a:defRPr sz="1650" b="1">
                <a:solidFill>
                  <a:srgbClr val="17263A"/>
                </a:solidFill>
                <a:latin typeface="Microsoft YaHei"/>
                <a:ea typeface="Microsoft YaHei"/>
                <a:cs typeface="Microsoft YaHei"/>
              </a:defRPr>
            </a:lvl9pPr>
          </a:lstStyle>
          <a:p xmlns:a="http://schemas.openxmlformats.org/drawingml/2006/main">
            <a:pPr algn="l">
              <a:lnSpc>
                <a:spcPct val="102000"/>
              </a:lnSpc>
              <a:buNone/>
              <a:defRPr sz="1650" b="1">
                <a:solidFill>
                  <a:srgbClr val="17263A"/>
                </a:solidFill>
                <a:latin typeface="Microsoft YaHei"/>
                <a:ea typeface="Microsoft YaHei"/>
                <a:cs typeface="Microsoft YaHei"/>
              </a:defRPr>
            </a:pPr>
            <a:r>
              <a:rPr sz="1650" b="1">
                <a:solidFill>
                  <a:srgbClr val="17263A"/>
                </a:solidFill>
                <a:latin typeface="Microsoft YaHei"/>
                <a:ea typeface="Microsoft YaHei"/>
                <a:cs typeface="Microsoft YaHei"/>
              </a:rPr>
              <a:t>CoreServiceSim → SimManager</a:t>
            </a:r>
          </a:p>
        </p:txBody>
      </p:sp>
      <p:sp>
        <p:nvSpPr>
          <p:cNvPr id="30" name="legacy-line-bg-E-0">
            <a:extLst xmlns:a="http://schemas.openxmlformats.org/drawingml/2006/main">
              <a:ext uri="{FF2B5EF4-FFF2-40B4-BE49-F238E27FC236}">
                <a16:creationId xmlns:a16="http://schemas.microsoft.com/office/drawing/2014/main" id="{025CCEAB-1666-4667-A347-0E962F6B75D7}"/>
              </a:ext>
            </a:extLst>
          </p:cNvPr>
          <p:cNvSpPr>
            <a:spLocks xmlns:a="http://schemas.openxmlformats.org/drawingml/2006/main" noGrp="1"/>
          </p:cNvSpPr>
          <p:nvPr/>
        </p:nvSpPr>
        <p:spPr>
          <a:xfrm xmlns:a="http://schemas.openxmlformats.org/drawingml/2006/main">
            <a:off x="561975" y="2952750"/>
            <a:ext cx="51244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31" name="legacy-line-E-0">
            <a:extLst xmlns:a="http://schemas.openxmlformats.org/drawingml/2006/main">
              <a:ext uri="{FF2B5EF4-FFF2-40B4-BE49-F238E27FC236}">
                <a16:creationId xmlns:a16="http://schemas.microsoft.com/office/drawing/2014/main" id="{F6AC897B-A48F-497A-9A23-0A4ED8FA3336}"/>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17263A"/>
                </a:solidFill>
                <a:latin typeface="Microsoft YaHei"/>
                <a:ea typeface="Microsoft YaHei"/>
                <a:cs typeface="Microsoft YaHei"/>
              </a:defRPr>
            </a:defPPr>
            <a:lvl1pPr algn="l">
              <a:defRPr sz="1275" b="1">
                <a:solidFill>
                  <a:srgbClr val="17263A"/>
                </a:solidFill>
                <a:latin typeface="Microsoft YaHei"/>
                <a:ea typeface="Microsoft YaHei"/>
                <a:cs typeface="Microsoft YaHei"/>
              </a:defRPr>
            </a:lvl1pPr>
            <a:lvl2pPr algn="l">
              <a:defRPr sz="1275" b="1">
                <a:solidFill>
                  <a:srgbClr val="17263A"/>
                </a:solidFill>
                <a:latin typeface="Microsoft YaHei"/>
                <a:ea typeface="Microsoft YaHei"/>
                <a:cs typeface="Microsoft YaHei"/>
              </a:defRPr>
            </a:lvl2pPr>
            <a:lvl3pPr algn="l">
              <a:defRPr sz="1275" b="1">
                <a:solidFill>
                  <a:srgbClr val="17263A"/>
                </a:solidFill>
                <a:latin typeface="Microsoft YaHei"/>
                <a:ea typeface="Microsoft YaHei"/>
                <a:cs typeface="Microsoft YaHei"/>
              </a:defRPr>
            </a:lvl3pPr>
            <a:lvl4pPr algn="l">
              <a:defRPr sz="1275" b="1">
                <a:solidFill>
                  <a:srgbClr val="17263A"/>
                </a:solidFill>
                <a:latin typeface="Microsoft YaHei"/>
                <a:ea typeface="Microsoft YaHei"/>
                <a:cs typeface="Microsoft YaHei"/>
              </a:defRPr>
            </a:lvl4pPr>
            <a:lvl5pPr algn="l">
              <a:defRPr sz="1275" b="1">
                <a:solidFill>
                  <a:srgbClr val="17263A"/>
                </a:solidFill>
                <a:latin typeface="Microsoft YaHei"/>
                <a:ea typeface="Microsoft YaHei"/>
                <a:cs typeface="Microsoft YaHei"/>
              </a:defRPr>
            </a:lvl5pPr>
            <a:lvl6pPr algn="l">
              <a:defRPr sz="1275" b="1">
                <a:solidFill>
                  <a:srgbClr val="17263A"/>
                </a:solidFill>
                <a:latin typeface="Microsoft YaHei"/>
                <a:ea typeface="Microsoft YaHei"/>
                <a:cs typeface="Microsoft YaHei"/>
              </a:defRPr>
            </a:lvl6pPr>
            <a:lvl7pPr algn="l">
              <a:defRPr sz="1275" b="1">
                <a:solidFill>
                  <a:srgbClr val="17263A"/>
                </a:solidFill>
                <a:latin typeface="Microsoft YaHei"/>
                <a:ea typeface="Microsoft YaHei"/>
                <a:cs typeface="Microsoft YaHei"/>
              </a:defRPr>
            </a:lvl7pPr>
            <a:lvl8pPr algn="l">
              <a:defRPr sz="1275" b="1">
                <a:solidFill>
                  <a:srgbClr val="17263A"/>
                </a:solidFill>
                <a:latin typeface="Microsoft YaHei"/>
                <a:ea typeface="Microsoft YaHei"/>
                <a:cs typeface="Microsoft YaHei"/>
              </a:defRPr>
            </a:lvl8pPr>
            <a:lvl9pPr algn="l">
              <a:defRPr sz="1275" b="1">
                <a:solidFill>
                  <a:srgbClr val="17263A"/>
                </a:solidFill>
                <a:latin typeface="Microsoft YaHei"/>
                <a:ea typeface="Microsoft YaHei"/>
                <a:cs typeface="Microsoft YaHei"/>
              </a:defRPr>
            </a:lvl9pPr>
          </a:lstStyle>
          <a:p xmlns:a="http://schemas.openxmlformats.org/drawingml/2006/main">
            <a:pPr algn="l">
              <a:lnSpc>
                <a:spcPct val="102000"/>
              </a:lnSpc>
              <a:buNone/>
              <a:defRPr sz="1275" b="1">
                <a:solidFill>
                  <a:srgbClr val="17263A"/>
                </a:solidFill>
                <a:latin typeface="Microsoft YaHei"/>
                <a:ea typeface="Microsoft YaHei"/>
                <a:cs typeface="Microsoft YaHei"/>
              </a:defRPr>
            </a:pPr>
            <a:r>
              <a:rPr sz="1275" b="1">
                <a:solidFill>
                  <a:srgbClr val="17263A"/>
                </a:solidFill>
                <a:latin typeface="Microsoft YaHei"/>
                <a:ea typeface="Microsoft YaHei"/>
                <a:cs typeface="Microsoft YaHei"/>
              </a:rPr>
              <a:t>slotId / enable；沿用旧检查与返回</a:t>
            </a:r>
          </a:p>
        </p:txBody>
      </p:sp>
      <p:sp>
        <p:nvSpPr>
          <p:cNvPr id="32" name="legacy-node-K">
            <a:extLst xmlns:a="http://schemas.openxmlformats.org/drawingml/2006/main">
              <a:ext uri="{FF2B5EF4-FFF2-40B4-BE49-F238E27FC236}">
                <a16:creationId xmlns:a16="http://schemas.microsoft.com/office/drawing/2014/main" id="{F2B0D031-1BC1-4566-9558-84C830A19849}"/>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3" name="legacy-title-K">
            <a:extLst xmlns:a="http://schemas.openxmlformats.org/drawingml/2006/main">
              <a:ext uri="{FF2B5EF4-FFF2-40B4-BE49-F238E27FC236}">
                <a16:creationId xmlns:a16="http://schemas.microsoft.com/office/drawing/2014/main" id="{F3235800-8249-492F-931E-9CF39A58F3B9}"/>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4" name="legacy-alias-K">
            <a:extLst xmlns:a="http://schemas.openxmlformats.org/drawingml/2006/main">
              <a:ext uri="{FF2B5EF4-FFF2-40B4-BE49-F238E27FC236}">
                <a16:creationId xmlns:a16="http://schemas.microsoft.com/office/drawing/2014/main" id="{D4AF034C-C018-42CC-9E82-C27E4261BEA3}"/>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SetActiveCommonSim（普通路径）</a:t>
            </a:r>
          </a:p>
        </p:txBody>
      </p:sp>
      <p:sp>
        <p:nvSpPr>
          <p:cNvPr id="35" name="legacy-line-K-0">
            <a:extLst xmlns:a="http://schemas.openxmlformats.org/drawingml/2006/main">
              <a:ext uri="{FF2B5EF4-FFF2-40B4-BE49-F238E27FC236}">
                <a16:creationId xmlns:a16="http://schemas.microsoft.com/office/drawing/2014/main" id="{B278FCDE-A598-4AAE-B712-E679F0FC4997}"/>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等待主卡切换 / 目标检查</a:t>
            </a:r>
          </a:p>
        </p:txBody>
      </p:sp>
      <p:sp>
        <p:nvSpPr>
          <p:cNvPr id="36" name="legacy-line-K-1">
            <a:extLst xmlns:a="http://schemas.openxmlformats.org/drawingml/2006/main">
              <a:ext uri="{FF2B5EF4-FFF2-40B4-BE49-F238E27FC236}">
                <a16:creationId xmlns:a16="http://schemas.microsoft.com/office/drawing/2014/main" id="{0AD2032A-A36A-450A-A2CB-79D74D3822F1}"/>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active 缓存 / Hook</a:t>
            </a:r>
          </a:p>
        </p:txBody>
      </p:sp>
      <p:sp>
        <p:nvSpPr>
          <p:cNvPr id="37" name="legacy-line-K-2">
            <a:extLst xmlns:a="http://schemas.openxmlformats.org/drawingml/2006/main">
              <a:ext uri="{FF2B5EF4-FFF2-40B4-BE49-F238E27FC236}">
                <a16:creationId xmlns:a16="http://schemas.microsoft.com/office/drawing/2014/main" id="{DB529F3D-9A83-496C-B04F-5A4AA7894567}"/>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UpdateDBSetActiveResult</a:t>
            </a:r>
          </a:p>
        </p:txBody>
      </p:sp>
      <p:sp>
        <p:nvSpPr>
          <p:cNvPr id="38" name="legacy-node-R">
            <a:extLst xmlns:a="http://schemas.openxmlformats.org/drawingml/2006/main">
              <a:ext uri="{FF2B5EF4-FFF2-40B4-BE49-F238E27FC236}">
                <a16:creationId xmlns:a16="http://schemas.microsoft.com/office/drawing/2014/main" id="{A4A5B0DA-ECB8-4C94-BD18-F16D5955EFAA}"/>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9525">
            <a:solidFill>
              <a:srgbClr val="CDD8E6"/>
            </a:solidFill>
            <a:prstDash val="solid"/>
          </a:ln>
        </p:spPr>
      </p:sp>
      <p:sp>
        <p:nvSpPr>
          <p:cNvPr id="39" name="legacy-title-R">
            <a:extLst xmlns:a="http://schemas.openxmlformats.org/drawingml/2006/main">
              <a:ext uri="{FF2B5EF4-FFF2-40B4-BE49-F238E27FC236}">
                <a16:creationId xmlns:a16="http://schemas.microsoft.com/office/drawing/2014/main" id="{20D1E1CC-8CB6-453C-96FE-207BA98521A6}"/>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778599"/>
                </a:solidFill>
                <a:latin typeface="Microsoft YaHei"/>
                <a:ea typeface="Microsoft YaHei"/>
                <a:cs typeface="Microsoft YaHei"/>
              </a:defRPr>
            </a:defPPr>
            <a:lvl1pPr algn="l">
              <a:defRPr sz="1380" b="1">
                <a:solidFill>
                  <a:srgbClr val="778599"/>
                </a:solidFill>
                <a:latin typeface="Microsoft YaHei"/>
                <a:ea typeface="Microsoft YaHei"/>
                <a:cs typeface="Microsoft YaHei"/>
              </a:defRPr>
            </a:lvl1pPr>
            <a:lvl2pPr algn="l">
              <a:defRPr sz="1380" b="1">
                <a:solidFill>
                  <a:srgbClr val="778599"/>
                </a:solidFill>
                <a:latin typeface="Microsoft YaHei"/>
                <a:ea typeface="Microsoft YaHei"/>
                <a:cs typeface="Microsoft YaHei"/>
              </a:defRPr>
            </a:lvl2pPr>
            <a:lvl3pPr algn="l">
              <a:defRPr sz="1380" b="1">
                <a:solidFill>
                  <a:srgbClr val="778599"/>
                </a:solidFill>
                <a:latin typeface="Microsoft YaHei"/>
                <a:ea typeface="Microsoft YaHei"/>
                <a:cs typeface="Microsoft YaHei"/>
              </a:defRPr>
            </a:lvl3pPr>
            <a:lvl4pPr algn="l">
              <a:defRPr sz="1380" b="1">
                <a:solidFill>
                  <a:srgbClr val="778599"/>
                </a:solidFill>
                <a:latin typeface="Microsoft YaHei"/>
                <a:ea typeface="Microsoft YaHei"/>
                <a:cs typeface="Microsoft YaHei"/>
              </a:defRPr>
            </a:lvl4pPr>
            <a:lvl5pPr algn="l">
              <a:defRPr sz="1380" b="1">
                <a:solidFill>
                  <a:srgbClr val="778599"/>
                </a:solidFill>
                <a:latin typeface="Microsoft YaHei"/>
                <a:ea typeface="Microsoft YaHei"/>
                <a:cs typeface="Microsoft YaHei"/>
              </a:defRPr>
            </a:lvl5pPr>
            <a:lvl6pPr algn="l">
              <a:defRPr sz="1380" b="1">
                <a:solidFill>
                  <a:srgbClr val="778599"/>
                </a:solidFill>
                <a:latin typeface="Microsoft YaHei"/>
                <a:ea typeface="Microsoft YaHei"/>
                <a:cs typeface="Microsoft YaHei"/>
              </a:defRPr>
            </a:lvl6pPr>
            <a:lvl7pPr algn="l">
              <a:defRPr sz="1380" b="1">
                <a:solidFill>
                  <a:srgbClr val="778599"/>
                </a:solidFill>
                <a:latin typeface="Microsoft YaHei"/>
                <a:ea typeface="Microsoft YaHei"/>
                <a:cs typeface="Microsoft YaHei"/>
              </a:defRPr>
            </a:lvl7pPr>
            <a:lvl8pPr algn="l">
              <a:defRPr sz="1380" b="1">
                <a:solidFill>
                  <a:srgbClr val="778599"/>
                </a:solidFill>
                <a:latin typeface="Microsoft YaHei"/>
                <a:ea typeface="Microsoft YaHei"/>
                <a:cs typeface="Microsoft YaHei"/>
              </a:defRPr>
            </a:lvl8pPr>
            <a:lvl9pPr algn="l">
              <a:defRPr sz="1380" b="1">
                <a:solidFill>
                  <a:srgbClr val="778599"/>
                </a:solidFill>
                <a:latin typeface="Microsoft YaHei"/>
                <a:ea typeface="Microsoft YaHei"/>
                <a:cs typeface="Microsoft YaHei"/>
              </a:defRPr>
            </a:lvl9pPr>
          </a:lstStyle>
          <a:p xmlns:a="http://schemas.openxmlformats.org/drawingml/2006/main">
            <a:pPr algn="l">
              <a:lnSpc>
                <a:spcPct val="102000"/>
              </a:lnSpc>
              <a:buNone/>
              <a:defRPr sz="1380" b="1">
                <a:solidFill>
                  <a:srgbClr val="778599"/>
                </a:solidFill>
                <a:latin typeface="Microsoft YaHei"/>
                <a:ea typeface="Microsoft YaHei"/>
                <a:cs typeface="Microsoft YaHei"/>
              </a:defRPr>
            </a:pPr>
            <a:r>
              <a:rPr sz="1380" b="1">
                <a:solidFill>
                  <a:srgbClr val="778599"/>
                </a:solidFill>
                <a:latin typeface="Microsoft YaHei"/>
                <a:ea typeface="Microsoft YaHei"/>
                <a:cs typeface="Microsoft YaHei"/>
              </a:rPr>
              <a:t>RadioProtocolController</a:t>
            </a:r>
          </a:p>
        </p:txBody>
      </p:sp>
      <p:sp>
        <p:nvSpPr>
          <p:cNvPr id="40" name="legacy-alias-R">
            <a:extLst xmlns:a="http://schemas.openxmlformats.org/drawingml/2006/main">
              <a:ext uri="{FF2B5EF4-FFF2-40B4-BE49-F238E27FC236}">
                <a16:creationId xmlns:a16="http://schemas.microsoft.com/office/drawing/2014/main" id="{35AFDA00-4173-494B-AB0A-7C43510463A2}"/>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778599"/>
                </a:solidFill>
                <a:latin typeface="Microsoft YaHei"/>
                <a:ea typeface="Microsoft YaHei"/>
                <a:cs typeface="Microsoft YaHei"/>
              </a:defRPr>
            </a:defPPr>
            <a:lvl1pPr algn="l">
              <a:defRPr sz="1088" b="0">
                <a:solidFill>
                  <a:srgbClr val="778599"/>
                </a:solidFill>
                <a:latin typeface="Microsoft YaHei"/>
                <a:ea typeface="Microsoft YaHei"/>
                <a:cs typeface="Microsoft YaHei"/>
              </a:defRPr>
            </a:lvl1pPr>
            <a:lvl2pPr algn="l">
              <a:defRPr sz="1088" b="0">
                <a:solidFill>
                  <a:srgbClr val="778599"/>
                </a:solidFill>
                <a:latin typeface="Microsoft YaHei"/>
                <a:ea typeface="Microsoft YaHei"/>
                <a:cs typeface="Microsoft YaHei"/>
              </a:defRPr>
            </a:lvl2pPr>
            <a:lvl3pPr algn="l">
              <a:defRPr sz="1088" b="0">
                <a:solidFill>
                  <a:srgbClr val="778599"/>
                </a:solidFill>
                <a:latin typeface="Microsoft YaHei"/>
                <a:ea typeface="Microsoft YaHei"/>
                <a:cs typeface="Microsoft YaHei"/>
              </a:defRPr>
            </a:lvl3pPr>
            <a:lvl4pPr algn="l">
              <a:defRPr sz="1088" b="0">
                <a:solidFill>
                  <a:srgbClr val="778599"/>
                </a:solidFill>
                <a:latin typeface="Microsoft YaHei"/>
                <a:ea typeface="Microsoft YaHei"/>
                <a:cs typeface="Microsoft YaHei"/>
              </a:defRPr>
            </a:lvl4pPr>
            <a:lvl5pPr algn="l">
              <a:defRPr sz="1088" b="0">
                <a:solidFill>
                  <a:srgbClr val="778599"/>
                </a:solidFill>
                <a:latin typeface="Microsoft YaHei"/>
                <a:ea typeface="Microsoft YaHei"/>
                <a:cs typeface="Microsoft YaHei"/>
              </a:defRPr>
            </a:lvl5pPr>
            <a:lvl6pPr algn="l">
              <a:defRPr sz="1088" b="0">
                <a:solidFill>
                  <a:srgbClr val="778599"/>
                </a:solidFill>
                <a:latin typeface="Microsoft YaHei"/>
                <a:ea typeface="Microsoft YaHei"/>
                <a:cs typeface="Microsoft YaHei"/>
              </a:defRPr>
            </a:lvl6pPr>
            <a:lvl7pPr algn="l">
              <a:defRPr sz="1088" b="0">
                <a:solidFill>
                  <a:srgbClr val="778599"/>
                </a:solidFill>
                <a:latin typeface="Microsoft YaHei"/>
                <a:ea typeface="Microsoft YaHei"/>
                <a:cs typeface="Microsoft YaHei"/>
              </a:defRPr>
            </a:lvl7pPr>
            <a:lvl8pPr algn="l">
              <a:defRPr sz="1088" b="0">
                <a:solidFill>
                  <a:srgbClr val="778599"/>
                </a:solidFill>
                <a:latin typeface="Microsoft YaHei"/>
                <a:ea typeface="Microsoft YaHei"/>
                <a:cs typeface="Microsoft YaHei"/>
              </a:defRPr>
            </a:lvl8pPr>
            <a:lvl9pPr algn="l">
              <a:defRPr sz="1088" b="0">
                <a:solidFill>
                  <a:srgbClr val="778599"/>
                </a:solidFill>
                <a:latin typeface="Microsoft YaHei"/>
                <a:ea typeface="Microsoft YaHei"/>
                <a:cs typeface="Microsoft YaHei"/>
              </a:defRPr>
            </a:lvl9pPr>
          </a:lstStyle>
          <a:p xmlns:a="http://schemas.openxmlformats.org/drawingml/2006/main">
            <a:pPr algn="l">
              <a:lnSpc>
                <a:spcPct val="102000"/>
              </a:lnSpc>
              <a:buNone/>
              <a:defRPr sz="1088" b="0">
                <a:solidFill>
                  <a:srgbClr val="778599"/>
                </a:solidFill>
                <a:latin typeface="Microsoft YaHei"/>
                <a:ea typeface="Microsoft YaHei"/>
                <a:cs typeface="Microsoft YaHei"/>
              </a:defRPr>
            </a:pPr>
            <a:r>
              <a:rPr sz="1088" b="0">
                <a:solidFill>
                  <a:srgbClr val="778599"/>
                </a:solidFill>
                <a:latin typeface="Microsoft YaHei"/>
                <a:ea typeface="Microsoft YaHei"/>
                <a:cs typeface="Microsoft YaHei"/>
              </a:rPr>
              <a:t>TelRilManager / 原设备等待</a:t>
            </a:r>
          </a:p>
        </p:txBody>
      </p:sp>
      <p:sp>
        <p:nvSpPr>
          <p:cNvPr id="41" name="legacy-line-R-0">
            <a:extLst xmlns:a="http://schemas.openxmlformats.org/drawingml/2006/main">
              <a:ext uri="{FF2B5EF4-FFF2-40B4-BE49-F238E27FC236}">
                <a16:creationId xmlns:a16="http://schemas.microsoft.com/office/drawing/2014/main" id="{E39403B1-2D1D-48EC-8630-0BC9E58A1D1B}"/>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SetActiveSimToRil</a:t>
            </a:r>
          </a:p>
        </p:txBody>
      </p:sp>
      <p:sp>
        <p:nvSpPr>
          <p:cNvPr id="42" name="legacy-line-R-1">
            <a:extLst xmlns:a="http://schemas.openxmlformats.org/drawingml/2006/main">
              <a:ext uri="{FF2B5EF4-FFF2-40B4-BE49-F238E27FC236}">
                <a16:creationId xmlns:a16="http://schemas.microsoft.com/office/drawing/2014/main" id="{C800AAEE-9E2B-46E8-AC66-B18796AD6140}"/>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接收设备结果、唤醒等待</a:t>
            </a:r>
          </a:p>
        </p:txBody>
      </p:sp>
      <p:sp>
        <p:nvSpPr>
          <p:cNvPr id="43" name="legacy-line-R-2">
            <a:extLst xmlns:a="http://schemas.openxmlformats.org/drawingml/2006/main">
              <a:ext uri="{FF2B5EF4-FFF2-40B4-BE49-F238E27FC236}">
                <a16:creationId xmlns:a16="http://schemas.microsoft.com/office/drawing/2014/main" id="{E8FCD167-D58F-4DBB-B40F-4E51EE754039}"/>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已有请求关联继续复用</a:t>
            </a:r>
          </a:p>
        </p:txBody>
      </p:sp>
      <p:sp>
        <p:nvSpPr>
          <p:cNvPr id="44" name="legacy-node-D">
            <a:extLst xmlns:a="http://schemas.openxmlformats.org/drawingml/2006/main">
              <a:ext uri="{FF2B5EF4-FFF2-40B4-BE49-F238E27FC236}">
                <a16:creationId xmlns:a16="http://schemas.microsoft.com/office/drawing/2014/main" id="{E05ADB01-F687-4AB8-9947-66CE2E3A97D2}"/>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5" name="legacy-title-D">
            <a:extLst xmlns:a="http://schemas.openxmlformats.org/drawingml/2006/main">
              <a:ext uri="{FF2B5EF4-FFF2-40B4-BE49-F238E27FC236}">
                <a16:creationId xmlns:a16="http://schemas.microsoft.com/office/drawing/2014/main" id="{D203B667-08A2-4702-9049-9C52E281AE69}"/>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SimRdbHelper</a:t>
            </a:r>
          </a:p>
        </p:txBody>
      </p:sp>
      <p:sp>
        <p:nvSpPr>
          <p:cNvPr id="46" name="legacy-line-D-0">
            <a:extLst xmlns:a="http://schemas.openxmlformats.org/drawingml/2006/main">
              <a:ext uri="{FF2B5EF4-FFF2-40B4-BE49-F238E27FC236}">
                <a16:creationId xmlns:a16="http://schemas.microsoft.com/office/drawing/2014/main" id="{2E2A5AC5-A65A-44AC-B808-8583D9DB09E5}"/>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⑤ DataShare：IS_ACTIVE</a:t>
            </a:r>
          </a:p>
        </p:txBody>
      </p:sp>
      <p:sp>
        <p:nvSpPr>
          <p:cNvPr id="47" name="legacy-node-N">
            <a:extLst xmlns:a="http://schemas.openxmlformats.org/drawingml/2006/main">
              <a:ext uri="{FF2B5EF4-FFF2-40B4-BE49-F238E27FC236}">
                <a16:creationId xmlns:a16="http://schemas.microsoft.com/office/drawing/2014/main" id="{B8F7CD54-7426-471C-979E-F538F5698AF0}"/>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8" name="legacy-title-N">
            <a:extLst xmlns:a="http://schemas.openxmlformats.org/drawingml/2006/main">
              <a:ext uri="{FF2B5EF4-FFF2-40B4-BE49-F238E27FC236}">
                <a16:creationId xmlns:a16="http://schemas.microsoft.com/office/drawing/2014/main" id="{5E9B98C7-931E-4EBB-A1C4-76FFC7F9B83C}"/>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原 Hook 与完成出口</a:t>
            </a:r>
          </a:p>
        </p:txBody>
      </p:sp>
      <p:sp>
        <p:nvSpPr>
          <p:cNvPr id="49" name="legacy-line-N-0">
            <a:extLst xmlns:a="http://schemas.openxmlformats.org/drawingml/2006/main">
              <a:ext uri="{FF2B5EF4-FFF2-40B4-BE49-F238E27FC236}">
                <a16:creationId xmlns:a16="http://schemas.microsoft.com/office/drawing/2014/main" id="{AED7CFC7-867F-4B29-838E-1C14EFB65B9C}"/>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 ⑤ UpdateSubState</a:t>
            </a:r>
          </a:p>
        </p:txBody>
      </p:sp>
      <p:sp>
        <p:nvSpPr>
          <p:cNvPr id="50" name="legacy-line-N-1">
            <a:extLst xmlns:a="http://schemas.openxmlformats.org/drawingml/2006/main">
              <a:ext uri="{FF2B5EF4-FFF2-40B4-BE49-F238E27FC236}">
                <a16:creationId xmlns:a16="http://schemas.microsoft.com/office/drawing/2014/main" id="{BA4F92E7-7E7C-41C9-8E01-5CD8F3965E11}"/>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成功后检查是否切主卡</a:t>
            </a:r>
          </a:p>
        </p:txBody>
      </p:sp>
      <p:sp>
        <p:nvSpPr>
          <p:cNvPr id="51" name="legacy-flow-note">
            <a:extLst xmlns:a="http://schemas.openxmlformats.org/drawingml/2006/main">
              <a:ext uri="{FF2B5EF4-FFF2-40B4-BE49-F238E27FC236}">
                <a16:creationId xmlns:a16="http://schemas.microsoft.com/office/drawing/2014/main" id="{D21E3BF1-C9DF-4A29-AB27-3BEAAE2B8632}"/>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SetActiveCommonSim · non-force；省略透传函数及中间调用栈</a:t>
            </a:r>
          </a:p>
        </p:txBody>
      </p:sp>
      <p:sp>
        <p:nvSpPr>
          <p:cNvPr id="52" name="application-label">
            <a:extLst xmlns:a="http://schemas.openxmlformats.org/drawingml/2006/main">
              <a:ext uri="{FF2B5EF4-FFF2-40B4-BE49-F238E27FC236}">
                <a16:creationId xmlns:a16="http://schemas.microsoft.com/office/drawing/2014/main" id="{3CC88EB1-5124-4B05-8E3E-BB8C785E68BD}"/>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3" name="domain-label">
            <a:extLst xmlns:a="http://schemas.openxmlformats.org/drawingml/2006/main">
              <a:ext uri="{FF2B5EF4-FFF2-40B4-BE49-F238E27FC236}">
                <a16:creationId xmlns:a16="http://schemas.microsoft.com/office/drawing/2014/main" id="{94779E13-2E65-44C3-93A1-3FE00EB62DB1}"/>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4" name="target-edge-CO">
            <a:extLst xmlns:a="http://schemas.openxmlformats.org/drawingml/2006/main">
              <a:ext uri="{FF2B5EF4-FFF2-40B4-BE49-F238E27FC236}">
                <a16:creationId xmlns:a16="http://schemas.microsoft.com/office/drawing/2014/main" id="{CB4DD26C-1069-4E9E-8B7C-DB96EAE0CD55}"/>
              </a:ext>
            </a:extLst>
          </p:cNvPr>
          <p:cNvSpPr>
            <a:spLocks xmlns:a="http://schemas.openxmlformats.org/drawingml/2006/main" noGrp="1"/>
          </p:cNvSpPr>
          <p:nvPr/>
        </p:nvSpPr>
        <p:spPr>
          <a:xfrm xmlns:a="http://schemas.openxmlformats.org/drawingml/2006/main">
            <a:off x="7853363" y="314325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55" name="target-edge-CO-head">
            <a:extLst xmlns:a="http://schemas.openxmlformats.org/drawingml/2006/main">
              <a:ext uri="{FF2B5EF4-FFF2-40B4-BE49-F238E27FC236}">
                <a16:creationId xmlns:a16="http://schemas.microsoft.com/office/drawing/2014/main" id="{AACD0D24-016A-48FA-B113-5BD4A1A6EC24}"/>
              </a:ext>
            </a:extLst>
          </p:cNvPr>
          <p:cNvSpPr>
            <a:spLocks xmlns:a="http://schemas.openxmlformats.org/drawingml/2006/main" noGrp="1"/>
          </p:cNvSpPr>
          <p:nvPr/>
        </p:nvSpPr>
        <p:spPr>
          <a:xfrm xmlns:a="http://schemas.openxmlformats.org/drawingml/2006/main">
            <a:off x="7829550" y="33147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56" name="target-edge-label-CO">
            <a:extLst xmlns:a="http://schemas.openxmlformats.org/drawingml/2006/main">
              <a:ext uri="{FF2B5EF4-FFF2-40B4-BE49-F238E27FC236}">
                <a16:creationId xmlns:a16="http://schemas.microsoft.com/office/drawing/2014/main" id="{F96A541F-4DBF-41BE-B339-C64591B377AE}"/>
              </a:ext>
            </a:extLst>
          </p:cNvPr>
          <p:cNvSpPr>
            <a:spLocks xmlns:a="http://schemas.openxmlformats.org/drawingml/2006/main" noGrp="1"/>
          </p:cNvSpPr>
          <p:nvPr/>
        </p:nvSpPr>
        <p:spPr>
          <a:xfrm xmlns:a="http://schemas.openxmlformats.org/drawingml/2006/main">
            <a:off x="7658100" y="3152775"/>
            <a:ext cx="1905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①</a:t>
            </a:r>
          </a:p>
        </p:txBody>
      </p:sp>
      <p:sp>
        <p:nvSpPr>
          <p:cNvPr id="57" name="target-node-C">
            <a:extLst xmlns:a="http://schemas.openxmlformats.org/drawingml/2006/main">
              <a:ext uri="{FF2B5EF4-FFF2-40B4-BE49-F238E27FC236}">
                <a16:creationId xmlns:a16="http://schemas.microsoft.com/office/drawing/2014/main" id="{00688A4C-368C-4D41-9109-8B62D551779E}"/>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EAF1FB"/>
          </a:solidFill>
          <a:ln xmlns:a="http://schemas.openxmlformats.org/drawingml/2006/main" w="14288">
            <a:solidFill>
              <a:srgbClr val="246AB8"/>
            </a:solidFill>
            <a:prstDash val="solid"/>
          </a:ln>
        </p:spPr>
      </p:sp>
      <p:sp>
        <p:nvSpPr>
          <p:cNvPr id="58" name="target-title-C">
            <a:extLst xmlns:a="http://schemas.openxmlformats.org/drawingml/2006/main">
              <a:ext uri="{FF2B5EF4-FFF2-40B4-BE49-F238E27FC236}">
                <a16:creationId xmlns:a16="http://schemas.microsoft.com/office/drawing/2014/main" id="{6693AAB7-D41B-4A2E-9978-66D9B8C8A4F4}"/>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C 旧接口兼容</a:t>
            </a:r>
          </a:p>
        </p:txBody>
      </p:sp>
      <p:sp>
        <p:nvSpPr>
          <p:cNvPr id="59" name="target-alias-C">
            <a:extLst xmlns:a="http://schemas.openxmlformats.org/drawingml/2006/main">
              <a:ext uri="{FF2B5EF4-FFF2-40B4-BE49-F238E27FC236}">
                <a16:creationId xmlns:a16="http://schemas.microsoft.com/office/drawing/2014/main" id="{138FD219-A175-448F-A4FC-080E1280D44B}"/>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56657A"/>
                </a:solidFill>
                <a:latin typeface="Microsoft YaHei"/>
                <a:ea typeface="Microsoft YaHei"/>
                <a:cs typeface="Microsoft YaHei"/>
              </a:defRPr>
            </a:defPPr>
            <a:lvl1pPr algn="l">
              <a:defRPr sz="1238" b="0">
                <a:solidFill>
                  <a:srgbClr val="56657A"/>
                </a:solidFill>
                <a:latin typeface="Microsoft YaHei"/>
                <a:ea typeface="Microsoft YaHei"/>
                <a:cs typeface="Microsoft YaHei"/>
              </a:defRPr>
            </a:lvl1pPr>
            <a:lvl2pPr algn="l">
              <a:defRPr sz="1238" b="0">
                <a:solidFill>
                  <a:srgbClr val="56657A"/>
                </a:solidFill>
                <a:latin typeface="Microsoft YaHei"/>
                <a:ea typeface="Microsoft YaHei"/>
                <a:cs typeface="Microsoft YaHei"/>
              </a:defRPr>
            </a:lvl2pPr>
            <a:lvl3pPr algn="l">
              <a:defRPr sz="1238" b="0">
                <a:solidFill>
                  <a:srgbClr val="56657A"/>
                </a:solidFill>
                <a:latin typeface="Microsoft YaHei"/>
                <a:ea typeface="Microsoft YaHei"/>
                <a:cs typeface="Microsoft YaHei"/>
              </a:defRPr>
            </a:lvl3pPr>
            <a:lvl4pPr algn="l">
              <a:defRPr sz="1238" b="0">
                <a:solidFill>
                  <a:srgbClr val="56657A"/>
                </a:solidFill>
                <a:latin typeface="Microsoft YaHei"/>
                <a:ea typeface="Microsoft YaHei"/>
                <a:cs typeface="Microsoft YaHei"/>
              </a:defRPr>
            </a:lvl4pPr>
            <a:lvl5pPr algn="l">
              <a:defRPr sz="1238" b="0">
                <a:solidFill>
                  <a:srgbClr val="56657A"/>
                </a:solidFill>
                <a:latin typeface="Microsoft YaHei"/>
                <a:ea typeface="Microsoft YaHei"/>
                <a:cs typeface="Microsoft YaHei"/>
              </a:defRPr>
            </a:lvl5pPr>
            <a:lvl6pPr algn="l">
              <a:defRPr sz="1238" b="0">
                <a:solidFill>
                  <a:srgbClr val="56657A"/>
                </a:solidFill>
                <a:latin typeface="Microsoft YaHei"/>
                <a:ea typeface="Microsoft YaHei"/>
                <a:cs typeface="Microsoft YaHei"/>
              </a:defRPr>
            </a:lvl6pPr>
            <a:lvl7pPr algn="l">
              <a:defRPr sz="1238" b="0">
                <a:solidFill>
                  <a:srgbClr val="56657A"/>
                </a:solidFill>
                <a:latin typeface="Microsoft YaHei"/>
                <a:ea typeface="Microsoft YaHei"/>
                <a:cs typeface="Microsoft YaHei"/>
              </a:defRPr>
            </a:lvl7pPr>
            <a:lvl8pPr algn="l">
              <a:defRPr sz="1238" b="0">
                <a:solidFill>
                  <a:srgbClr val="56657A"/>
                </a:solidFill>
                <a:latin typeface="Microsoft YaHei"/>
                <a:ea typeface="Microsoft YaHei"/>
                <a:cs typeface="Microsoft YaHei"/>
              </a:defRPr>
            </a:lvl8pPr>
            <a:lvl9pPr algn="l">
              <a:defRPr sz="1238" b="0">
                <a:solidFill>
                  <a:srgbClr val="56657A"/>
                </a:solidFill>
                <a:latin typeface="Microsoft YaHei"/>
                <a:ea typeface="Microsoft YaHei"/>
                <a:cs typeface="Microsoft YaHei"/>
              </a:defRPr>
            </a:lvl9pPr>
          </a:lstStyle>
          <a:p xmlns:a="http://schemas.openxmlformats.org/drawingml/2006/main">
            <a:pPr algn="l">
              <a:lnSpc>
                <a:spcPct val="102000"/>
              </a:lnSpc>
              <a:buNone/>
              <a:defRPr sz="1238" b="0">
                <a:solidFill>
                  <a:srgbClr val="56657A"/>
                </a:solidFill>
                <a:latin typeface="Microsoft YaHei"/>
                <a:ea typeface="Microsoft YaHei"/>
                <a:cs typeface="Microsoft YaHei"/>
              </a:defRPr>
            </a:pPr>
            <a:r>
              <a:rPr sz="1238" b="0">
                <a:solidFill>
                  <a:srgbClr val="56657A"/>
                </a:solidFill>
                <a:latin typeface="Microsoft YaHei"/>
                <a:ea typeface="Microsoft YaHei"/>
                <a:cs typeface="Microsoft YaHei"/>
              </a:rPr>
              <a:t>旧签名 / 权限 / 错误 / 返回与回调</a:t>
            </a:r>
          </a:p>
        </p:txBody>
      </p:sp>
      <p:sp>
        <p:nvSpPr>
          <p:cNvPr id="60" name="target-func-C">
            <a:extLst xmlns:a="http://schemas.openxmlformats.org/drawingml/2006/main">
              <a:ext uri="{FF2B5EF4-FFF2-40B4-BE49-F238E27FC236}">
                <a16:creationId xmlns:a16="http://schemas.microsoft.com/office/drawing/2014/main" id="{2E539FB6-E9D4-45AC-BBBF-F6D42D94D976}"/>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原公开参数 / 检查顺序 / 返回保持</a:t>
            </a:r>
          </a:p>
        </p:txBody>
      </p:sp>
      <p:sp>
        <p:nvSpPr>
          <p:cNvPr id="61" name="target-node-O">
            <a:extLst xmlns:a="http://schemas.openxmlformats.org/drawingml/2006/main">
              <a:ext uri="{FF2B5EF4-FFF2-40B4-BE49-F238E27FC236}">
                <a16:creationId xmlns:a16="http://schemas.microsoft.com/office/drawing/2014/main" id="{D55FB1B5-14BE-4EE2-84E3-633853BD682D}"/>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62" name="target-title-O">
            <a:extLst xmlns:a="http://schemas.openxmlformats.org/drawingml/2006/main">
              <a:ext uri="{FF2B5EF4-FFF2-40B4-BE49-F238E27FC236}">
                <a16:creationId xmlns:a16="http://schemas.microsoft.com/office/drawing/2014/main" id="{90CBA29E-9E9E-42E1-9055-42D43C545DD3}"/>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63" name="target-alias-O">
            <a:extLst xmlns:a="http://schemas.openxmlformats.org/drawingml/2006/main">
              <a:ext uri="{FF2B5EF4-FFF2-40B4-BE49-F238E27FC236}">
                <a16:creationId xmlns:a16="http://schemas.microsoft.com/office/drawing/2014/main" id="{0E91913E-55CE-4800-BE40-C2A0CE79E5B7}"/>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64" name="target-func-O">
            <a:extLst xmlns:a="http://schemas.openxmlformats.org/drawingml/2006/main">
              <a:ext uri="{FF2B5EF4-FFF2-40B4-BE49-F238E27FC236}">
                <a16:creationId xmlns:a16="http://schemas.microsoft.com/office/drawing/2014/main" id="{0252F701-F42F-45CE-BEF1-15E8893CB0C8}"/>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普通 non-force 用例</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force / 卫星另验</a:t>
            </a:r>
          </a:p>
        </p:txBody>
      </p:sp>
      <p:sp>
        <p:nvSpPr>
          <p:cNvPr id="65" name="target-node-T">
            <a:extLst xmlns:a="http://schemas.openxmlformats.org/drawingml/2006/main">
              <a:ext uri="{FF2B5EF4-FFF2-40B4-BE49-F238E27FC236}">
                <a16:creationId xmlns:a16="http://schemas.microsoft.com/office/drawing/2014/main" id="{D0170DED-C500-4B25-AB94-A52B58B697AD}"/>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66" name="target-title-T">
            <a:extLst xmlns:a="http://schemas.openxmlformats.org/drawingml/2006/main">
              <a:ext uri="{FF2B5EF4-FFF2-40B4-BE49-F238E27FC236}">
                <a16:creationId xmlns:a16="http://schemas.microsoft.com/office/drawing/2014/main" id="{B692BD6E-A182-4EA6-928E-E7F64AA5CC54}"/>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T 账户与绑定</a:t>
            </a:r>
          </a:p>
        </p:txBody>
      </p:sp>
      <p:sp>
        <p:nvSpPr>
          <p:cNvPr id="67" name="target-alias-T">
            <a:extLst xmlns:a="http://schemas.openxmlformats.org/drawingml/2006/main">
              <a:ext uri="{FF2B5EF4-FFF2-40B4-BE49-F238E27FC236}">
                <a16:creationId xmlns:a16="http://schemas.microsoft.com/office/drawing/2014/main" id="{B8513E42-C6FB-414A-A6C3-5785C3113D19}"/>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TopologyService</a:t>
            </a:r>
          </a:p>
        </p:txBody>
      </p:sp>
      <p:sp>
        <p:nvSpPr>
          <p:cNvPr id="68" name="target-func-T">
            <a:extLst xmlns:a="http://schemas.openxmlformats.org/drawingml/2006/main">
              <a:ext uri="{FF2B5EF4-FFF2-40B4-BE49-F238E27FC236}">
                <a16:creationId xmlns:a16="http://schemas.microsoft.com/office/drawing/2014/main" id="{43F9CF32-5BEA-46D0-B438-F507F84E3573}"/>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账户资料与兼容投影</a:t>
            </a:r>
          </a:p>
        </p:txBody>
      </p:sp>
      <p:sp>
        <p:nvSpPr>
          <p:cNvPr id="69" name="target-node-A">
            <a:extLst xmlns:a="http://schemas.openxmlformats.org/drawingml/2006/main">
              <a:ext uri="{FF2B5EF4-FFF2-40B4-BE49-F238E27FC236}">
                <a16:creationId xmlns:a16="http://schemas.microsoft.com/office/drawing/2014/main" id="{1C8A956E-C2E8-4F14-818C-A36679A7DE9A}"/>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0" name="target-title-A">
            <a:extLst xmlns:a="http://schemas.openxmlformats.org/drawingml/2006/main">
              <a:ext uri="{FF2B5EF4-FFF2-40B4-BE49-F238E27FC236}">
                <a16:creationId xmlns:a16="http://schemas.microsoft.com/office/drawing/2014/main" id="{08E0AAC3-64BB-4CF1-B91E-45F8E3FABDD4}"/>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71" name="target-alias-A">
            <a:extLst xmlns:a="http://schemas.openxmlformats.org/drawingml/2006/main">
              <a:ext uri="{FF2B5EF4-FFF2-40B4-BE49-F238E27FC236}">
                <a16:creationId xmlns:a16="http://schemas.microsoft.com/office/drawing/2014/main" id="{E59B4FDF-E676-4EF6-AB94-6680556F2EF8}"/>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72" name="target-func-A">
            <a:extLst xmlns:a="http://schemas.openxmlformats.org/drawingml/2006/main">
              <a:ext uri="{FF2B5EF4-FFF2-40B4-BE49-F238E27FC236}">
                <a16:creationId xmlns:a16="http://schemas.microsoft.com/office/drawing/2014/main" id="{3409D632-33BD-42BB-8C25-F2A00EAD46B2}"/>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激活与切换资源约束</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本步不改默认角色</a:t>
            </a:r>
          </a:p>
        </p:txBody>
      </p:sp>
      <p:sp>
        <p:nvSpPr>
          <p:cNvPr id="73" name="target-node-DO">
            <a:extLst xmlns:a="http://schemas.openxmlformats.org/drawingml/2006/main">
              <a:ext uri="{FF2B5EF4-FFF2-40B4-BE49-F238E27FC236}">
                <a16:creationId xmlns:a16="http://schemas.microsoft.com/office/drawing/2014/main" id="{58065442-7467-4301-84EF-C58479D65CF4}"/>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4" name="target-title-DO">
            <a:extLst xmlns:a="http://schemas.openxmlformats.org/drawingml/2006/main">
              <a:ext uri="{FF2B5EF4-FFF2-40B4-BE49-F238E27FC236}">
                <a16:creationId xmlns:a16="http://schemas.microsoft.com/office/drawing/2014/main" id="{A1F4E798-DCB6-405C-835D-EB44009C5DF9}"/>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OperationContext</a:t>
            </a:r>
          </a:p>
        </p:txBody>
      </p:sp>
      <p:sp>
        <p:nvSpPr>
          <p:cNvPr id="75" name="target-func-DO">
            <a:extLst xmlns:a="http://schemas.openxmlformats.org/drawingml/2006/main">
              <a:ext uri="{FF2B5EF4-FFF2-40B4-BE49-F238E27FC236}">
                <a16:creationId xmlns:a16="http://schemas.microsoft.com/office/drawing/2014/main" id="{181FE0AD-3B2C-4C02-9866-95EB8BAA44C9}"/>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纯操作状态 / 值对象</a:t>
            </a:r>
          </a:p>
        </p:txBody>
      </p:sp>
      <p:sp>
        <p:nvSpPr>
          <p:cNvPr id="76" name="target-node-DT">
            <a:extLst xmlns:a="http://schemas.openxmlformats.org/drawingml/2006/main">
              <a:ext uri="{FF2B5EF4-FFF2-40B4-BE49-F238E27FC236}">
                <a16:creationId xmlns:a16="http://schemas.microsoft.com/office/drawing/2014/main" id="{AE69B0F4-AFF3-474D-A318-A0985BC24D8D}"/>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7" name="target-title-DT">
            <a:extLst xmlns:a="http://schemas.openxmlformats.org/drawingml/2006/main">
              <a:ext uri="{FF2B5EF4-FFF2-40B4-BE49-F238E27FC236}">
                <a16:creationId xmlns:a16="http://schemas.microsoft.com/office/drawing/2014/main" id="{BBF1AF4A-AD8A-446B-B503-A977B5E68F5E}"/>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78" name="target-func-DT">
            <a:extLst xmlns:a="http://schemas.openxmlformats.org/drawingml/2006/main">
              <a:ext uri="{FF2B5EF4-FFF2-40B4-BE49-F238E27FC236}">
                <a16:creationId xmlns:a16="http://schemas.microsoft.com/office/drawing/2014/main" id="{ABDF3331-68C8-4F3B-A2DB-F19086B45965}"/>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79" name="target-node-DA">
            <a:extLst xmlns:a="http://schemas.openxmlformats.org/drawingml/2006/main">
              <a:ext uri="{FF2B5EF4-FFF2-40B4-BE49-F238E27FC236}">
                <a16:creationId xmlns:a16="http://schemas.microsoft.com/office/drawing/2014/main" id="{6AD04A61-98F9-42B5-B8BF-B16E02719FAC}"/>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0" name="target-title-DA">
            <a:extLst xmlns:a="http://schemas.openxmlformats.org/drawingml/2006/main">
              <a:ext uri="{FF2B5EF4-FFF2-40B4-BE49-F238E27FC236}">
                <a16:creationId xmlns:a16="http://schemas.microsoft.com/office/drawing/2014/main" id="{CAAE0A7B-7D18-4870-8730-11DED9384695}"/>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81" name="target-func-DA">
            <a:extLst xmlns:a="http://schemas.openxmlformats.org/drawingml/2006/main">
              <a:ext uri="{FF2B5EF4-FFF2-40B4-BE49-F238E27FC236}">
                <a16:creationId xmlns:a16="http://schemas.microsoft.com/office/drawing/2014/main" id="{AB1CED7F-5BFC-451E-9591-3ADE698A9932}"/>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82" name="target-node-R">
            <a:extLst xmlns:a="http://schemas.openxmlformats.org/drawingml/2006/main">
              <a:ext uri="{FF2B5EF4-FFF2-40B4-BE49-F238E27FC236}">
                <a16:creationId xmlns:a16="http://schemas.microsoft.com/office/drawing/2014/main" id="{9D6EC300-9B76-470E-BA96-DA681DC1E915}"/>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83" name="target-title-R">
            <a:extLst xmlns:a="http://schemas.openxmlformats.org/drawingml/2006/main">
              <a:ext uri="{FF2B5EF4-FFF2-40B4-BE49-F238E27FC236}">
                <a16:creationId xmlns:a16="http://schemas.microsoft.com/office/drawing/2014/main" id="{D1209380-9FF0-4ED4-81A8-42EF8845988A}"/>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R 卡运行 · CardRuntime</a:t>
            </a:r>
          </a:p>
        </p:txBody>
      </p:sp>
      <p:sp>
        <p:nvSpPr>
          <p:cNvPr id="84" name="target-func-R">
            <a:extLst xmlns:a="http://schemas.openxmlformats.org/drawingml/2006/main">
              <a:ext uri="{FF2B5EF4-FFF2-40B4-BE49-F238E27FC236}">
                <a16:creationId xmlns:a16="http://schemas.microsoft.com/office/drawing/2014/main" id="{88BF4B3D-7003-488D-9B19-F5CB4F612710}"/>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Session / Request / 卡侧缓存</a:t>
            </a:r>
          </a:p>
        </p:txBody>
      </p:sp>
      <p:sp>
        <p:nvSpPr>
          <p:cNvPr id="85" name="target-node-I">
            <a:extLst xmlns:a="http://schemas.openxmlformats.org/drawingml/2006/main">
              <a:ext uri="{FF2B5EF4-FFF2-40B4-BE49-F238E27FC236}">
                <a16:creationId xmlns:a16="http://schemas.microsoft.com/office/drawing/2014/main" id="{7861D026-4E13-4A7A-8BB7-ADEC3711B2D2}"/>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86" name="target-title-I">
            <a:extLst xmlns:a="http://schemas.openxmlformats.org/drawingml/2006/main">
              <a:ext uri="{FF2B5EF4-FFF2-40B4-BE49-F238E27FC236}">
                <a16:creationId xmlns:a16="http://schemas.microsoft.com/office/drawing/2014/main" id="{FA130356-BB60-4E13-A885-8C83B25EB89D}"/>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87" name="target-func-I">
            <a:extLst xmlns:a="http://schemas.openxmlformats.org/drawingml/2006/main">
              <a:ext uri="{FF2B5EF4-FFF2-40B4-BE49-F238E27FC236}">
                <a16:creationId xmlns:a16="http://schemas.microsoft.com/office/drawing/2014/main" id="{9708751D-F891-4DF7-A6E7-3509697BB45A}"/>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DataShare / 参数 / Hook</a:t>
            </a:r>
          </a:p>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按原协议存储与输出</a:t>
            </a:r>
          </a:p>
        </p:txBody>
      </p:sp>
      <p:sp>
        <p:nvSpPr>
          <p:cNvPr id="88" name="host-note">
            <a:extLst xmlns:a="http://schemas.openxmlformats.org/drawingml/2006/main">
              <a:ext uri="{FF2B5EF4-FFF2-40B4-BE49-F238E27FC236}">
                <a16:creationId xmlns:a16="http://schemas.microsoft.com/office/drawing/2014/main" id="{9118A4BC-A581-491B-8D11-6C9B6C9E05D8}"/>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89" name="invariant-rule">
            <a:extLst xmlns:a="http://schemas.openxmlformats.org/drawingml/2006/main">
              <a:ext uri="{FF2B5EF4-FFF2-40B4-BE49-F238E27FC236}">
                <a16:creationId xmlns:a16="http://schemas.microsoft.com/office/drawing/2014/main" id="{EF10AC9F-FD32-460F-91F0-291A1E1FAFF7}"/>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0" name="invariant">
            <a:extLst xmlns:a="http://schemas.openxmlformats.org/drawingml/2006/main">
              <a:ext uri="{FF2B5EF4-FFF2-40B4-BE49-F238E27FC236}">
                <a16:creationId xmlns:a16="http://schemas.microsoft.com/office/drawing/2014/main" id="{65E9B8B5-3B5F-4687-BD3C-C4E9B285AA54}"/>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保持：设备 → active 缓存 / Hook → DB；部分失败不整体回滚，原重复输出逐路径保留。</a:t>
            </a:r>
          </a:p>
        </p:txBody>
      </p:sp>
      <p:sp>
        <p:nvSpPr>
          <p:cNvPr id="91" name="footer">
            <a:extLst xmlns:a="http://schemas.openxmlformats.org/drawingml/2006/main">
              <a:ext uri="{FF2B5EF4-FFF2-40B4-BE49-F238E27FC236}">
                <a16:creationId xmlns:a16="http://schemas.microsoft.com/office/drawing/2014/main" id="{8811FB45-353A-4DD2-94B0-C99C7A3E0672}"/>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92" name="page-number">
            <a:extLst xmlns:a="http://schemas.openxmlformats.org/drawingml/2006/main">
              <a:ext uri="{FF2B5EF4-FFF2-40B4-BE49-F238E27FC236}">
                <a16:creationId xmlns:a16="http://schemas.microsoft.com/office/drawing/2014/main" id="{65732D28-488D-456D-A82A-E1673E5A8842}"/>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激活 / ① 入口</a:t>
            </a:r>
          </a:p>
        </p:txBody>
      </p:sp>
    </p:spTree>
    <p:extLst>
      <p:ext uri="{BB962C8B-B14F-4D97-AF65-F5344CB8AC3E}">
        <p14:creationId xmlns:p14="http://schemas.microsoft.com/office/powerpoint/2010/main" val="1925223084"/>
      </p:ext>
    </p:extLst>
  </p:cSld>
  <p:transition spd="fast" advClick="0">
    <p:fade/>
  </p:transition>
</p:sld>
</file>

<file path=ppt/slides/slide27.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2" name="accent">
            <a:extLst xmlns:a="http://schemas.openxmlformats.org/drawingml/2006/main">
              <a:ext uri="{FF2B5EF4-FFF2-40B4-BE49-F238E27FC236}">
                <a16:creationId xmlns:a16="http://schemas.microsoft.com/office/drawing/2014/main" id="{3FC412C7-82A1-476E-855D-B0290146A499}"/>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4AA2C565-01EB-43C9-B4B4-FAC91C3ECFD6}"/>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F3D53EDC-FD1F-44BD-82B8-6C2F6C57E0E7}"/>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1A3E3DCB-38E9-480A-AD4A-9060B72F1CFF}"/>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49E13DD6-01DB-4BC4-8472-E30E39E16118}"/>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13D6A009-7C46-4DA2-AC85-85EFB0F58531}"/>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7DD779A9-B1A8-402E-B445-C9B05FF2680D}"/>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B1B68C7F-57FC-44CA-AD1C-BA904BA6B2B0}"/>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D0C54677-6CCE-43E7-B305-2BC14DE68A23}"/>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8A0A114B-A597-4249-BB69-C2D0D24AF03E}"/>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5928DBF7-0974-4CDF-9BA6-7BF05AD495A7}"/>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EC02BCD5-62FD-49A5-A1EB-CBF700819C99}"/>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0DDF6705-FB0F-4CAB-A4A7-BABE92ABB7FE}"/>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5AB93064-3680-4F9D-B86A-A1154C0E0BCC}"/>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57A8B3DA-22DF-4349-9C17-7B10A2F33752}"/>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B33D771B-528A-4D46-AF03-08EFDF481C9F}"/>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1D07A0A8-49B8-40EC-9B98-B378423B0EBD}"/>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C91C4F19-C13B-4C1D-9ADF-6C31BA43229F}"/>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48AF97EE-2C45-4500-8FAD-D08FFAA4495B}"/>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944D616E-0001-4303-9751-6A5F34B1744B}"/>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② 目标与等待：原 Controller 同时找目标、等待切换；目标由 T 提供绑定，O 管等待，A 给资源约束。</a:t>
            </a:r>
          </a:p>
        </p:txBody>
      </p:sp>
      <p:sp>
        <p:nvSpPr>
          <p:cNvPr id="21" name="top-rule">
            <a:extLst xmlns:a="http://schemas.openxmlformats.org/drawingml/2006/main">
              <a:ext uri="{FF2B5EF4-FFF2-40B4-BE49-F238E27FC236}">
                <a16:creationId xmlns:a16="http://schemas.microsoft.com/office/drawing/2014/main" id="{18D8FD9A-E413-4DFA-89B9-3F6B43187CA0}"/>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93D18386-DDA0-4A26-A99D-0F035F5C4D22}"/>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4BE2D692-0005-444A-9142-9738B4D1E3C3}"/>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CEF9DA02-AE56-4BBB-AEB6-3B42121E5EDE}"/>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EK">
            <a:extLst xmlns:a="http://schemas.openxmlformats.org/drawingml/2006/main">
              <a:ext uri="{FF2B5EF4-FFF2-40B4-BE49-F238E27FC236}">
                <a16:creationId xmlns:a16="http://schemas.microsoft.com/office/drawing/2014/main" id="{973E3091-4975-45CC-AC87-9F9C31A7BDFC}"/>
              </a:ext>
            </a:extLst>
          </p:cNvPr>
          <p:cNvSpPr>
            <a:spLocks xmlns:a="http://schemas.openxmlformats.org/drawingml/2006/main" noGrp="1"/>
          </p:cNvSpPr>
          <p:nvPr/>
        </p:nvSpPr>
        <p:spPr>
          <a:xfrm xmlns:a="http://schemas.openxmlformats.org/drawingml/2006/main">
            <a:off x="1747838" y="3190875"/>
            <a:ext cx="9525" cy="200025"/>
          </a:xfrm>
          <a:custGeom xmlns:a="http://schemas.openxmlformats.org/drawingml/2006/main">
            <a:pathLst>
              <a:path w="9525" h="200025">
                <a:moveTo>
                  <a:pt x="4763" y="0"/>
                </a:moveTo>
                <a:lnTo>
                  <a:pt x="4763" y="200025"/>
                </a:lnTo>
              </a:path>
            </a:pathLst>
          </a:custGeom>
          <a:noFill xmlns:a="http://schemas.openxmlformats.org/drawingml/2006/main"/>
          <a:ln xmlns:a="http://schemas.openxmlformats.org/drawingml/2006/main" w="17145">
            <a:solidFill>
              <a:srgbClr val="246AB8"/>
            </a:solidFill>
            <a:prstDash val="solid"/>
          </a:ln>
        </p:spPr>
      </p:sp>
      <p:sp>
        <p:nvSpPr>
          <p:cNvPr id="26" name="legacy-edge-EK-head">
            <a:extLst xmlns:a="http://schemas.openxmlformats.org/drawingml/2006/main">
              <a:ext uri="{FF2B5EF4-FFF2-40B4-BE49-F238E27FC236}">
                <a16:creationId xmlns:a16="http://schemas.microsoft.com/office/drawing/2014/main" id="{D4EC333B-001C-41C9-B585-2AC7D4AE3D3A}"/>
              </a:ext>
            </a:extLst>
          </p:cNvPr>
          <p:cNvSpPr>
            <a:spLocks xmlns:a="http://schemas.openxmlformats.org/drawingml/2006/main" noGrp="1"/>
          </p:cNvSpPr>
          <p:nvPr/>
        </p:nvSpPr>
        <p:spPr>
          <a:xfrm xmlns:a="http://schemas.openxmlformats.org/drawingml/2006/main">
            <a:off x="1724025" y="33337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EK">
            <a:extLst xmlns:a="http://schemas.openxmlformats.org/drawingml/2006/main">
              <a:ext uri="{FF2B5EF4-FFF2-40B4-BE49-F238E27FC236}">
                <a16:creationId xmlns:a16="http://schemas.microsoft.com/office/drawing/2014/main" id="{B5FF21FA-D671-4AAC-B4EC-8A47F457A0B9}"/>
              </a:ext>
            </a:extLst>
          </p:cNvPr>
          <p:cNvSpPr>
            <a:spLocks xmlns:a="http://schemas.openxmlformats.org/drawingml/2006/main" noGrp="1"/>
          </p:cNvSpPr>
          <p:nvPr/>
        </p:nvSpPr>
        <p:spPr>
          <a:xfrm xmlns:a="http://schemas.openxmlformats.org/drawingml/2006/main">
            <a:off x="1838325" y="3190875"/>
            <a:ext cx="4572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①②</a:t>
            </a:r>
          </a:p>
        </p:txBody>
      </p:sp>
      <p:sp>
        <p:nvSpPr>
          <p:cNvPr id="28" name="legacy-node-E">
            <a:extLst xmlns:a="http://schemas.openxmlformats.org/drawingml/2006/main">
              <a:ext uri="{FF2B5EF4-FFF2-40B4-BE49-F238E27FC236}">
                <a16:creationId xmlns:a16="http://schemas.microsoft.com/office/drawing/2014/main" id="{E44F0DE2-59D3-4D55-87B5-7B83E81E92FE}"/>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29" name="legacy-title-E">
            <a:extLst xmlns:a="http://schemas.openxmlformats.org/drawingml/2006/main">
              <a:ext uri="{FF2B5EF4-FFF2-40B4-BE49-F238E27FC236}">
                <a16:creationId xmlns:a16="http://schemas.microsoft.com/office/drawing/2014/main" id="{7394DC96-7D4D-4A35-B0FD-07545FA6BA6D}"/>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CoreServiceSim → SimManager</a:t>
            </a:r>
          </a:p>
        </p:txBody>
      </p:sp>
      <p:sp>
        <p:nvSpPr>
          <p:cNvPr id="30" name="legacy-line-E-0">
            <a:extLst xmlns:a="http://schemas.openxmlformats.org/drawingml/2006/main">
              <a:ext uri="{FF2B5EF4-FFF2-40B4-BE49-F238E27FC236}">
                <a16:creationId xmlns:a16="http://schemas.microsoft.com/office/drawing/2014/main" id="{00F1DCBD-FC8E-4805-A700-890468A582D4}"/>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enable；沿用旧检查与返回</a:t>
            </a:r>
          </a:p>
        </p:txBody>
      </p:sp>
      <p:sp>
        <p:nvSpPr>
          <p:cNvPr id="31" name="legacy-node-K">
            <a:extLst xmlns:a="http://schemas.openxmlformats.org/drawingml/2006/main">
              <a:ext uri="{FF2B5EF4-FFF2-40B4-BE49-F238E27FC236}">
                <a16:creationId xmlns:a16="http://schemas.microsoft.com/office/drawing/2014/main" id="{46CF6903-8096-486D-95B0-A6C6D7A5D468}"/>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2" name="legacy-title-K">
            <a:extLst xmlns:a="http://schemas.openxmlformats.org/drawingml/2006/main">
              <a:ext uri="{FF2B5EF4-FFF2-40B4-BE49-F238E27FC236}">
                <a16:creationId xmlns:a16="http://schemas.microsoft.com/office/drawing/2014/main" id="{B7800185-7EA3-4C68-B7C8-33E014D6B601}"/>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3" name="legacy-alias-K">
            <a:extLst xmlns:a="http://schemas.openxmlformats.org/drawingml/2006/main">
              <a:ext uri="{FF2B5EF4-FFF2-40B4-BE49-F238E27FC236}">
                <a16:creationId xmlns:a16="http://schemas.microsoft.com/office/drawing/2014/main" id="{B32ED3E9-0AD6-40AD-8347-3DE4209239ED}"/>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SetActiveCommonSim（普通路径）</a:t>
            </a:r>
          </a:p>
        </p:txBody>
      </p:sp>
      <p:sp>
        <p:nvSpPr>
          <p:cNvPr id="34" name="legacy-line-bg-K-0">
            <a:extLst xmlns:a="http://schemas.openxmlformats.org/drawingml/2006/main">
              <a:ext uri="{FF2B5EF4-FFF2-40B4-BE49-F238E27FC236}">
                <a16:creationId xmlns:a16="http://schemas.microsoft.com/office/drawing/2014/main" id="{6B710CE0-86AB-4469-9249-9D7E72282036}"/>
              </a:ext>
            </a:extLst>
          </p:cNvPr>
          <p:cNvSpPr>
            <a:spLocks xmlns:a="http://schemas.openxmlformats.org/drawingml/2006/main" noGrp="1"/>
          </p:cNvSpPr>
          <p:nvPr/>
        </p:nvSpPr>
        <p:spPr>
          <a:xfrm xmlns:a="http://schemas.openxmlformats.org/drawingml/2006/main">
            <a:off x="561975" y="3895725"/>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35" name="legacy-line-K-0">
            <a:extLst xmlns:a="http://schemas.openxmlformats.org/drawingml/2006/main">
              <a:ext uri="{FF2B5EF4-FFF2-40B4-BE49-F238E27FC236}">
                <a16:creationId xmlns:a16="http://schemas.microsoft.com/office/drawing/2014/main" id="{9900AB1A-E98C-402C-AC3B-778E141903DA}"/>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② 等待主卡切换 / 目标检查</a:t>
            </a:r>
          </a:p>
        </p:txBody>
      </p:sp>
      <p:sp>
        <p:nvSpPr>
          <p:cNvPr id="36" name="legacy-line-K-1">
            <a:extLst xmlns:a="http://schemas.openxmlformats.org/drawingml/2006/main">
              <a:ext uri="{FF2B5EF4-FFF2-40B4-BE49-F238E27FC236}">
                <a16:creationId xmlns:a16="http://schemas.microsoft.com/office/drawing/2014/main" id="{D59D7C86-B4F1-4A91-B735-CB17D3707FE2}"/>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active 缓存 / Hook</a:t>
            </a:r>
          </a:p>
        </p:txBody>
      </p:sp>
      <p:sp>
        <p:nvSpPr>
          <p:cNvPr id="37" name="legacy-line-K-2">
            <a:extLst xmlns:a="http://schemas.openxmlformats.org/drawingml/2006/main">
              <a:ext uri="{FF2B5EF4-FFF2-40B4-BE49-F238E27FC236}">
                <a16:creationId xmlns:a16="http://schemas.microsoft.com/office/drawing/2014/main" id="{E88D3E4D-17B7-4A1A-B250-A0CAA4BAB06A}"/>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UpdateDBSetActiveResult</a:t>
            </a:r>
          </a:p>
        </p:txBody>
      </p:sp>
      <p:sp>
        <p:nvSpPr>
          <p:cNvPr id="38" name="legacy-node-R">
            <a:extLst xmlns:a="http://schemas.openxmlformats.org/drawingml/2006/main">
              <a:ext uri="{FF2B5EF4-FFF2-40B4-BE49-F238E27FC236}">
                <a16:creationId xmlns:a16="http://schemas.microsoft.com/office/drawing/2014/main" id="{021A0AB8-AAC4-4897-9D69-12047ED3C791}"/>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9" name="legacy-title-R">
            <a:extLst xmlns:a="http://schemas.openxmlformats.org/drawingml/2006/main">
              <a:ext uri="{FF2B5EF4-FFF2-40B4-BE49-F238E27FC236}">
                <a16:creationId xmlns:a16="http://schemas.microsoft.com/office/drawing/2014/main" id="{39F319F6-10D5-4A15-B92E-1AAD07B655D2}"/>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RadioProtocolController</a:t>
            </a:r>
          </a:p>
        </p:txBody>
      </p:sp>
      <p:sp>
        <p:nvSpPr>
          <p:cNvPr id="40" name="legacy-alias-R">
            <a:extLst xmlns:a="http://schemas.openxmlformats.org/drawingml/2006/main">
              <a:ext uri="{FF2B5EF4-FFF2-40B4-BE49-F238E27FC236}">
                <a16:creationId xmlns:a16="http://schemas.microsoft.com/office/drawing/2014/main" id="{6EB76366-BE8C-452B-8D81-974D16852D41}"/>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TelRilManager / 原设备等待</a:t>
            </a:r>
          </a:p>
        </p:txBody>
      </p:sp>
      <p:sp>
        <p:nvSpPr>
          <p:cNvPr id="41" name="legacy-line-R-0">
            <a:extLst xmlns:a="http://schemas.openxmlformats.org/drawingml/2006/main">
              <a:ext uri="{FF2B5EF4-FFF2-40B4-BE49-F238E27FC236}">
                <a16:creationId xmlns:a16="http://schemas.microsoft.com/office/drawing/2014/main" id="{828DC5A1-7F62-4E94-9DCF-CD598DC5B593}"/>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SetActiveSimToRil</a:t>
            </a:r>
          </a:p>
        </p:txBody>
      </p:sp>
      <p:sp>
        <p:nvSpPr>
          <p:cNvPr id="42" name="legacy-line-R-1">
            <a:extLst xmlns:a="http://schemas.openxmlformats.org/drawingml/2006/main">
              <a:ext uri="{FF2B5EF4-FFF2-40B4-BE49-F238E27FC236}">
                <a16:creationId xmlns:a16="http://schemas.microsoft.com/office/drawing/2014/main" id="{B2761117-4258-4923-9D3B-3873A1857A35}"/>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接收设备结果、唤醒等待</a:t>
            </a:r>
          </a:p>
        </p:txBody>
      </p:sp>
      <p:sp>
        <p:nvSpPr>
          <p:cNvPr id="43" name="legacy-line-bg-R-2">
            <a:extLst xmlns:a="http://schemas.openxmlformats.org/drawingml/2006/main">
              <a:ext uri="{FF2B5EF4-FFF2-40B4-BE49-F238E27FC236}">
                <a16:creationId xmlns:a16="http://schemas.microsoft.com/office/drawing/2014/main" id="{D78A5A82-DC6F-4E0E-AA09-9D8B793036A9}"/>
              </a:ext>
            </a:extLst>
          </p:cNvPr>
          <p:cNvSpPr>
            <a:spLocks xmlns:a="http://schemas.openxmlformats.org/drawingml/2006/main" noGrp="1"/>
          </p:cNvSpPr>
          <p:nvPr/>
        </p:nvSpPr>
        <p:spPr>
          <a:xfrm xmlns:a="http://schemas.openxmlformats.org/drawingml/2006/main">
            <a:off x="3419475" y="4371975"/>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4" name="legacy-line-R-2">
            <a:extLst xmlns:a="http://schemas.openxmlformats.org/drawingml/2006/main">
              <a:ext uri="{FF2B5EF4-FFF2-40B4-BE49-F238E27FC236}">
                <a16:creationId xmlns:a16="http://schemas.microsoft.com/office/drawing/2014/main" id="{A13632AD-504C-4B75-B966-19A826CC4D62}"/>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已有请求关联继续复用</a:t>
            </a:r>
          </a:p>
        </p:txBody>
      </p:sp>
      <p:sp>
        <p:nvSpPr>
          <p:cNvPr id="45" name="legacy-node-D">
            <a:extLst xmlns:a="http://schemas.openxmlformats.org/drawingml/2006/main">
              <a:ext uri="{FF2B5EF4-FFF2-40B4-BE49-F238E27FC236}">
                <a16:creationId xmlns:a16="http://schemas.microsoft.com/office/drawing/2014/main" id="{A0347398-9FD5-47C0-8B25-961E786CCC94}"/>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6" name="legacy-title-D">
            <a:extLst xmlns:a="http://schemas.openxmlformats.org/drawingml/2006/main">
              <a:ext uri="{FF2B5EF4-FFF2-40B4-BE49-F238E27FC236}">
                <a16:creationId xmlns:a16="http://schemas.microsoft.com/office/drawing/2014/main" id="{B69AB100-1CCB-4DC2-974F-EB66CE895B14}"/>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SimRdbHelper</a:t>
            </a:r>
          </a:p>
        </p:txBody>
      </p:sp>
      <p:sp>
        <p:nvSpPr>
          <p:cNvPr id="47" name="legacy-line-D-0">
            <a:extLst xmlns:a="http://schemas.openxmlformats.org/drawingml/2006/main">
              <a:ext uri="{FF2B5EF4-FFF2-40B4-BE49-F238E27FC236}">
                <a16:creationId xmlns:a16="http://schemas.microsoft.com/office/drawing/2014/main" id="{91E8B6DF-F45F-4A7B-BEF9-9407A5213BFD}"/>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⑤ DataShare：IS_ACTIVE</a:t>
            </a:r>
          </a:p>
        </p:txBody>
      </p:sp>
      <p:sp>
        <p:nvSpPr>
          <p:cNvPr id="48" name="legacy-node-N">
            <a:extLst xmlns:a="http://schemas.openxmlformats.org/drawingml/2006/main">
              <a:ext uri="{FF2B5EF4-FFF2-40B4-BE49-F238E27FC236}">
                <a16:creationId xmlns:a16="http://schemas.microsoft.com/office/drawing/2014/main" id="{2F1BE6C3-D51A-4820-9F83-0A4E9FD0E278}"/>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9" name="legacy-title-N">
            <a:extLst xmlns:a="http://schemas.openxmlformats.org/drawingml/2006/main">
              <a:ext uri="{FF2B5EF4-FFF2-40B4-BE49-F238E27FC236}">
                <a16:creationId xmlns:a16="http://schemas.microsoft.com/office/drawing/2014/main" id="{A81170A7-FDB1-4347-A133-C7BCBE408B97}"/>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原 Hook 与完成出口</a:t>
            </a:r>
          </a:p>
        </p:txBody>
      </p:sp>
      <p:sp>
        <p:nvSpPr>
          <p:cNvPr id="50" name="legacy-line-N-0">
            <a:extLst xmlns:a="http://schemas.openxmlformats.org/drawingml/2006/main">
              <a:ext uri="{FF2B5EF4-FFF2-40B4-BE49-F238E27FC236}">
                <a16:creationId xmlns:a16="http://schemas.microsoft.com/office/drawing/2014/main" id="{A1002E81-3EAC-4F4E-8CCE-E9218CB245A1}"/>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 ⑤ UpdateSubState</a:t>
            </a:r>
          </a:p>
        </p:txBody>
      </p:sp>
      <p:sp>
        <p:nvSpPr>
          <p:cNvPr id="51" name="legacy-line-N-1">
            <a:extLst xmlns:a="http://schemas.openxmlformats.org/drawingml/2006/main">
              <a:ext uri="{FF2B5EF4-FFF2-40B4-BE49-F238E27FC236}">
                <a16:creationId xmlns:a16="http://schemas.microsoft.com/office/drawing/2014/main" id="{9DC4DFC7-FC30-4D10-B20B-5E743A04845E}"/>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成功后检查是否切主卡</a:t>
            </a:r>
          </a:p>
        </p:txBody>
      </p:sp>
      <p:sp>
        <p:nvSpPr>
          <p:cNvPr id="52" name="legacy-flow-note">
            <a:extLst xmlns:a="http://schemas.openxmlformats.org/drawingml/2006/main">
              <a:ext uri="{FF2B5EF4-FFF2-40B4-BE49-F238E27FC236}">
                <a16:creationId xmlns:a16="http://schemas.microsoft.com/office/drawing/2014/main" id="{0F855FFE-6B2C-494B-91F6-8FC39EC0E995}"/>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SetActiveCommonSim · non-force；省略透传函数及中间调用栈</a:t>
            </a:r>
          </a:p>
        </p:txBody>
      </p:sp>
      <p:sp>
        <p:nvSpPr>
          <p:cNvPr id="53" name="application-label">
            <a:extLst xmlns:a="http://schemas.openxmlformats.org/drawingml/2006/main">
              <a:ext uri="{FF2B5EF4-FFF2-40B4-BE49-F238E27FC236}">
                <a16:creationId xmlns:a16="http://schemas.microsoft.com/office/drawing/2014/main" id="{1A100FFC-F469-4CF7-BEFE-1F425EDAAA46}"/>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4" name="domain-label">
            <a:extLst xmlns:a="http://schemas.openxmlformats.org/drawingml/2006/main">
              <a:ext uri="{FF2B5EF4-FFF2-40B4-BE49-F238E27FC236}">
                <a16:creationId xmlns:a16="http://schemas.microsoft.com/office/drawing/2014/main" id="{E289CCEE-0726-4717-AD4A-2D43D5A66804}"/>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5" name="target-edge-OT">
            <a:extLst xmlns:a="http://schemas.openxmlformats.org/drawingml/2006/main">
              <a:ext uri="{FF2B5EF4-FFF2-40B4-BE49-F238E27FC236}">
                <a16:creationId xmlns:a16="http://schemas.microsoft.com/office/drawing/2014/main" id="{A357D620-7F47-49F2-A120-C1D714954579}"/>
              </a:ext>
            </a:extLst>
          </p:cNvPr>
          <p:cNvSpPr>
            <a:spLocks xmlns:a="http://schemas.openxmlformats.org/drawingml/2006/main" noGrp="1"/>
          </p:cNvSpPr>
          <p:nvPr/>
        </p:nvSpPr>
        <p:spPr>
          <a:xfrm xmlns:a="http://schemas.openxmlformats.org/drawingml/2006/main">
            <a:off x="8172450" y="3633788"/>
            <a:ext cx="180975" cy="9525"/>
          </a:xfrm>
          <a:custGeom xmlns:a="http://schemas.openxmlformats.org/drawingml/2006/main">
            <a:pathLst>
              <a:path w="180975" h="9525">
                <a:moveTo>
                  <a:pt x="0" y="4763"/>
                </a:moveTo>
                <a:lnTo>
                  <a:pt x="180975" y="4763"/>
                </a:lnTo>
              </a:path>
            </a:pathLst>
          </a:custGeom>
          <a:noFill xmlns:a="http://schemas.openxmlformats.org/drawingml/2006/main"/>
          <a:ln xmlns:a="http://schemas.openxmlformats.org/drawingml/2006/main" w="16193">
            <a:solidFill>
              <a:srgbClr val="246AB8"/>
            </a:solidFill>
            <a:prstDash val="solid"/>
          </a:ln>
        </p:spPr>
      </p:sp>
      <p:sp>
        <p:nvSpPr>
          <p:cNvPr id="56" name="target-edge-OT-head">
            <a:extLst xmlns:a="http://schemas.openxmlformats.org/drawingml/2006/main">
              <a:ext uri="{FF2B5EF4-FFF2-40B4-BE49-F238E27FC236}">
                <a16:creationId xmlns:a16="http://schemas.microsoft.com/office/drawing/2014/main" id="{3219D77B-16AE-4E56-BC6E-9B2057D0AA8F}"/>
              </a:ext>
            </a:extLst>
          </p:cNvPr>
          <p:cNvSpPr>
            <a:spLocks xmlns:a="http://schemas.openxmlformats.org/drawingml/2006/main" noGrp="1"/>
          </p:cNvSpPr>
          <p:nvPr/>
        </p:nvSpPr>
        <p:spPr>
          <a:xfrm xmlns:a="http://schemas.openxmlformats.org/drawingml/2006/main">
            <a:off x="8296275" y="3609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57" name="target-edge-OA">
            <a:extLst xmlns:a="http://schemas.openxmlformats.org/drawingml/2006/main">
              <a:ext uri="{FF2B5EF4-FFF2-40B4-BE49-F238E27FC236}">
                <a16:creationId xmlns:a16="http://schemas.microsoft.com/office/drawing/2014/main" id="{28E49926-754E-47EE-BD1D-1E9C5662E01C}"/>
              </a:ext>
            </a:extLst>
          </p:cNvPr>
          <p:cNvSpPr>
            <a:spLocks xmlns:a="http://schemas.openxmlformats.org/drawingml/2006/main" noGrp="1"/>
          </p:cNvSpPr>
          <p:nvPr/>
        </p:nvSpPr>
        <p:spPr>
          <a:xfrm xmlns:a="http://schemas.openxmlformats.org/drawingml/2006/main">
            <a:off x="8001000" y="3257550"/>
            <a:ext cx="3333750" cy="114300"/>
          </a:xfrm>
          <a:custGeom xmlns:a="http://schemas.openxmlformats.org/drawingml/2006/main">
            <a:pathLst>
              <a:path w="3333750" h="114300">
                <a:moveTo>
                  <a:pt x="0" y="114300"/>
                </a:moveTo>
                <a:lnTo>
                  <a:pt x="0" y="0"/>
                </a:lnTo>
                <a:lnTo>
                  <a:pt x="3333750" y="0"/>
                </a:lnTo>
                <a:lnTo>
                  <a:pt x="3333750" y="114300"/>
                </a:lnTo>
              </a:path>
            </a:pathLst>
          </a:custGeom>
          <a:noFill xmlns:a="http://schemas.openxmlformats.org/drawingml/2006/main"/>
          <a:ln xmlns:a="http://schemas.openxmlformats.org/drawingml/2006/main" w="16193">
            <a:solidFill>
              <a:srgbClr val="246AB8"/>
            </a:solidFill>
            <a:prstDash val="solid"/>
          </a:ln>
        </p:spPr>
      </p:sp>
      <p:sp>
        <p:nvSpPr>
          <p:cNvPr id="58" name="target-edge-OA-head">
            <a:extLst xmlns:a="http://schemas.openxmlformats.org/drawingml/2006/main">
              <a:ext uri="{FF2B5EF4-FFF2-40B4-BE49-F238E27FC236}">
                <a16:creationId xmlns:a16="http://schemas.microsoft.com/office/drawing/2014/main" id="{2BC221D9-A22D-430C-84B8-77087448D4F4}"/>
              </a:ext>
            </a:extLst>
          </p:cNvPr>
          <p:cNvSpPr>
            <a:spLocks xmlns:a="http://schemas.openxmlformats.org/drawingml/2006/main" noGrp="1"/>
          </p:cNvSpPr>
          <p:nvPr/>
        </p:nvSpPr>
        <p:spPr>
          <a:xfrm xmlns:a="http://schemas.openxmlformats.org/drawingml/2006/main">
            <a:off x="11306175" y="33147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59" name="target-edge-label-OA">
            <a:extLst xmlns:a="http://schemas.openxmlformats.org/drawingml/2006/main">
              <a:ext uri="{FF2B5EF4-FFF2-40B4-BE49-F238E27FC236}">
                <a16:creationId xmlns:a16="http://schemas.microsoft.com/office/drawing/2014/main" id="{A2ADFDB9-9F1C-4FCF-9C82-13E1E38B3CA9}"/>
              </a:ext>
            </a:extLst>
          </p:cNvPr>
          <p:cNvSpPr>
            <a:spLocks xmlns:a="http://schemas.openxmlformats.org/drawingml/2006/main" noGrp="1"/>
          </p:cNvSpPr>
          <p:nvPr/>
        </p:nvSpPr>
        <p:spPr>
          <a:xfrm xmlns:a="http://schemas.openxmlformats.org/drawingml/2006/main">
            <a:off x="9763125" y="3152775"/>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规则</a:t>
            </a:r>
          </a:p>
        </p:txBody>
      </p:sp>
      <p:sp>
        <p:nvSpPr>
          <p:cNvPr id="60" name="target-edge-OD">
            <a:extLst xmlns:a="http://schemas.openxmlformats.org/drawingml/2006/main">
              <a:ext uri="{FF2B5EF4-FFF2-40B4-BE49-F238E27FC236}">
                <a16:creationId xmlns:a16="http://schemas.microsoft.com/office/drawing/2014/main" id="{09BEF511-17AD-4851-AB26-391BE0C6E67A}"/>
              </a:ext>
            </a:extLst>
          </p:cNvPr>
          <p:cNvSpPr>
            <a:spLocks xmlns:a="http://schemas.openxmlformats.org/drawingml/2006/main" noGrp="1"/>
          </p:cNvSpPr>
          <p:nvPr/>
        </p:nvSpPr>
        <p:spPr>
          <a:xfrm xmlns:a="http://schemas.openxmlformats.org/drawingml/2006/main">
            <a:off x="737711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61" name="target-edge-OD-head">
            <a:extLst xmlns:a="http://schemas.openxmlformats.org/drawingml/2006/main">
              <a:ext uri="{FF2B5EF4-FFF2-40B4-BE49-F238E27FC236}">
                <a16:creationId xmlns:a16="http://schemas.microsoft.com/office/drawing/2014/main" id="{DA374AEC-A947-484C-9BA4-772497F52003}"/>
              </a:ext>
            </a:extLst>
          </p:cNvPr>
          <p:cNvSpPr>
            <a:spLocks xmlns:a="http://schemas.openxmlformats.org/drawingml/2006/main" noGrp="1"/>
          </p:cNvSpPr>
          <p:nvPr/>
        </p:nvSpPr>
        <p:spPr>
          <a:xfrm xmlns:a="http://schemas.openxmlformats.org/drawingml/2006/main">
            <a:off x="735330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2" name="target-edge-TD">
            <a:extLst xmlns:a="http://schemas.openxmlformats.org/drawingml/2006/main">
              <a:ext uri="{FF2B5EF4-FFF2-40B4-BE49-F238E27FC236}">
                <a16:creationId xmlns:a16="http://schemas.microsoft.com/office/drawing/2014/main" id="{C358D403-05BA-4EBE-8F14-D7640B03E7A8}"/>
              </a:ext>
            </a:extLst>
          </p:cNvPr>
          <p:cNvSpPr>
            <a:spLocks xmlns:a="http://schemas.openxmlformats.org/drawingml/2006/main" noGrp="1"/>
          </p:cNvSpPr>
          <p:nvPr/>
        </p:nvSpPr>
        <p:spPr>
          <a:xfrm xmlns:a="http://schemas.openxmlformats.org/drawingml/2006/main">
            <a:off x="9139238"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63" name="target-edge-TD-head">
            <a:extLst xmlns:a="http://schemas.openxmlformats.org/drawingml/2006/main">
              <a:ext uri="{FF2B5EF4-FFF2-40B4-BE49-F238E27FC236}">
                <a16:creationId xmlns:a16="http://schemas.microsoft.com/office/drawing/2014/main" id="{F55990B8-F166-4BF3-B337-2EC45C7C0422}"/>
              </a:ext>
            </a:extLst>
          </p:cNvPr>
          <p:cNvSpPr>
            <a:spLocks xmlns:a="http://schemas.openxmlformats.org/drawingml/2006/main" noGrp="1"/>
          </p:cNvSpPr>
          <p:nvPr/>
        </p:nvSpPr>
        <p:spPr>
          <a:xfrm xmlns:a="http://schemas.openxmlformats.org/drawingml/2006/main">
            <a:off x="9115425"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4" name="target-edge-AD">
            <a:extLst xmlns:a="http://schemas.openxmlformats.org/drawingml/2006/main">
              <a:ext uri="{FF2B5EF4-FFF2-40B4-BE49-F238E27FC236}">
                <a16:creationId xmlns:a16="http://schemas.microsoft.com/office/drawing/2014/main" id="{99B9B319-4288-4F7C-9BC1-A298C993BD2D}"/>
              </a:ext>
            </a:extLst>
          </p:cNvPr>
          <p:cNvSpPr>
            <a:spLocks xmlns:a="http://schemas.openxmlformats.org/drawingml/2006/main" noGrp="1"/>
          </p:cNvSpPr>
          <p:nvPr/>
        </p:nvSpPr>
        <p:spPr>
          <a:xfrm xmlns:a="http://schemas.openxmlformats.org/drawingml/2006/main">
            <a:off x="1090136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65" name="target-edge-AD-head">
            <a:extLst xmlns:a="http://schemas.openxmlformats.org/drawingml/2006/main">
              <a:ext uri="{FF2B5EF4-FFF2-40B4-BE49-F238E27FC236}">
                <a16:creationId xmlns:a16="http://schemas.microsoft.com/office/drawing/2014/main" id="{F3956224-2976-4855-86C0-7BC08510B336}"/>
              </a:ext>
            </a:extLst>
          </p:cNvPr>
          <p:cNvSpPr>
            <a:spLocks xmlns:a="http://schemas.openxmlformats.org/drawingml/2006/main" noGrp="1"/>
          </p:cNvSpPr>
          <p:nvPr/>
        </p:nvSpPr>
        <p:spPr>
          <a:xfrm xmlns:a="http://schemas.openxmlformats.org/drawingml/2006/main">
            <a:off x="1087755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6" name="target-node-C">
            <a:extLst xmlns:a="http://schemas.openxmlformats.org/drawingml/2006/main">
              <a:ext uri="{FF2B5EF4-FFF2-40B4-BE49-F238E27FC236}">
                <a16:creationId xmlns:a16="http://schemas.microsoft.com/office/drawing/2014/main" id="{6E3D78F8-5E6F-4BAE-9864-F8E56E3768A4}"/>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DD8E6"/>
            </a:solidFill>
            <a:prstDash val="solid"/>
          </a:ln>
        </p:spPr>
      </p:sp>
      <p:sp>
        <p:nvSpPr>
          <p:cNvPr id="67" name="target-title-C">
            <a:extLst xmlns:a="http://schemas.openxmlformats.org/drawingml/2006/main">
              <a:ext uri="{FF2B5EF4-FFF2-40B4-BE49-F238E27FC236}">
                <a16:creationId xmlns:a16="http://schemas.microsoft.com/office/drawing/2014/main" id="{F91FE00C-DA8A-498D-B865-7D7F1A8EDE49}"/>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78599"/>
                </a:solidFill>
                <a:latin typeface="Microsoft YaHei"/>
                <a:ea typeface="Microsoft YaHei"/>
                <a:cs typeface="Microsoft YaHei"/>
              </a:defRPr>
            </a:defPPr>
            <a:lvl1pPr algn="l">
              <a:defRPr sz="1575" b="1">
                <a:solidFill>
                  <a:srgbClr val="778599"/>
                </a:solidFill>
                <a:latin typeface="Microsoft YaHei"/>
                <a:ea typeface="Microsoft YaHei"/>
                <a:cs typeface="Microsoft YaHei"/>
              </a:defRPr>
            </a:lvl1pPr>
            <a:lvl2pPr algn="l">
              <a:defRPr sz="1575" b="1">
                <a:solidFill>
                  <a:srgbClr val="778599"/>
                </a:solidFill>
                <a:latin typeface="Microsoft YaHei"/>
                <a:ea typeface="Microsoft YaHei"/>
                <a:cs typeface="Microsoft YaHei"/>
              </a:defRPr>
            </a:lvl2pPr>
            <a:lvl3pPr algn="l">
              <a:defRPr sz="1575" b="1">
                <a:solidFill>
                  <a:srgbClr val="778599"/>
                </a:solidFill>
                <a:latin typeface="Microsoft YaHei"/>
                <a:ea typeface="Microsoft YaHei"/>
                <a:cs typeface="Microsoft YaHei"/>
              </a:defRPr>
            </a:lvl3pPr>
            <a:lvl4pPr algn="l">
              <a:defRPr sz="1575" b="1">
                <a:solidFill>
                  <a:srgbClr val="778599"/>
                </a:solidFill>
                <a:latin typeface="Microsoft YaHei"/>
                <a:ea typeface="Microsoft YaHei"/>
                <a:cs typeface="Microsoft YaHei"/>
              </a:defRPr>
            </a:lvl4pPr>
            <a:lvl5pPr algn="l">
              <a:defRPr sz="1575" b="1">
                <a:solidFill>
                  <a:srgbClr val="778599"/>
                </a:solidFill>
                <a:latin typeface="Microsoft YaHei"/>
                <a:ea typeface="Microsoft YaHei"/>
                <a:cs typeface="Microsoft YaHei"/>
              </a:defRPr>
            </a:lvl5pPr>
            <a:lvl6pPr algn="l">
              <a:defRPr sz="1575" b="1">
                <a:solidFill>
                  <a:srgbClr val="778599"/>
                </a:solidFill>
                <a:latin typeface="Microsoft YaHei"/>
                <a:ea typeface="Microsoft YaHei"/>
                <a:cs typeface="Microsoft YaHei"/>
              </a:defRPr>
            </a:lvl6pPr>
            <a:lvl7pPr algn="l">
              <a:defRPr sz="1575" b="1">
                <a:solidFill>
                  <a:srgbClr val="778599"/>
                </a:solidFill>
                <a:latin typeface="Microsoft YaHei"/>
                <a:ea typeface="Microsoft YaHei"/>
                <a:cs typeface="Microsoft YaHei"/>
              </a:defRPr>
            </a:lvl7pPr>
            <a:lvl8pPr algn="l">
              <a:defRPr sz="1575" b="1">
                <a:solidFill>
                  <a:srgbClr val="778599"/>
                </a:solidFill>
                <a:latin typeface="Microsoft YaHei"/>
                <a:ea typeface="Microsoft YaHei"/>
                <a:cs typeface="Microsoft YaHei"/>
              </a:defRPr>
            </a:lvl8pPr>
            <a:lvl9pPr algn="l">
              <a:defRPr sz="1575" b="1">
                <a:solidFill>
                  <a:srgbClr val="778599"/>
                </a:solidFill>
                <a:latin typeface="Microsoft YaHei"/>
                <a:ea typeface="Microsoft YaHei"/>
                <a:cs typeface="Microsoft YaHei"/>
              </a:defRPr>
            </a:lvl9pPr>
          </a:lstStyle>
          <a:p xmlns:a="http://schemas.openxmlformats.org/drawingml/2006/main">
            <a:pPr algn="l">
              <a:lnSpc>
                <a:spcPct val="102000"/>
              </a:lnSpc>
              <a:buNone/>
              <a:defRPr sz="1575" b="1">
                <a:solidFill>
                  <a:srgbClr val="778599"/>
                </a:solidFill>
                <a:latin typeface="Microsoft YaHei"/>
                <a:ea typeface="Microsoft YaHei"/>
                <a:cs typeface="Microsoft YaHei"/>
              </a:defRPr>
            </a:pPr>
            <a:r>
              <a:rPr sz="1575" b="1">
                <a:solidFill>
                  <a:srgbClr val="778599"/>
                </a:solidFill>
                <a:latin typeface="Microsoft YaHei"/>
                <a:ea typeface="Microsoft YaHei"/>
                <a:cs typeface="Microsoft YaHei"/>
              </a:rPr>
              <a:t>C 旧接口兼容</a:t>
            </a:r>
          </a:p>
        </p:txBody>
      </p:sp>
      <p:sp>
        <p:nvSpPr>
          <p:cNvPr id="68" name="target-alias-C">
            <a:extLst xmlns:a="http://schemas.openxmlformats.org/drawingml/2006/main">
              <a:ext uri="{FF2B5EF4-FFF2-40B4-BE49-F238E27FC236}">
                <a16:creationId xmlns:a16="http://schemas.microsoft.com/office/drawing/2014/main" id="{8D288CBA-EDAF-4930-B30E-FCA80F0A2326}"/>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旧签名 / 权限 / 错误 / 返回与回调</a:t>
            </a:r>
          </a:p>
        </p:txBody>
      </p:sp>
      <p:sp>
        <p:nvSpPr>
          <p:cNvPr id="69" name="target-func-C">
            <a:extLst xmlns:a="http://schemas.openxmlformats.org/drawingml/2006/main">
              <a:ext uri="{FF2B5EF4-FFF2-40B4-BE49-F238E27FC236}">
                <a16:creationId xmlns:a16="http://schemas.microsoft.com/office/drawing/2014/main" id="{48DB6D88-56FD-4757-8BD4-CF77C4102EF8}"/>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沿用原入口、解析点及完成出口</a:t>
            </a:r>
          </a:p>
        </p:txBody>
      </p:sp>
      <p:sp>
        <p:nvSpPr>
          <p:cNvPr id="70" name="target-node-O">
            <a:extLst xmlns:a="http://schemas.openxmlformats.org/drawingml/2006/main">
              <a:ext uri="{FF2B5EF4-FFF2-40B4-BE49-F238E27FC236}">
                <a16:creationId xmlns:a16="http://schemas.microsoft.com/office/drawing/2014/main" id="{9EE2AD80-6A9A-4C1F-85B2-0DB1D313C07F}"/>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71" name="target-title-O">
            <a:extLst xmlns:a="http://schemas.openxmlformats.org/drawingml/2006/main">
              <a:ext uri="{FF2B5EF4-FFF2-40B4-BE49-F238E27FC236}">
                <a16:creationId xmlns:a16="http://schemas.microsoft.com/office/drawing/2014/main" id="{5F7F64A3-FF67-48F3-A469-6DF34E972B5E}"/>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72" name="target-alias-O">
            <a:extLst xmlns:a="http://schemas.openxmlformats.org/drawingml/2006/main">
              <a:ext uri="{FF2B5EF4-FFF2-40B4-BE49-F238E27FC236}">
                <a16:creationId xmlns:a16="http://schemas.microsoft.com/office/drawing/2014/main" id="{5A2FE78A-FFB4-4E81-A052-E25E66197A01}"/>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73" name="target-func-O">
            <a:extLst xmlns:a="http://schemas.openxmlformats.org/drawingml/2006/main">
              <a:ext uri="{FF2B5EF4-FFF2-40B4-BE49-F238E27FC236}">
                <a16:creationId xmlns:a16="http://schemas.microsoft.com/office/drawing/2014/main" id="{14B521F7-6297-4A52-A266-F91100BAAFEB}"/>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等待 / 超时 / 冲突</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本轮目标与步骤</a:t>
            </a:r>
          </a:p>
        </p:txBody>
      </p:sp>
      <p:sp>
        <p:nvSpPr>
          <p:cNvPr id="74" name="target-node-T">
            <a:extLst xmlns:a="http://schemas.openxmlformats.org/drawingml/2006/main">
              <a:ext uri="{FF2B5EF4-FFF2-40B4-BE49-F238E27FC236}">
                <a16:creationId xmlns:a16="http://schemas.microsoft.com/office/drawing/2014/main" id="{D3FFFACD-6FB9-43F8-9055-E3DE97E32664}"/>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75" name="target-title-T">
            <a:extLst xmlns:a="http://schemas.openxmlformats.org/drawingml/2006/main">
              <a:ext uri="{FF2B5EF4-FFF2-40B4-BE49-F238E27FC236}">
                <a16:creationId xmlns:a16="http://schemas.microsoft.com/office/drawing/2014/main" id="{BAAE2D4A-0857-44C8-A10C-44E4E86456B0}"/>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76" name="target-alias-T">
            <a:extLst xmlns:a="http://schemas.openxmlformats.org/drawingml/2006/main">
              <a:ext uri="{FF2B5EF4-FFF2-40B4-BE49-F238E27FC236}">
                <a16:creationId xmlns:a16="http://schemas.microsoft.com/office/drawing/2014/main" id="{008B2834-D17F-4CE7-98E6-E8847622A702}"/>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77" name="target-func-T">
            <a:extLst xmlns:a="http://schemas.openxmlformats.org/drawingml/2006/main">
              <a:ext uri="{FF2B5EF4-FFF2-40B4-BE49-F238E27FC236}">
                <a16:creationId xmlns:a16="http://schemas.microsoft.com/office/drawing/2014/main" id="{03CBB458-255E-4698-A43D-6269A17001D9}"/>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账户 / 当前绑定</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返回 active 关联目标</a:t>
            </a:r>
          </a:p>
        </p:txBody>
      </p:sp>
      <p:sp>
        <p:nvSpPr>
          <p:cNvPr id="78" name="target-node-A">
            <a:extLst xmlns:a="http://schemas.openxmlformats.org/drawingml/2006/main">
              <a:ext uri="{FF2B5EF4-FFF2-40B4-BE49-F238E27FC236}">
                <a16:creationId xmlns:a16="http://schemas.microsoft.com/office/drawing/2014/main" id="{77A8BF32-98FA-42F8-80AC-F7DE9C4D9326}"/>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79" name="target-title-A">
            <a:extLst xmlns:a="http://schemas.openxmlformats.org/drawingml/2006/main">
              <a:ext uri="{FF2B5EF4-FFF2-40B4-BE49-F238E27FC236}">
                <a16:creationId xmlns:a16="http://schemas.microsoft.com/office/drawing/2014/main" id="{806B8E13-CE1F-4775-A315-CFC1416853E3}"/>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A 角色与资源</a:t>
            </a:r>
          </a:p>
        </p:txBody>
      </p:sp>
      <p:sp>
        <p:nvSpPr>
          <p:cNvPr id="80" name="target-alias-A">
            <a:extLst xmlns:a="http://schemas.openxmlformats.org/drawingml/2006/main">
              <a:ext uri="{FF2B5EF4-FFF2-40B4-BE49-F238E27FC236}">
                <a16:creationId xmlns:a16="http://schemas.microsoft.com/office/drawing/2014/main" id="{1148F92D-CB7F-4288-A09C-606DF811A836}"/>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AssignmentService</a:t>
            </a:r>
          </a:p>
        </p:txBody>
      </p:sp>
      <p:sp>
        <p:nvSpPr>
          <p:cNvPr id="81" name="target-func-A">
            <a:extLst xmlns:a="http://schemas.openxmlformats.org/drawingml/2006/main">
              <a:ext uri="{FF2B5EF4-FFF2-40B4-BE49-F238E27FC236}">
                <a16:creationId xmlns:a16="http://schemas.microsoft.com/office/drawing/2014/main" id="{A9EBCEA8-DE13-4C57-94D9-E7F779C15D04}"/>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共享资源与角色约束</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仅返回纯裁决输入</a:t>
            </a:r>
          </a:p>
        </p:txBody>
      </p:sp>
      <p:sp>
        <p:nvSpPr>
          <p:cNvPr id="82" name="target-node-DO">
            <a:extLst xmlns:a="http://schemas.openxmlformats.org/drawingml/2006/main">
              <a:ext uri="{FF2B5EF4-FFF2-40B4-BE49-F238E27FC236}">
                <a16:creationId xmlns:a16="http://schemas.microsoft.com/office/drawing/2014/main" id="{67A99E43-AA2B-4B65-AC11-8FB1E548C7CF}"/>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83" name="target-title-DO">
            <a:extLst xmlns:a="http://schemas.openxmlformats.org/drawingml/2006/main">
              <a:ext uri="{FF2B5EF4-FFF2-40B4-BE49-F238E27FC236}">
                <a16:creationId xmlns:a16="http://schemas.microsoft.com/office/drawing/2014/main" id="{70CA2498-5511-4597-9D9E-08A06C1F55F2}"/>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OperationContext</a:t>
            </a:r>
          </a:p>
        </p:txBody>
      </p:sp>
      <p:sp>
        <p:nvSpPr>
          <p:cNvPr id="84" name="target-func-DO">
            <a:extLst xmlns:a="http://schemas.openxmlformats.org/drawingml/2006/main">
              <a:ext uri="{FF2B5EF4-FFF2-40B4-BE49-F238E27FC236}">
                <a16:creationId xmlns:a16="http://schemas.microsoft.com/office/drawing/2014/main" id="{4E5D65C8-8A96-4218-AB0D-AB6D9C17743A}"/>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纯操作状态 / 值对象</a:t>
            </a:r>
          </a:p>
        </p:txBody>
      </p:sp>
      <p:sp>
        <p:nvSpPr>
          <p:cNvPr id="85" name="target-node-DT">
            <a:extLst xmlns:a="http://schemas.openxmlformats.org/drawingml/2006/main">
              <a:ext uri="{FF2B5EF4-FFF2-40B4-BE49-F238E27FC236}">
                <a16:creationId xmlns:a16="http://schemas.microsoft.com/office/drawing/2014/main" id="{DCA982AC-458A-46BF-80E7-800A0246ADDE}"/>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86" name="target-title-DT">
            <a:extLst xmlns:a="http://schemas.openxmlformats.org/drawingml/2006/main">
              <a:ext uri="{FF2B5EF4-FFF2-40B4-BE49-F238E27FC236}">
                <a16:creationId xmlns:a16="http://schemas.microsoft.com/office/drawing/2014/main" id="{66F10A6E-4CAC-45F8-A293-E50C98919BAC}"/>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TopologyAggregate</a:t>
            </a:r>
          </a:p>
        </p:txBody>
      </p:sp>
      <p:sp>
        <p:nvSpPr>
          <p:cNvPr id="87" name="target-func-DT">
            <a:extLst xmlns:a="http://schemas.openxmlformats.org/drawingml/2006/main">
              <a:ext uri="{FF2B5EF4-FFF2-40B4-BE49-F238E27FC236}">
                <a16:creationId xmlns:a16="http://schemas.microsoft.com/office/drawing/2014/main" id="{97E4003E-19F3-40D8-97A0-074556349DDF}"/>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纯账户 / 绑定规则</a:t>
            </a:r>
          </a:p>
        </p:txBody>
      </p:sp>
      <p:sp>
        <p:nvSpPr>
          <p:cNvPr id="88" name="target-node-DA">
            <a:extLst xmlns:a="http://schemas.openxmlformats.org/drawingml/2006/main">
              <a:ext uri="{FF2B5EF4-FFF2-40B4-BE49-F238E27FC236}">
                <a16:creationId xmlns:a16="http://schemas.microsoft.com/office/drawing/2014/main" id="{DEF8BB86-D04B-458B-AD71-E82AEE214EDB}"/>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89" name="target-title-DA">
            <a:extLst xmlns:a="http://schemas.openxmlformats.org/drawingml/2006/main">
              <a:ext uri="{FF2B5EF4-FFF2-40B4-BE49-F238E27FC236}">
                <a16:creationId xmlns:a16="http://schemas.microsoft.com/office/drawing/2014/main" id="{E78C5C4D-6A46-4206-8BB6-4161B24B0C70}"/>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AssignmentPolicy</a:t>
            </a:r>
          </a:p>
        </p:txBody>
      </p:sp>
      <p:sp>
        <p:nvSpPr>
          <p:cNvPr id="90" name="target-func-DA">
            <a:extLst xmlns:a="http://schemas.openxmlformats.org/drawingml/2006/main">
              <a:ext uri="{FF2B5EF4-FFF2-40B4-BE49-F238E27FC236}">
                <a16:creationId xmlns:a16="http://schemas.microsoft.com/office/drawing/2014/main" id="{94FD4322-C34E-49C2-880D-72EFC8E2FA95}"/>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纯角色 / 资源约束</a:t>
            </a:r>
          </a:p>
        </p:txBody>
      </p:sp>
      <p:sp>
        <p:nvSpPr>
          <p:cNvPr id="91" name="target-node-R">
            <a:extLst xmlns:a="http://schemas.openxmlformats.org/drawingml/2006/main">
              <a:ext uri="{FF2B5EF4-FFF2-40B4-BE49-F238E27FC236}">
                <a16:creationId xmlns:a16="http://schemas.microsoft.com/office/drawing/2014/main" id="{EEA3F248-FAF8-46CD-905B-56BAE01142B1}"/>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92" name="target-title-R">
            <a:extLst xmlns:a="http://schemas.openxmlformats.org/drawingml/2006/main">
              <a:ext uri="{FF2B5EF4-FFF2-40B4-BE49-F238E27FC236}">
                <a16:creationId xmlns:a16="http://schemas.microsoft.com/office/drawing/2014/main" id="{5035078E-F582-4546-87FA-30826134AAD9}"/>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R 卡运行 · CardRuntime</a:t>
            </a:r>
          </a:p>
        </p:txBody>
      </p:sp>
      <p:sp>
        <p:nvSpPr>
          <p:cNvPr id="93" name="target-func-R">
            <a:extLst xmlns:a="http://schemas.openxmlformats.org/drawingml/2006/main">
              <a:ext uri="{FF2B5EF4-FFF2-40B4-BE49-F238E27FC236}">
                <a16:creationId xmlns:a16="http://schemas.microsoft.com/office/drawing/2014/main" id="{AF3BBDEE-30EB-430D-A30C-F4FD0C80DBD2}"/>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Session / Request / 卡侧缓存</a:t>
            </a:r>
          </a:p>
        </p:txBody>
      </p:sp>
      <p:sp>
        <p:nvSpPr>
          <p:cNvPr id="94" name="target-node-I">
            <a:extLst xmlns:a="http://schemas.openxmlformats.org/drawingml/2006/main">
              <a:ext uri="{FF2B5EF4-FFF2-40B4-BE49-F238E27FC236}">
                <a16:creationId xmlns:a16="http://schemas.microsoft.com/office/drawing/2014/main" id="{36A85758-911A-4418-A1D9-A9E0420ECEB3}"/>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95" name="target-title-I">
            <a:extLst xmlns:a="http://schemas.openxmlformats.org/drawingml/2006/main">
              <a:ext uri="{FF2B5EF4-FFF2-40B4-BE49-F238E27FC236}">
                <a16:creationId xmlns:a16="http://schemas.microsoft.com/office/drawing/2014/main" id="{44A3EDFE-1744-4B82-9EDA-0D8B489C3B04}"/>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96" name="target-func-I">
            <a:extLst xmlns:a="http://schemas.openxmlformats.org/drawingml/2006/main">
              <a:ext uri="{FF2B5EF4-FFF2-40B4-BE49-F238E27FC236}">
                <a16:creationId xmlns:a16="http://schemas.microsoft.com/office/drawing/2014/main" id="{D1558274-2E10-48E9-AF50-9E9A5B3689E6}"/>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DataShare / 参数 / Hook</a:t>
            </a:r>
          </a:p>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按原协议存储与输出</a:t>
            </a:r>
          </a:p>
        </p:txBody>
      </p:sp>
      <p:sp>
        <p:nvSpPr>
          <p:cNvPr id="97" name="host-note">
            <a:extLst xmlns:a="http://schemas.openxmlformats.org/drawingml/2006/main">
              <a:ext uri="{FF2B5EF4-FFF2-40B4-BE49-F238E27FC236}">
                <a16:creationId xmlns:a16="http://schemas.microsoft.com/office/drawing/2014/main" id="{61FE4B2F-94EC-4083-90AF-740D00A50B4A}"/>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98" name="invariant-rule">
            <a:extLst xmlns:a="http://schemas.openxmlformats.org/drawingml/2006/main">
              <a:ext uri="{FF2B5EF4-FFF2-40B4-BE49-F238E27FC236}">
                <a16:creationId xmlns:a16="http://schemas.microsoft.com/office/drawing/2014/main" id="{D04DEB77-F8E1-40DB-A443-EDA80E47658B}"/>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9" name="invariant">
            <a:extLst xmlns:a="http://schemas.openxmlformats.org/drawingml/2006/main">
              <a:ext uri="{FF2B5EF4-FFF2-40B4-BE49-F238E27FC236}">
                <a16:creationId xmlns:a16="http://schemas.microsoft.com/office/drawing/2014/main" id="{EC708E01-EFFD-4676-97E7-127C310D2E51}"/>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保持：设备 → active 缓存 / Hook → DB；部分失败不整体回滚，原重复输出逐路径保留。</a:t>
            </a:r>
          </a:p>
        </p:txBody>
      </p:sp>
      <p:sp>
        <p:nvSpPr>
          <p:cNvPr id="100" name="footer">
            <a:extLst xmlns:a="http://schemas.openxmlformats.org/drawingml/2006/main">
              <a:ext uri="{FF2B5EF4-FFF2-40B4-BE49-F238E27FC236}">
                <a16:creationId xmlns:a16="http://schemas.microsoft.com/office/drawing/2014/main" id="{C19D44A5-B0FE-42ED-BE68-E61880832AFB}"/>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01" name="page-number">
            <a:extLst xmlns:a="http://schemas.openxmlformats.org/drawingml/2006/main">
              <a:ext uri="{FF2B5EF4-FFF2-40B4-BE49-F238E27FC236}">
                <a16:creationId xmlns:a16="http://schemas.microsoft.com/office/drawing/2014/main" id="{B2148054-77AD-4431-8D78-EA2CD73B60E6}"/>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激活 / ② 目标 / 规则</a:t>
            </a:r>
          </a:p>
        </p:txBody>
      </p:sp>
    </p:spTree>
    <p:extLst>
      <p:ext uri="{BB962C8B-B14F-4D97-AF65-F5344CB8AC3E}">
        <p14:creationId xmlns:p14="http://schemas.microsoft.com/office/powerpoint/2010/main" val="1064957442"/>
      </p:ext>
    </p:extLst>
  </p:cSld>
  <p:transition spd="fast" advClick="0">
    <p:fade/>
  </p:transition>
</p:sld>
</file>

<file path=ppt/slides/slide28.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5" name="accent">
            <a:extLst xmlns:a="http://schemas.openxmlformats.org/drawingml/2006/main">
              <a:ext uri="{FF2B5EF4-FFF2-40B4-BE49-F238E27FC236}">
                <a16:creationId xmlns:a16="http://schemas.microsoft.com/office/drawing/2014/main" id="{D54085B2-A062-4010-B3F8-44FD2145FF75}"/>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F75EF03C-B5DB-435F-854F-6CF4FA914934}"/>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357B3454-DD9A-4342-89FE-A3FC88A59EA2}"/>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C94EAE30-1A13-48ED-A89B-8C393DD61E9C}"/>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B38766E4-EC33-4383-BB69-B3A44E91B73B}"/>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6142EF10-24AF-41C1-A8BF-CBD8111BD6EB}"/>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526814A9-70D1-4593-AA00-F4662095FA27}"/>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200B2E14-3352-40A4-AE44-025CE3FD4E1B}"/>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FCB85860-2D6F-405E-B63E-AF2A358560B7}"/>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DE713DEF-C849-4135-855B-F072A346A651}"/>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CBDC183A-8968-41E5-94DF-CC74BB875132}"/>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B840CC10-75A9-499D-9257-C898659576A6}"/>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CFFAF478-5089-4183-BAC4-2185B029A526}"/>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BFEC8890-0F20-4467-9E6E-D6D741B2BE27}"/>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90FE160F-1DC7-479F-9F24-AAD5E5AAC358}"/>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41D51F58-94AD-4246-BD98-D296FB61DFE8}"/>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5B0294CF-3159-4CE9-B671-2A246C1191B2}"/>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9F342CCC-14E1-480D-9E09-C242D2A0064D}"/>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FC007AE3-A1C8-474A-A0DA-E262BDAD6F92}"/>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99C30CBC-CE25-42FA-BBA1-EA7983FEB55E}"/>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③ 设备执行：激活命令仍由生产 Radio / RIL 执行；O 保存本轮步骤，R 负责协议与发起关联。</a:t>
            </a:r>
          </a:p>
        </p:txBody>
      </p:sp>
      <p:sp>
        <p:nvSpPr>
          <p:cNvPr id="21" name="top-rule">
            <a:extLst xmlns:a="http://schemas.openxmlformats.org/drawingml/2006/main">
              <a:ext uri="{FF2B5EF4-FFF2-40B4-BE49-F238E27FC236}">
                <a16:creationId xmlns:a16="http://schemas.microsoft.com/office/drawing/2014/main" id="{2A0E4904-767E-4EFD-BC23-B2AEAA4A48B0}"/>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B35B7DB5-296D-43F5-AE63-318A8097B2AB}"/>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720707E5-641C-49E9-AB1F-F8CFA21B9057}"/>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E0E27D36-6F25-4239-82A2-D3202B1F9D33}"/>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KR">
            <a:extLst xmlns:a="http://schemas.openxmlformats.org/drawingml/2006/main">
              <a:ext uri="{FF2B5EF4-FFF2-40B4-BE49-F238E27FC236}">
                <a16:creationId xmlns:a16="http://schemas.microsoft.com/office/drawing/2014/main" id="{051E3D21-BC29-4393-8CC0-8E688E03BF68}"/>
              </a:ext>
            </a:extLst>
          </p:cNvPr>
          <p:cNvSpPr>
            <a:spLocks xmlns:a="http://schemas.openxmlformats.org/drawingml/2006/main" noGrp="1"/>
          </p:cNvSpPr>
          <p:nvPr/>
        </p:nvSpPr>
        <p:spPr>
          <a:xfrm xmlns:a="http://schemas.openxmlformats.org/drawingml/2006/main">
            <a:off x="3009900" y="3748088"/>
            <a:ext cx="342900" cy="9525"/>
          </a:xfrm>
          <a:custGeom xmlns:a="http://schemas.openxmlformats.org/drawingml/2006/main">
            <a:pathLst>
              <a:path w="342900" h="9525">
                <a:moveTo>
                  <a:pt x="0" y="4763"/>
                </a:moveTo>
                <a:lnTo>
                  <a:pt x="342900" y="4763"/>
                </a:lnTo>
              </a:path>
            </a:pathLst>
          </a:custGeom>
          <a:noFill xmlns:a="http://schemas.openxmlformats.org/drawingml/2006/main"/>
          <a:ln xmlns:a="http://schemas.openxmlformats.org/drawingml/2006/main" w="17145">
            <a:solidFill>
              <a:srgbClr val="246AB8"/>
            </a:solidFill>
            <a:prstDash val="solid"/>
          </a:ln>
        </p:spPr>
      </p:sp>
      <p:sp>
        <p:nvSpPr>
          <p:cNvPr id="26" name="legacy-edge-KR-head">
            <a:extLst xmlns:a="http://schemas.openxmlformats.org/drawingml/2006/main">
              <a:ext uri="{FF2B5EF4-FFF2-40B4-BE49-F238E27FC236}">
                <a16:creationId xmlns:a16="http://schemas.microsoft.com/office/drawing/2014/main" id="{01D5F490-4644-4777-A5B6-6943799E8DB2}"/>
              </a:ext>
            </a:extLst>
          </p:cNvPr>
          <p:cNvSpPr>
            <a:spLocks xmlns:a="http://schemas.openxmlformats.org/drawingml/2006/main" noGrp="1"/>
          </p:cNvSpPr>
          <p:nvPr/>
        </p:nvSpPr>
        <p:spPr>
          <a:xfrm xmlns:a="http://schemas.openxmlformats.org/drawingml/2006/main">
            <a:off x="3295650" y="37242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27" name="legacy-edge-label-KR">
            <a:extLst xmlns:a="http://schemas.openxmlformats.org/drawingml/2006/main">
              <a:ext uri="{FF2B5EF4-FFF2-40B4-BE49-F238E27FC236}">
                <a16:creationId xmlns:a16="http://schemas.microsoft.com/office/drawing/2014/main" id="{981FCDF2-0204-4168-AD43-3DC727FC6A2C}"/>
              </a:ext>
            </a:extLst>
          </p:cNvPr>
          <p:cNvSpPr>
            <a:spLocks xmlns:a="http://schemas.openxmlformats.org/drawingml/2006/main" noGrp="1"/>
          </p:cNvSpPr>
          <p:nvPr/>
        </p:nvSpPr>
        <p:spPr>
          <a:xfrm xmlns:a="http://schemas.openxmlformats.org/drawingml/2006/main">
            <a:off x="3057525" y="35242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③</a:t>
            </a:r>
          </a:p>
        </p:txBody>
      </p:sp>
      <p:sp>
        <p:nvSpPr>
          <p:cNvPr id="28" name="legacy-node-E">
            <a:extLst xmlns:a="http://schemas.openxmlformats.org/drawingml/2006/main">
              <a:ext uri="{FF2B5EF4-FFF2-40B4-BE49-F238E27FC236}">
                <a16:creationId xmlns:a16="http://schemas.microsoft.com/office/drawing/2014/main" id="{9F4D729C-AF06-4957-B891-048594F241D6}"/>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29" name="legacy-title-E">
            <a:extLst xmlns:a="http://schemas.openxmlformats.org/drawingml/2006/main">
              <a:ext uri="{FF2B5EF4-FFF2-40B4-BE49-F238E27FC236}">
                <a16:creationId xmlns:a16="http://schemas.microsoft.com/office/drawing/2014/main" id="{C64BE910-A678-48D1-8CFB-025DACAE4871}"/>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CoreServiceSim → SimManager</a:t>
            </a:r>
          </a:p>
        </p:txBody>
      </p:sp>
      <p:sp>
        <p:nvSpPr>
          <p:cNvPr id="30" name="legacy-line-E-0">
            <a:extLst xmlns:a="http://schemas.openxmlformats.org/drawingml/2006/main">
              <a:ext uri="{FF2B5EF4-FFF2-40B4-BE49-F238E27FC236}">
                <a16:creationId xmlns:a16="http://schemas.microsoft.com/office/drawing/2014/main" id="{5F9D1A15-9B1A-47E0-88D1-2885C150CEE7}"/>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enable；沿用旧检查与返回</a:t>
            </a:r>
          </a:p>
        </p:txBody>
      </p:sp>
      <p:sp>
        <p:nvSpPr>
          <p:cNvPr id="31" name="legacy-node-K">
            <a:extLst xmlns:a="http://schemas.openxmlformats.org/drawingml/2006/main">
              <a:ext uri="{FF2B5EF4-FFF2-40B4-BE49-F238E27FC236}">
                <a16:creationId xmlns:a16="http://schemas.microsoft.com/office/drawing/2014/main" id="{9141C97E-8D07-40E9-ADA4-89186416D1E5}"/>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2" name="legacy-title-K">
            <a:extLst xmlns:a="http://schemas.openxmlformats.org/drawingml/2006/main">
              <a:ext uri="{FF2B5EF4-FFF2-40B4-BE49-F238E27FC236}">
                <a16:creationId xmlns:a16="http://schemas.microsoft.com/office/drawing/2014/main" id="{7647B285-4CF0-40C2-B0C9-509885A103C3}"/>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3" name="legacy-alias-K">
            <a:extLst xmlns:a="http://schemas.openxmlformats.org/drawingml/2006/main">
              <a:ext uri="{FF2B5EF4-FFF2-40B4-BE49-F238E27FC236}">
                <a16:creationId xmlns:a16="http://schemas.microsoft.com/office/drawing/2014/main" id="{B6A97C03-33E2-4D1C-A5B1-83E81C0D77C5}"/>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SetActiveCommonSim（普通路径）</a:t>
            </a:r>
          </a:p>
        </p:txBody>
      </p:sp>
      <p:sp>
        <p:nvSpPr>
          <p:cNvPr id="34" name="legacy-line-K-0">
            <a:extLst xmlns:a="http://schemas.openxmlformats.org/drawingml/2006/main">
              <a:ext uri="{FF2B5EF4-FFF2-40B4-BE49-F238E27FC236}">
                <a16:creationId xmlns:a16="http://schemas.microsoft.com/office/drawing/2014/main" id="{B47B027F-3A0F-41BD-81A2-DE2D7823E9FA}"/>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等待主卡切换 / 目标检查</a:t>
            </a:r>
          </a:p>
        </p:txBody>
      </p:sp>
      <p:sp>
        <p:nvSpPr>
          <p:cNvPr id="35" name="legacy-line-K-1">
            <a:extLst xmlns:a="http://schemas.openxmlformats.org/drawingml/2006/main">
              <a:ext uri="{FF2B5EF4-FFF2-40B4-BE49-F238E27FC236}">
                <a16:creationId xmlns:a16="http://schemas.microsoft.com/office/drawing/2014/main" id="{AF1F8DF9-322C-459E-84EC-67F07B82DBCD}"/>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active 缓存 / Hook</a:t>
            </a:r>
          </a:p>
        </p:txBody>
      </p:sp>
      <p:sp>
        <p:nvSpPr>
          <p:cNvPr id="36" name="legacy-line-K-2">
            <a:extLst xmlns:a="http://schemas.openxmlformats.org/drawingml/2006/main">
              <a:ext uri="{FF2B5EF4-FFF2-40B4-BE49-F238E27FC236}">
                <a16:creationId xmlns:a16="http://schemas.microsoft.com/office/drawing/2014/main" id="{E1CAA9B6-C8D8-4258-99DC-D3D45CEF7246}"/>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UpdateDBSetActiveResult</a:t>
            </a:r>
          </a:p>
        </p:txBody>
      </p:sp>
      <p:sp>
        <p:nvSpPr>
          <p:cNvPr id="37" name="legacy-node-R">
            <a:extLst xmlns:a="http://schemas.openxmlformats.org/drawingml/2006/main">
              <a:ext uri="{FF2B5EF4-FFF2-40B4-BE49-F238E27FC236}">
                <a16:creationId xmlns:a16="http://schemas.microsoft.com/office/drawing/2014/main" id="{EE8D3DA7-A995-47AC-B149-E7B8E6B9F255}"/>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8" name="legacy-title-R">
            <a:extLst xmlns:a="http://schemas.openxmlformats.org/drawingml/2006/main">
              <a:ext uri="{FF2B5EF4-FFF2-40B4-BE49-F238E27FC236}">
                <a16:creationId xmlns:a16="http://schemas.microsoft.com/office/drawing/2014/main" id="{73147721-1DAF-4CC6-AE52-9807F71DCDF6}"/>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RadioProtocolController</a:t>
            </a:r>
          </a:p>
        </p:txBody>
      </p:sp>
      <p:sp>
        <p:nvSpPr>
          <p:cNvPr id="39" name="legacy-alias-R">
            <a:extLst xmlns:a="http://schemas.openxmlformats.org/drawingml/2006/main">
              <a:ext uri="{FF2B5EF4-FFF2-40B4-BE49-F238E27FC236}">
                <a16:creationId xmlns:a16="http://schemas.microsoft.com/office/drawing/2014/main" id="{2F687F52-1628-432D-ABF9-14EB59AEF415}"/>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TelRilManager / 原设备等待</a:t>
            </a:r>
          </a:p>
        </p:txBody>
      </p:sp>
      <p:sp>
        <p:nvSpPr>
          <p:cNvPr id="40" name="legacy-line-bg-R-0">
            <a:extLst xmlns:a="http://schemas.openxmlformats.org/drawingml/2006/main">
              <a:ext uri="{FF2B5EF4-FFF2-40B4-BE49-F238E27FC236}">
                <a16:creationId xmlns:a16="http://schemas.microsoft.com/office/drawing/2014/main" id="{404873F3-E81C-4997-8429-0D0EA7E47B21}"/>
              </a:ext>
            </a:extLst>
          </p:cNvPr>
          <p:cNvSpPr>
            <a:spLocks xmlns:a="http://schemas.openxmlformats.org/drawingml/2006/main" noGrp="1"/>
          </p:cNvSpPr>
          <p:nvPr/>
        </p:nvSpPr>
        <p:spPr>
          <a:xfrm xmlns:a="http://schemas.openxmlformats.org/drawingml/2006/main">
            <a:off x="3419475" y="3895725"/>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1" name="legacy-line-R-0">
            <a:extLst xmlns:a="http://schemas.openxmlformats.org/drawingml/2006/main">
              <a:ext uri="{FF2B5EF4-FFF2-40B4-BE49-F238E27FC236}">
                <a16:creationId xmlns:a16="http://schemas.microsoft.com/office/drawing/2014/main" id="{7B04C958-2F0F-4420-B070-C77C2A5FF6CD}"/>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③ SetActiveSimToRil</a:t>
            </a:r>
          </a:p>
        </p:txBody>
      </p:sp>
      <p:sp>
        <p:nvSpPr>
          <p:cNvPr id="42" name="legacy-line-R-1">
            <a:extLst xmlns:a="http://schemas.openxmlformats.org/drawingml/2006/main">
              <a:ext uri="{FF2B5EF4-FFF2-40B4-BE49-F238E27FC236}">
                <a16:creationId xmlns:a16="http://schemas.microsoft.com/office/drawing/2014/main" id="{F4F82CB1-D40C-456C-99E0-846A511FA337}"/>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接收设备结果、唤醒等待</a:t>
            </a:r>
          </a:p>
        </p:txBody>
      </p:sp>
      <p:sp>
        <p:nvSpPr>
          <p:cNvPr id="43" name="legacy-line-R-2">
            <a:extLst xmlns:a="http://schemas.openxmlformats.org/drawingml/2006/main">
              <a:ext uri="{FF2B5EF4-FFF2-40B4-BE49-F238E27FC236}">
                <a16:creationId xmlns:a16="http://schemas.microsoft.com/office/drawing/2014/main" id="{5D540D5D-CB16-4882-85F1-1A8A03107F62}"/>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已有请求关联继续复用</a:t>
            </a:r>
          </a:p>
        </p:txBody>
      </p:sp>
      <p:sp>
        <p:nvSpPr>
          <p:cNvPr id="44" name="legacy-node-D">
            <a:extLst xmlns:a="http://schemas.openxmlformats.org/drawingml/2006/main">
              <a:ext uri="{FF2B5EF4-FFF2-40B4-BE49-F238E27FC236}">
                <a16:creationId xmlns:a16="http://schemas.microsoft.com/office/drawing/2014/main" id="{08E11DFB-783C-4076-989C-E4350FB575DA}"/>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5" name="legacy-title-D">
            <a:extLst xmlns:a="http://schemas.openxmlformats.org/drawingml/2006/main">
              <a:ext uri="{FF2B5EF4-FFF2-40B4-BE49-F238E27FC236}">
                <a16:creationId xmlns:a16="http://schemas.microsoft.com/office/drawing/2014/main" id="{BA911A87-682D-4418-AFEB-E906A7334024}"/>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SimRdbHelper</a:t>
            </a:r>
          </a:p>
        </p:txBody>
      </p:sp>
      <p:sp>
        <p:nvSpPr>
          <p:cNvPr id="46" name="legacy-line-D-0">
            <a:extLst xmlns:a="http://schemas.openxmlformats.org/drawingml/2006/main">
              <a:ext uri="{FF2B5EF4-FFF2-40B4-BE49-F238E27FC236}">
                <a16:creationId xmlns:a16="http://schemas.microsoft.com/office/drawing/2014/main" id="{DA5D5270-F515-4DD3-AF4E-0578B9E934E8}"/>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⑤ DataShare：IS_ACTIVE</a:t>
            </a:r>
          </a:p>
        </p:txBody>
      </p:sp>
      <p:sp>
        <p:nvSpPr>
          <p:cNvPr id="47" name="legacy-node-N">
            <a:extLst xmlns:a="http://schemas.openxmlformats.org/drawingml/2006/main">
              <a:ext uri="{FF2B5EF4-FFF2-40B4-BE49-F238E27FC236}">
                <a16:creationId xmlns:a16="http://schemas.microsoft.com/office/drawing/2014/main" id="{4BD75F7B-12B4-4DBF-98C7-1FDBE1DABD00}"/>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8" name="legacy-title-N">
            <a:extLst xmlns:a="http://schemas.openxmlformats.org/drawingml/2006/main">
              <a:ext uri="{FF2B5EF4-FFF2-40B4-BE49-F238E27FC236}">
                <a16:creationId xmlns:a16="http://schemas.microsoft.com/office/drawing/2014/main" id="{4E81D337-2219-418F-8D32-632C4A9A8C8E}"/>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原 Hook 与完成出口</a:t>
            </a:r>
          </a:p>
        </p:txBody>
      </p:sp>
      <p:sp>
        <p:nvSpPr>
          <p:cNvPr id="49" name="legacy-line-N-0">
            <a:extLst xmlns:a="http://schemas.openxmlformats.org/drawingml/2006/main">
              <a:ext uri="{FF2B5EF4-FFF2-40B4-BE49-F238E27FC236}">
                <a16:creationId xmlns:a16="http://schemas.microsoft.com/office/drawing/2014/main" id="{BF252F2A-2105-4BEE-8803-411ACD9265A2}"/>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 ⑤ UpdateSubState</a:t>
            </a:r>
          </a:p>
        </p:txBody>
      </p:sp>
      <p:sp>
        <p:nvSpPr>
          <p:cNvPr id="50" name="legacy-line-N-1">
            <a:extLst xmlns:a="http://schemas.openxmlformats.org/drawingml/2006/main">
              <a:ext uri="{FF2B5EF4-FFF2-40B4-BE49-F238E27FC236}">
                <a16:creationId xmlns:a16="http://schemas.microsoft.com/office/drawing/2014/main" id="{678DE81C-2635-4F73-A717-C2FB6ABB6B23}"/>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成功后检查是否切主卡</a:t>
            </a:r>
          </a:p>
        </p:txBody>
      </p:sp>
      <p:sp>
        <p:nvSpPr>
          <p:cNvPr id="51" name="legacy-flow-note">
            <a:extLst xmlns:a="http://schemas.openxmlformats.org/drawingml/2006/main">
              <a:ext uri="{FF2B5EF4-FFF2-40B4-BE49-F238E27FC236}">
                <a16:creationId xmlns:a16="http://schemas.microsoft.com/office/drawing/2014/main" id="{A3BB3125-BF26-400C-AAC5-C1B3154478FC}"/>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SetActiveCommonSim · non-force；省略透传函数及中间调用栈</a:t>
            </a:r>
          </a:p>
        </p:txBody>
      </p:sp>
      <p:sp>
        <p:nvSpPr>
          <p:cNvPr id="52" name="application-label">
            <a:extLst xmlns:a="http://schemas.openxmlformats.org/drawingml/2006/main">
              <a:ext uri="{FF2B5EF4-FFF2-40B4-BE49-F238E27FC236}">
                <a16:creationId xmlns:a16="http://schemas.microsoft.com/office/drawing/2014/main" id="{A8365031-6E57-47AA-A763-3E0DA14741B7}"/>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3" name="domain-label">
            <a:extLst xmlns:a="http://schemas.openxmlformats.org/drawingml/2006/main">
              <a:ext uri="{FF2B5EF4-FFF2-40B4-BE49-F238E27FC236}">
                <a16:creationId xmlns:a16="http://schemas.microsoft.com/office/drawing/2014/main" id="{1B89B661-08EC-4FA2-BA9B-DA2838386848}"/>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4" name="target-edge-OR">
            <a:extLst xmlns:a="http://schemas.openxmlformats.org/drawingml/2006/main">
              <a:ext uri="{FF2B5EF4-FFF2-40B4-BE49-F238E27FC236}">
                <a16:creationId xmlns:a16="http://schemas.microsoft.com/office/drawing/2014/main" id="{5CA29C6F-043D-41E5-B86F-73A2E1A29AFA}"/>
              </a:ext>
            </a:extLst>
          </p:cNvPr>
          <p:cNvSpPr>
            <a:spLocks xmlns:a="http://schemas.openxmlformats.org/drawingml/2006/main" noGrp="1"/>
          </p:cNvSpPr>
          <p:nvPr/>
        </p:nvSpPr>
        <p:spPr>
          <a:xfrm xmlns:a="http://schemas.openxmlformats.org/drawingml/2006/main">
            <a:off x="6448425" y="3648075"/>
            <a:ext cx="142875" cy="1809750"/>
          </a:xfrm>
          <a:custGeom xmlns:a="http://schemas.openxmlformats.org/drawingml/2006/main">
            <a:pathLst>
              <a:path w="142875" h="1809750">
                <a:moveTo>
                  <a:pt x="142875" y="0"/>
                </a:moveTo>
                <a:lnTo>
                  <a:pt x="0" y="0"/>
                </a:lnTo>
                <a:lnTo>
                  <a:pt x="0" y="1809750"/>
                </a:lnTo>
                <a:lnTo>
                  <a:pt x="142875" y="1809750"/>
                </a:lnTo>
              </a:path>
            </a:pathLst>
          </a:custGeom>
          <a:noFill xmlns:a="http://schemas.openxmlformats.org/drawingml/2006/main"/>
          <a:ln xmlns:a="http://schemas.openxmlformats.org/drawingml/2006/main" w="16193">
            <a:solidFill>
              <a:srgbClr val="246AB8"/>
            </a:solidFill>
            <a:prstDash val="solid"/>
          </a:ln>
        </p:spPr>
      </p:sp>
      <p:sp>
        <p:nvSpPr>
          <p:cNvPr id="55" name="target-edge-OR-head">
            <a:extLst xmlns:a="http://schemas.openxmlformats.org/drawingml/2006/main">
              <a:ext uri="{FF2B5EF4-FFF2-40B4-BE49-F238E27FC236}">
                <a16:creationId xmlns:a16="http://schemas.microsoft.com/office/drawing/2014/main" id="{8396DAD5-66C7-4FA8-9008-E329F667F033}"/>
              </a:ext>
            </a:extLst>
          </p:cNvPr>
          <p:cNvSpPr>
            <a:spLocks xmlns:a="http://schemas.openxmlformats.org/drawingml/2006/main" noGrp="1"/>
          </p:cNvSpPr>
          <p:nvPr/>
        </p:nvSpPr>
        <p:spPr>
          <a:xfrm xmlns:a="http://schemas.openxmlformats.org/drawingml/2006/main">
            <a:off x="6534150" y="5429250"/>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56" name="target-edge-label-OR">
            <a:extLst xmlns:a="http://schemas.openxmlformats.org/drawingml/2006/main">
              <a:ext uri="{FF2B5EF4-FFF2-40B4-BE49-F238E27FC236}">
                <a16:creationId xmlns:a16="http://schemas.microsoft.com/office/drawing/2014/main" id="{2A270A18-4561-41A7-9986-417EC8459884}"/>
              </a:ext>
            </a:extLst>
          </p:cNvPr>
          <p:cNvSpPr>
            <a:spLocks xmlns:a="http://schemas.openxmlformats.org/drawingml/2006/main" noGrp="1"/>
          </p:cNvSpPr>
          <p:nvPr/>
        </p:nvSpPr>
        <p:spPr>
          <a:xfrm xmlns:a="http://schemas.openxmlformats.org/drawingml/2006/main">
            <a:off x="6134100" y="45720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执行</a:t>
            </a:r>
          </a:p>
        </p:txBody>
      </p:sp>
      <p:sp>
        <p:nvSpPr>
          <p:cNvPr id="57" name="target-edge-OD">
            <a:extLst xmlns:a="http://schemas.openxmlformats.org/drawingml/2006/main">
              <a:ext uri="{FF2B5EF4-FFF2-40B4-BE49-F238E27FC236}">
                <a16:creationId xmlns:a16="http://schemas.microsoft.com/office/drawing/2014/main" id="{6145F0E5-A9F7-4EF1-8B4A-0D34105D45FB}"/>
              </a:ext>
            </a:extLst>
          </p:cNvPr>
          <p:cNvSpPr>
            <a:spLocks xmlns:a="http://schemas.openxmlformats.org/drawingml/2006/main" noGrp="1"/>
          </p:cNvSpPr>
          <p:nvPr/>
        </p:nvSpPr>
        <p:spPr>
          <a:xfrm xmlns:a="http://schemas.openxmlformats.org/drawingml/2006/main">
            <a:off x="737711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58" name="target-edge-OD-head">
            <a:extLst xmlns:a="http://schemas.openxmlformats.org/drawingml/2006/main">
              <a:ext uri="{FF2B5EF4-FFF2-40B4-BE49-F238E27FC236}">
                <a16:creationId xmlns:a16="http://schemas.microsoft.com/office/drawing/2014/main" id="{6E72099D-B708-4BF6-8EEB-2DB390B8CF5C}"/>
              </a:ext>
            </a:extLst>
          </p:cNvPr>
          <p:cNvSpPr>
            <a:spLocks xmlns:a="http://schemas.openxmlformats.org/drawingml/2006/main" noGrp="1"/>
          </p:cNvSpPr>
          <p:nvPr/>
        </p:nvSpPr>
        <p:spPr>
          <a:xfrm xmlns:a="http://schemas.openxmlformats.org/drawingml/2006/main">
            <a:off x="735330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59" name="target-node-C">
            <a:extLst xmlns:a="http://schemas.openxmlformats.org/drawingml/2006/main">
              <a:ext uri="{FF2B5EF4-FFF2-40B4-BE49-F238E27FC236}">
                <a16:creationId xmlns:a16="http://schemas.microsoft.com/office/drawing/2014/main" id="{E91C4BB1-CBA7-495F-9F07-05308FEE4303}"/>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DD8E6"/>
            </a:solidFill>
            <a:prstDash val="solid"/>
          </a:ln>
        </p:spPr>
      </p:sp>
      <p:sp>
        <p:nvSpPr>
          <p:cNvPr id="60" name="target-title-C">
            <a:extLst xmlns:a="http://schemas.openxmlformats.org/drawingml/2006/main">
              <a:ext uri="{FF2B5EF4-FFF2-40B4-BE49-F238E27FC236}">
                <a16:creationId xmlns:a16="http://schemas.microsoft.com/office/drawing/2014/main" id="{4455E7CF-33BD-4AD7-B0C0-952B32DA9265}"/>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78599"/>
                </a:solidFill>
                <a:latin typeface="Microsoft YaHei"/>
                <a:ea typeface="Microsoft YaHei"/>
                <a:cs typeface="Microsoft YaHei"/>
              </a:defRPr>
            </a:defPPr>
            <a:lvl1pPr algn="l">
              <a:defRPr sz="1575" b="1">
                <a:solidFill>
                  <a:srgbClr val="778599"/>
                </a:solidFill>
                <a:latin typeface="Microsoft YaHei"/>
                <a:ea typeface="Microsoft YaHei"/>
                <a:cs typeface="Microsoft YaHei"/>
              </a:defRPr>
            </a:lvl1pPr>
            <a:lvl2pPr algn="l">
              <a:defRPr sz="1575" b="1">
                <a:solidFill>
                  <a:srgbClr val="778599"/>
                </a:solidFill>
                <a:latin typeface="Microsoft YaHei"/>
                <a:ea typeface="Microsoft YaHei"/>
                <a:cs typeface="Microsoft YaHei"/>
              </a:defRPr>
            </a:lvl2pPr>
            <a:lvl3pPr algn="l">
              <a:defRPr sz="1575" b="1">
                <a:solidFill>
                  <a:srgbClr val="778599"/>
                </a:solidFill>
                <a:latin typeface="Microsoft YaHei"/>
                <a:ea typeface="Microsoft YaHei"/>
                <a:cs typeface="Microsoft YaHei"/>
              </a:defRPr>
            </a:lvl3pPr>
            <a:lvl4pPr algn="l">
              <a:defRPr sz="1575" b="1">
                <a:solidFill>
                  <a:srgbClr val="778599"/>
                </a:solidFill>
                <a:latin typeface="Microsoft YaHei"/>
                <a:ea typeface="Microsoft YaHei"/>
                <a:cs typeface="Microsoft YaHei"/>
              </a:defRPr>
            </a:lvl4pPr>
            <a:lvl5pPr algn="l">
              <a:defRPr sz="1575" b="1">
                <a:solidFill>
                  <a:srgbClr val="778599"/>
                </a:solidFill>
                <a:latin typeface="Microsoft YaHei"/>
                <a:ea typeface="Microsoft YaHei"/>
                <a:cs typeface="Microsoft YaHei"/>
              </a:defRPr>
            </a:lvl5pPr>
            <a:lvl6pPr algn="l">
              <a:defRPr sz="1575" b="1">
                <a:solidFill>
                  <a:srgbClr val="778599"/>
                </a:solidFill>
                <a:latin typeface="Microsoft YaHei"/>
                <a:ea typeface="Microsoft YaHei"/>
                <a:cs typeface="Microsoft YaHei"/>
              </a:defRPr>
            </a:lvl6pPr>
            <a:lvl7pPr algn="l">
              <a:defRPr sz="1575" b="1">
                <a:solidFill>
                  <a:srgbClr val="778599"/>
                </a:solidFill>
                <a:latin typeface="Microsoft YaHei"/>
                <a:ea typeface="Microsoft YaHei"/>
                <a:cs typeface="Microsoft YaHei"/>
              </a:defRPr>
            </a:lvl7pPr>
            <a:lvl8pPr algn="l">
              <a:defRPr sz="1575" b="1">
                <a:solidFill>
                  <a:srgbClr val="778599"/>
                </a:solidFill>
                <a:latin typeface="Microsoft YaHei"/>
                <a:ea typeface="Microsoft YaHei"/>
                <a:cs typeface="Microsoft YaHei"/>
              </a:defRPr>
            </a:lvl8pPr>
            <a:lvl9pPr algn="l">
              <a:defRPr sz="1575" b="1">
                <a:solidFill>
                  <a:srgbClr val="778599"/>
                </a:solidFill>
                <a:latin typeface="Microsoft YaHei"/>
                <a:ea typeface="Microsoft YaHei"/>
                <a:cs typeface="Microsoft YaHei"/>
              </a:defRPr>
            </a:lvl9pPr>
          </a:lstStyle>
          <a:p xmlns:a="http://schemas.openxmlformats.org/drawingml/2006/main">
            <a:pPr algn="l">
              <a:lnSpc>
                <a:spcPct val="102000"/>
              </a:lnSpc>
              <a:buNone/>
              <a:defRPr sz="1575" b="1">
                <a:solidFill>
                  <a:srgbClr val="778599"/>
                </a:solidFill>
                <a:latin typeface="Microsoft YaHei"/>
                <a:ea typeface="Microsoft YaHei"/>
                <a:cs typeface="Microsoft YaHei"/>
              </a:defRPr>
            </a:pPr>
            <a:r>
              <a:rPr sz="1575" b="1">
                <a:solidFill>
                  <a:srgbClr val="778599"/>
                </a:solidFill>
                <a:latin typeface="Microsoft YaHei"/>
                <a:ea typeface="Microsoft YaHei"/>
                <a:cs typeface="Microsoft YaHei"/>
              </a:rPr>
              <a:t>C 旧接口兼容</a:t>
            </a:r>
          </a:p>
        </p:txBody>
      </p:sp>
      <p:sp>
        <p:nvSpPr>
          <p:cNvPr id="61" name="target-alias-C">
            <a:extLst xmlns:a="http://schemas.openxmlformats.org/drawingml/2006/main">
              <a:ext uri="{FF2B5EF4-FFF2-40B4-BE49-F238E27FC236}">
                <a16:creationId xmlns:a16="http://schemas.microsoft.com/office/drawing/2014/main" id="{984484B2-1B73-40E6-A6D0-98A88C57A063}"/>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旧签名 / 权限 / 错误 / 返回与回调</a:t>
            </a:r>
          </a:p>
        </p:txBody>
      </p:sp>
      <p:sp>
        <p:nvSpPr>
          <p:cNvPr id="62" name="target-func-C">
            <a:extLst xmlns:a="http://schemas.openxmlformats.org/drawingml/2006/main">
              <a:ext uri="{FF2B5EF4-FFF2-40B4-BE49-F238E27FC236}">
                <a16:creationId xmlns:a16="http://schemas.microsoft.com/office/drawing/2014/main" id="{5EB344A2-026C-478B-8C98-147CD1DA9F6C}"/>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沿用原入口、解析点及完成出口</a:t>
            </a:r>
          </a:p>
        </p:txBody>
      </p:sp>
      <p:sp>
        <p:nvSpPr>
          <p:cNvPr id="63" name="target-node-O">
            <a:extLst xmlns:a="http://schemas.openxmlformats.org/drawingml/2006/main">
              <a:ext uri="{FF2B5EF4-FFF2-40B4-BE49-F238E27FC236}">
                <a16:creationId xmlns:a16="http://schemas.microsoft.com/office/drawing/2014/main" id="{8380DFBF-11F0-48FC-9DAC-89622C19CA88}"/>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64" name="target-title-O">
            <a:extLst xmlns:a="http://schemas.openxmlformats.org/drawingml/2006/main">
              <a:ext uri="{FF2B5EF4-FFF2-40B4-BE49-F238E27FC236}">
                <a16:creationId xmlns:a16="http://schemas.microsoft.com/office/drawing/2014/main" id="{C5FD0BF1-C2AB-44D1-925C-1750AB97D50A}"/>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65" name="target-alias-O">
            <a:extLst xmlns:a="http://schemas.openxmlformats.org/drawingml/2006/main">
              <a:ext uri="{FF2B5EF4-FFF2-40B4-BE49-F238E27FC236}">
                <a16:creationId xmlns:a16="http://schemas.microsoft.com/office/drawing/2014/main" id="{F8F97E9E-DDAB-40CD-B069-80EE89DCDEB8}"/>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66" name="target-func-O">
            <a:extLst xmlns:a="http://schemas.openxmlformats.org/drawingml/2006/main">
              <a:ext uri="{FF2B5EF4-FFF2-40B4-BE49-F238E27FC236}">
                <a16:creationId xmlns:a16="http://schemas.microsoft.com/office/drawing/2014/main" id="{23C34F2D-0BFB-48FB-AFB4-45AD7DFFBA47}"/>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发出本轮激活步骤</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沿用生产等待语义</a:t>
            </a:r>
          </a:p>
        </p:txBody>
      </p:sp>
      <p:sp>
        <p:nvSpPr>
          <p:cNvPr id="67" name="target-node-T">
            <a:extLst xmlns:a="http://schemas.openxmlformats.org/drawingml/2006/main">
              <a:ext uri="{FF2B5EF4-FFF2-40B4-BE49-F238E27FC236}">
                <a16:creationId xmlns:a16="http://schemas.microsoft.com/office/drawing/2014/main" id="{A9EF7777-90B1-4167-89AF-0477827B09EF}"/>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68" name="target-title-T">
            <a:extLst xmlns:a="http://schemas.openxmlformats.org/drawingml/2006/main">
              <a:ext uri="{FF2B5EF4-FFF2-40B4-BE49-F238E27FC236}">
                <a16:creationId xmlns:a16="http://schemas.microsoft.com/office/drawing/2014/main" id="{6A63BDEC-725A-44B2-B4BE-DB05828E4ED1}"/>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T 账户与绑定</a:t>
            </a:r>
          </a:p>
        </p:txBody>
      </p:sp>
      <p:sp>
        <p:nvSpPr>
          <p:cNvPr id="69" name="target-alias-T">
            <a:extLst xmlns:a="http://schemas.openxmlformats.org/drawingml/2006/main">
              <a:ext uri="{FF2B5EF4-FFF2-40B4-BE49-F238E27FC236}">
                <a16:creationId xmlns:a16="http://schemas.microsoft.com/office/drawing/2014/main" id="{575937B8-F58E-4FDF-9B32-7DACD7A192A7}"/>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TopologyService</a:t>
            </a:r>
          </a:p>
        </p:txBody>
      </p:sp>
      <p:sp>
        <p:nvSpPr>
          <p:cNvPr id="70" name="target-func-T">
            <a:extLst xmlns:a="http://schemas.openxmlformats.org/drawingml/2006/main">
              <a:ext uri="{FF2B5EF4-FFF2-40B4-BE49-F238E27FC236}">
                <a16:creationId xmlns:a16="http://schemas.microsoft.com/office/drawing/2014/main" id="{1187A97C-7CA5-45F2-9FFA-CF32637707AC}"/>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账户资料与兼容投影</a:t>
            </a:r>
          </a:p>
        </p:txBody>
      </p:sp>
      <p:sp>
        <p:nvSpPr>
          <p:cNvPr id="71" name="target-node-A">
            <a:extLst xmlns:a="http://schemas.openxmlformats.org/drawingml/2006/main">
              <a:ext uri="{FF2B5EF4-FFF2-40B4-BE49-F238E27FC236}">
                <a16:creationId xmlns:a16="http://schemas.microsoft.com/office/drawing/2014/main" id="{4003C78B-A15B-46A2-8549-8D7669EAEC9C}"/>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2" name="target-title-A">
            <a:extLst xmlns:a="http://schemas.openxmlformats.org/drawingml/2006/main">
              <a:ext uri="{FF2B5EF4-FFF2-40B4-BE49-F238E27FC236}">
                <a16:creationId xmlns:a16="http://schemas.microsoft.com/office/drawing/2014/main" id="{62416DED-5E14-46A8-89AB-6ED6CB88038D}"/>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73" name="target-alias-A">
            <a:extLst xmlns:a="http://schemas.openxmlformats.org/drawingml/2006/main">
              <a:ext uri="{FF2B5EF4-FFF2-40B4-BE49-F238E27FC236}">
                <a16:creationId xmlns:a16="http://schemas.microsoft.com/office/drawing/2014/main" id="{A708B740-0029-4A8D-BA0E-F33BBEF6F382}"/>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74" name="target-func-A">
            <a:extLst xmlns:a="http://schemas.openxmlformats.org/drawingml/2006/main">
              <a:ext uri="{FF2B5EF4-FFF2-40B4-BE49-F238E27FC236}">
                <a16:creationId xmlns:a16="http://schemas.microsoft.com/office/drawing/2014/main" id="{70271152-DCFE-42F3-8263-17552039FB3F}"/>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激活与切换资源约束</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本步不改默认角色</a:t>
            </a:r>
          </a:p>
        </p:txBody>
      </p:sp>
      <p:sp>
        <p:nvSpPr>
          <p:cNvPr id="75" name="target-node-DO">
            <a:extLst xmlns:a="http://schemas.openxmlformats.org/drawingml/2006/main">
              <a:ext uri="{FF2B5EF4-FFF2-40B4-BE49-F238E27FC236}">
                <a16:creationId xmlns:a16="http://schemas.microsoft.com/office/drawing/2014/main" id="{06DB2374-63AB-4109-99F7-260B7E30EC60}"/>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76" name="target-title-DO">
            <a:extLst xmlns:a="http://schemas.openxmlformats.org/drawingml/2006/main">
              <a:ext uri="{FF2B5EF4-FFF2-40B4-BE49-F238E27FC236}">
                <a16:creationId xmlns:a16="http://schemas.microsoft.com/office/drawing/2014/main" id="{8961A9AB-81C9-4BC2-9C26-F437713F8F0C}"/>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OperationContext</a:t>
            </a:r>
          </a:p>
        </p:txBody>
      </p:sp>
      <p:sp>
        <p:nvSpPr>
          <p:cNvPr id="77" name="target-func-DO">
            <a:extLst xmlns:a="http://schemas.openxmlformats.org/drawingml/2006/main">
              <a:ext uri="{FF2B5EF4-FFF2-40B4-BE49-F238E27FC236}">
                <a16:creationId xmlns:a16="http://schemas.microsoft.com/office/drawing/2014/main" id="{EBB8860D-AB10-4AB4-AE95-666D33202822}"/>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纯操作状态 / 值对象</a:t>
            </a:r>
          </a:p>
        </p:txBody>
      </p:sp>
      <p:sp>
        <p:nvSpPr>
          <p:cNvPr id="78" name="target-node-DT">
            <a:extLst xmlns:a="http://schemas.openxmlformats.org/drawingml/2006/main">
              <a:ext uri="{FF2B5EF4-FFF2-40B4-BE49-F238E27FC236}">
                <a16:creationId xmlns:a16="http://schemas.microsoft.com/office/drawing/2014/main" id="{508D154C-A3BD-4A69-BB42-E15EACB8DF82}"/>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9" name="target-title-DT">
            <a:extLst xmlns:a="http://schemas.openxmlformats.org/drawingml/2006/main">
              <a:ext uri="{FF2B5EF4-FFF2-40B4-BE49-F238E27FC236}">
                <a16:creationId xmlns:a16="http://schemas.microsoft.com/office/drawing/2014/main" id="{543B087F-7A8B-4823-BD9B-1C84DAC1A75D}"/>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80" name="target-func-DT">
            <a:extLst xmlns:a="http://schemas.openxmlformats.org/drawingml/2006/main">
              <a:ext uri="{FF2B5EF4-FFF2-40B4-BE49-F238E27FC236}">
                <a16:creationId xmlns:a16="http://schemas.microsoft.com/office/drawing/2014/main" id="{1080B8C3-29E6-4605-A7D9-ADD6ABC36441}"/>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81" name="target-node-DA">
            <a:extLst xmlns:a="http://schemas.openxmlformats.org/drawingml/2006/main">
              <a:ext uri="{FF2B5EF4-FFF2-40B4-BE49-F238E27FC236}">
                <a16:creationId xmlns:a16="http://schemas.microsoft.com/office/drawing/2014/main" id="{49966290-A7CB-42BC-82E8-CB8918441750}"/>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2" name="target-title-DA">
            <a:extLst xmlns:a="http://schemas.openxmlformats.org/drawingml/2006/main">
              <a:ext uri="{FF2B5EF4-FFF2-40B4-BE49-F238E27FC236}">
                <a16:creationId xmlns:a16="http://schemas.microsoft.com/office/drawing/2014/main" id="{28A57A85-F372-42BC-8C7D-F98E3C77BBDC}"/>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83" name="target-func-DA">
            <a:extLst xmlns:a="http://schemas.openxmlformats.org/drawingml/2006/main">
              <a:ext uri="{FF2B5EF4-FFF2-40B4-BE49-F238E27FC236}">
                <a16:creationId xmlns:a16="http://schemas.microsoft.com/office/drawing/2014/main" id="{38ACF914-FD02-445A-922B-A32D64014921}"/>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84" name="target-node-R">
            <a:extLst xmlns:a="http://schemas.openxmlformats.org/drawingml/2006/main">
              <a:ext uri="{FF2B5EF4-FFF2-40B4-BE49-F238E27FC236}">
                <a16:creationId xmlns:a16="http://schemas.microsoft.com/office/drawing/2014/main" id="{7DFAB21E-4936-40B2-B809-FB1F61EF5B29}"/>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85" name="target-title-R">
            <a:extLst xmlns:a="http://schemas.openxmlformats.org/drawingml/2006/main">
              <a:ext uri="{FF2B5EF4-FFF2-40B4-BE49-F238E27FC236}">
                <a16:creationId xmlns:a16="http://schemas.microsoft.com/office/drawing/2014/main" id="{1373E765-DD77-4E66-A94E-6D1E7B5328CF}"/>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86" name="target-func-R">
            <a:extLst xmlns:a="http://schemas.openxmlformats.org/drawingml/2006/main">
              <a:ext uri="{FF2B5EF4-FFF2-40B4-BE49-F238E27FC236}">
                <a16:creationId xmlns:a16="http://schemas.microsoft.com/office/drawing/2014/main" id="{E06A6490-2F8D-48C3-8802-10B3C9666D82}"/>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SetActiveSimToRil / RIL</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协议与本次请求关联</a:t>
            </a:r>
          </a:p>
        </p:txBody>
      </p:sp>
      <p:sp>
        <p:nvSpPr>
          <p:cNvPr id="87" name="target-node-I">
            <a:extLst xmlns:a="http://schemas.openxmlformats.org/drawingml/2006/main">
              <a:ext uri="{FF2B5EF4-FFF2-40B4-BE49-F238E27FC236}">
                <a16:creationId xmlns:a16="http://schemas.microsoft.com/office/drawing/2014/main" id="{5C86EB12-D662-414D-828D-F37CF56FABA3}"/>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88" name="target-title-I">
            <a:extLst xmlns:a="http://schemas.openxmlformats.org/drawingml/2006/main">
              <a:ext uri="{FF2B5EF4-FFF2-40B4-BE49-F238E27FC236}">
                <a16:creationId xmlns:a16="http://schemas.microsoft.com/office/drawing/2014/main" id="{3788F994-148F-4EB0-A23A-B697C5D2C996}"/>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89" name="target-func-I">
            <a:extLst xmlns:a="http://schemas.openxmlformats.org/drawingml/2006/main">
              <a:ext uri="{FF2B5EF4-FFF2-40B4-BE49-F238E27FC236}">
                <a16:creationId xmlns:a16="http://schemas.microsoft.com/office/drawing/2014/main" id="{C72F39A5-AF65-441A-A804-47DFC33737E0}"/>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DataShare / 参数 / Hook</a:t>
            </a:r>
          </a:p>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按原协议存储与输出</a:t>
            </a:r>
          </a:p>
        </p:txBody>
      </p:sp>
      <p:sp>
        <p:nvSpPr>
          <p:cNvPr id="90" name="host-note">
            <a:extLst xmlns:a="http://schemas.openxmlformats.org/drawingml/2006/main">
              <a:ext uri="{FF2B5EF4-FFF2-40B4-BE49-F238E27FC236}">
                <a16:creationId xmlns:a16="http://schemas.microsoft.com/office/drawing/2014/main" id="{D9BA2D2E-23E9-44B8-9052-8D849EDC9DF3}"/>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91" name="invariant-rule">
            <a:extLst xmlns:a="http://schemas.openxmlformats.org/drawingml/2006/main">
              <a:ext uri="{FF2B5EF4-FFF2-40B4-BE49-F238E27FC236}">
                <a16:creationId xmlns:a16="http://schemas.microsoft.com/office/drawing/2014/main" id="{C9F03000-1286-412D-8AA1-F52FD89BC5B8}"/>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2" name="invariant">
            <a:extLst xmlns:a="http://schemas.openxmlformats.org/drawingml/2006/main">
              <a:ext uri="{FF2B5EF4-FFF2-40B4-BE49-F238E27FC236}">
                <a16:creationId xmlns:a16="http://schemas.microsoft.com/office/drawing/2014/main" id="{251D9D3B-D2A8-4CCB-AAA2-1B8A9CD78B57}"/>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保持：设备 → active 缓存 / Hook → DB；部分失败不整体回滚，原重复输出逐路径保留。</a:t>
            </a:r>
          </a:p>
        </p:txBody>
      </p:sp>
      <p:sp>
        <p:nvSpPr>
          <p:cNvPr id="93" name="footer">
            <a:extLst xmlns:a="http://schemas.openxmlformats.org/drawingml/2006/main">
              <a:ext uri="{FF2B5EF4-FFF2-40B4-BE49-F238E27FC236}">
                <a16:creationId xmlns:a16="http://schemas.microsoft.com/office/drawing/2014/main" id="{18E13506-5926-4FAA-8DF5-AF5D32E62108}"/>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94" name="page-number">
            <a:extLst xmlns:a="http://schemas.openxmlformats.org/drawingml/2006/main">
              <a:ext uri="{FF2B5EF4-FFF2-40B4-BE49-F238E27FC236}">
                <a16:creationId xmlns:a16="http://schemas.microsoft.com/office/drawing/2014/main" id="{57635DA9-41C9-4DF9-8949-50F3FE7BA043}"/>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激活 / ③ 设备执行</a:t>
            </a:r>
          </a:p>
        </p:txBody>
      </p:sp>
    </p:spTree>
    <p:extLst>
      <p:ext uri="{BB962C8B-B14F-4D97-AF65-F5344CB8AC3E}">
        <p14:creationId xmlns:p14="http://schemas.microsoft.com/office/powerpoint/2010/main" val="1010302690"/>
      </p:ext>
    </p:extLst>
  </p:cSld>
  <p:transition spd="fast" advClick="0">
    <p:fade/>
  </p:transition>
</p:sld>
</file>

<file path=ppt/slides/slide29.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6" name="accent">
            <a:extLst xmlns:a="http://schemas.openxmlformats.org/drawingml/2006/main">
              <a:ext uri="{FF2B5EF4-FFF2-40B4-BE49-F238E27FC236}">
                <a16:creationId xmlns:a16="http://schemas.microsoft.com/office/drawing/2014/main" id="{10E96715-DB58-4F98-9B4A-185C3FDB4F8A}"/>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ED2490A2-8EF1-48F6-A735-9DEA6EA8A7E9}"/>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4A4EEF3D-5814-48D0-A9DD-EFBF02C41EB1}"/>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615D76EC-2D66-4767-864C-F94C3ED0B64A}"/>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17297AAB-CB0E-401B-A8B8-0ED2A72508BD}"/>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2A24333C-6548-42B1-869A-846779BF43DE}"/>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92BD9EFF-DFEE-48F3-9B12-CDBFE0E8FCD1}"/>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F9CC2792-6457-4E35-9BE8-A4C814C491D5}"/>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DE9529DA-BA2F-4FB7-9007-B95090E52A9B}"/>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6FE82DA9-1538-43E0-B8B3-4C110D5F8C5E}"/>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B58D1365-190A-46DE-944A-12B628C5051F}"/>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9E701164-8923-4002-A2A8-23006E63ACB9}"/>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0A5CD1BF-E96B-4801-A49E-305E5D08A342}"/>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E610C474-5B27-4A1C-BBFF-3B02D6BE922A}"/>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74CBBE33-64A4-4923-9999-371B5E02C4AE}"/>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79E2497D-A868-4044-B8A3-4AA5FD0184AC}"/>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31EB5AB2-311A-491C-AB64-5D4AA0FB364F}"/>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75836A8C-03CE-4907-B9C5-518FA19CEE6C}"/>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825FB1F4-5599-4350-A728-6736CC96AB9A}"/>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F83D3E9B-724F-44E4-956D-8F09A5933D7D}"/>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④ 设备成功后的旧节点：先 active 缓存与 UpdateSubState；目标 T 接纳投影，I 在原位置执行 Hook。</a:t>
            </a:r>
          </a:p>
        </p:txBody>
      </p:sp>
      <p:sp>
        <p:nvSpPr>
          <p:cNvPr id="21" name="top-rule">
            <a:extLst xmlns:a="http://schemas.openxmlformats.org/drawingml/2006/main">
              <a:ext uri="{FF2B5EF4-FFF2-40B4-BE49-F238E27FC236}">
                <a16:creationId xmlns:a16="http://schemas.microsoft.com/office/drawing/2014/main" id="{109D7AB2-406C-45F3-A489-5B880CC13BCC}"/>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01EC83A4-82C9-482F-BE6E-A769ED651EEC}"/>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AF17AD80-F9FC-4261-86A8-BB10527DFB4A}"/>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067F395E-EC27-4CF3-BD87-311E1168B085}"/>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RK">
            <a:extLst xmlns:a="http://schemas.openxmlformats.org/drawingml/2006/main">
              <a:ext uri="{FF2B5EF4-FFF2-40B4-BE49-F238E27FC236}">
                <a16:creationId xmlns:a16="http://schemas.microsoft.com/office/drawing/2014/main" id="{DE1FEE40-1E40-41F6-9E76-B977EE5174E3}"/>
              </a:ext>
            </a:extLst>
          </p:cNvPr>
          <p:cNvSpPr>
            <a:spLocks xmlns:a="http://schemas.openxmlformats.org/drawingml/2006/main" noGrp="1"/>
          </p:cNvSpPr>
          <p:nvPr/>
        </p:nvSpPr>
        <p:spPr>
          <a:xfrm xmlns:a="http://schemas.openxmlformats.org/drawingml/2006/main">
            <a:off x="3009900" y="4357688"/>
            <a:ext cx="342900" cy="9525"/>
          </a:xfrm>
          <a:custGeom xmlns:a="http://schemas.openxmlformats.org/drawingml/2006/main">
            <a:pathLst>
              <a:path w="342900" h="9525">
                <a:moveTo>
                  <a:pt x="342900" y="4763"/>
                </a:moveTo>
                <a:lnTo>
                  <a:pt x="0" y="4763"/>
                </a:lnTo>
              </a:path>
            </a:pathLst>
          </a:custGeom>
          <a:noFill xmlns:a="http://schemas.openxmlformats.org/drawingml/2006/main"/>
          <a:ln xmlns:a="http://schemas.openxmlformats.org/drawingml/2006/main" w="17145">
            <a:solidFill>
              <a:srgbClr val="246AB8"/>
            </a:solidFill>
            <a:prstDash val="solid"/>
          </a:ln>
        </p:spPr>
      </p:sp>
      <p:sp>
        <p:nvSpPr>
          <p:cNvPr id="26" name="legacy-edge-RK-head">
            <a:extLst xmlns:a="http://schemas.openxmlformats.org/drawingml/2006/main">
              <a:ext uri="{FF2B5EF4-FFF2-40B4-BE49-F238E27FC236}">
                <a16:creationId xmlns:a16="http://schemas.microsoft.com/office/drawing/2014/main" id="{1327216F-C933-4DC9-B2FC-D7D2B06EC2EF}"/>
              </a:ext>
            </a:extLst>
          </p:cNvPr>
          <p:cNvSpPr>
            <a:spLocks xmlns:a="http://schemas.openxmlformats.org/drawingml/2006/main" noGrp="1"/>
          </p:cNvSpPr>
          <p:nvPr/>
        </p:nvSpPr>
        <p:spPr>
          <a:xfrm xmlns:a="http://schemas.openxmlformats.org/drawingml/2006/main">
            <a:off x="3009900" y="43338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246AB8"/>
            </a:solidFill>
            <a:prstDash val="solid"/>
          </a:ln>
        </p:spPr>
      </p:sp>
      <p:sp>
        <p:nvSpPr>
          <p:cNvPr id="27" name="legacy-edge-label-RK">
            <a:extLst xmlns:a="http://schemas.openxmlformats.org/drawingml/2006/main">
              <a:ext uri="{FF2B5EF4-FFF2-40B4-BE49-F238E27FC236}">
                <a16:creationId xmlns:a16="http://schemas.microsoft.com/office/drawing/2014/main" id="{CF566EF7-0519-42D1-B86E-B2F7E1FC7BCA}"/>
              </a:ext>
            </a:extLst>
          </p:cNvPr>
          <p:cNvSpPr>
            <a:spLocks xmlns:a="http://schemas.openxmlformats.org/drawingml/2006/main" noGrp="1"/>
          </p:cNvSpPr>
          <p:nvPr/>
        </p:nvSpPr>
        <p:spPr>
          <a:xfrm xmlns:a="http://schemas.openxmlformats.org/drawingml/2006/main">
            <a:off x="3057525" y="41338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④</a:t>
            </a:r>
          </a:p>
        </p:txBody>
      </p:sp>
      <p:sp>
        <p:nvSpPr>
          <p:cNvPr id="28" name="legacy-edge-KN">
            <a:extLst xmlns:a="http://schemas.openxmlformats.org/drawingml/2006/main">
              <a:ext uri="{FF2B5EF4-FFF2-40B4-BE49-F238E27FC236}">
                <a16:creationId xmlns:a16="http://schemas.microsoft.com/office/drawing/2014/main" id="{DED9E70A-8F51-4114-9ECC-EDB409E6E3AD}"/>
              </a:ext>
            </a:extLst>
          </p:cNvPr>
          <p:cNvSpPr>
            <a:spLocks xmlns:a="http://schemas.openxmlformats.org/drawingml/2006/main" noGrp="1"/>
          </p:cNvSpPr>
          <p:nvPr/>
        </p:nvSpPr>
        <p:spPr>
          <a:xfrm xmlns:a="http://schemas.openxmlformats.org/drawingml/2006/main">
            <a:off x="3009900" y="4591050"/>
            <a:ext cx="342900" cy="819150"/>
          </a:xfrm>
          <a:custGeom xmlns:a="http://schemas.openxmlformats.org/drawingml/2006/main">
            <a:pathLst>
              <a:path w="342900" h="819150">
                <a:moveTo>
                  <a:pt x="0" y="0"/>
                </a:moveTo>
                <a:lnTo>
                  <a:pt x="171450" y="0"/>
                </a:lnTo>
                <a:lnTo>
                  <a:pt x="171450" y="819150"/>
                </a:lnTo>
                <a:lnTo>
                  <a:pt x="342900" y="819150"/>
                </a:lnTo>
              </a:path>
            </a:pathLst>
          </a:custGeom>
          <a:noFill xmlns:a="http://schemas.openxmlformats.org/drawingml/2006/main"/>
          <a:ln xmlns:a="http://schemas.openxmlformats.org/drawingml/2006/main" w="17145">
            <a:solidFill>
              <a:srgbClr val="246AB8"/>
            </a:solidFill>
            <a:prstDash val="solid"/>
          </a:ln>
        </p:spPr>
      </p:sp>
      <p:sp>
        <p:nvSpPr>
          <p:cNvPr id="29" name="legacy-edge-KN-head">
            <a:extLst xmlns:a="http://schemas.openxmlformats.org/drawingml/2006/main">
              <a:ext uri="{FF2B5EF4-FFF2-40B4-BE49-F238E27FC236}">
                <a16:creationId xmlns:a16="http://schemas.microsoft.com/office/drawing/2014/main" id="{D3FB5FA2-0850-44DC-9D64-74969CB0CE99}"/>
              </a:ext>
            </a:extLst>
          </p:cNvPr>
          <p:cNvSpPr>
            <a:spLocks xmlns:a="http://schemas.openxmlformats.org/drawingml/2006/main" noGrp="1"/>
          </p:cNvSpPr>
          <p:nvPr/>
        </p:nvSpPr>
        <p:spPr>
          <a:xfrm xmlns:a="http://schemas.openxmlformats.org/drawingml/2006/main">
            <a:off x="3295650" y="538162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30" name="legacy-edge-label-KN">
            <a:extLst xmlns:a="http://schemas.openxmlformats.org/drawingml/2006/main">
              <a:ext uri="{FF2B5EF4-FFF2-40B4-BE49-F238E27FC236}">
                <a16:creationId xmlns:a16="http://schemas.microsoft.com/office/drawing/2014/main" id="{31315CFD-0BB5-474C-8405-1981391FF0C4}"/>
              </a:ext>
            </a:extLst>
          </p:cNvPr>
          <p:cNvSpPr>
            <a:spLocks xmlns:a="http://schemas.openxmlformats.org/drawingml/2006/main" noGrp="1"/>
          </p:cNvSpPr>
          <p:nvPr/>
        </p:nvSpPr>
        <p:spPr>
          <a:xfrm xmlns:a="http://schemas.openxmlformats.org/drawingml/2006/main">
            <a:off x="3038475" y="5476875"/>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1" name="legacy-node-E">
            <a:extLst xmlns:a="http://schemas.openxmlformats.org/drawingml/2006/main">
              <a:ext uri="{FF2B5EF4-FFF2-40B4-BE49-F238E27FC236}">
                <a16:creationId xmlns:a16="http://schemas.microsoft.com/office/drawing/2014/main" id="{E80DA244-3A80-4FAF-8C20-38D84089E0E4}"/>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32" name="legacy-title-E">
            <a:extLst xmlns:a="http://schemas.openxmlformats.org/drawingml/2006/main">
              <a:ext uri="{FF2B5EF4-FFF2-40B4-BE49-F238E27FC236}">
                <a16:creationId xmlns:a16="http://schemas.microsoft.com/office/drawing/2014/main" id="{248C0356-36A9-4F62-97D3-EFEF8BDA8E3B}"/>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CoreServiceSim → SimManager</a:t>
            </a:r>
          </a:p>
        </p:txBody>
      </p:sp>
      <p:sp>
        <p:nvSpPr>
          <p:cNvPr id="33" name="legacy-line-E-0">
            <a:extLst xmlns:a="http://schemas.openxmlformats.org/drawingml/2006/main">
              <a:ext uri="{FF2B5EF4-FFF2-40B4-BE49-F238E27FC236}">
                <a16:creationId xmlns:a16="http://schemas.microsoft.com/office/drawing/2014/main" id="{7F6D0F1E-A868-4BE3-A4C4-2F65D3B14C76}"/>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enable；沿用旧检查与返回</a:t>
            </a:r>
          </a:p>
        </p:txBody>
      </p:sp>
      <p:sp>
        <p:nvSpPr>
          <p:cNvPr id="34" name="legacy-node-K">
            <a:extLst xmlns:a="http://schemas.openxmlformats.org/drawingml/2006/main">
              <a:ext uri="{FF2B5EF4-FFF2-40B4-BE49-F238E27FC236}">
                <a16:creationId xmlns:a16="http://schemas.microsoft.com/office/drawing/2014/main" id="{D1E1E71B-2C76-485E-801F-5859A4BBF049}"/>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5" name="legacy-title-K">
            <a:extLst xmlns:a="http://schemas.openxmlformats.org/drawingml/2006/main">
              <a:ext uri="{FF2B5EF4-FFF2-40B4-BE49-F238E27FC236}">
                <a16:creationId xmlns:a16="http://schemas.microsoft.com/office/drawing/2014/main" id="{4B4997FA-5336-4C36-A926-44E6A439DB52}"/>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6" name="legacy-alias-K">
            <a:extLst xmlns:a="http://schemas.openxmlformats.org/drawingml/2006/main">
              <a:ext uri="{FF2B5EF4-FFF2-40B4-BE49-F238E27FC236}">
                <a16:creationId xmlns:a16="http://schemas.microsoft.com/office/drawing/2014/main" id="{6C7F2DB4-DF66-4E60-A8BE-68D51EABF03F}"/>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SetActiveCommonSim（普通路径）</a:t>
            </a:r>
          </a:p>
        </p:txBody>
      </p:sp>
      <p:sp>
        <p:nvSpPr>
          <p:cNvPr id="37" name="legacy-line-K-0">
            <a:extLst xmlns:a="http://schemas.openxmlformats.org/drawingml/2006/main">
              <a:ext uri="{FF2B5EF4-FFF2-40B4-BE49-F238E27FC236}">
                <a16:creationId xmlns:a16="http://schemas.microsoft.com/office/drawing/2014/main" id="{239805E3-A26E-4781-B7E7-87DFDC634A01}"/>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等待主卡切换 / 目标检查</a:t>
            </a:r>
          </a:p>
        </p:txBody>
      </p:sp>
      <p:sp>
        <p:nvSpPr>
          <p:cNvPr id="38" name="legacy-line-bg-K-1">
            <a:extLst xmlns:a="http://schemas.openxmlformats.org/drawingml/2006/main">
              <a:ext uri="{FF2B5EF4-FFF2-40B4-BE49-F238E27FC236}">
                <a16:creationId xmlns:a16="http://schemas.microsoft.com/office/drawing/2014/main" id="{E9A9F193-0096-4DB1-8FB3-FEFCC3DB0CC2}"/>
              </a:ext>
            </a:extLst>
          </p:cNvPr>
          <p:cNvSpPr>
            <a:spLocks xmlns:a="http://schemas.openxmlformats.org/drawingml/2006/main" noGrp="1"/>
          </p:cNvSpPr>
          <p:nvPr/>
        </p:nvSpPr>
        <p:spPr>
          <a:xfrm xmlns:a="http://schemas.openxmlformats.org/drawingml/2006/main">
            <a:off x="561975" y="4133850"/>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39" name="legacy-line-K-1">
            <a:extLst xmlns:a="http://schemas.openxmlformats.org/drawingml/2006/main">
              <a:ext uri="{FF2B5EF4-FFF2-40B4-BE49-F238E27FC236}">
                <a16:creationId xmlns:a16="http://schemas.microsoft.com/office/drawing/2014/main" id="{AC7E2C6B-83D3-4B3E-9493-5FC06ABA302D}"/>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④ active 缓存 / Hook</a:t>
            </a:r>
          </a:p>
        </p:txBody>
      </p:sp>
      <p:sp>
        <p:nvSpPr>
          <p:cNvPr id="40" name="legacy-line-K-2">
            <a:extLst xmlns:a="http://schemas.openxmlformats.org/drawingml/2006/main">
              <a:ext uri="{FF2B5EF4-FFF2-40B4-BE49-F238E27FC236}">
                <a16:creationId xmlns:a16="http://schemas.microsoft.com/office/drawing/2014/main" id="{79D2BE27-38EA-4353-9F9C-0EECC833C6B3}"/>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UpdateDBSetActiveResult</a:t>
            </a:r>
          </a:p>
        </p:txBody>
      </p:sp>
      <p:sp>
        <p:nvSpPr>
          <p:cNvPr id="41" name="legacy-node-R">
            <a:extLst xmlns:a="http://schemas.openxmlformats.org/drawingml/2006/main">
              <a:ext uri="{FF2B5EF4-FFF2-40B4-BE49-F238E27FC236}">
                <a16:creationId xmlns:a16="http://schemas.microsoft.com/office/drawing/2014/main" id="{D09EEBBB-B535-4F06-A395-1AC22763B9EE}"/>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42" name="legacy-title-R">
            <a:extLst xmlns:a="http://schemas.openxmlformats.org/drawingml/2006/main">
              <a:ext uri="{FF2B5EF4-FFF2-40B4-BE49-F238E27FC236}">
                <a16:creationId xmlns:a16="http://schemas.microsoft.com/office/drawing/2014/main" id="{00258712-4D18-4E5A-9185-2C5525064F3F}"/>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RadioProtocolController</a:t>
            </a:r>
          </a:p>
        </p:txBody>
      </p:sp>
      <p:sp>
        <p:nvSpPr>
          <p:cNvPr id="43" name="legacy-alias-R">
            <a:extLst xmlns:a="http://schemas.openxmlformats.org/drawingml/2006/main">
              <a:ext uri="{FF2B5EF4-FFF2-40B4-BE49-F238E27FC236}">
                <a16:creationId xmlns:a16="http://schemas.microsoft.com/office/drawing/2014/main" id="{05D9E991-1D53-4A20-81C5-56F9FEF96A2E}"/>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TelRilManager / 原设备等待</a:t>
            </a:r>
          </a:p>
        </p:txBody>
      </p:sp>
      <p:sp>
        <p:nvSpPr>
          <p:cNvPr id="44" name="legacy-line-R-0">
            <a:extLst xmlns:a="http://schemas.openxmlformats.org/drawingml/2006/main">
              <a:ext uri="{FF2B5EF4-FFF2-40B4-BE49-F238E27FC236}">
                <a16:creationId xmlns:a16="http://schemas.microsoft.com/office/drawing/2014/main" id="{8013A9B1-6A21-4A85-A263-3FAC4F3168C7}"/>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SetActiveSimToRil</a:t>
            </a:r>
          </a:p>
        </p:txBody>
      </p:sp>
      <p:sp>
        <p:nvSpPr>
          <p:cNvPr id="45" name="legacy-line-bg-R-1">
            <a:extLst xmlns:a="http://schemas.openxmlformats.org/drawingml/2006/main">
              <a:ext uri="{FF2B5EF4-FFF2-40B4-BE49-F238E27FC236}">
                <a16:creationId xmlns:a16="http://schemas.microsoft.com/office/drawing/2014/main" id="{23A5D435-9104-486E-A369-D18A97461168}"/>
              </a:ext>
            </a:extLst>
          </p:cNvPr>
          <p:cNvSpPr>
            <a:spLocks xmlns:a="http://schemas.openxmlformats.org/drawingml/2006/main" noGrp="1"/>
          </p:cNvSpPr>
          <p:nvPr/>
        </p:nvSpPr>
        <p:spPr>
          <a:xfrm xmlns:a="http://schemas.openxmlformats.org/drawingml/2006/main">
            <a:off x="3419475" y="4133850"/>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6" name="legacy-line-R-1">
            <a:extLst xmlns:a="http://schemas.openxmlformats.org/drawingml/2006/main">
              <a:ext uri="{FF2B5EF4-FFF2-40B4-BE49-F238E27FC236}">
                <a16:creationId xmlns:a16="http://schemas.microsoft.com/office/drawing/2014/main" id="{DE8F79A6-DE65-4CF7-899E-9A3523694885}"/>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④ 接收设备结果、唤醒等待</a:t>
            </a:r>
          </a:p>
        </p:txBody>
      </p:sp>
      <p:sp>
        <p:nvSpPr>
          <p:cNvPr id="47" name="legacy-line-bg-R-2">
            <a:extLst xmlns:a="http://schemas.openxmlformats.org/drawingml/2006/main">
              <a:ext uri="{FF2B5EF4-FFF2-40B4-BE49-F238E27FC236}">
                <a16:creationId xmlns:a16="http://schemas.microsoft.com/office/drawing/2014/main" id="{BC2DDA11-D1D4-43B1-8DA4-71444CF711F7}"/>
              </a:ext>
            </a:extLst>
          </p:cNvPr>
          <p:cNvSpPr>
            <a:spLocks xmlns:a="http://schemas.openxmlformats.org/drawingml/2006/main" noGrp="1"/>
          </p:cNvSpPr>
          <p:nvPr/>
        </p:nvSpPr>
        <p:spPr>
          <a:xfrm xmlns:a="http://schemas.openxmlformats.org/drawingml/2006/main">
            <a:off x="3419475" y="4371975"/>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8" name="legacy-line-R-2">
            <a:extLst xmlns:a="http://schemas.openxmlformats.org/drawingml/2006/main">
              <a:ext uri="{FF2B5EF4-FFF2-40B4-BE49-F238E27FC236}">
                <a16:creationId xmlns:a16="http://schemas.microsoft.com/office/drawing/2014/main" id="{06ABF5D2-0869-41F9-BF82-290B21A69AB6}"/>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已有请求关联继续复用</a:t>
            </a:r>
          </a:p>
        </p:txBody>
      </p:sp>
      <p:sp>
        <p:nvSpPr>
          <p:cNvPr id="49" name="legacy-node-D">
            <a:extLst xmlns:a="http://schemas.openxmlformats.org/drawingml/2006/main">
              <a:ext uri="{FF2B5EF4-FFF2-40B4-BE49-F238E27FC236}">
                <a16:creationId xmlns:a16="http://schemas.microsoft.com/office/drawing/2014/main" id="{23263A22-4F9C-427E-B3BD-7D2E09C60C83}"/>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50" name="legacy-title-D">
            <a:extLst xmlns:a="http://schemas.openxmlformats.org/drawingml/2006/main">
              <a:ext uri="{FF2B5EF4-FFF2-40B4-BE49-F238E27FC236}">
                <a16:creationId xmlns:a16="http://schemas.microsoft.com/office/drawing/2014/main" id="{147AEAFA-858C-432B-9BED-30EFC387C1F1}"/>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SimRdbHelper</a:t>
            </a:r>
          </a:p>
        </p:txBody>
      </p:sp>
      <p:sp>
        <p:nvSpPr>
          <p:cNvPr id="51" name="legacy-line-D-0">
            <a:extLst xmlns:a="http://schemas.openxmlformats.org/drawingml/2006/main">
              <a:ext uri="{FF2B5EF4-FFF2-40B4-BE49-F238E27FC236}">
                <a16:creationId xmlns:a16="http://schemas.microsoft.com/office/drawing/2014/main" id="{5B408891-896F-44B9-BD43-0E10E8C3104B}"/>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⑤ DataShare：IS_ACTIVE</a:t>
            </a:r>
          </a:p>
        </p:txBody>
      </p:sp>
      <p:sp>
        <p:nvSpPr>
          <p:cNvPr id="52" name="legacy-node-N">
            <a:extLst xmlns:a="http://schemas.openxmlformats.org/drawingml/2006/main">
              <a:ext uri="{FF2B5EF4-FFF2-40B4-BE49-F238E27FC236}">
                <a16:creationId xmlns:a16="http://schemas.microsoft.com/office/drawing/2014/main" id="{CA910173-CDFC-48A6-99BD-8E6C71BADA8B}"/>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53" name="legacy-title-N">
            <a:extLst xmlns:a="http://schemas.openxmlformats.org/drawingml/2006/main">
              <a:ext uri="{FF2B5EF4-FFF2-40B4-BE49-F238E27FC236}">
                <a16:creationId xmlns:a16="http://schemas.microsoft.com/office/drawing/2014/main" id="{28905F27-89B4-40B0-946F-F903B2B0AAB4}"/>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原 Hook 与完成出口</a:t>
            </a:r>
          </a:p>
        </p:txBody>
      </p:sp>
      <p:sp>
        <p:nvSpPr>
          <p:cNvPr id="54" name="legacy-line-bg-N-0">
            <a:extLst xmlns:a="http://schemas.openxmlformats.org/drawingml/2006/main">
              <a:ext uri="{FF2B5EF4-FFF2-40B4-BE49-F238E27FC236}">
                <a16:creationId xmlns:a16="http://schemas.microsoft.com/office/drawing/2014/main" id="{A1A7DA96-5C20-4A66-94FA-010BE6C403B7}"/>
              </a:ext>
            </a:extLst>
          </p:cNvPr>
          <p:cNvSpPr>
            <a:spLocks xmlns:a="http://schemas.openxmlformats.org/drawingml/2006/main" noGrp="1"/>
          </p:cNvSpPr>
          <p:nvPr/>
        </p:nvSpPr>
        <p:spPr>
          <a:xfrm xmlns:a="http://schemas.openxmlformats.org/drawingml/2006/main">
            <a:off x="3419475" y="5381625"/>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55" name="legacy-line-N-0">
            <a:extLst xmlns:a="http://schemas.openxmlformats.org/drawingml/2006/main">
              <a:ext uri="{FF2B5EF4-FFF2-40B4-BE49-F238E27FC236}">
                <a16:creationId xmlns:a16="http://schemas.microsoft.com/office/drawing/2014/main" id="{A4CE347F-1D3D-4EFE-AA85-5990882DABF0}"/>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④ / ⑤ UpdateSubState</a:t>
            </a:r>
          </a:p>
        </p:txBody>
      </p:sp>
      <p:sp>
        <p:nvSpPr>
          <p:cNvPr id="56" name="legacy-line-N-1">
            <a:extLst xmlns:a="http://schemas.openxmlformats.org/drawingml/2006/main">
              <a:ext uri="{FF2B5EF4-FFF2-40B4-BE49-F238E27FC236}">
                <a16:creationId xmlns:a16="http://schemas.microsoft.com/office/drawing/2014/main" id="{A8A1B164-BC64-4BC2-968E-2C820F4A4658}"/>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成功后检查是否切主卡</a:t>
            </a:r>
          </a:p>
        </p:txBody>
      </p:sp>
      <p:sp>
        <p:nvSpPr>
          <p:cNvPr id="57" name="legacy-flow-note">
            <a:extLst xmlns:a="http://schemas.openxmlformats.org/drawingml/2006/main">
              <a:ext uri="{FF2B5EF4-FFF2-40B4-BE49-F238E27FC236}">
                <a16:creationId xmlns:a16="http://schemas.microsoft.com/office/drawing/2014/main" id="{57672CE4-FD48-4BA2-8A92-A08E5358677C}"/>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SetActiveCommonSim · non-force；省略透传函数及中间调用栈</a:t>
            </a:r>
          </a:p>
        </p:txBody>
      </p:sp>
      <p:sp>
        <p:nvSpPr>
          <p:cNvPr id="58" name="application-label">
            <a:extLst xmlns:a="http://schemas.openxmlformats.org/drawingml/2006/main">
              <a:ext uri="{FF2B5EF4-FFF2-40B4-BE49-F238E27FC236}">
                <a16:creationId xmlns:a16="http://schemas.microsoft.com/office/drawing/2014/main" id="{8CD17FB9-EBBF-4B4C-8211-ED02F03FCDB0}"/>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9" name="domain-label">
            <a:extLst xmlns:a="http://schemas.openxmlformats.org/drawingml/2006/main">
              <a:ext uri="{FF2B5EF4-FFF2-40B4-BE49-F238E27FC236}">
                <a16:creationId xmlns:a16="http://schemas.microsoft.com/office/drawing/2014/main" id="{F1382903-5118-4493-AF52-ED00FA3C6AAF}"/>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60" name="target-edge-RO">
            <a:extLst xmlns:a="http://schemas.openxmlformats.org/drawingml/2006/main">
              <a:ext uri="{FF2B5EF4-FFF2-40B4-BE49-F238E27FC236}">
                <a16:creationId xmlns:a16="http://schemas.microsoft.com/office/drawing/2014/main" id="{72428AA0-AF47-4ED6-B70F-E60F9B49AA91}"/>
              </a:ext>
            </a:extLst>
          </p:cNvPr>
          <p:cNvSpPr>
            <a:spLocks xmlns:a="http://schemas.openxmlformats.org/drawingml/2006/main" noGrp="1"/>
          </p:cNvSpPr>
          <p:nvPr/>
        </p:nvSpPr>
        <p:spPr>
          <a:xfrm xmlns:a="http://schemas.openxmlformats.org/drawingml/2006/main">
            <a:off x="6334125" y="3943350"/>
            <a:ext cx="257175" cy="1752600"/>
          </a:xfrm>
          <a:custGeom xmlns:a="http://schemas.openxmlformats.org/drawingml/2006/main">
            <a:pathLst>
              <a:path w="257175" h="1752600">
                <a:moveTo>
                  <a:pt x="257175" y="1752600"/>
                </a:moveTo>
                <a:lnTo>
                  <a:pt x="0" y="1752600"/>
                </a:lnTo>
                <a:lnTo>
                  <a:pt x="0" y="0"/>
                </a:lnTo>
                <a:lnTo>
                  <a:pt x="257175" y="0"/>
                </a:lnTo>
              </a:path>
            </a:pathLst>
          </a:custGeom>
          <a:noFill xmlns:a="http://schemas.openxmlformats.org/drawingml/2006/main"/>
          <a:ln xmlns:a="http://schemas.openxmlformats.org/drawingml/2006/main" w="16193">
            <a:solidFill>
              <a:srgbClr val="246AB8"/>
            </a:solidFill>
            <a:prstDash val="solid"/>
          </a:ln>
        </p:spPr>
      </p:sp>
      <p:sp>
        <p:nvSpPr>
          <p:cNvPr id="61" name="target-edge-RO-head">
            <a:extLst xmlns:a="http://schemas.openxmlformats.org/drawingml/2006/main">
              <a:ext uri="{FF2B5EF4-FFF2-40B4-BE49-F238E27FC236}">
                <a16:creationId xmlns:a16="http://schemas.microsoft.com/office/drawing/2014/main" id="{C244BB25-D81F-4DD6-92B5-B778A63DB16B}"/>
              </a:ext>
            </a:extLst>
          </p:cNvPr>
          <p:cNvSpPr>
            <a:spLocks xmlns:a="http://schemas.openxmlformats.org/drawingml/2006/main" noGrp="1"/>
          </p:cNvSpPr>
          <p:nvPr/>
        </p:nvSpPr>
        <p:spPr>
          <a:xfrm xmlns:a="http://schemas.openxmlformats.org/drawingml/2006/main">
            <a:off x="6534150" y="39147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62" name="target-edge-label-RO">
            <a:extLst xmlns:a="http://schemas.openxmlformats.org/drawingml/2006/main">
              <a:ext uri="{FF2B5EF4-FFF2-40B4-BE49-F238E27FC236}">
                <a16:creationId xmlns:a16="http://schemas.microsoft.com/office/drawing/2014/main" id="{3C891FAA-61F9-4F7D-932B-6CF6C6B82143}"/>
              </a:ext>
            </a:extLst>
          </p:cNvPr>
          <p:cNvSpPr>
            <a:spLocks xmlns:a="http://schemas.openxmlformats.org/drawingml/2006/main" noGrp="1"/>
          </p:cNvSpPr>
          <p:nvPr/>
        </p:nvSpPr>
        <p:spPr>
          <a:xfrm xmlns:a="http://schemas.openxmlformats.org/drawingml/2006/main">
            <a:off x="6134100" y="49911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结果</a:t>
            </a:r>
          </a:p>
        </p:txBody>
      </p:sp>
      <p:sp>
        <p:nvSpPr>
          <p:cNvPr id="63" name="target-edge-OT">
            <a:extLst xmlns:a="http://schemas.openxmlformats.org/drawingml/2006/main">
              <a:ext uri="{FF2B5EF4-FFF2-40B4-BE49-F238E27FC236}">
                <a16:creationId xmlns:a16="http://schemas.microsoft.com/office/drawing/2014/main" id="{CB863C21-B6E7-4F4C-A555-F261A22B9A27}"/>
              </a:ext>
            </a:extLst>
          </p:cNvPr>
          <p:cNvSpPr>
            <a:spLocks xmlns:a="http://schemas.openxmlformats.org/drawingml/2006/main" noGrp="1"/>
          </p:cNvSpPr>
          <p:nvPr/>
        </p:nvSpPr>
        <p:spPr>
          <a:xfrm xmlns:a="http://schemas.openxmlformats.org/drawingml/2006/main">
            <a:off x="8172450" y="3633788"/>
            <a:ext cx="180975" cy="9525"/>
          </a:xfrm>
          <a:custGeom xmlns:a="http://schemas.openxmlformats.org/drawingml/2006/main">
            <a:pathLst>
              <a:path w="180975" h="9525">
                <a:moveTo>
                  <a:pt x="0" y="4763"/>
                </a:moveTo>
                <a:lnTo>
                  <a:pt x="180975" y="4763"/>
                </a:lnTo>
              </a:path>
            </a:pathLst>
          </a:custGeom>
          <a:noFill xmlns:a="http://schemas.openxmlformats.org/drawingml/2006/main"/>
          <a:ln xmlns:a="http://schemas.openxmlformats.org/drawingml/2006/main" w="16193">
            <a:solidFill>
              <a:srgbClr val="246AB8"/>
            </a:solidFill>
            <a:prstDash val="solid"/>
          </a:ln>
        </p:spPr>
      </p:sp>
      <p:sp>
        <p:nvSpPr>
          <p:cNvPr id="64" name="target-edge-OT-head">
            <a:extLst xmlns:a="http://schemas.openxmlformats.org/drawingml/2006/main">
              <a:ext uri="{FF2B5EF4-FFF2-40B4-BE49-F238E27FC236}">
                <a16:creationId xmlns:a16="http://schemas.microsoft.com/office/drawing/2014/main" id="{E25FAC71-8937-49F3-9DBD-414256DCBE6D}"/>
              </a:ext>
            </a:extLst>
          </p:cNvPr>
          <p:cNvSpPr>
            <a:spLocks xmlns:a="http://schemas.openxmlformats.org/drawingml/2006/main" noGrp="1"/>
          </p:cNvSpPr>
          <p:nvPr/>
        </p:nvSpPr>
        <p:spPr>
          <a:xfrm xmlns:a="http://schemas.openxmlformats.org/drawingml/2006/main">
            <a:off x="8296275" y="3609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65" name="target-edge-TD">
            <a:extLst xmlns:a="http://schemas.openxmlformats.org/drawingml/2006/main">
              <a:ext uri="{FF2B5EF4-FFF2-40B4-BE49-F238E27FC236}">
                <a16:creationId xmlns:a16="http://schemas.microsoft.com/office/drawing/2014/main" id="{CC44F0BB-6566-4897-B576-2F383C092893}"/>
              </a:ext>
            </a:extLst>
          </p:cNvPr>
          <p:cNvSpPr>
            <a:spLocks xmlns:a="http://schemas.openxmlformats.org/drawingml/2006/main" noGrp="1"/>
          </p:cNvSpPr>
          <p:nvPr/>
        </p:nvSpPr>
        <p:spPr>
          <a:xfrm xmlns:a="http://schemas.openxmlformats.org/drawingml/2006/main">
            <a:off x="9139238"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66" name="target-edge-TD-head">
            <a:extLst xmlns:a="http://schemas.openxmlformats.org/drawingml/2006/main">
              <a:ext uri="{FF2B5EF4-FFF2-40B4-BE49-F238E27FC236}">
                <a16:creationId xmlns:a16="http://schemas.microsoft.com/office/drawing/2014/main" id="{275F8E75-445D-4426-8812-332A73EB202E}"/>
              </a:ext>
            </a:extLst>
          </p:cNvPr>
          <p:cNvSpPr>
            <a:spLocks xmlns:a="http://schemas.openxmlformats.org/drawingml/2006/main" noGrp="1"/>
          </p:cNvSpPr>
          <p:nvPr/>
        </p:nvSpPr>
        <p:spPr>
          <a:xfrm xmlns:a="http://schemas.openxmlformats.org/drawingml/2006/main">
            <a:off x="9115425"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7" name="target-edge-TI">
            <a:extLst xmlns:a="http://schemas.openxmlformats.org/drawingml/2006/main">
              <a:ext uri="{FF2B5EF4-FFF2-40B4-BE49-F238E27FC236}">
                <a16:creationId xmlns:a16="http://schemas.microsoft.com/office/drawing/2014/main" id="{B8106587-495B-4DAF-9CA0-B9902024CE80}"/>
              </a:ext>
            </a:extLst>
          </p:cNvPr>
          <p:cNvSpPr>
            <a:spLocks xmlns:a="http://schemas.openxmlformats.org/drawingml/2006/main" noGrp="1"/>
          </p:cNvSpPr>
          <p:nvPr/>
        </p:nvSpPr>
        <p:spPr>
          <a:xfrm xmlns:a="http://schemas.openxmlformats.org/drawingml/2006/main">
            <a:off x="9934575" y="3886200"/>
            <a:ext cx="533400" cy="1352550"/>
          </a:xfrm>
          <a:custGeom xmlns:a="http://schemas.openxmlformats.org/drawingml/2006/main">
            <a:pathLst>
              <a:path w="533400" h="1352550">
                <a:moveTo>
                  <a:pt x="0" y="0"/>
                </a:moveTo>
                <a:lnTo>
                  <a:pt x="85725" y="0"/>
                </a:lnTo>
                <a:lnTo>
                  <a:pt x="85725" y="1152525"/>
                </a:lnTo>
                <a:lnTo>
                  <a:pt x="533400" y="1152525"/>
                </a:lnTo>
                <a:lnTo>
                  <a:pt x="533400" y="1352550"/>
                </a:lnTo>
              </a:path>
            </a:pathLst>
          </a:custGeom>
          <a:noFill xmlns:a="http://schemas.openxmlformats.org/drawingml/2006/main"/>
          <a:ln xmlns:a="http://schemas.openxmlformats.org/drawingml/2006/main" w="16193">
            <a:solidFill>
              <a:srgbClr val="246AB8"/>
            </a:solidFill>
            <a:prstDash val="solid"/>
          </a:ln>
        </p:spPr>
      </p:sp>
      <p:sp>
        <p:nvSpPr>
          <p:cNvPr id="68" name="target-edge-TI-head">
            <a:extLst xmlns:a="http://schemas.openxmlformats.org/drawingml/2006/main">
              <a:ext uri="{FF2B5EF4-FFF2-40B4-BE49-F238E27FC236}">
                <a16:creationId xmlns:a16="http://schemas.microsoft.com/office/drawing/2014/main" id="{DF5AE3B7-F62C-4348-8AA5-8184B2C2EA5C}"/>
              </a:ext>
            </a:extLst>
          </p:cNvPr>
          <p:cNvSpPr>
            <a:spLocks xmlns:a="http://schemas.openxmlformats.org/drawingml/2006/main" noGrp="1"/>
          </p:cNvSpPr>
          <p:nvPr/>
        </p:nvSpPr>
        <p:spPr>
          <a:xfrm xmlns:a="http://schemas.openxmlformats.org/drawingml/2006/main">
            <a:off x="10439400" y="51816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9" name="target-edge-label-TI">
            <a:extLst xmlns:a="http://schemas.openxmlformats.org/drawingml/2006/main">
              <a:ext uri="{FF2B5EF4-FFF2-40B4-BE49-F238E27FC236}">
                <a16:creationId xmlns:a16="http://schemas.microsoft.com/office/drawing/2014/main" id="{66BA7763-64F2-4FAC-A2DC-2945FD94B578}"/>
              </a:ext>
            </a:extLst>
          </p:cNvPr>
          <p:cNvSpPr>
            <a:spLocks xmlns:a="http://schemas.openxmlformats.org/drawingml/2006/main" noGrp="1"/>
          </p:cNvSpPr>
          <p:nvPr/>
        </p:nvSpPr>
        <p:spPr>
          <a:xfrm xmlns:a="http://schemas.openxmlformats.org/drawingml/2006/main">
            <a:off x="10086975" y="5038725"/>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存储</a:t>
            </a:r>
          </a:p>
        </p:txBody>
      </p:sp>
      <p:sp>
        <p:nvSpPr>
          <p:cNvPr id="70" name="target-node-C">
            <a:extLst xmlns:a="http://schemas.openxmlformats.org/drawingml/2006/main">
              <a:ext uri="{FF2B5EF4-FFF2-40B4-BE49-F238E27FC236}">
                <a16:creationId xmlns:a16="http://schemas.microsoft.com/office/drawing/2014/main" id="{C98E4FA2-D1B2-4B04-B340-BC8CD0D336D0}"/>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DD8E6"/>
            </a:solidFill>
            <a:prstDash val="solid"/>
          </a:ln>
        </p:spPr>
      </p:sp>
      <p:sp>
        <p:nvSpPr>
          <p:cNvPr id="71" name="target-title-C">
            <a:extLst xmlns:a="http://schemas.openxmlformats.org/drawingml/2006/main">
              <a:ext uri="{FF2B5EF4-FFF2-40B4-BE49-F238E27FC236}">
                <a16:creationId xmlns:a16="http://schemas.microsoft.com/office/drawing/2014/main" id="{6A1C340B-0033-4C91-9030-66A69016D4E4}"/>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78599"/>
                </a:solidFill>
                <a:latin typeface="Microsoft YaHei"/>
                <a:ea typeface="Microsoft YaHei"/>
                <a:cs typeface="Microsoft YaHei"/>
              </a:defRPr>
            </a:defPPr>
            <a:lvl1pPr algn="l">
              <a:defRPr sz="1575" b="1">
                <a:solidFill>
                  <a:srgbClr val="778599"/>
                </a:solidFill>
                <a:latin typeface="Microsoft YaHei"/>
                <a:ea typeface="Microsoft YaHei"/>
                <a:cs typeface="Microsoft YaHei"/>
              </a:defRPr>
            </a:lvl1pPr>
            <a:lvl2pPr algn="l">
              <a:defRPr sz="1575" b="1">
                <a:solidFill>
                  <a:srgbClr val="778599"/>
                </a:solidFill>
                <a:latin typeface="Microsoft YaHei"/>
                <a:ea typeface="Microsoft YaHei"/>
                <a:cs typeface="Microsoft YaHei"/>
              </a:defRPr>
            </a:lvl2pPr>
            <a:lvl3pPr algn="l">
              <a:defRPr sz="1575" b="1">
                <a:solidFill>
                  <a:srgbClr val="778599"/>
                </a:solidFill>
                <a:latin typeface="Microsoft YaHei"/>
                <a:ea typeface="Microsoft YaHei"/>
                <a:cs typeface="Microsoft YaHei"/>
              </a:defRPr>
            </a:lvl3pPr>
            <a:lvl4pPr algn="l">
              <a:defRPr sz="1575" b="1">
                <a:solidFill>
                  <a:srgbClr val="778599"/>
                </a:solidFill>
                <a:latin typeface="Microsoft YaHei"/>
                <a:ea typeface="Microsoft YaHei"/>
                <a:cs typeface="Microsoft YaHei"/>
              </a:defRPr>
            </a:lvl4pPr>
            <a:lvl5pPr algn="l">
              <a:defRPr sz="1575" b="1">
                <a:solidFill>
                  <a:srgbClr val="778599"/>
                </a:solidFill>
                <a:latin typeface="Microsoft YaHei"/>
                <a:ea typeface="Microsoft YaHei"/>
                <a:cs typeface="Microsoft YaHei"/>
              </a:defRPr>
            </a:lvl5pPr>
            <a:lvl6pPr algn="l">
              <a:defRPr sz="1575" b="1">
                <a:solidFill>
                  <a:srgbClr val="778599"/>
                </a:solidFill>
                <a:latin typeface="Microsoft YaHei"/>
                <a:ea typeface="Microsoft YaHei"/>
                <a:cs typeface="Microsoft YaHei"/>
              </a:defRPr>
            </a:lvl6pPr>
            <a:lvl7pPr algn="l">
              <a:defRPr sz="1575" b="1">
                <a:solidFill>
                  <a:srgbClr val="778599"/>
                </a:solidFill>
                <a:latin typeface="Microsoft YaHei"/>
                <a:ea typeface="Microsoft YaHei"/>
                <a:cs typeface="Microsoft YaHei"/>
              </a:defRPr>
            </a:lvl7pPr>
            <a:lvl8pPr algn="l">
              <a:defRPr sz="1575" b="1">
                <a:solidFill>
                  <a:srgbClr val="778599"/>
                </a:solidFill>
                <a:latin typeface="Microsoft YaHei"/>
                <a:ea typeface="Microsoft YaHei"/>
                <a:cs typeface="Microsoft YaHei"/>
              </a:defRPr>
            </a:lvl8pPr>
            <a:lvl9pPr algn="l">
              <a:defRPr sz="1575" b="1">
                <a:solidFill>
                  <a:srgbClr val="778599"/>
                </a:solidFill>
                <a:latin typeface="Microsoft YaHei"/>
                <a:ea typeface="Microsoft YaHei"/>
                <a:cs typeface="Microsoft YaHei"/>
              </a:defRPr>
            </a:lvl9pPr>
          </a:lstStyle>
          <a:p xmlns:a="http://schemas.openxmlformats.org/drawingml/2006/main">
            <a:pPr algn="l">
              <a:lnSpc>
                <a:spcPct val="102000"/>
              </a:lnSpc>
              <a:buNone/>
              <a:defRPr sz="1575" b="1">
                <a:solidFill>
                  <a:srgbClr val="778599"/>
                </a:solidFill>
                <a:latin typeface="Microsoft YaHei"/>
                <a:ea typeface="Microsoft YaHei"/>
                <a:cs typeface="Microsoft YaHei"/>
              </a:defRPr>
            </a:pPr>
            <a:r>
              <a:rPr sz="1575" b="1">
                <a:solidFill>
                  <a:srgbClr val="778599"/>
                </a:solidFill>
                <a:latin typeface="Microsoft YaHei"/>
                <a:ea typeface="Microsoft YaHei"/>
                <a:cs typeface="Microsoft YaHei"/>
              </a:rPr>
              <a:t>C 旧接口兼容</a:t>
            </a:r>
          </a:p>
        </p:txBody>
      </p:sp>
      <p:sp>
        <p:nvSpPr>
          <p:cNvPr id="72" name="target-alias-C">
            <a:extLst xmlns:a="http://schemas.openxmlformats.org/drawingml/2006/main">
              <a:ext uri="{FF2B5EF4-FFF2-40B4-BE49-F238E27FC236}">
                <a16:creationId xmlns:a16="http://schemas.microsoft.com/office/drawing/2014/main" id="{47F78E24-B78A-492F-8DAF-850767B27E06}"/>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旧签名 / 权限 / 错误 / 返回与回调</a:t>
            </a:r>
          </a:p>
        </p:txBody>
      </p:sp>
      <p:sp>
        <p:nvSpPr>
          <p:cNvPr id="73" name="target-func-C">
            <a:extLst xmlns:a="http://schemas.openxmlformats.org/drawingml/2006/main">
              <a:ext uri="{FF2B5EF4-FFF2-40B4-BE49-F238E27FC236}">
                <a16:creationId xmlns:a16="http://schemas.microsoft.com/office/drawing/2014/main" id="{51951496-5B9A-4227-A4C8-00CE54CD1C2B}"/>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沿用原入口、解析点及完成出口</a:t>
            </a:r>
          </a:p>
        </p:txBody>
      </p:sp>
      <p:sp>
        <p:nvSpPr>
          <p:cNvPr id="74" name="target-node-O">
            <a:extLst xmlns:a="http://schemas.openxmlformats.org/drawingml/2006/main">
              <a:ext uri="{FF2B5EF4-FFF2-40B4-BE49-F238E27FC236}">
                <a16:creationId xmlns:a16="http://schemas.microsoft.com/office/drawing/2014/main" id="{9D5D09A3-ABF8-4E4D-9D85-1218365962D1}"/>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75" name="target-title-O">
            <a:extLst xmlns:a="http://schemas.openxmlformats.org/drawingml/2006/main">
              <a:ext uri="{FF2B5EF4-FFF2-40B4-BE49-F238E27FC236}">
                <a16:creationId xmlns:a16="http://schemas.microsoft.com/office/drawing/2014/main" id="{267E3AA2-B7E3-46E7-8B63-3BB2F4335316}"/>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76" name="target-alias-O">
            <a:extLst xmlns:a="http://schemas.openxmlformats.org/drawingml/2006/main">
              <a:ext uri="{FF2B5EF4-FFF2-40B4-BE49-F238E27FC236}">
                <a16:creationId xmlns:a16="http://schemas.microsoft.com/office/drawing/2014/main" id="{8A65150F-1DBE-456A-94B6-1E418FF62587}"/>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77" name="target-func-O">
            <a:extLst xmlns:a="http://schemas.openxmlformats.org/drawingml/2006/main">
              <a:ext uri="{FF2B5EF4-FFF2-40B4-BE49-F238E27FC236}">
                <a16:creationId xmlns:a16="http://schemas.microsoft.com/office/drawing/2014/main" id="{F50BCA7F-8C5F-486C-8E89-F75BE08A6334}"/>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步骤 / 等待 / 效果</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唯一重试与终态</a:t>
            </a:r>
          </a:p>
        </p:txBody>
      </p:sp>
      <p:sp>
        <p:nvSpPr>
          <p:cNvPr id="78" name="target-node-T">
            <a:extLst xmlns:a="http://schemas.openxmlformats.org/drawingml/2006/main">
              <a:ext uri="{FF2B5EF4-FFF2-40B4-BE49-F238E27FC236}">
                <a16:creationId xmlns:a16="http://schemas.microsoft.com/office/drawing/2014/main" id="{817E3171-99CF-44D5-921F-9970E42AD362}"/>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79" name="target-title-T">
            <a:extLst xmlns:a="http://schemas.openxmlformats.org/drawingml/2006/main">
              <a:ext uri="{FF2B5EF4-FFF2-40B4-BE49-F238E27FC236}">
                <a16:creationId xmlns:a16="http://schemas.microsoft.com/office/drawing/2014/main" id="{9D84D2C6-57DF-462B-9779-A209FA36B8CF}"/>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80" name="target-alias-T">
            <a:extLst xmlns:a="http://schemas.openxmlformats.org/drawingml/2006/main">
              <a:ext uri="{FF2B5EF4-FFF2-40B4-BE49-F238E27FC236}">
                <a16:creationId xmlns:a16="http://schemas.microsoft.com/office/drawing/2014/main" id="{075CA869-1D38-40D6-835E-B3DFA356140D}"/>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81" name="target-func-T">
            <a:extLst xmlns:a="http://schemas.openxmlformats.org/drawingml/2006/main">
              <a:ext uri="{FF2B5EF4-FFF2-40B4-BE49-F238E27FC236}">
                <a16:creationId xmlns:a16="http://schemas.microsoft.com/office/drawing/2014/main" id="{A8B4B37B-157C-4116-9AA6-4C137B1AAF56}"/>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先接纳 active 投影</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保留原缓存检查次序</a:t>
            </a:r>
          </a:p>
        </p:txBody>
      </p:sp>
      <p:sp>
        <p:nvSpPr>
          <p:cNvPr id="82" name="target-node-A">
            <a:extLst xmlns:a="http://schemas.openxmlformats.org/drawingml/2006/main">
              <a:ext uri="{FF2B5EF4-FFF2-40B4-BE49-F238E27FC236}">
                <a16:creationId xmlns:a16="http://schemas.microsoft.com/office/drawing/2014/main" id="{1FE0E121-537A-4C8E-8480-891413995DC6}"/>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83" name="target-title-A">
            <a:extLst xmlns:a="http://schemas.openxmlformats.org/drawingml/2006/main">
              <a:ext uri="{FF2B5EF4-FFF2-40B4-BE49-F238E27FC236}">
                <a16:creationId xmlns:a16="http://schemas.microsoft.com/office/drawing/2014/main" id="{53470E2A-5A99-4A46-ABD8-C9E53E625978}"/>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84" name="target-alias-A">
            <a:extLst xmlns:a="http://schemas.openxmlformats.org/drawingml/2006/main">
              <a:ext uri="{FF2B5EF4-FFF2-40B4-BE49-F238E27FC236}">
                <a16:creationId xmlns:a16="http://schemas.microsoft.com/office/drawing/2014/main" id="{3A99A7C3-B85B-4163-A9EA-B6860694E42D}"/>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85" name="target-func-A">
            <a:extLst xmlns:a="http://schemas.openxmlformats.org/drawingml/2006/main">
              <a:ext uri="{FF2B5EF4-FFF2-40B4-BE49-F238E27FC236}">
                <a16:creationId xmlns:a16="http://schemas.microsoft.com/office/drawing/2014/main" id="{4A4E338B-5611-462F-A010-ECC58D35E0F3}"/>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激活与切换资源约束</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本步不改默认角色</a:t>
            </a:r>
          </a:p>
        </p:txBody>
      </p:sp>
      <p:sp>
        <p:nvSpPr>
          <p:cNvPr id="86" name="target-node-DO">
            <a:extLst xmlns:a="http://schemas.openxmlformats.org/drawingml/2006/main">
              <a:ext uri="{FF2B5EF4-FFF2-40B4-BE49-F238E27FC236}">
                <a16:creationId xmlns:a16="http://schemas.microsoft.com/office/drawing/2014/main" id="{D8EBA386-97B5-4DA5-9351-0DB34187579F}"/>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7" name="target-title-DO">
            <a:extLst xmlns:a="http://schemas.openxmlformats.org/drawingml/2006/main">
              <a:ext uri="{FF2B5EF4-FFF2-40B4-BE49-F238E27FC236}">
                <a16:creationId xmlns:a16="http://schemas.microsoft.com/office/drawing/2014/main" id="{B313C73C-AED4-4226-B7D4-20A943F1104E}"/>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OperationContext</a:t>
            </a:r>
          </a:p>
        </p:txBody>
      </p:sp>
      <p:sp>
        <p:nvSpPr>
          <p:cNvPr id="88" name="target-func-DO">
            <a:extLst xmlns:a="http://schemas.openxmlformats.org/drawingml/2006/main">
              <a:ext uri="{FF2B5EF4-FFF2-40B4-BE49-F238E27FC236}">
                <a16:creationId xmlns:a16="http://schemas.microsoft.com/office/drawing/2014/main" id="{D2DE05E2-345E-421D-911D-E7E02E7F7D04}"/>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纯操作状态 / 值对象</a:t>
            </a:r>
          </a:p>
        </p:txBody>
      </p:sp>
      <p:sp>
        <p:nvSpPr>
          <p:cNvPr id="89" name="target-node-DT">
            <a:extLst xmlns:a="http://schemas.openxmlformats.org/drawingml/2006/main">
              <a:ext uri="{FF2B5EF4-FFF2-40B4-BE49-F238E27FC236}">
                <a16:creationId xmlns:a16="http://schemas.microsoft.com/office/drawing/2014/main" id="{8B12060D-F0F9-487F-B7F3-B6875F35369B}"/>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90" name="target-title-DT">
            <a:extLst xmlns:a="http://schemas.openxmlformats.org/drawingml/2006/main">
              <a:ext uri="{FF2B5EF4-FFF2-40B4-BE49-F238E27FC236}">
                <a16:creationId xmlns:a16="http://schemas.microsoft.com/office/drawing/2014/main" id="{B8FE084B-E4C5-4F52-9C0E-98A6D4F66708}"/>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TopologyAggregate</a:t>
            </a:r>
          </a:p>
        </p:txBody>
      </p:sp>
      <p:sp>
        <p:nvSpPr>
          <p:cNvPr id="91" name="target-func-DT">
            <a:extLst xmlns:a="http://schemas.openxmlformats.org/drawingml/2006/main">
              <a:ext uri="{FF2B5EF4-FFF2-40B4-BE49-F238E27FC236}">
                <a16:creationId xmlns:a16="http://schemas.microsoft.com/office/drawing/2014/main" id="{307904D1-C70F-4063-BA74-57FB5D7BF86E}"/>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纯账户 / 绑定规则</a:t>
            </a:r>
          </a:p>
        </p:txBody>
      </p:sp>
      <p:sp>
        <p:nvSpPr>
          <p:cNvPr id="92" name="target-node-DA">
            <a:extLst xmlns:a="http://schemas.openxmlformats.org/drawingml/2006/main">
              <a:ext uri="{FF2B5EF4-FFF2-40B4-BE49-F238E27FC236}">
                <a16:creationId xmlns:a16="http://schemas.microsoft.com/office/drawing/2014/main" id="{99BC2911-D257-4C17-B202-5BC5A0CE1FDC}"/>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93" name="target-title-DA">
            <a:extLst xmlns:a="http://schemas.openxmlformats.org/drawingml/2006/main">
              <a:ext uri="{FF2B5EF4-FFF2-40B4-BE49-F238E27FC236}">
                <a16:creationId xmlns:a16="http://schemas.microsoft.com/office/drawing/2014/main" id="{05838E28-0A2E-4B77-897E-21DD6CB3146D}"/>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94" name="target-func-DA">
            <a:extLst xmlns:a="http://schemas.openxmlformats.org/drawingml/2006/main">
              <a:ext uri="{FF2B5EF4-FFF2-40B4-BE49-F238E27FC236}">
                <a16:creationId xmlns:a16="http://schemas.microsoft.com/office/drawing/2014/main" id="{43FC484C-15C5-4867-A1B1-89699392A139}"/>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95" name="target-node-R">
            <a:extLst xmlns:a="http://schemas.openxmlformats.org/drawingml/2006/main">
              <a:ext uri="{FF2B5EF4-FFF2-40B4-BE49-F238E27FC236}">
                <a16:creationId xmlns:a16="http://schemas.microsoft.com/office/drawing/2014/main" id="{4D916EFC-3EEB-4BAD-9575-93631A4A5EBF}"/>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96" name="target-title-R">
            <a:extLst xmlns:a="http://schemas.openxmlformats.org/drawingml/2006/main">
              <a:ext uri="{FF2B5EF4-FFF2-40B4-BE49-F238E27FC236}">
                <a16:creationId xmlns:a16="http://schemas.microsoft.com/office/drawing/2014/main" id="{6FCBE5C5-E2BA-4BFF-A55F-0E77034277E0}"/>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97" name="target-func-R">
            <a:extLst xmlns:a="http://schemas.openxmlformats.org/drawingml/2006/main">
              <a:ext uri="{FF2B5EF4-FFF2-40B4-BE49-F238E27FC236}">
                <a16:creationId xmlns:a16="http://schemas.microsoft.com/office/drawing/2014/main" id="{B1423590-6CE0-4C61-BBF6-AC162D9BC02D}"/>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设备结果先做归属校验</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成功证据交 O 继续流程</a:t>
            </a:r>
          </a:p>
        </p:txBody>
      </p:sp>
      <p:sp>
        <p:nvSpPr>
          <p:cNvPr id="98" name="target-node-I">
            <a:extLst xmlns:a="http://schemas.openxmlformats.org/drawingml/2006/main">
              <a:ext uri="{FF2B5EF4-FFF2-40B4-BE49-F238E27FC236}">
                <a16:creationId xmlns:a16="http://schemas.microsoft.com/office/drawing/2014/main" id="{9A3607F9-BB66-4D6E-8BF4-DD4D39453CF8}"/>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99" name="target-title-I">
            <a:extLst xmlns:a="http://schemas.openxmlformats.org/drawingml/2006/main">
              <a:ext uri="{FF2B5EF4-FFF2-40B4-BE49-F238E27FC236}">
                <a16:creationId xmlns:a16="http://schemas.microsoft.com/office/drawing/2014/main" id="{2BB4AE76-9288-4B6C-BF17-DAFBB2C48D8F}"/>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I 技术适配</a:t>
            </a:r>
          </a:p>
        </p:txBody>
      </p:sp>
      <p:sp>
        <p:nvSpPr>
          <p:cNvPr id="100" name="target-func-I">
            <a:extLst xmlns:a="http://schemas.openxmlformats.org/drawingml/2006/main">
              <a:ext uri="{FF2B5EF4-FFF2-40B4-BE49-F238E27FC236}">
                <a16:creationId xmlns:a16="http://schemas.microsoft.com/office/drawing/2014/main" id="{8E26A59C-4223-4EA5-84AE-3D4AD0CA9B2E}"/>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此处执行原 UpdateSubState</a:t>
            </a:r>
          </a:p>
        </p:txBody>
      </p:sp>
      <p:sp>
        <p:nvSpPr>
          <p:cNvPr id="101" name="host-note">
            <a:extLst xmlns:a="http://schemas.openxmlformats.org/drawingml/2006/main">
              <a:ext uri="{FF2B5EF4-FFF2-40B4-BE49-F238E27FC236}">
                <a16:creationId xmlns:a16="http://schemas.microsoft.com/office/drawing/2014/main" id="{29D51821-EA25-4137-ABC6-0B6969AC1593}"/>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102" name="invariant-rule">
            <a:extLst xmlns:a="http://schemas.openxmlformats.org/drawingml/2006/main">
              <a:ext uri="{FF2B5EF4-FFF2-40B4-BE49-F238E27FC236}">
                <a16:creationId xmlns:a16="http://schemas.microsoft.com/office/drawing/2014/main" id="{E477D943-AA8F-4EB3-9767-86FD246D6A60}"/>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3" name="invariant">
            <a:extLst xmlns:a="http://schemas.openxmlformats.org/drawingml/2006/main">
              <a:ext uri="{FF2B5EF4-FFF2-40B4-BE49-F238E27FC236}">
                <a16:creationId xmlns:a16="http://schemas.microsoft.com/office/drawing/2014/main" id="{D6960256-91DA-4271-BB02-22210CBD8F08}"/>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保持：设备 → active 缓存 / Hook → DB；部分失败不整体回滚，原重复输出逐路径保留。</a:t>
            </a:r>
          </a:p>
        </p:txBody>
      </p:sp>
      <p:sp>
        <p:nvSpPr>
          <p:cNvPr id="104" name="footer">
            <a:extLst xmlns:a="http://schemas.openxmlformats.org/drawingml/2006/main">
              <a:ext uri="{FF2B5EF4-FFF2-40B4-BE49-F238E27FC236}">
                <a16:creationId xmlns:a16="http://schemas.microsoft.com/office/drawing/2014/main" id="{8CA7AB48-6DD2-401E-B7F8-D48B040375F6}"/>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05" name="page-number">
            <a:extLst xmlns:a="http://schemas.openxmlformats.org/drawingml/2006/main">
              <a:ext uri="{FF2B5EF4-FFF2-40B4-BE49-F238E27FC236}">
                <a16:creationId xmlns:a16="http://schemas.microsoft.com/office/drawing/2014/main" id="{89A30DB2-C3EE-4CD8-B761-3E508CFC9FE7}"/>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激活 / ④ 接纳结果</a:t>
            </a:r>
          </a:p>
        </p:txBody>
      </p:sp>
    </p:spTree>
    <p:extLst>
      <p:ext uri="{BB962C8B-B14F-4D97-AF65-F5344CB8AC3E}">
        <p14:creationId xmlns:p14="http://schemas.microsoft.com/office/powerpoint/2010/main" val="1650301633"/>
      </p:ext>
    </p:extLst>
  </p:cSld>
  <p:transition spd="fast" advClick="0">
    <p:fade/>
  </p:transition>
</p:sld>
</file>

<file path=ppt/slides/slide30.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4" name="accent">
            <a:extLst xmlns:a="http://schemas.openxmlformats.org/drawingml/2006/main">
              <a:ext uri="{FF2B5EF4-FFF2-40B4-BE49-F238E27FC236}">
                <a16:creationId xmlns:a16="http://schemas.microsoft.com/office/drawing/2014/main" id="{5A8D9EFE-5565-49B5-BC81-5664D118CB3C}"/>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A2C98A78-3CD8-4298-AA6F-1922AAFE18D2}"/>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32026DE7-6333-4731-B734-A7D6BF5AAF3C}"/>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0FFE1FC4-BA2C-4EC2-A1C6-1D02909B38CE}"/>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A789339B-21FD-4DCB-B5F3-061138DEBCD2}"/>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F2D9DD9D-D9BC-4FAB-9F5A-FA3A98721A89}"/>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5CC0DA40-A20C-446E-87E6-C605EE74AF44}"/>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4B74B689-5EEC-41C4-BAEC-FACDC06CC493}"/>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EBFDD816-945B-4961-A86F-4736682329B7}"/>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7B6C027A-26AB-4477-B2F7-F45C72519925}"/>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9143D10F-370E-426E-A033-6897886D1A28}"/>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FA5E66A9-CEC3-4617-AE44-C707E40E2787}"/>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9CA58346-DB2B-4784-B849-84BD21FDE010}"/>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9591431F-356F-4461-A2BD-20CFE3F96F7D}"/>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3DD4189C-C86E-4579-8559-C387DDA2EA51}"/>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08F4C555-3DBC-483D-A122-DE0EABE5D463}"/>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424173AD-698B-4473-A319-0803C06C9511}"/>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51DA80F5-920D-4559-960F-FDBBBD061BDB}"/>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3E84B0E3-7BE4-4142-8B50-EC5D5EDCDE80}"/>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910A039F-FFB5-4FA5-8770-F5E5E56773D7}"/>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⑤ 存储与完成：随后写 IS_ACTIVE；成功路径可能再次调用 UpdateSubState，再检查是否需要切主卡。</a:t>
            </a:r>
          </a:p>
        </p:txBody>
      </p:sp>
      <p:sp>
        <p:nvSpPr>
          <p:cNvPr id="21" name="top-rule">
            <a:extLst xmlns:a="http://schemas.openxmlformats.org/drawingml/2006/main">
              <a:ext uri="{FF2B5EF4-FFF2-40B4-BE49-F238E27FC236}">
                <a16:creationId xmlns:a16="http://schemas.microsoft.com/office/drawing/2014/main" id="{1363E3B1-3F01-4B0A-A42E-00B6F39EBD1A}"/>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A4EAA2A7-0FD7-4D49-8757-93B54B19E641}"/>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E087E3A6-0697-4728-A3C7-1BA83B6898FF}"/>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A61220F2-0D85-4086-8C7C-24410B88AEB3}"/>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KD">
            <a:extLst xmlns:a="http://schemas.openxmlformats.org/drawingml/2006/main">
              <a:ext uri="{FF2B5EF4-FFF2-40B4-BE49-F238E27FC236}">
                <a16:creationId xmlns:a16="http://schemas.microsoft.com/office/drawing/2014/main" id="{97B0FA90-2E80-49AD-A639-0B4A1F534B71}"/>
              </a:ext>
            </a:extLst>
          </p:cNvPr>
          <p:cNvSpPr>
            <a:spLocks xmlns:a="http://schemas.openxmlformats.org/drawingml/2006/main" noGrp="1"/>
          </p:cNvSpPr>
          <p:nvPr/>
        </p:nvSpPr>
        <p:spPr>
          <a:xfrm xmlns:a="http://schemas.openxmlformats.org/drawingml/2006/main">
            <a:off x="1328738" y="4743450"/>
            <a:ext cx="9525" cy="342900"/>
          </a:xfrm>
          <a:custGeom xmlns:a="http://schemas.openxmlformats.org/drawingml/2006/main">
            <a:pathLst>
              <a:path w="9525" h="342900">
                <a:moveTo>
                  <a:pt x="4763" y="0"/>
                </a:moveTo>
                <a:lnTo>
                  <a:pt x="4763" y="342900"/>
                </a:lnTo>
              </a:path>
            </a:pathLst>
          </a:custGeom>
          <a:noFill xmlns:a="http://schemas.openxmlformats.org/drawingml/2006/main"/>
          <a:ln xmlns:a="http://schemas.openxmlformats.org/drawingml/2006/main" w="17145">
            <a:solidFill>
              <a:srgbClr val="246AB8"/>
            </a:solidFill>
            <a:prstDash val="solid"/>
          </a:ln>
        </p:spPr>
      </p:sp>
      <p:sp>
        <p:nvSpPr>
          <p:cNvPr id="26" name="legacy-edge-KD-head">
            <a:extLst xmlns:a="http://schemas.openxmlformats.org/drawingml/2006/main">
              <a:ext uri="{FF2B5EF4-FFF2-40B4-BE49-F238E27FC236}">
                <a16:creationId xmlns:a16="http://schemas.microsoft.com/office/drawing/2014/main" id="{F32E8CF4-C98C-4548-BA24-B48BE21D32DC}"/>
              </a:ext>
            </a:extLst>
          </p:cNvPr>
          <p:cNvSpPr>
            <a:spLocks xmlns:a="http://schemas.openxmlformats.org/drawingml/2006/main" noGrp="1"/>
          </p:cNvSpPr>
          <p:nvPr/>
        </p:nvSpPr>
        <p:spPr>
          <a:xfrm xmlns:a="http://schemas.openxmlformats.org/drawingml/2006/main">
            <a:off x="1304925" y="50292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KD">
            <a:extLst xmlns:a="http://schemas.openxmlformats.org/drawingml/2006/main">
              <a:ext uri="{FF2B5EF4-FFF2-40B4-BE49-F238E27FC236}">
                <a16:creationId xmlns:a16="http://schemas.microsoft.com/office/drawing/2014/main" id="{BACF254E-0A8C-4DBC-92AB-1699F11AFC9E}"/>
              </a:ext>
            </a:extLst>
          </p:cNvPr>
          <p:cNvSpPr>
            <a:spLocks xmlns:a="http://schemas.openxmlformats.org/drawingml/2006/main" noGrp="1"/>
          </p:cNvSpPr>
          <p:nvPr/>
        </p:nvSpPr>
        <p:spPr>
          <a:xfrm xmlns:a="http://schemas.openxmlformats.org/drawingml/2006/main">
            <a:off x="14097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28" name="legacy-edge-DK">
            <a:extLst xmlns:a="http://schemas.openxmlformats.org/drawingml/2006/main">
              <a:ext uri="{FF2B5EF4-FFF2-40B4-BE49-F238E27FC236}">
                <a16:creationId xmlns:a16="http://schemas.microsoft.com/office/drawing/2014/main" id="{1C4BF6E7-7F99-4FEA-A2AB-39D1413AA1AC}"/>
              </a:ext>
            </a:extLst>
          </p:cNvPr>
          <p:cNvSpPr>
            <a:spLocks xmlns:a="http://schemas.openxmlformats.org/drawingml/2006/main" noGrp="1"/>
          </p:cNvSpPr>
          <p:nvPr/>
        </p:nvSpPr>
        <p:spPr>
          <a:xfrm xmlns:a="http://schemas.openxmlformats.org/drawingml/2006/main">
            <a:off x="2433638" y="4743450"/>
            <a:ext cx="9525" cy="342900"/>
          </a:xfrm>
          <a:custGeom xmlns:a="http://schemas.openxmlformats.org/drawingml/2006/main">
            <a:pathLst>
              <a:path w="9525" h="342900">
                <a:moveTo>
                  <a:pt x="4763" y="342900"/>
                </a:moveTo>
                <a:lnTo>
                  <a:pt x="4763" y="0"/>
                </a:lnTo>
              </a:path>
            </a:pathLst>
          </a:custGeom>
          <a:noFill xmlns:a="http://schemas.openxmlformats.org/drawingml/2006/main"/>
          <a:ln xmlns:a="http://schemas.openxmlformats.org/drawingml/2006/main" w="17145">
            <a:solidFill>
              <a:srgbClr val="246AB8"/>
            </a:solidFill>
            <a:prstDash val="solid"/>
          </a:ln>
        </p:spPr>
      </p:sp>
      <p:sp>
        <p:nvSpPr>
          <p:cNvPr id="29" name="legacy-edge-DK-head">
            <a:extLst xmlns:a="http://schemas.openxmlformats.org/drawingml/2006/main">
              <a:ext uri="{FF2B5EF4-FFF2-40B4-BE49-F238E27FC236}">
                <a16:creationId xmlns:a16="http://schemas.microsoft.com/office/drawing/2014/main" id="{5F3C004A-FE45-4105-84D4-47098F8CEAB5}"/>
              </a:ext>
            </a:extLst>
          </p:cNvPr>
          <p:cNvSpPr>
            <a:spLocks xmlns:a="http://schemas.openxmlformats.org/drawingml/2006/main" noGrp="1"/>
          </p:cNvSpPr>
          <p:nvPr/>
        </p:nvSpPr>
        <p:spPr>
          <a:xfrm xmlns:a="http://schemas.openxmlformats.org/drawingml/2006/main">
            <a:off x="2409825" y="4743450"/>
            <a:ext cx="57150" cy="57150"/>
          </a:xfrm>
          <a:custGeom xmlns:a="http://schemas.openxmlformats.org/drawingml/2006/main">
            <a:pathLst>
              <a:path w="57150" h="57150">
                <a:moveTo>
                  <a:pt x="57150" y="57150"/>
                </a:moveTo>
                <a:lnTo>
                  <a:pt x="28575" y="0"/>
                </a:lnTo>
                <a:lnTo>
                  <a:pt x="0" y="57150"/>
                </a:lnTo>
              </a:path>
            </a:pathLst>
          </a:custGeom>
          <a:noFill xmlns:a="http://schemas.openxmlformats.org/drawingml/2006/main"/>
          <a:ln xmlns:a="http://schemas.openxmlformats.org/drawingml/2006/main" w="17145">
            <a:solidFill>
              <a:srgbClr val="246AB8"/>
            </a:solidFill>
            <a:prstDash val="solid"/>
          </a:ln>
        </p:spPr>
      </p:sp>
      <p:sp>
        <p:nvSpPr>
          <p:cNvPr id="30" name="legacy-edge-label-DK">
            <a:extLst xmlns:a="http://schemas.openxmlformats.org/drawingml/2006/main">
              <a:ext uri="{FF2B5EF4-FFF2-40B4-BE49-F238E27FC236}">
                <a16:creationId xmlns:a16="http://schemas.microsoft.com/office/drawing/2014/main" id="{D6CE5F2E-E03C-4882-9254-0734FA56998E}"/>
              </a:ext>
            </a:extLst>
          </p:cNvPr>
          <p:cNvSpPr>
            <a:spLocks xmlns:a="http://schemas.openxmlformats.org/drawingml/2006/main" noGrp="1"/>
          </p:cNvSpPr>
          <p:nvPr/>
        </p:nvSpPr>
        <p:spPr>
          <a:xfrm xmlns:a="http://schemas.openxmlformats.org/drawingml/2006/main">
            <a:off x="25146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1" name="legacy-edge-KN">
            <a:extLst xmlns:a="http://schemas.openxmlformats.org/drawingml/2006/main">
              <a:ext uri="{FF2B5EF4-FFF2-40B4-BE49-F238E27FC236}">
                <a16:creationId xmlns:a16="http://schemas.microsoft.com/office/drawing/2014/main" id="{901948DA-70CE-4C44-A328-BADC483941DC}"/>
              </a:ext>
            </a:extLst>
          </p:cNvPr>
          <p:cNvSpPr>
            <a:spLocks xmlns:a="http://schemas.openxmlformats.org/drawingml/2006/main" noGrp="1"/>
          </p:cNvSpPr>
          <p:nvPr/>
        </p:nvSpPr>
        <p:spPr>
          <a:xfrm xmlns:a="http://schemas.openxmlformats.org/drawingml/2006/main">
            <a:off x="3009900" y="4591050"/>
            <a:ext cx="342900" cy="819150"/>
          </a:xfrm>
          <a:custGeom xmlns:a="http://schemas.openxmlformats.org/drawingml/2006/main">
            <a:pathLst>
              <a:path w="342900" h="819150">
                <a:moveTo>
                  <a:pt x="0" y="0"/>
                </a:moveTo>
                <a:lnTo>
                  <a:pt x="171450" y="0"/>
                </a:lnTo>
                <a:lnTo>
                  <a:pt x="171450" y="819150"/>
                </a:lnTo>
                <a:lnTo>
                  <a:pt x="342900" y="819150"/>
                </a:lnTo>
              </a:path>
            </a:pathLst>
          </a:custGeom>
          <a:noFill xmlns:a="http://schemas.openxmlformats.org/drawingml/2006/main"/>
          <a:ln xmlns:a="http://schemas.openxmlformats.org/drawingml/2006/main" w="17145">
            <a:solidFill>
              <a:srgbClr val="246AB8"/>
            </a:solidFill>
            <a:prstDash val="solid"/>
          </a:ln>
        </p:spPr>
      </p:sp>
      <p:sp>
        <p:nvSpPr>
          <p:cNvPr id="32" name="legacy-edge-KN-head">
            <a:extLst xmlns:a="http://schemas.openxmlformats.org/drawingml/2006/main">
              <a:ext uri="{FF2B5EF4-FFF2-40B4-BE49-F238E27FC236}">
                <a16:creationId xmlns:a16="http://schemas.microsoft.com/office/drawing/2014/main" id="{2EEBAD17-12E1-4426-A83C-A1156740BA2D}"/>
              </a:ext>
            </a:extLst>
          </p:cNvPr>
          <p:cNvSpPr>
            <a:spLocks xmlns:a="http://schemas.openxmlformats.org/drawingml/2006/main" noGrp="1"/>
          </p:cNvSpPr>
          <p:nvPr/>
        </p:nvSpPr>
        <p:spPr>
          <a:xfrm xmlns:a="http://schemas.openxmlformats.org/drawingml/2006/main">
            <a:off x="3295650" y="538162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33" name="legacy-edge-label-KN">
            <a:extLst xmlns:a="http://schemas.openxmlformats.org/drawingml/2006/main">
              <a:ext uri="{FF2B5EF4-FFF2-40B4-BE49-F238E27FC236}">
                <a16:creationId xmlns:a16="http://schemas.microsoft.com/office/drawing/2014/main" id="{8FF9AA8E-697D-4700-871D-C813DB81D946}"/>
              </a:ext>
            </a:extLst>
          </p:cNvPr>
          <p:cNvSpPr>
            <a:spLocks xmlns:a="http://schemas.openxmlformats.org/drawingml/2006/main" noGrp="1"/>
          </p:cNvSpPr>
          <p:nvPr/>
        </p:nvSpPr>
        <p:spPr>
          <a:xfrm xmlns:a="http://schemas.openxmlformats.org/drawingml/2006/main">
            <a:off x="3038475" y="5476875"/>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4" name="legacy-edge-NE">
            <a:extLst xmlns:a="http://schemas.openxmlformats.org/drawingml/2006/main">
              <a:ext uri="{FF2B5EF4-FFF2-40B4-BE49-F238E27FC236}">
                <a16:creationId xmlns:a16="http://schemas.microsoft.com/office/drawing/2014/main" id="{359103C8-0E6B-4ECA-9083-4C4217165C06}"/>
              </a:ext>
            </a:extLst>
          </p:cNvPr>
          <p:cNvSpPr>
            <a:spLocks xmlns:a="http://schemas.openxmlformats.org/drawingml/2006/main" noGrp="1"/>
          </p:cNvSpPr>
          <p:nvPr/>
        </p:nvSpPr>
        <p:spPr>
          <a:xfrm xmlns:a="http://schemas.openxmlformats.org/drawingml/2006/main">
            <a:off x="5753100" y="2905125"/>
            <a:ext cx="171450" cy="2524125"/>
          </a:xfrm>
          <a:custGeom xmlns:a="http://schemas.openxmlformats.org/drawingml/2006/main">
            <a:pathLst>
              <a:path w="171450" h="2524125">
                <a:moveTo>
                  <a:pt x="0" y="2524125"/>
                </a:moveTo>
                <a:lnTo>
                  <a:pt x="171450" y="2524125"/>
                </a:lnTo>
                <a:lnTo>
                  <a:pt x="171450" y="0"/>
                </a:lnTo>
                <a:lnTo>
                  <a:pt x="0" y="0"/>
                </a:lnTo>
              </a:path>
            </a:pathLst>
          </a:custGeom>
          <a:noFill xmlns:a="http://schemas.openxmlformats.org/drawingml/2006/main"/>
          <a:ln xmlns:a="http://schemas.openxmlformats.org/drawingml/2006/main" w="17145">
            <a:solidFill>
              <a:srgbClr val="246AB8"/>
            </a:solidFill>
            <a:prstDash val="solid"/>
          </a:ln>
        </p:spPr>
      </p:sp>
      <p:sp>
        <p:nvSpPr>
          <p:cNvPr id="35" name="legacy-edge-NE-head">
            <a:extLst xmlns:a="http://schemas.openxmlformats.org/drawingml/2006/main">
              <a:ext uri="{FF2B5EF4-FFF2-40B4-BE49-F238E27FC236}">
                <a16:creationId xmlns:a16="http://schemas.microsoft.com/office/drawing/2014/main" id="{50B99E58-19C0-4908-9B38-28D011748C96}"/>
              </a:ext>
            </a:extLst>
          </p:cNvPr>
          <p:cNvSpPr>
            <a:spLocks xmlns:a="http://schemas.openxmlformats.org/drawingml/2006/main" noGrp="1"/>
          </p:cNvSpPr>
          <p:nvPr/>
        </p:nvSpPr>
        <p:spPr>
          <a:xfrm xmlns:a="http://schemas.openxmlformats.org/drawingml/2006/main">
            <a:off x="5753100" y="2876550"/>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246AB8"/>
            </a:solidFill>
            <a:prstDash val="solid"/>
          </a:ln>
        </p:spPr>
      </p:sp>
      <p:sp>
        <p:nvSpPr>
          <p:cNvPr id="36" name="legacy-edge-label-NE">
            <a:extLst xmlns:a="http://schemas.openxmlformats.org/drawingml/2006/main">
              <a:ext uri="{FF2B5EF4-FFF2-40B4-BE49-F238E27FC236}">
                <a16:creationId xmlns:a16="http://schemas.microsoft.com/office/drawing/2014/main" id="{B93505CF-CABE-4678-901B-4063BC6BBAA3}"/>
              </a:ext>
            </a:extLst>
          </p:cNvPr>
          <p:cNvSpPr>
            <a:spLocks xmlns:a="http://schemas.openxmlformats.org/drawingml/2006/main" noGrp="1"/>
          </p:cNvSpPr>
          <p:nvPr/>
        </p:nvSpPr>
        <p:spPr>
          <a:xfrm xmlns:a="http://schemas.openxmlformats.org/drawingml/2006/main">
            <a:off x="5791200" y="3171825"/>
            <a:ext cx="2571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7" name="legacy-node-E">
            <a:extLst xmlns:a="http://schemas.openxmlformats.org/drawingml/2006/main">
              <a:ext uri="{FF2B5EF4-FFF2-40B4-BE49-F238E27FC236}">
                <a16:creationId xmlns:a16="http://schemas.microsoft.com/office/drawing/2014/main" id="{FF7125F2-94B0-4EE9-8BE0-DDD9DE02E876}"/>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EAF1FB"/>
          </a:solidFill>
          <a:ln xmlns:a="http://schemas.openxmlformats.org/drawingml/2006/main" w="14288">
            <a:solidFill>
              <a:srgbClr val="246AB8"/>
            </a:solidFill>
            <a:prstDash val="solid"/>
          </a:ln>
        </p:spPr>
      </p:sp>
      <p:sp>
        <p:nvSpPr>
          <p:cNvPr id="38" name="legacy-title-E">
            <a:extLst xmlns:a="http://schemas.openxmlformats.org/drawingml/2006/main">
              <a:ext uri="{FF2B5EF4-FFF2-40B4-BE49-F238E27FC236}">
                <a16:creationId xmlns:a16="http://schemas.microsoft.com/office/drawing/2014/main" id="{1C7F4E60-BC14-4E4D-AE82-537A66DBB0E8}"/>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7263A"/>
                </a:solidFill>
                <a:latin typeface="Microsoft YaHei"/>
                <a:ea typeface="Microsoft YaHei"/>
                <a:cs typeface="Microsoft YaHei"/>
              </a:defRPr>
            </a:defPPr>
            <a:lvl1pPr algn="l">
              <a:defRPr sz="1650" b="1">
                <a:solidFill>
                  <a:srgbClr val="17263A"/>
                </a:solidFill>
                <a:latin typeface="Microsoft YaHei"/>
                <a:ea typeface="Microsoft YaHei"/>
                <a:cs typeface="Microsoft YaHei"/>
              </a:defRPr>
            </a:lvl1pPr>
            <a:lvl2pPr algn="l">
              <a:defRPr sz="1650" b="1">
                <a:solidFill>
                  <a:srgbClr val="17263A"/>
                </a:solidFill>
                <a:latin typeface="Microsoft YaHei"/>
                <a:ea typeface="Microsoft YaHei"/>
                <a:cs typeface="Microsoft YaHei"/>
              </a:defRPr>
            </a:lvl2pPr>
            <a:lvl3pPr algn="l">
              <a:defRPr sz="1650" b="1">
                <a:solidFill>
                  <a:srgbClr val="17263A"/>
                </a:solidFill>
                <a:latin typeface="Microsoft YaHei"/>
                <a:ea typeface="Microsoft YaHei"/>
                <a:cs typeface="Microsoft YaHei"/>
              </a:defRPr>
            </a:lvl3pPr>
            <a:lvl4pPr algn="l">
              <a:defRPr sz="1650" b="1">
                <a:solidFill>
                  <a:srgbClr val="17263A"/>
                </a:solidFill>
                <a:latin typeface="Microsoft YaHei"/>
                <a:ea typeface="Microsoft YaHei"/>
                <a:cs typeface="Microsoft YaHei"/>
              </a:defRPr>
            </a:lvl4pPr>
            <a:lvl5pPr algn="l">
              <a:defRPr sz="1650" b="1">
                <a:solidFill>
                  <a:srgbClr val="17263A"/>
                </a:solidFill>
                <a:latin typeface="Microsoft YaHei"/>
                <a:ea typeface="Microsoft YaHei"/>
                <a:cs typeface="Microsoft YaHei"/>
              </a:defRPr>
            </a:lvl5pPr>
            <a:lvl6pPr algn="l">
              <a:defRPr sz="1650" b="1">
                <a:solidFill>
                  <a:srgbClr val="17263A"/>
                </a:solidFill>
                <a:latin typeface="Microsoft YaHei"/>
                <a:ea typeface="Microsoft YaHei"/>
                <a:cs typeface="Microsoft YaHei"/>
              </a:defRPr>
            </a:lvl6pPr>
            <a:lvl7pPr algn="l">
              <a:defRPr sz="1650" b="1">
                <a:solidFill>
                  <a:srgbClr val="17263A"/>
                </a:solidFill>
                <a:latin typeface="Microsoft YaHei"/>
                <a:ea typeface="Microsoft YaHei"/>
                <a:cs typeface="Microsoft YaHei"/>
              </a:defRPr>
            </a:lvl7pPr>
            <a:lvl8pPr algn="l">
              <a:defRPr sz="1650" b="1">
                <a:solidFill>
                  <a:srgbClr val="17263A"/>
                </a:solidFill>
                <a:latin typeface="Microsoft YaHei"/>
                <a:ea typeface="Microsoft YaHei"/>
                <a:cs typeface="Microsoft YaHei"/>
              </a:defRPr>
            </a:lvl8pPr>
            <a:lvl9pPr algn="l">
              <a:defRPr sz="1650" b="1">
                <a:solidFill>
                  <a:srgbClr val="17263A"/>
                </a:solidFill>
                <a:latin typeface="Microsoft YaHei"/>
                <a:ea typeface="Microsoft YaHei"/>
                <a:cs typeface="Microsoft YaHei"/>
              </a:defRPr>
            </a:lvl9pPr>
          </a:lstStyle>
          <a:p xmlns:a="http://schemas.openxmlformats.org/drawingml/2006/main">
            <a:pPr algn="l">
              <a:lnSpc>
                <a:spcPct val="102000"/>
              </a:lnSpc>
              <a:buNone/>
              <a:defRPr sz="1650" b="1">
                <a:solidFill>
                  <a:srgbClr val="17263A"/>
                </a:solidFill>
                <a:latin typeface="Microsoft YaHei"/>
                <a:ea typeface="Microsoft YaHei"/>
                <a:cs typeface="Microsoft YaHei"/>
              </a:defRPr>
            </a:pPr>
            <a:r>
              <a:rPr sz="1650" b="1">
                <a:solidFill>
                  <a:srgbClr val="17263A"/>
                </a:solidFill>
                <a:latin typeface="Microsoft YaHei"/>
                <a:ea typeface="Microsoft YaHei"/>
                <a:cs typeface="Microsoft YaHei"/>
              </a:rPr>
              <a:t>CoreServiceSim → SimManager</a:t>
            </a:r>
          </a:p>
        </p:txBody>
      </p:sp>
      <p:sp>
        <p:nvSpPr>
          <p:cNvPr id="39" name="legacy-line-E-0">
            <a:extLst xmlns:a="http://schemas.openxmlformats.org/drawingml/2006/main">
              <a:ext uri="{FF2B5EF4-FFF2-40B4-BE49-F238E27FC236}">
                <a16:creationId xmlns:a16="http://schemas.microsoft.com/office/drawing/2014/main" id="{0D9F46B8-8FAF-48AC-9154-DFCF8EC5D65C}"/>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enable；沿用旧检查与返回</a:t>
            </a:r>
          </a:p>
        </p:txBody>
      </p:sp>
      <p:sp>
        <p:nvSpPr>
          <p:cNvPr id="40" name="legacy-node-K">
            <a:extLst xmlns:a="http://schemas.openxmlformats.org/drawingml/2006/main">
              <a:ext uri="{FF2B5EF4-FFF2-40B4-BE49-F238E27FC236}">
                <a16:creationId xmlns:a16="http://schemas.microsoft.com/office/drawing/2014/main" id="{110B13F7-D0C6-4C23-8D7F-85E8ACD21C1A}"/>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41" name="legacy-title-K">
            <a:extLst xmlns:a="http://schemas.openxmlformats.org/drawingml/2006/main">
              <a:ext uri="{FF2B5EF4-FFF2-40B4-BE49-F238E27FC236}">
                <a16:creationId xmlns:a16="http://schemas.microsoft.com/office/drawing/2014/main" id="{D7D2328B-3D1E-430F-996B-7BDBF39C6593}"/>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42" name="legacy-alias-K">
            <a:extLst xmlns:a="http://schemas.openxmlformats.org/drawingml/2006/main">
              <a:ext uri="{FF2B5EF4-FFF2-40B4-BE49-F238E27FC236}">
                <a16:creationId xmlns:a16="http://schemas.microsoft.com/office/drawing/2014/main" id="{321151E9-9A73-4E06-9797-641A414D9724}"/>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SetActiveCommonSim（普通路径）</a:t>
            </a:r>
          </a:p>
        </p:txBody>
      </p:sp>
      <p:sp>
        <p:nvSpPr>
          <p:cNvPr id="43" name="legacy-line-K-0">
            <a:extLst xmlns:a="http://schemas.openxmlformats.org/drawingml/2006/main">
              <a:ext uri="{FF2B5EF4-FFF2-40B4-BE49-F238E27FC236}">
                <a16:creationId xmlns:a16="http://schemas.microsoft.com/office/drawing/2014/main" id="{635A8198-9DFB-4B7B-9D1F-7CAB2C5B48CD}"/>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等待主卡切换 / 目标检查</a:t>
            </a:r>
          </a:p>
        </p:txBody>
      </p:sp>
      <p:sp>
        <p:nvSpPr>
          <p:cNvPr id="44" name="legacy-line-K-1">
            <a:extLst xmlns:a="http://schemas.openxmlformats.org/drawingml/2006/main">
              <a:ext uri="{FF2B5EF4-FFF2-40B4-BE49-F238E27FC236}">
                <a16:creationId xmlns:a16="http://schemas.microsoft.com/office/drawing/2014/main" id="{274B1D0F-2717-4E4A-AB96-9E91F1444D72}"/>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active 缓存 / Hook</a:t>
            </a:r>
          </a:p>
        </p:txBody>
      </p:sp>
      <p:sp>
        <p:nvSpPr>
          <p:cNvPr id="45" name="legacy-line-bg-K-2">
            <a:extLst xmlns:a="http://schemas.openxmlformats.org/drawingml/2006/main">
              <a:ext uri="{FF2B5EF4-FFF2-40B4-BE49-F238E27FC236}">
                <a16:creationId xmlns:a16="http://schemas.microsoft.com/office/drawing/2014/main" id="{6C55E9B8-F7F4-439A-B60A-F366A86E1E24}"/>
              </a:ext>
            </a:extLst>
          </p:cNvPr>
          <p:cNvSpPr>
            <a:spLocks xmlns:a="http://schemas.openxmlformats.org/drawingml/2006/main" noGrp="1"/>
          </p:cNvSpPr>
          <p:nvPr/>
        </p:nvSpPr>
        <p:spPr>
          <a:xfrm xmlns:a="http://schemas.openxmlformats.org/drawingml/2006/main">
            <a:off x="561975" y="4371975"/>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6" name="legacy-line-K-2">
            <a:extLst xmlns:a="http://schemas.openxmlformats.org/drawingml/2006/main">
              <a:ext uri="{FF2B5EF4-FFF2-40B4-BE49-F238E27FC236}">
                <a16:creationId xmlns:a16="http://schemas.microsoft.com/office/drawing/2014/main" id="{DCA55D5C-8C7A-431A-BBB2-8140FAD1406E}"/>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⑤ UpdateDBSetActiveResult</a:t>
            </a:r>
          </a:p>
        </p:txBody>
      </p:sp>
      <p:sp>
        <p:nvSpPr>
          <p:cNvPr id="47" name="legacy-node-R">
            <a:extLst xmlns:a="http://schemas.openxmlformats.org/drawingml/2006/main">
              <a:ext uri="{FF2B5EF4-FFF2-40B4-BE49-F238E27FC236}">
                <a16:creationId xmlns:a16="http://schemas.microsoft.com/office/drawing/2014/main" id="{D8333CB9-325B-4F28-8FA6-390E3660FB17}"/>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9525">
            <a:solidFill>
              <a:srgbClr val="CDD8E6"/>
            </a:solidFill>
            <a:prstDash val="solid"/>
          </a:ln>
        </p:spPr>
      </p:sp>
      <p:sp>
        <p:nvSpPr>
          <p:cNvPr id="48" name="legacy-title-R">
            <a:extLst xmlns:a="http://schemas.openxmlformats.org/drawingml/2006/main">
              <a:ext uri="{FF2B5EF4-FFF2-40B4-BE49-F238E27FC236}">
                <a16:creationId xmlns:a16="http://schemas.microsoft.com/office/drawing/2014/main" id="{CC62DEF5-F952-43BB-8AFC-2EAD1F35218F}"/>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778599"/>
                </a:solidFill>
                <a:latin typeface="Microsoft YaHei"/>
                <a:ea typeface="Microsoft YaHei"/>
                <a:cs typeface="Microsoft YaHei"/>
              </a:defRPr>
            </a:defPPr>
            <a:lvl1pPr algn="l">
              <a:defRPr sz="1380" b="1">
                <a:solidFill>
                  <a:srgbClr val="778599"/>
                </a:solidFill>
                <a:latin typeface="Microsoft YaHei"/>
                <a:ea typeface="Microsoft YaHei"/>
                <a:cs typeface="Microsoft YaHei"/>
              </a:defRPr>
            </a:lvl1pPr>
            <a:lvl2pPr algn="l">
              <a:defRPr sz="1380" b="1">
                <a:solidFill>
                  <a:srgbClr val="778599"/>
                </a:solidFill>
                <a:latin typeface="Microsoft YaHei"/>
                <a:ea typeface="Microsoft YaHei"/>
                <a:cs typeface="Microsoft YaHei"/>
              </a:defRPr>
            </a:lvl2pPr>
            <a:lvl3pPr algn="l">
              <a:defRPr sz="1380" b="1">
                <a:solidFill>
                  <a:srgbClr val="778599"/>
                </a:solidFill>
                <a:latin typeface="Microsoft YaHei"/>
                <a:ea typeface="Microsoft YaHei"/>
                <a:cs typeface="Microsoft YaHei"/>
              </a:defRPr>
            </a:lvl3pPr>
            <a:lvl4pPr algn="l">
              <a:defRPr sz="1380" b="1">
                <a:solidFill>
                  <a:srgbClr val="778599"/>
                </a:solidFill>
                <a:latin typeface="Microsoft YaHei"/>
                <a:ea typeface="Microsoft YaHei"/>
                <a:cs typeface="Microsoft YaHei"/>
              </a:defRPr>
            </a:lvl4pPr>
            <a:lvl5pPr algn="l">
              <a:defRPr sz="1380" b="1">
                <a:solidFill>
                  <a:srgbClr val="778599"/>
                </a:solidFill>
                <a:latin typeface="Microsoft YaHei"/>
                <a:ea typeface="Microsoft YaHei"/>
                <a:cs typeface="Microsoft YaHei"/>
              </a:defRPr>
            </a:lvl5pPr>
            <a:lvl6pPr algn="l">
              <a:defRPr sz="1380" b="1">
                <a:solidFill>
                  <a:srgbClr val="778599"/>
                </a:solidFill>
                <a:latin typeface="Microsoft YaHei"/>
                <a:ea typeface="Microsoft YaHei"/>
                <a:cs typeface="Microsoft YaHei"/>
              </a:defRPr>
            </a:lvl6pPr>
            <a:lvl7pPr algn="l">
              <a:defRPr sz="1380" b="1">
                <a:solidFill>
                  <a:srgbClr val="778599"/>
                </a:solidFill>
                <a:latin typeface="Microsoft YaHei"/>
                <a:ea typeface="Microsoft YaHei"/>
                <a:cs typeface="Microsoft YaHei"/>
              </a:defRPr>
            </a:lvl7pPr>
            <a:lvl8pPr algn="l">
              <a:defRPr sz="1380" b="1">
                <a:solidFill>
                  <a:srgbClr val="778599"/>
                </a:solidFill>
                <a:latin typeface="Microsoft YaHei"/>
                <a:ea typeface="Microsoft YaHei"/>
                <a:cs typeface="Microsoft YaHei"/>
              </a:defRPr>
            </a:lvl8pPr>
            <a:lvl9pPr algn="l">
              <a:defRPr sz="1380" b="1">
                <a:solidFill>
                  <a:srgbClr val="778599"/>
                </a:solidFill>
                <a:latin typeface="Microsoft YaHei"/>
                <a:ea typeface="Microsoft YaHei"/>
                <a:cs typeface="Microsoft YaHei"/>
              </a:defRPr>
            </a:lvl9pPr>
          </a:lstStyle>
          <a:p xmlns:a="http://schemas.openxmlformats.org/drawingml/2006/main">
            <a:pPr algn="l">
              <a:lnSpc>
                <a:spcPct val="102000"/>
              </a:lnSpc>
              <a:buNone/>
              <a:defRPr sz="1380" b="1">
                <a:solidFill>
                  <a:srgbClr val="778599"/>
                </a:solidFill>
                <a:latin typeface="Microsoft YaHei"/>
                <a:ea typeface="Microsoft YaHei"/>
                <a:cs typeface="Microsoft YaHei"/>
              </a:defRPr>
            </a:pPr>
            <a:r>
              <a:rPr sz="1380" b="1">
                <a:solidFill>
                  <a:srgbClr val="778599"/>
                </a:solidFill>
                <a:latin typeface="Microsoft YaHei"/>
                <a:ea typeface="Microsoft YaHei"/>
                <a:cs typeface="Microsoft YaHei"/>
              </a:rPr>
              <a:t>RadioProtocolController</a:t>
            </a:r>
          </a:p>
        </p:txBody>
      </p:sp>
      <p:sp>
        <p:nvSpPr>
          <p:cNvPr id="49" name="legacy-alias-R">
            <a:extLst xmlns:a="http://schemas.openxmlformats.org/drawingml/2006/main">
              <a:ext uri="{FF2B5EF4-FFF2-40B4-BE49-F238E27FC236}">
                <a16:creationId xmlns:a16="http://schemas.microsoft.com/office/drawing/2014/main" id="{BDA7141D-FF23-45F5-B896-E670F9DF9F51}"/>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778599"/>
                </a:solidFill>
                <a:latin typeface="Microsoft YaHei"/>
                <a:ea typeface="Microsoft YaHei"/>
                <a:cs typeface="Microsoft YaHei"/>
              </a:defRPr>
            </a:defPPr>
            <a:lvl1pPr algn="l">
              <a:defRPr sz="1088" b="0">
                <a:solidFill>
                  <a:srgbClr val="778599"/>
                </a:solidFill>
                <a:latin typeface="Microsoft YaHei"/>
                <a:ea typeface="Microsoft YaHei"/>
                <a:cs typeface="Microsoft YaHei"/>
              </a:defRPr>
            </a:lvl1pPr>
            <a:lvl2pPr algn="l">
              <a:defRPr sz="1088" b="0">
                <a:solidFill>
                  <a:srgbClr val="778599"/>
                </a:solidFill>
                <a:latin typeface="Microsoft YaHei"/>
                <a:ea typeface="Microsoft YaHei"/>
                <a:cs typeface="Microsoft YaHei"/>
              </a:defRPr>
            </a:lvl2pPr>
            <a:lvl3pPr algn="l">
              <a:defRPr sz="1088" b="0">
                <a:solidFill>
                  <a:srgbClr val="778599"/>
                </a:solidFill>
                <a:latin typeface="Microsoft YaHei"/>
                <a:ea typeface="Microsoft YaHei"/>
                <a:cs typeface="Microsoft YaHei"/>
              </a:defRPr>
            </a:lvl3pPr>
            <a:lvl4pPr algn="l">
              <a:defRPr sz="1088" b="0">
                <a:solidFill>
                  <a:srgbClr val="778599"/>
                </a:solidFill>
                <a:latin typeface="Microsoft YaHei"/>
                <a:ea typeface="Microsoft YaHei"/>
                <a:cs typeface="Microsoft YaHei"/>
              </a:defRPr>
            </a:lvl4pPr>
            <a:lvl5pPr algn="l">
              <a:defRPr sz="1088" b="0">
                <a:solidFill>
                  <a:srgbClr val="778599"/>
                </a:solidFill>
                <a:latin typeface="Microsoft YaHei"/>
                <a:ea typeface="Microsoft YaHei"/>
                <a:cs typeface="Microsoft YaHei"/>
              </a:defRPr>
            </a:lvl5pPr>
            <a:lvl6pPr algn="l">
              <a:defRPr sz="1088" b="0">
                <a:solidFill>
                  <a:srgbClr val="778599"/>
                </a:solidFill>
                <a:latin typeface="Microsoft YaHei"/>
                <a:ea typeface="Microsoft YaHei"/>
                <a:cs typeface="Microsoft YaHei"/>
              </a:defRPr>
            </a:lvl6pPr>
            <a:lvl7pPr algn="l">
              <a:defRPr sz="1088" b="0">
                <a:solidFill>
                  <a:srgbClr val="778599"/>
                </a:solidFill>
                <a:latin typeface="Microsoft YaHei"/>
                <a:ea typeface="Microsoft YaHei"/>
                <a:cs typeface="Microsoft YaHei"/>
              </a:defRPr>
            </a:lvl7pPr>
            <a:lvl8pPr algn="l">
              <a:defRPr sz="1088" b="0">
                <a:solidFill>
                  <a:srgbClr val="778599"/>
                </a:solidFill>
                <a:latin typeface="Microsoft YaHei"/>
                <a:ea typeface="Microsoft YaHei"/>
                <a:cs typeface="Microsoft YaHei"/>
              </a:defRPr>
            </a:lvl8pPr>
            <a:lvl9pPr algn="l">
              <a:defRPr sz="1088" b="0">
                <a:solidFill>
                  <a:srgbClr val="778599"/>
                </a:solidFill>
                <a:latin typeface="Microsoft YaHei"/>
                <a:ea typeface="Microsoft YaHei"/>
                <a:cs typeface="Microsoft YaHei"/>
              </a:defRPr>
            </a:lvl9pPr>
          </a:lstStyle>
          <a:p xmlns:a="http://schemas.openxmlformats.org/drawingml/2006/main">
            <a:pPr algn="l">
              <a:lnSpc>
                <a:spcPct val="102000"/>
              </a:lnSpc>
              <a:buNone/>
              <a:defRPr sz="1088" b="0">
                <a:solidFill>
                  <a:srgbClr val="778599"/>
                </a:solidFill>
                <a:latin typeface="Microsoft YaHei"/>
                <a:ea typeface="Microsoft YaHei"/>
                <a:cs typeface="Microsoft YaHei"/>
              </a:defRPr>
            </a:pPr>
            <a:r>
              <a:rPr sz="1088" b="0">
                <a:solidFill>
                  <a:srgbClr val="778599"/>
                </a:solidFill>
                <a:latin typeface="Microsoft YaHei"/>
                <a:ea typeface="Microsoft YaHei"/>
                <a:cs typeface="Microsoft YaHei"/>
              </a:rPr>
              <a:t>TelRilManager / 原设备等待</a:t>
            </a:r>
          </a:p>
        </p:txBody>
      </p:sp>
      <p:sp>
        <p:nvSpPr>
          <p:cNvPr id="50" name="legacy-line-R-0">
            <a:extLst xmlns:a="http://schemas.openxmlformats.org/drawingml/2006/main">
              <a:ext uri="{FF2B5EF4-FFF2-40B4-BE49-F238E27FC236}">
                <a16:creationId xmlns:a16="http://schemas.microsoft.com/office/drawing/2014/main" id="{DFE8735C-250E-49E8-8BA3-AF6B37CB06A2}"/>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SetActiveSimToRil</a:t>
            </a:r>
          </a:p>
        </p:txBody>
      </p:sp>
      <p:sp>
        <p:nvSpPr>
          <p:cNvPr id="51" name="legacy-line-R-1">
            <a:extLst xmlns:a="http://schemas.openxmlformats.org/drawingml/2006/main">
              <a:ext uri="{FF2B5EF4-FFF2-40B4-BE49-F238E27FC236}">
                <a16:creationId xmlns:a16="http://schemas.microsoft.com/office/drawing/2014/main" id="{8099E74E-0AD5-4F18-836F-D79253A3D541}"/>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接收设备结果、唤醒等待</a:t>
            </a:r>
          </a:p>
        </p:txBody>
      </p:sp>
      <p:sp>
        <p:nvSpPr>
          <p:cNvPr id="52" name="legacy-line-R-2">
            <a:extLst xmlns:a="http://schemas.openxmlformats.org/drawingml/2006/main">
              <a:ext uri="{FF2B5EF4-FFF2-40B4-BE49-F238E27FC236}">
                <a16:creationId xmlns:a16="http://schemas.microsoft.com/office/drawing/2014/main" id="{E82FF2C8-16AD-453C-BE14-4C4E7ADD4546}"/>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已有请求关联继续复用</a:t>
            </a:r>
          </a:p>
        </p:txBody>
      </p:sp>
      <p:sp>
        <p:nvSpPr>
          <p:cNvPr id="53" name="legacy-node-D">
            <a:extLst xmlns:a="http://schemas.openxmlformats.org/drawingml/2006/main">
              <a:ext uri="{FF2B5EF4-FFF2-40B4-BE49-F238E27FC236}">
                <a16:creationId xmlns:a16="http://schemas.microsoft.com/office/drawing/2014/main" id="{E289BAE7-A286-47EA-8B64-D33B8148BB24}"/>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54" name="legacy-title-D">
            <a:extLst xmlns:a="http://schemas.openxmlformats.org/drawingml/2006/main">
              <a:ext uri="{FF2B5EF4-FFF2-40B4-BE49-F238E27FC236}">
                <a16:creationId xmlns:a16="http://schemas.microsoft.com/office/drawing/2014/main" id="{1E6B9B44-56B1-4D7C-A8B0-E5D29059CB32}"/>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SimRdbHelper</a:t>
            </a:r>
          </a:p>
        </p:txBody>
      </p:sp>
      <p:sp>
        <p:nvSpPr>
          <p:cNvPr id="55" name="legacy-line-bg-D-0">
            <a:extLst xmlns:a="http://schemas.openxmlformats.org/drawingml/2006/main">
              <a:ext uri="{FF2B5EF4-FFF2-40B4-BE49-F238E27FC236}">
                <a16:creationId xmlns:a16="http://schemas.microsoft.com/office/drawing/2014/main" id="{AF37448C-87B4-4997-BE9E-A9C2234A1A7C}"/>
              </a:ext>
            </a:extLst>
          </p:cNvPr>
          <p:cNvSpPr>
            <a:spLocks xmlns:a="http://schemas.openxmlformats.org/drawingml/2006/main" noGrp="1"/>
          </p:cNvSpPr>
          <p:nvPr/>
        </p:nvSpPr>
        <p:spPr>
          <a:xfrm xmlns:a="http://schemas.openxmlformats.org/drawingml/2006/main">
            <a:off x="561975" y="5381625"/>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56" name="legacy-line-D-0">
            <a:extLst xmlns:a="http://schemas.openxmlformats.org/drawingml/2006/main">
              <a:ext uri="{FF2B5EF4-FFF2-40B4-BE49-F238E27FC236}">
                <a16:creationId xmlns:a16="http://schemas.microsoft.com/office/drawing/2014/main" id="{60024310-BF45-4EFE-B7B1-13F601A12610}"/>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1">
                <a:solidFill>
                  <a:srgbClr val="17263A"/>
                </a:solidFill>
                <a:latin typeface="Microsoft YaHei"/>
                <a:ea typeface="Microsoft YaHei"/>
                <a:cs typeface="Microsoft YaHei"/>
              </a:defRPr>
            </a:defPPr>
            <a:lvl1pPr algn="l">
              <a:defRPr sz="1238" b="1">
                <a:solidFill>
                  <a:srgbClr val="17263A"/>
                </a:solidFill>
                <a:latin typeface="Microsoft YaHei"/>
                <a:ea typeface="Microsoft YaHei"/>
                <a:cs typeface="Microsoft YaHei"/>
              </a:defRPr>
            </a:lvl1pPr>
            <a:lvl2pPr algn="l">
              <a:defRPr sz="1238" b="1">
                <a:solidFill>
                  <a:srgbClr val="17263A"/>
                </a:solidFill>
                <a:latin typeface="Microsoft YaHei"/>
                <a:ea typeface="Microsoft YaHei"/>
                <a:cs typeface="Microsoft YaHei"/>
              </a:defRPr>
            </a:lvl2pPr>
            <a:lvl3pPr algn="l">
              <a:defRPr sz="1238" b="1">
                <a:solidFill>
                  <a:srgbClr val="17263A"/>
                </a:solidFill>
                <a:latin typeface="Microsoft YaHei"/>
                <a:ea typeface="Microsoft YaHei"/>
                <a:cs typeface="Microsoft YaHei"/>
              </a:defRPr>
            </a:lvl3pPr>
            <a:lvl4pPr algn="l">
              <a:defRPr sz="1238" b="1">
                <a:solidFill>
                  <a:srgbClr val="17263A"/>
                </a:solidFill>
                <a:latin typeface="Microsoft YaHei"/>
                <a:ea typeface="Microsoft YaHei"/>
                <a:cs typeface="Microsoft YaHei"/>
              </a:defRPr>
            </a:lvl4pPr>
            <a:lvl5pPr algn="l">
              <a:defRPr sz="1238" b="1">
                <a:solidFill>
                  <a:srgbClr val="17263A"/>
                </a:solidFill>
                <a:latin typeface="Microsoft YaHei"/>
                <a:ea typeface="Microsoft YaHei"/>
                <a:cs typeface="Microsoft YaHei"/>
              </a:defRPr>
            </a:lvl5pPr>
            <a:lvl6pPr algn="l">
              <a:defRPr sz="1238" b="1">
                <a:solidFill>
                  <a:srgbClr val="17263A"/>
                </a:solidFill>
                <a:latin typeface="Microsoft YaHei"/>
                <a:ea typeface="Microsoft YaHei"/>
                <a:cs typeface="Microsoft YaHei"/>
              </a:defRPr>
            </a:lvl6pPr>
            <a:lvl7pPr algn="l">
              <a:defRPr sz="1238" b="1">
                <a:solidFill>
                  <a:srgbClr val="17263A"/>
                </a:solidFill>
                <a:latin typeface="Microsoft YaHei"/>
                <a:ea typeface="Microsoft YaHei"/>
                <a:cs typeface="Microsoft YaHei"/>
              </a:defRPr>
            </a:lvl7pPr>
            <a:lvl8pPr algn="l">
              <a:defRPr sz="1238" b="1">
                <a:solidFill>
                  <a:srgbClr val="17263A"/>
                </a:solidFill>
                <a:latin typeface="Microsoft YaHei"/>
                <a:ea typeface="Microsoft YaHei"/>
                <a:cs typeface="Microsoft YaHei"/>
              </a:defRPr>
            </a:lvl8pPr>
            <a:lvl9pPr algn="l">
              <a:defRPr sz="1238" b="1">
                <a:solidFill>
                  <a:srgbClr val="17263A"/>
                </a:solidFill>
                <a:latin typeface="Microsoft YaHei"/>
                <a:ea typeface="Microsoft YaHei"/>
                <a:cs typeface="Microsoft YaHei"/>
              </a:defRPr>
            </a:lvl9pPr>
          </a:lstStyle>
          <a:p xmlns:a="http://schemas.openxmlformats.org/drawingml/2006/main">
            <a:pPr algn="l">
              <a:lnSpc>
                <a:spcPct val="102000"/>
              </a:lnSpc>
              <a:buNone/>
              <a:defRPr sz="1238" b="1">
                <a:solidFill>
                  <a:srgbClr val="17263A"/>
                </a:solidFill>
                <a:latin typeface="Microsoft YaHei"/>
                <a:ea typeface="Microsoft YaHei"/>
                <a:cs typeface="Microsoft YaHei"/>
              </a:defRPr>
            </a:pPr>
            <a:r>
              <a:rPr sz="1238" b="1">
                <a:solidFill>
                  <a:srgbClr val="17263A"/>
                </a:solidFill>
                <a:latin typeface="Microsoft YaHei"/>
                <a:ea typeface="Microsoft YaHei"/>
                <a:cs typeface="Microsoft YaHei"/>
              </a:rPr>
              <a:t>⑤ DataShare：IS_ACTIVE</a:t>
            </a:r>
          </a:p>
        </p:txBody>
      </p:sp>
      <p:sp>
        <p:nvSpPr>
          <p:cNvPr id="57" name="legacy-node-N">
            <a:extLst xmlns:a="http://schemas.openxmlformats.org/drawingml/2006/main">
              <a:ext uri="{FF2B5EF4-FFF2-40B4-BE49-F238E27FC236}">
                <a16:creationId xmlns:a16="http://schemas.microsoft.com/office/drawing/2014/main" id="{44BF3F46-C139-43FB-9BA0-C07CE4157253}"/>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58" name="legacy-title-N">
            <a:extLst xmlns:a="http://schemas.openxmlformats.org/drawingml/2006/main">
              <a:ext uri="{FF2B5EF4-FFF2-40B4-BE49-F238E27FC236}">
                <a16:creationId xmlns:a16="http://schemas.microsoft.com/office/drawing/2014/main" id="{03F0B038-A0B5-48EE-8A27-211627568E70}"/>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原 Hook 与完成出口</a:t>
            </a:r>
          </a:p>
        </p:txBody>
      </p:sp>
      <p:sp>
        <p:nvSpPr>
          <p:cNvPr id="59" name="legacy-line-bg-N-0">
            <a:extLst xmlns:a="http://schemas.openxmlformats.org/drawingml/2006/main">
              <a:ext uri="{FF2B5EF4-FFF2-40B4-BE49-F238E27FC236}">
                <a16:creationId xmlns:a16="http://schemas.microsoft.com/office/drawing/2014/main" id="{34E20073-39EA-45D9-95D0-CFF6473765EE}"/>
              </a:ext>
            </a:extLst>
          </p:cNvPr>
          <p:cNvSpPr>
            <a:spLocks xmlns:a="http://schemas.openxmlformats.org/drawingml/2006/main" noGrp="1"/>
          </p:cNvSpPr>
          <p:nvPr/>
        </p:nvSpPr>
        <p:spPr>
          <a:xfrm xmlns:a="http://schemas.openxmlformats.org/drawingml/2006/main">
            <a:off x="3419475" y="5381625"/>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60" name="legacy-line-N-0">
            <a:extLst xmlns:a="http://schemas.openxmlformats.org/drawingml/2006/main">
              <a:ext uri="{FF2B5EF4-FFF2-40B4-BE49-F238E27FC236}">
                <a16:creationId xmlns:a16="http://schemas.microsoft.com/office/drawing/2014/main" id="{BEDA74D5-895A-4FEC-976E-F6262962AB6F}"/>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④ / ⑤ UpdateSubState</a:t>
            </a:r>
          </a:p>
        </p:txBody>
      </p:sp>
      <p:sp>
        <p:nvSpPr>
          <p:cNvPr id="61" name="legacy-line-bg-N-1">
            <a:extLst xmlns:a="http://schemas.openxmlformats.org/drawingml/2006/main">
              <a:ext uri="{FF2B5EF4-FFF2-40B4-BE49-F238E27FC236}">
                <a16:creationId xmlns:a16="http://schemas.microsoft.com/office/drawing/2014/main" id="{24967238-1FF1-47CF-902B-91688C20F6E7}"/>
              </a:ext>
            </a:extLst>
          </p:cNvPr>
          <p:cNvSpPr>
            <a:spLocks xmlns:a="http://schemas.openxmlformats.org/drawingml/2006/main" noGrp="1"/>
          </p:cNvSpPr>
          <p:nvPr/>
        </p:nvSpPr>
        <p:spPr>
          <a:xfrm xmlns:a="http://schemas.openxmlformats.org/drawingml/2006/main">
            <a:off x="3419475" y="5619750"/>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62" name="legacy-line-N-1">
            <a:extLst xmlns:a="http://schemas.openxmlformats.org/drawingml/2006/main">
              <a:ext uri="{FF2B5EF4-FFF2-40B4-BE49-F238E27FC236}">
                <a16:creationId xmlns:a16="http://schemas.microsoft.com/office/drawing/2014/main" id="{EBF7DEBC-F1E9-46C7-9A55-E11311C50E5D}"/>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成功后检查是否切主卡</a:t>
            </a:r>
          </a:p>
        </p:txBody>
      </p:sp>
      <p:sp>
        <p:nvSpPr>
          <p:cNvPr id="63" name="legacy-flow-note">
            <a:extLst xmlns:a="http://schemas.openxmlformats.org/drawingml/2006/main">
              <a:ext uri="{FF2B5EF4-FFF2-40B4-BE49-F238E27FC236}">
                <a16:creationId xmlns:a16="http://schemas.microsoft.com/office/drawing/2014/main" id="{E6C8CC23-1E70-4836-83F0-02771747301B}"/>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SetActiveCommonSim · non-force；省略透传函数及中间调用栈</a:t>
            </a:r>
          </a:p>
        </p:txBody>
      </p:sp>
      <p:sp>
        <p:nvSpPr>
          <p:cNvPr id="64" name="application-label">
            <a:extLst xmlns:a="http://schemas.openxmlformats.org/drawingml/2006/main">
              <a:ext uri="{FF2B5EF4-FFF2-40B4-BE49-F238E27FC236}">
                <a16:creationId xmlns:a16="http://schemas.microsoft.com/office/drawing/2014/main" id="{B3BB5465-69BD-473D-8E14-909BF423B3C1}"/>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65" name="domain-label">
            <a:extLst xmlns:a="http://schemas.openxmlformats.org/drawingml/2006/main">
              <a:ext uri="{FF2B5EF4-FFF2-40B4-BE49-F238E27FC236}">
                <a16:creationId xmlns:a16="http://schemas.microsoft.com/office/drawing/2014/main" id="{FD05BDA1-5F53-43B1-BE64-826C68BA5D35}"/>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66" name="target-edge-OT">
            <a:extLst xmlns:a="http://schemas.openxmlformats.org/drawingml/2006/main">
              <a:ext uri="{FF2B5EF4-FFF2-40B4-BE49-F238E27FC236}">
                <a16:creationId xmlns:a16="http://schemas.microsoft.com/office/drawing/2014/main" id="{AC6E9A2A-8F73-4058-8454-766CDB8D9E3B}"/>
              </a:ext>
            </a:extLst>
          </p:cNvPr>
          <p:cNvSpPr>
            <a:spLocks xmlns:a="http://schemas.openxmlformats.org/drawingml/2006/main" noGrp="1"/>
          </p:cNvSpPr>
          <p:nvPr/>
        </p:nvSpPr>
        <p:spPr>
          <a:xfrm xmlns:a="http://schemas.openxmlformats.org/drawingml/2006/main">
            <a:off x="8172450" y="3633788"/>
            <a:ext cx="180975" cy="9525"/>
          </a:xfrm>
          <a:custGeom xmlns:a="http://schemas.openxmlformats.org/drawingml/2006/main">
            <a:pathLst>
              <a:path w="180975" h="9525">
                <a:moveTo>
                  <a:pt x="0" y="4763"/>
                </a:moveTo>
                <a:lnTo>
                  <a:pt x="180975" y="4763"/>
                </a:lnTo>
              </a:path>
            </a:pathLst>
          </a:custGeom>
          <a:noFill xmlns:a="http://schemas.openxmlformats.org/drawingml/2006/main"/>
          <a:ln xmlns:a="http://schemas.openxmlformats.org/drawingml/2006/main" w="16193">
            <a:solidFill>
              <a:srgbClr val="246AB8"/>
            </a:solidFill>
            <a:prstDash val="solid"/>
          </a:ln>
        </p:spPr>
      </p:sp>
      <p:sp>
        <p:nvSpPr>
          <p:cNvPr id="67" name="target-edge-OT-head">
            <a:extLst xmlns:a="http://schemas.openxmlformats.org/drawingml/2006/main">
              <a:ext uri="{FF2B5EF4-FFF2-40B4-BE49-F238E27FC236}">
                <a16:creationId xmlns:a16="http://schemas.microsoft.com/office/drawing/2014/main" id="{CB005F63-44A7-47F2-B21F-63395CCC1E66}"/>
              </a:ext>
            </a:extLst>
          </p:cNvPr>
          <p:cNvSpPr>
            <a:spLocks xmlns:a="http://schemas.openxmlformats.org/drawingml/2006/main" noGrp="1"/>
          </p:cNvSpPr>
          <p:nvPr/>
        </p:nvSpPr>
        <p:spPr>
          <a:xfrm xmlns:a="http://schemas.openxmlformats.org/drawingml/2006/main">
            <a:off x="8296275" y="3609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68" name="target-edge-TO">
            <a:extLst xmlns:a="http://schemas.openxmlformats.org/drawingml/2006/main">
              <a:ext uri="{FF2B5EF4-FFF2-40B4-BE49-F238E27FC236}">
                <a16:creationId xmlns:a16="http://schemas.microsoft.com/office/drawing/2014/main" id="{0030BE21-05F0-4FBF-B236-5F80A28923B5}"/>
              </a:ext>
            </a:extLst>
          </p:cNvPr>
          <p:cNvSpPr>
            <a:spLocks xmlns:a="http://schemas.openxmlformats.org/drawingml/2006/main" noGrp="1"/>
          </p:cNvSpPr>
          <p:nvPr/>
        </p:nvSpPr>
        <p:spPr>
          <a:xfrm xmlns:a="http://schemas.openxmlformats.org/drawingml/2006/main">
            <a:off x="8172450" y="3938588"/>
            <a:ext cx="180975" cy="9525"/>
          </a:xfrm>
          <a:custGeom xmlns:a="http://schemas.openxmlformats.org/drawingml/2006/main">
            <a:pathLst>
              <a:path w="180975" h="9525">
                <a:moveTo>
                  <a:pt x="180975" y="4763"/>
                </a:moveTo>
                <a:lnTo>
                  <a:pt x="0" y="4763"/>
                </a:lnTo>
              </a:path>
            </a:pathLst>
          </a:custGeom>
          <a:noFill xmlns:a="http://schemas.openxmlformats.org/drawingml/2006/main"/>
          <a:ln xmlns:a="http://schemas.openxmlformats.org/drawingml/2006/main" w="16193">
            <a:solidFill>
              <a:srgbClr val="246AB8"/>
            </a:solidFill>
            <a:prstDash val="solid"/>
          </a:ln>
        </p:spPr>
      </p:sp>
      <p:sp>
        <p:nvSpPr>
          <p:cNvPr id="69" name="target-edge-TO-head">
            <a:extLst xmlns:a="http://schemas.openxmlformats.org/drawingml/2006/main">
              <a:ext uri="{FF2B5EF4-FFF2-40B4-BE49-F238E27FC236}">
                <a16:creationId xmlns:a16="http://schemas.microsoft.com/office/drawing/2014/main" id="{74887B73-B198-4235-9BBB-7452FF9B8D79}"/>
              </a:ext>
            </a:extLst>
          </p:cNvPr>
          <p:cNvSpPr>
            <a:spLocks xmlns:a="http://schemas.openxmlformats.org/drawingml/2006/main" noGrp="1"/>
          </p:cNvSpPr>
          <p:nvPr/>
        </p:nvSpPr>
        <p:spPr>
          <a:xfrm xmlns:a="http://schemas.openxmlformats.org/drawingml/2006/main">
            <a:off x="8172450" y="39147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6193">
            <a:solidFill>
              <a:srgbClr val="246AB8"/>
            </a:solidFill>
            <a:prstDash val="solid"/>
          </a:ln>
        </p:spPr>
      </p:sp>
      <p:sp>
        <p:nvSpPr>
          <p:cNvPr id="70" name="target-edge-TD">
            <a:extLst xmlns:a="http://schemas.openxmlformats.org/drawingml/2006/main">
              <a:ext uri="{FF2B5EF4-FFF2-40B4-BE49-F238E27FC236}">
                <a16:creationId xmlns:a16="http://schemas.microsoft.com/office/drawing/2014/main" id="{CB715B11-50A0-47E6-88B6-AD442177C8AC}"/>
              </a:ext>
            </a:extLst>
          </p:cNvPr>
          <p:cNvSpPr>
            <a:spLocks xmlns:a="http://schemas.openxmlformats.org/drawingml/2006/main" noGrp="1"/>
          </p:cNvSpPr>
          <p:nvPr/>
        </p:nvSpPr>
        <p:spPr>
          <a:xfrm xmlns:a="http://schemas.openxmlformats.org/drawingml/2006/main">
            <a:off x="9139238"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71" name="target-edge-TD-head">
            <a:extLst xmlns:a="http://schemas.openxmlformats.org/drawingml/2006/main">
              <a:ext uri="{FF2B5EF4-FFF2-40B4-BE49-F238E27FC236}">
                <a16:creationId xmlns:a16="http://schemas.microsoft.com/office/drawing/2014/main" id="{BCDFE861-62D4-48AB-BC96-661B463A26F2}"/>
              </a:ext>
            </a:extLst>
          </p:cNvPr>
          <p:cNvSpPr>
            <a:spLocks xmlns:a="http://schemas.openxmlformats.org/drawingml/2006/main" noGrp="1"/>
          </p:cNvSpPr>
          <p:nvPr/>
        </p:nvSpPr>
        <p:spPr>
          <a:xfrm xmlns:a="http://schemas.openxmlformats.org/drawingml/2006/main">
            <a:off x="9115425"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72" name="target-edge-TI">
            <a:extLst xmlns:a="http://schemas.openxmlformats.org/drawingml/2006/main">
              <a:ext uri="{FF2B5EF4-FFF2-40B4-BE49-F238E27FC236}">
                <a16:creationId xmlns:a16="http://schemas.microsoft.com/office/drawing/2014/main" id="{33DC36DF-7EA7-4D19-87F2-58A1108D9ED4}"/>
              </a:ext>
            </a:extLst>
          </p:cNvPr>
          <p:cNvSpPr>
            <a:spLocks xmlns:a="http://schemas.openxmlformats.org/drawingml/2006/main" noGrp="1"/>
          </p:cNvSpPr>
          <p:nvPr/>
        </p:nvSpPr>
        <p:spPr>
          <a:xfrm xmlns:a="http://schemas.openxmlformats.org/drawingml/2006/main">
            <a:off x="9934575" y="3886200"/>
            <a:ext cx="533400" cy="1352550"/>
          </a:xfrm>
          <a:custGeom xmlns:a="http://schemas.openxmlformats.org/drawingml/2006/main">
            <a:pathLst>
              <a:path w="533400" h="1352550">
                <a:moveTo>
                  <a:pt x="0" y="0"/>
                </a:moveTo>
                <a:lnTo>
                  <a:pt x="85725" y="0"/>
                </a:lnTo>
                <a:lnTo>
                  <a:pt x="85725" y="1152525"/>
                </a:lnTo>
                <a:lnTo>
                  <a:pt x="533400" y="1152525"/>
                </a:lnTo>
                <a:lnTo>
                  <a:pt x="533400" y="1352550"/>
                </a:lnTo>
              </a:path>
            </a:pathLst>
          </a:custGeom>
          <a:noFill xmlns:a="http://schemas.openxmlformats.org/drawingml/2006/main"/>
          <a:ln xmlns:a="http://schemas.openxmlformats.org/drawingml/2006/main" w="16193">
            <a:solidFill>
              <a:srgbClr val="246AB8"/>
            </a:solidFill>
            <a:prstDash val="solid"/>
          </a:ln>
        </p:spPr>
      </p:sp>
      <p:sp>
        <p:nvSpPr>
          <p:cNvPr id="73" name="target-edge-TI-head">
            <a:extLst xmlns:a="http://schemas.openxmlformats.org/drawingml/2006/main">
              <a:ext uri="{FF2B5EF4-FFF2-40B4-BE49-F238E27FC236}">
                <a16:creationId xmlns:a16="http://schemas.microsoft.com/office/drawing/2014/main" id="{CED969B7-9A20-4822-8BEA-907CBB3ADC85}"/>
              </a:ext>
            </a:extLst>
          </p:cNvPr>
          <p:cNvSpPr>
            <a:spLocks xmlns:a="http://schemas.openxmlformats.org/drawingml/2006/main" noGrp="1"/>
          </p:cNvSpPr>
          <p:nvPr/>
        </p:nvSpPr>
        <p:spPr>
          <a:xfrm xmlns:a="http://schemas.openxmlformats.org/drawingml/2006/main">
            <a:off x="10439400" y="51816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74" name="target-edge-label-TI">
            <a:extLst xmlns:a="http://schemas.openxmlformats.org/drawingml/2006/main">
              <a:ext uri="{FF2B5EF4-FFF2-40B4-BE49-F238E27FC236}">
                <a16:creationId xmlns:a16="http://schemas.microsoft.com/office/drawing/2014/main" id="{E1E8DC08-E9FB-483A-8DE7-EB282E25E60A}"/>
              </a:ext>
            </a:extLst>
          </p:cNvPr>
          <p:cNvSpPr>
            <a:spLocks xmlns:a="http://schemas.openxmlformats.org/drawingml/2006/main" noGrp="1"/>
          </p:cNvSpPr>
          <p:nvPr/>
        </p:nvSpPr>
        <p:spPr>
          <a:xfrm xmlns:a="http://schemas.openxmlformats.org/drawingml/2006/main">
            <a:off x="10086975" y="5038725"/>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存储</a:t>
            </a:r>
          </a:p>
        </p:txBody>
      </p:sp>
      <p:sp>
        <p:nvSpPr>
          <p:cNvPr id="75" name="target-edge-OC">
            <a:extLst xmlns:a="http://schemas.openxmlformats.org/drawingml/2006/main">
              <a:ext uri="{FF2B5EF4-FFF2-40B4-BE49-F238E27FC236}">
                <a16:creationId xmlns:a16="http://schemas.microsoft.com/office/drawing/2014/main" id="{FAF0D253-1C15-4035-B6B3-B009712B9058}"/>
              </a:ext>
            </a:extLst>
          </p:cNvPr>
          <p:cNvSpPr>
            <a:spLocks xmlns:a="http://schemas.openxmlformats.org/drawingml/2006/main" noGrp="1"/>
          </p:cNvSpPr>
          <p:nvPr/>
        </p:nvSpPr>
        <p:spPr>
          <a:xfrm xmlns:a="http://schemas.openxmlformats.org/drawingml/2006/main">
            <a:off x="6219825" y="2876550"/>
            <a:ext cx="371475" cy="600075"/>
          </a:xfrm>
          <a:custGeom xmlns:a="http://schemas.openxmlformats.org/drawingml/2006/main">
            <a:pathLst>
              <a:path w="371475" h="600075">
                <a:moveTo>
                  <a:pt x="371475" y="600075"/>
                </a:moveTo>
                <a:lnTo>
                  <a:pt x="0" y="600075"/>
                </a:lnTo>
                <a:lnTo>
                  <a:pt x="0" y="0"/>
                </a:lnTo>
                <a:lnTo>
                  <a:pt x="371475" y="0"/>
                </a:lnTo>
              </a:path>
            </a:pathLst>
          </a:custGeom>
          <a:noFill xmlns:a="http://schemas.openxmlformats.org/drawingml/2006/main"/>
          <a:ln xmlns:a="http://schemas.openxmlformats.org/drawingml/2006/main" w="16193">
            <a:solidFill>
              <a:srgbClr val="246AB8"/>
            </a:solidFill>
            <a:prstDash val="solid"/>
          </a:ln>
        </p:spPr>
      </p:sp>
      <p:sp>
        <p:nvSpPr>
          <p:cNvPr id="76" name="target-edge-OC-head">
            <a:extLst xmlns:a="http://schemas.openxmlformats.org/drawingml/2006/main">
              <a:ext uri="{FF2B5EF4-FFF2-40B4-BE49-F238E27FC236}">
                <a16:creationId xmlns:a16="http://schemas.microsoft.com/office/drawing/2014/main" id="{A0027A74-401D-4AEF-9FB3-9795A8340B2A}"/>
              </a:ext>
            </a:extLst>
          </p:cNvPr>
          <p:cNvSpPr>
            <a:spLocks xmlns:a="http://schemas.openxmlformats.org/drawingml/2006/main" noGrp="1"/>
          </p:cNvSpPr>
          <p:nvPr/>
        </p:nvSpPr>
        <p:spPr>
          <a:xfrm xmlns:a="http://schemas.openxmlformats.org/drawingml/2006/main">
            <a:off x="6534150" y="2847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77" name="target-edge-label-OC">
            <a:extLst xmlns:a="http://schemas.openxmlformats.org/drawingml/2006/main">
              <a:ext uri="{FF2B5EF4-FFF2-40B4-BE49-F238E27FC236}">
                <a16:creationId xmlns:a16="http://schemas.microsoft.com/office/drawing/2014/main" id="{4B291D12-D181-4B36-846B-9AB75DA15369}"/>
              </a:ext>
            </a:extLst>
          </p:cNvPr>
          <p:cNvSpPr>
            <a:spLocks xmlns:a="http://schemas.openxmlformats.org/drawingml/2006/main" noGrp="1"/>
          </p:cNvSpPr>
          <p:nvPr/>
        </p:nvSpPr>
        <p:spPr>
          <a:xfrm xmlns:a="http://schemas.openxmlformats.org/drawingml/2006/main">
            <a:off x="6143625" y="3200400"/>
            <a:ext cx="3619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完成</a:t>
            </a:r>
          </a:p>
        </p:txBody>
      </p:sp>
      <p:sp>
        <p:nvSpPr>
          <p:cNvPr id="78" name="target-node-C">
            <a:extLst xmlns:a="http://schemas.openxmlformats.org/drawingml/2006/main">
              <a:ext uri="{FF2B5EF4-FFF2-40B4-BE49-F238E27FC236}">
                <a16:creationId xmlns:a16="http://schemas.microsoft.com/office/drawing/2014/main" id="{A49C682E-EC13-4FA3-B00F-47936E8F3B56}"/>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EAF1FB"/>
          </a:solidFill>
          <a:ln xmlns:a="http://schemas.openxmlformats.org/drawingml/2006/main" w="14288">
            <a:solidFill>
              <a:srgbClr val="246AB8"/>
            </a:solidFill>
            <a:prstDash val="solid"/>
          </a:ln>
        </p:spPr>
      </p:sp>
      <p:sp>
        <p:nvSpPr>
          <p:cNvPr id="79" name="target-title-C">
            <a:extLst xmlns:a="http://schemas.openxmlformats.org/drawingml/2006/main">
              <a:ext uri="{FF2B5EF4-FFF2-40B4-BE49-F238E27FC236}">
                <a16:creationId xmlns:a16="http://schemas.microsoft.com/office/drawing/2014/main" id="{52F71E59-55BA-464A-A5F1-C427809E016B}"/>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C 旧接口兼容</a:t>
            </a:r>
          </a:p>
        </p:txBody>
      </p:sp>
      <p:sp>
        <p:nvSpPr>
          <p:cNvPr id="80" name="target-alias-C">
            <a:extLst xmlns:a="http://schemas.openxmlformats.org/drawingml/2006/main">
              <a:ext uri="{FF2B5EF4-FFF2-40B4-BE49-F238E27FC236}">
                <a16:creationId xmlns:a16="http://schemas.microsoft.com/office/drawing/2014/main" id="{97A4360F-C05C-4B85-8DE7-D2AF01F568F6}"/>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56657A"/>
                </a:solidFill>
                <a:latin typeface="Microsoft YaHei"/>
                <a:ea typeface="Microsoft YaHei"/>
                <a:cs typeface="Microsoft YaHei"/>
              </a:defRPr>
            </a:defPPr>
            <a:lvl1pPr algn="l">
              <a:defRPr sz="1238" b="0">
                <a:solidFill>
                  <a:srgbClr val="56657A"/>
                </a:solidFill>
                <a:latin typeface="Microsoft YaHei"/>
                <a:ea typeface="Microsoft YaHei"/>
                <a:cs typeface="Microsoft YaHei"/>
              </a:defRPr>
            </a:lvl1pPr>
            <a:lvl2pPr algn="l">
              <a:defRPr sz="1238" b="0">
                <a:solidFill>
                  <a:srgbClr val="56657A"/>
                </a:solidFill>
                <a:latin typeface="Microsoft YaHei"/>
                <a:ea typeface="Microsoft YaHei"/>
                <a:cs typeface="Microsoft YaHei"/>
              </a:defRPr>
            </a:lvl2pPr>
            <a:lvl3pPr algn="l">
              <a:defRPr sz="1238" b="0">
                <a:solidFill>
                  <a:srgbClr val="56657A"/>
                </a:solidFill>
                <a:latin typeface="Microsoft YaHei"/>
                <a:ea typeface="Microsoft YaHei"/>
                <a:cs typeface="Microsoft YaHei"/>
              </a:defRPr>
            </a:lvl3pPr>
            <a:lvl4pPr algn="l">
              <a:defRPr sz="1238" b="0">
                <a:solidFill>
                  <a:srgbClr val="56657A"/>
                </a:solidFill>
                <a:latin typeface="Microsoft YaHei"/>
                <a:ea typeface="Microsoft YaHei"/>
                <a:cs typeface="Microsoft YaHei"/>
              </a:defRPr>
            </a:lvl4pPr>
            <a:lvl5pPr algn="l">
              <a:defRPr sz="1238" b="0">
                <a:solidFill>
                  <a:srgbClr val="56657A"/>
                </a:solidFill>
                <a:latin typeface="Microsoft YaHei"/>
                <a:ea typeface="Microsoft YaHei"/>
                <a:cs typeface="Microsoft YaHei"/>
              </a:defRPr>
            </a:lvl5pPr>
            <a:lvl6pPr algn="l">
              <a:defRPr sz="1238" b="0">
                <a:solidFill>
                  <a:srgbClr val="56657A"/>
                </a:solidFill>
                <a:latin typeface="Microsoft YaHei"/>
                <a:ea typeface="Microsoft YaHei"/>
                <a:cs typeface="Microsoft YaHei"/>
              </a:defRPr>
            </a:lvl6pPr>
            <a:lvl7pPr algn="l">
              <a:defRPr sz="1238" b="0">
                <a:solidFill>
                  <a:srgbClr val="56657A"/>
                </a:solidFill>
                <a:latin typeface="Microsoft YaHei"/>
                <a:ea typeface="Microsoft YaHei"/>
                <a:cs typeface="Microsoft YaHei"/>
              </a:defRPr>
            </a:lvl7pPr>
            <a:lvl8pPr algn="l">
              <a:defRPr sz="1238" b="0">
                <a:solidFill>
                  <a:srgbClr val="56657A"/>
                </a:solidFill>
                <a:latin typeface="Microsoft YaHei"/>
                <a:ea typeface="Microsoft YaHei"/>
                <a:cs typeface="Microsoft YaHei"/>
              </a:defRPr>
            </a:lvl8pPr>
            <a:lvl9pPr algn="l">
              <a:defRPr sz="1238" b="0">
                <a:solidFill>
                  <a:srgbClr val="56657A"/>
                </a:solidFill>
                <a:latin typeface="Microsoft YaHei"/>
                <a:ea typeface="Microsoft YaHei"/>
                <a:cs typeface="Microsoft YaHei"/>
              </a:defRPr>
            </a:lvl9pPr>
          </a:lstStyle>
          <a:p xmlns:a="http://schemas.openxmlformats.org/drawingml/2006/main">
            <a:pPr algn="l">
              <a:lnSpc>
                <a:spcPct val="102000"/>
              </a:lnSpc>
              <a:buNone/>
              <a:defRPr sz="1238" b="0">
                <a:solidFill>
                  <a:srgbClr val="56657A"/>
                </a:solidFill>
                <a:latin typeface="Microsoft YaHei"/>
                <a:ea typeface="Microsoft YaHei"/>
                <a:cs typeface="Microsoft YaHei"/>
              </a:defRPr>
            </a:pPr>
            <a:r>
              <a:rPr sz="1238" b="0">
                <a:solidFill>
                  <a:srgbClr val="56657A"/>
                </a:solidFill>
                <a:latin typeface="Microsoft YaHei"/>
                <a:ea typeface="Microsoft YaHei"/>
                <a:cs typeface="Microsoft YaHei"/>
              </a:rPr>
              <a:t>旧签名 / 权限 / 错误 / 返回与回调</a:t>
            </a:r>
          </a:p>
        </p:txBody>
      </p:sp>
      <p:sp>
        <p:nvSpPr>
          <p:cNvPr id="81" name="target-func-C">
            <a:extLst xmlns:a="http://schemas.openxmlformats.org/drawingml/2006/main">
              <a:ext uri="{FF2B5EF4-FFF2-40B4-BE49-F238E27FC236}">
                <a16:creationId xmlns:a16="http://schemas.microsoft.com/office/drawing/2014/main" id="{517CFEB8-B8C1-4BCF-B954-2C4677949455}"/>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原返回、通知与分支次序保持</a:t>
            </a:r>
          </a:p>
        </p:txBody>
      </p:sp>
      <p:sp>
        <p:nvSpPr>
          <p:cNvPr id="82" name="target-node-O">
            <a:extLst xmlns:a="http://schemas.openxmlformats.org/drawingml/2006/main">
              <a:ext uri="{FF2B5EF4-FFF2-40B4-BE49-F238E27FC236}">
                <a16:creationId xmlns:a16="http://schemas.microsoft.com/office/drawing/2014/main" id="{764F9E30-01FC-4D11-B56A-A46B739711CD}"/>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83" name="target-title-O">
            <a:extLst xmlns:a="http://schemas.openxmlformats.org/drawingml/2006/main">
              <a:ext uri="{FF2B5EF4-FFF2-40B4-BE49-F238E27FC236}">
                <a16:creationId xmlns:a16="http://schemas.microsoft.com/office/drawing/2014/main" id="{8DD96814-BEE7-44C5-BA57-7081E8EC235E}"/>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84" name="target-alias-O">
            <a:extLst xmlns:a="http://schemas.openxmlformats.org/drawingml/2006/main">
              <a:ext uri="{FF2B5EF4-FFF2-40B4-BE49-F238E27FC236}">
                <a16:creationId xmlns:a16="http://schemas.microsoft.com/office/drawing/2014/main" id="{91604451-6271-4A3F-A9BE-C5E7D01133ED}"/>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85" name="target-func-O">
            <a:extLst xmlns:a="http://schemas.openxmlformats.org/drawingml/2006/main">
              <a:ext uri="{FF2B5EF4-FFF2-40B4-BE49-F238E27FC236}">
                <a16:creationId xmlns:a16="http://schemas.microsoft.com/office/drawing/2014/main" id="{338746E0-E605-49EC-9670-33E43B9366BF}"/>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保留原 Hook 节点</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后续切主卡按原路径</a:t>
            </a:r>
          </a:p>
        </p:txBody>
      </p:sp>
      <p:sp>
        <p:nvSpPr>
          <p:cNvPr id="86" name="target-node-T">
            <a:extLst xmlns:a="http://schemas.openxmlformats.org/drawingml/2006/main">
              <a:ext uri="{FF2B5EF4-FFF2-40B4-BE49-F238E27FC236}">
                <a16:creationId xmlns:a16="http://schemas.microsoft.com/office/drawing/2014/main" id="{A50337FB-747C-410E-95E3-1452D8A467E3}"/>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87" name="target-title-T">
            <a:extLst xmlns:a="http://schemas.openxmlformats.org/drawingml/2006/main">
              <a:ext uri="{FF2B5EF4-FFF2-40B4-BE49-F238E27FC236}">
                <a16:creationId xmlns:a16="http://schemas.microsoft.com/office/drawing/2014/main" id="{3B8177CF-E7EE-4F3D-9468-5E183536E477}"/>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88" name="target-alias-T">
            <a:extLst xmlns:a="http://schemas.openxmlformats.org/drawingml/2006/main">
              <a:ext uri="{FF2B5EF4-FFF2-40B4-BE49-F238E27FC236}">
                <a16:creationId xmlns:a16="http://schemas.microsoft.com/office/drawing/2014/main" id="{5565EF58-B3CD-4438-8BF4-B98B2C0B4B9B}"/>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89" name="target-func-T">
            <a:extLst xmlns:a="http://schemas.openxmlformats.org/drawingml/2006/main">
              <a:ext uri="{FF2B5EF4-FFF2-40B4-BE49-F238E27FC236}">
                <a16:creationId xmlns:a16="http://schemas.microsoft.com/office/drawing/2014/main" id="{00D32C39-448E-441C-AAFB-4F71EE121B67}"/>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再接纳存储结果</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保留后续缓存检查</a:t>
            </a:r>
          </a:p>
        </p:txBody>
      </p:sp>
      <p:sp>
        <p:nvSpPr>
          <p:cNvPr id="90" name="target-node-A">
            <a:extLst xmlns:a="http://schemas.openxmlformats.org/drawingml/2006/main">
              <a:ext uri="{FF2B5EF4-FFF2-40B4-BE49-F238E27FC236}">
                <a16:creationId xmlns:a16="http://schemas.microsoft.com/office/drawing/2014/main" id="{BC659A4B-4D4A-41C8-8C99-AF225C6CBC48}"/>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91" name="target-title-A">
            <a:extLst xmlns:a="http://schemas.openxmlformats.org/drawingml/2006/main">
              <a:ext uri="{FF2B5EF4-FFF2-40B4-BE49-F238E27FC236}">
                <a16:creationId xmlns:a16="http://schemas.microsoft.com/office/drawing/2014/main" id="{9E24D6C8-30A0-47CC-AD5E-B800DCCB582E}"/>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92" name="target-alias-A">
            <a:extLst xmlns:a="http://schemas.openxmlformats.org/drawingml/2006/main">
              <a:ext uri="{FF2B5EF4-FFF2-40B4-BE49-F238E27FC236}">
                <a16:creationId xmlns:a16="http://schemas.microsoft.com/office/drawing/2014/main" id="{81A6ADCF-0FFB-4859-8726-3AB58050BD18}"/>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93" name="target-func-A">
            <a:extLst xmlns:a="http://schemas.openxmlformats.org/drawingml/2006/main">
              <a:ext uri="{FF2B5EF4-FFF2-40B4-BE49-F238E27FC236}">
                <a16:creationId xmlns:a16="http://schemas.microsoft.com/office/drawing/2014/main" id="{94219433-D5A8-4B12-BE3F-7732322DFBFE}"/>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激活与切换资源约束</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本步不改默认角色</a:t>
            </a:r>
          </a:p>
        </p:txBody>
      </p:sp>
      <p:sp>
        <p:nvSpPr>
          <p:cNvPr id="94" name="target-node-DO">
            <a:extLst xmlns:a="http://schemas.openxmlformats.org/drawingml/2006/main">
              <a:ext uri="{FF2B5EF4-FFF2-40B4-BE49-F238E27FC236}">
                <a16:creationId xmlns:a16="http://schemas.microsoft.com/office/drawing/2014/main" id="{3EB3E9C1-B6D5-42CB-8E09-B7E535CD9359}"/>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95" name="target-title-DO">
            <a:extLst xmlns:a="http://schemas.openxmlformats.org/drawingml/2006/main">
              <a:ext uri="{FF2B5EF4-FFF2-40B4-BE49-F238E27FC236}">
                <a16:creationId xmlns:a16="http://schemas.microsoft.com/office/drawing/2014/main" id="{89B9C6DE-AA3A-45EC-AB47-8EDA224995C3}"/>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OperationContext</a:t>
            </a:r>
          </a:p>
        </p:txBody>
      </p:sp>
      <p:sp>
        <p:nvSpPr>
          <p:cNvPr id="96" name="target-func-DO">
            <a:extLst xmlns:a="http://schemas.openxmlformats.org/drawingml/2006/main">
              <a:ext uri="{FF2B5EF4-FFF2-40B4-BE49-F238E27FC236}">
                <a16:creationId xmlns:a16="http://schemas.microsoft.com/office/drawing/2014/main" id="{FBB5588C-2441-4CBC-97F1-DDDAC4CFA0C5}"/>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纯操作状态 / 值对象</a:t>
            </a:r>
          </a:p>
        </p:txBody>
      </p:sp>
      <p:sp>
        <p:nvSpPr>
          <p:cNvPr id="97" name="target-node-DT">
            <a:extLst xmlns:a="http://schemas.openxmlformats.org/drawingml/2006/main">
              <a:ext uri="{FF2B5EF4-FFF2-40B4-BE49-F238E27FC236}">
                <a16:creationId xmlns:a16="http://schemas.microsoft.com/office/drawing/2014/main" id="{D1D99247-5C99-4BF1-B32B-3C76C05C2F3B}"/>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98" name="target-title-DT">
            <a:extLst xmlns:a="http://schemas.openxmlformats.org/drawingml/2006/main">
              <a:ext uri="{FF2B5EF4-FFF2-40B4-BE49-F238E27FC236}">
                <a16:creationId xmlns:a16="http://schemas.microsoft.com/office/drawing/2014/main" id="{FF055A73-EA39-4AE8-9A4D-5DBA61E13D0F}"/>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TopologyAggregate</a:t>
            </a:r>
          </a:p>
        </p:txBody>
      </p:sp>
      <p:sp>
        <p:nvSpPr>
          <p:cNvPr id="99" name="target-func-DT">
            <a:extLst xmlns:a="http://schemas.openxmlformats.org/drawingml/2006/main">
              <a:ext uri="{FF2B5EF4-FFF2-40B4-BE49-F238E27FC236}">
                <a16:creationId xmlns:a16="http://schemas.microsoft.com/office/drawing/2014/main" id="{D7F3EA98-F2F7-446C-947B-4FB996885683}"/>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纯账户 / 绑定规则</a:t>
            </a:r>
          </a:p>
        </p:txBody>
      </p:sp>
      <p:sp>
        <p:nvSpPr>
          <p:cNvPr id="100" name="target-node-DA">
            <a:extLst xmlns:a="http://schemas.openxmlformats.org/drawingml/2006/main">
              <a:ext uri="{FF2B5EF4-FFF2-40B4-BE49-F238E27FC236}">
                <a16:creationId xmlns:a16="http://schemas.microsoft.com/office/drawing/2014/main" id="{F0B97456-46AE-4531-B0C2-BEE25AB45C5F}"/>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101" name="target-title-DA">
            <a:extLst xmlns:a="http://schemas.openxmlformats.org/drawingml/2006/main">
              <a:ext uri="{FF2B5EF4-FFF2-40B4-BE49-F238E27FC236}">
                <a16:creationId xmlns:a16="http://schemas.microsoft.com/office/drawing/2014/main" id="{9C68004B-7D82-49E2-BA04-92156027823F}"/>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102" name="target-func-DA">
            <a:extLst xmlns:a="http://schemas.openxmlformats.org/drawingml/2006/main">
              <a:ext uri="{FF2B5EF4-FFF2-40B4-BE49-F238E27FC236}">
                <a16:creationId xmlns:a16="http://schemas.microsoft.com/office/drawing/2014/main" id="{595D0F0F-3BC5-4CBA-B2BC-32D58363891E}"/>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103" name="target-node-R">
            <a:extLst xmlns:a="http://schemas.openxmlformats.org/drawingml/2006/main">
              <a:ext uri="{FF2B5EF4-FFF2-40B4-BE49-F238E27FC236}">
                <a16:creationId xmlns:a16="http://schemas.microsoft.com/office/drawing/2014/main" id="{ED8F18EF-CDF4-47C1-8AD4-15AE5C312919}"/>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104" name="target-title-R">
            <a:extLst xmlns:a="http://schemas.openxmlformats.org/drawingml/2006/main">
              <a:ext uri="{FF2B5EF4-FFF2-40B4-BE49-F238E27FC236}">
                <a16:creationId xmlns:a16="http://schemas.microsoft.com/office/drawing/2014/main" id="{E5971AE7-94C0-41AA-8A07-25FE2CDD3CCE}"/>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R 卡运行 · CardRuntime</a:t>
            </a:r>
          </a:p>
        </p:txBody>
      </p:sp>
      <p:sp>
        <p:nvSpPr>
          <p:cNvPr id="105" name="target-func-R">
            <a:extLst xmlns:a="http://schemas.openxmlformats.org/drawingml/2006/main">
              <a:ext uri="{FF2B5EF4-FFF2-40B4-BE49-F238E27FC236}">
                <a16:creationId xmlns:a16="http://schemas.microsoft.com/office/drawing/2014/main" id="{1C30471A-0794-46AD-9818-9F8E192F9D06}"/>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Session / Request / 卡侧缓存</a:t>
            </a:r>
          </a:p>
        </p:txBody>
      </p:sp>
      <p:sp>
        <p:nvSpPr>
          <p:cNvPr id="106" name="target-node-I">
            <a:extLst xmlns:a="http://schemas.openxmlformats.org/drawingml/2006/main">
              <a:ext uri="{FF2B5EF4-FFF2-40B4-BE49-F238E27FC236}">
                <a16:creationId xmlns:a16="http://schemas.microsoft.com/office/drawing/2014/main" id="{673557A0-0D5D-49E0-BE1B-B8BD65F20021}"/>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107" name="target-title-I">
            <a:extLst xmlns:a="http://schemas.openxmlformats.org/drawingml/2006/main">
              <a:ext uri="{FF2B5EF4-FFF2-40B4-BE49-F238E27FC236}">
                <a16:creationId xmlns:a16="http://schemas.microsoft.com/office/drawing/2014/main" id="{EEDA509B-B742-45D4-ACF5-807944A5D2BC}"/>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I 技术适配</a:t>
            </a:r>
          </a:p>
        </p:txBody>
      </p:sp>
      <p:sp>
        <p:nvSpPr>
          <p:cNvPr id="108" name="target-func-I">
            <a:extLst xmlns:a="http://schemas.openxmlformats.org/drawingml/2006/main">
              <a:ext uri="{FF2B5EF4-FFF2-40B4-BE49-F238E27FC236}">
                <a16:creationId xmlns:a16="http://schemas.microsoft.com/office/drawing/2014/main" id="{2FCDF90D-9C9E-4169-A7A5-8AC394189760}"/>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写 IS_ACTIVE；原后续 Hook 节点</a:t>
            </a:r>
          </a:p>
        </p:txBody>
      </p:sp>
      <p:sp>
        <p:nvSpPr>
          <p:cNvPr id="109" name="host-note">
            <a:extLst xmlns:a="http://schemas.openxmlformats.org/drawingml/2006/main">
              <a:ext uri="{FF2B5EF4-FFF2-40B4-BE49-F238E27FC236}">
                <a16:creationId xmlns:a16="http://schemas.microsoft.com/office/drawing/2014/main" id="{0B945E35-E695-4E02-9AED-AD4450D13214}"/>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110" name="invariant-rule">
            <a:extLst xmlns:a="http://schemas.openxmlformats.org/drawingml/2006/main">
              <a:ext uri="{FF2B5EF4-FFF2-40B4-BE49-F238E27FC236}">
                <a16:creationId xmlns:a16="http://schemas.microsoft.com/office/drawing/2014/main" id="{BB2977BF-2DAD-4F18-A723-E651E7082FBA}"/>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11" name="invariant">
            <a:extLst xmlns:a="http://schemas.openxmlformats.org/drawingml/2006/main">
              <a:ext uri="{FF2B5EF4-FFF2-40B4-BE49-F238E27FC236}">
                <a16:creationId xmlns:a16="http://schemas.microsoft.com/office/drawing/2014/main" id="{8F5D75F7-2E38-403E-9D4B-11B4FB7C3E39}"/>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保持：设备 → active 缓存 / Hook → DB；部分失败不整体回滚，原重复输出逐路径保留。</a:t>
            </a:r>
          </a:p>
        </p:txBody>
      </p:sp>
      <p:sp>
        <p:nvSpPr>
          <p:cNvPr id="112" name="footer">
            <a:extLst xmlns:a="http://schemas.openxmlformats.org/drawingml/2006/main">
              <a:ext uri="{FF2B5EF4-FFF2-40B4-BE49-F238E27FC236}">
                <a16:creationId xmlns:a16="http://schemas.microsoft.com/office/drawing/2014/main" id="{26CBD65A-F904-4C41-8674-D3F8E5E9635D}"/>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13" name="page-number">
            <a:extLst xmlns:a="http://schemas.openxmlformats.org/drawingml/2006/main">
              <a:ext uri="{FF2B5EF4-FFF2-40B4-BE49-F238E27FC236}">
                <a16:creationId xmlns:a16="http://schemas.microsoft.com/office/drawing/2014/main" id="{5BEAC013-75E3-4AAE-9361-32711C3FB599}"/>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激活 / ⑤ 资料 / 完成</a:t>
            </a:r>
          </a:p>
        </p:txBody>
      </p:sp>
    </p:spTree>
    <p:extLst>
      <p:ext uri="{BB962C8B-B14F-4D97-AF65-F5344CB8AC3E}">
        <p14:creationId xmlns:p14="http://schemas.microsoft.com/office/powerpoint/2010/main" val="1862513761"/>
      </p:ext>
    </p:extLst>
  </p:cSld>
  <p:transition spd="fast" advClick="0">
    <p:fade/>
  </p:transition>
</p:sld>
</file>

<file path=ppt/slides/slide31.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5" name="accent">
            <a:extLst xmlns:a="http://schemas.openxmlformats.org/drawingml/2006/main">
              <a:ext uri="{FF2B5EF4-FFF2-40B4-BE49-F238E27FC236}">
                <a16:creationId xmlns:a16="http://schemas.microsoft.com/office/drawing/2014/main" id="{0B6A64F3-43E6-4765-8F7D-85B897B9B754}"/>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09D0E581-BDD1-46BF-A172-9704BB89A15F}"/>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93C59421-1EB2-4F51-855F-D07CCFA99BCC}"/>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3F5FB2ED-FE42-4355-A7E5-6A15ABADAA4D}"/>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05B17198-489F-4568-8A01-B2FC26BD0C17}"/>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08F7F3AE-493B-4F3C-9187-38F194CC69D3}"/>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3B01B3D1-13A3-474E-B3FC-F7337AF88B78}"/>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AD79CE74-D01F-4308-A493-06472ACEEA33}"/>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FF358E56-E25C-4F30-85E1-0F33E6898181}"/>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041327CD-4CAE-41FA-A57A-3B10D0F4361D}"/>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34D3D4F1-D31F-4BF2-88F1-BD0E396DCD18}"/>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F6383CC6-9278-4B20-8B47-EE5554717440}"/>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08DBF21F-3A51-4235-80AA-302CD5FF1148}"/>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44CD4C67-8DE0-44D9-88E0-725E53FE054D}"/>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1A8306D1-46F3-4742-AA84-A6F65A51F4C8}"/>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CBCC6E3C-6510-4EC7-BEDF-B09E54DEE451}"/>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A6A91DF2-6F2F-4148-8414-C51B8B934458}"/>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BDE7E2F8-9D9B-4025-A14B-9EDBE214762B}"/>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回概览"/>
            <a:extLst xmlns:a="http://schemas.openxmlformats.org/drawingml/2006/main">
              <a:ext uri="{FF2B5EF4-FFF2-40B4-BE49-F238E27FC236}">
                <a16:creationId xmlns:a16="http://schemas.microsoft.com/office/drawing/2014/main" id="{8FBDCC03-3E6A-4595-8526-94556EDF9B19}"/>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回概览</a:t>
            </a:r>
          </a:p>
        </p:txBody>
      </p:sp>
      <p:sp>
        <p:nvSpPr>
          <p:cNvPr id="20" name="stage-caption">
            <a:extLst xmlns:a="http://schemas.openxmlformats.org/drawingml/2006/main">
              <a:ext uri="{FF2B5EF4-FFF2-40B4-BE49-F238E27FC236}">
                <a16:creationId xmlns:a16="http://schemas.microsoft.com/office/drawing/2014/main" id="{114BE82E-7CB8-40AC-A999-FDC77BB94CD7}"/>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B56812"/>
                </a:solidFill>
                <a:latin typeface="Microsoft YaHei"/>
                <a:ea typeface="Microsoft YaHei"/>
                <a:cs typeface="Microsoft YaHei"/>
              </a:defRPr>
            </a:defPPr>
            <a:lvl1pPr algn="l">
              <a:defRPr sz="1500" b="0">
                <a:solidFill>
                  <a:srgbClr val="B56812"/>
                </a:solidFill>
                <a:latin typeface="Microsoft YaHei"/>
                <a:ea typeface="Microsoft YaHei"/>
                <a:cs typeface="Microsoft YaHei"/>
              </a:defRPr>
            </a:lvl1pPr>
            <a:lvl2pPr algn="l">
              <a:defRPr sz="1500" b="0">
                <a:solidFill>
                  <a:srgbClr val="B56812"/>
                </a:solidFill>
                <a:latin typeface="Microsoft YaHei"/>
                <a:ea typeface="Microsoft YaHei"/>
                <a:cs typeface="Microsoft YaHei"/>
              </a:defRPr>
            </a:lvl2pPr>
            <a:lvl3pPr algn="l">
              <a:defRPr sz="1500" b="0">
                <a:solidFill>
                  <a:srgbClr val="B56812"/>
                </a:solidFill>
                <a:latin typeface="Microsoft YaHei"/>
                <a:ea typeface="Microsoft YaHei"/>
                <a:cs typeface="Microsoft YaHei"/>
              </a:defRPr>
            </a:lvl3pPr>
            <a:lvl4pPr algn="l">
              <a:defRPr sz="1500" b="0">
                <a:solidFill>
                  <a:srgbClr val="B56812"/>
                </a:solidFill>
                <a:latin typeface="Microsoft YaHei"/>
                <a:ea typeface="Microsoft YaHei"/>
                <a:cs typeface="Microsoft YaHei"/>
              </a:defRPr>
            </a:lvl4pPr>
            <a:lvl5pPr algn="l">
              <a:defRPr sz="1500" b="0">
                <a:solidFill>
                  <a:srgbClr val="B56812"/>
                </a:solidFill>
                <a:latin typeface="Microsoft YaHei"/>
                <a:ea typeface="Microsoft YaHei"/>
                <a:cs typeface="Microsoft YaHei"/>
              </a:defRPr>
            </a:lvl5pPr>
            <a:lvl6pPr algn="l">
              <a:defRPr sz="1500" b="0">
                <a:solidFill>
                  <a:srgbClr val="B56812"/>
                </a:solidFill>
                <a:latin typeface="Microsoft YaHei"/>
                <a:ea typeface="Microsoft YaHei"/>
                <a:cs typeface="Microsoft YaHei"/>
              </a:defRPr>
            </a:lvl6pPr>
            <a:lvl7pPr algn="l">
              <a:defRPr sz="1500" b="0">
                <a:solidFill>
                  <a:srgbClr val="B56812"/>
                </a:solidFill>
                <a:latin typeface="Microsoft YaHei"/>
                <a:ea typeface="Microsoft YaHei"/>
                <a:cs typeface="Microsoft YaHei"/>
              </a:defRPr>
            </a:lvl7pPr>
            <a:lvl8pPr algn="l">
              <a:defRPr sz="1500" b="0">
                <a:solidFill>
                  <a:srgbClr val="B56812"/>
                </a:solidFill>
                <a:latin typeface="Microsoft YaHei"/>
                <a:ea typeface="Microsoft YaHei"/>
                <a:cs typeface="Microsoft YaHei"/>
              </a:defRPr>
            </a:lvl8pPr>
            <a:lvl9pPr algn="l">
              <a:defRPr sz="1500" b="0">
                <a:solidFill>
                  <a:srgbClr val="B56812"/>
                </a:solidFill>
                <a:latin typeface="Microsoft YaHei"/>
                <a:ea typeface="Microsoft YaHei"/>
                <a:cs typeface="Microsoft YaHei"/>
              </a:defRPr>
            </a:lvl9pPr>
          </a:lstStyle>
          <a:p xmlns:a="http://schemas.openxmlformats.org/drawingml/2006/main">
            <a:pPr algn="l">
              <a:lnSpc>
                <a:spcPct val="102000"/>
              </a:lnSpc>
              <a:buNone/>
              <a:defRPr sz="1500" b="0">
                <a:solidFill>
                  <a:srgbClr val="B56812"/>
                </a:solidFill>
                <a:latin typeface="Microsoft YaHei"/>
                <a:ea typeface="Microsoft YaHei"/>
                <a:cs typeface="Microsoft YaHei"/>
              </a:defRPr>
            </a:pPr>
            <a:r>
              <a:rPr sz="1500" b="0">
                <a:solidFill>
                  <a:srgbClr val="B56812"/>
                </a:solidFill>
                <a:latin typeface="Microsoft YaHei"/>
                <a:ea typeface="Microsoft YaHei"/>
                <a:cs typeface="Microsoft YaHei"/>
              </a:rPr>
              <a:t>异常：缓存 / Hook 已变化后，DB 仍可能失败；目标记录部分效果，保留原失败返回，不宣称全部没发生。</a:t>
            </a:r>
          </a:p>
        </p:txBody>
      </p:sp>
      <p:sp>
        <p:nvSpPr>
          <p:cNvPr id="21" name="top-rule">
            <a:extLst xmlns:a="http://schemas.openxmlformats.org/drawingml/2006/main">
              <a:ext uri="{FF2B5EF4-FFF2-40B4-BE49-F238E27FC236}">
                <a16:creationId xmlns:a16="http://schemas.microsoft.com/office/drawing/2014/main" id="{C1D31DCF-EF94-4167-AA80-C1540A2ACAE8}"/>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7A4C9C04-094E-408D-BA7A-A345CCC3E8F5}"/>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C4F34F32-A080-410C-91FB-F8F6E6CF2B3F}"/>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F0F025E7-1B2B-40E1-B185-42B747D2DC75}"/>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RK">
            <a:extLst xmlns:a="http://schemas.openxmlformats.org/drawingml/2006/main">
              <a:ext uri="{FF2B5EF4-FFF2-40B4-BE49-F238E27FC236}">
                <a16:creationId xmlns:a16="http://schemas.microsoft.com/office/drawing/2014/main" id="{4A9DB505-CC49-42BF-8687-B3CC5BD62B23}"/>
              </a:ext>
            </a:extLst>
          </p:cNvPr>
          <p:cNvSpPr>
            <a:spLocks xmlns:a="http://schemas.openxmlformats.org/drawingml/2006/main" noGrp="1"/>
          </p:cNvSpPr>
          <p:nvPr/>
        </p:nvSpPr>
        <p:spPr>
          <a:xfrm xmlns:a="http://schemas.openxmlformats.org/drawingml/2006/main">
            <a:off x="3009900" y="4357688"/>
            <a:ext cx="342900" cy="9525"/>
          </a:xfrm>
          <a:custGeom xmlns:a="http://schemas.openxmlformats.org/drawingml/2006/main">
            <a:pathLst>
              <a:path w="342900" h="9525">
                <a:moveTo>
                  <a:pt x="342900" y="4763"/>
                </a:moveTo>
                <a:lnTo>
                  <a:pt x="0" y="4763"/>
                </a:lnTo>
              </a:path>
            </a:pathLst>
          </a:custGeom>
          <a:noFill xmlns:a="http://schemas.openxmlformats.org/drawingml/2006/main"/>
          <a:ln xmlns:a="http://schemas.openxmlformats.org/drawingml/2006/main" w="17145">
            <a:solidFill>
              <a:srgbClr val="B56812"/>
            </a:solidFill>
            <a:prstDash val="dash"/>
          </a:ln>
        </p:spPr>
      </p:sp>
      <p:sp>
        <p:nvSpPr>
          <p:cNvPr id="26" name="legacy-edge-RK-head">
            <a:extLst xmlns:a="http://schemas.openxmlformats.org/drawingml/2006/main">
              <a:ext uri="{FF2B5EF4-FFF2-40B4-BE49-F238E27FC236}">
                <a16:creationId xmlns:a16="http://schemas.microsoft.com/office/drawing/2014/main" id="{258E06C5-FB5A-4676-BF64-78222B14D7D6}"/>
              </a:ext>
            </a:extLst>
          </p:cNvPr>
          <p:cNvSpPr>
            <a:spLocks xmlns:a="http://schemas.openxmlformats.org/drawingml/2006/main" noGrp="1"/>
          </p:cNvSpPr>
          <p:nvPr/>
        </p:nvSpPr>
        <p:spPr>
          <a:xfrm xmlns:a="http://schemas.openxmlformats.org/drawingml/2006/main">
            <a:off x="3009900" y="43338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B56812"/>
            </a:solidFill>
            <a:prstDash val="solid"/>
          </a:ln>
        </p:spPr>
      </p:sp>
      <p:sp>
        <p:nvSpPr>
          <p:cNvPr id="27" name="legacy-edge-label-RK">
            <a:extLst xmlns:a="http://schemas.openxmlformats.org/drawingml/2006/main">
              <a:ext uri="{FF2B5EF4-FFF2-40B4-BE49-F238E27FC236}">
                <a16:creationId xmlns:a16="http://schemas.microsoft.com/office/drawing/2014/main" id="{8536D6D4-CEB8-46AD-894A-1F58F716FA21}"/>
              </a:ext>
            </a:extLst>
          </p:cNvPr>
          <p:cNvSpPr>
            <a:spLocks xmlns:a="http://schemas.openxmlformats.org/drawingml/2006/main" noGrp="1"/>
          </p:cNvSpPr>
          <p:nvPr/>
        </p:nvSpPr>
        <p:spPr>
          <a:xfrm xmlns:a="http://schemas.openxmlformats.org/drawingml/2006/main">
            <a:off x="3057525" y="41338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B56812"/>
                </a:solidFill>
                <a:latin typeface="Microsoft YaHei"/>
                <a:ea typeface="Microsoft YaHei"/>
                <a:cs typeface="Microsoft YaHei"/>
              </a:defRPr>
            </a:defPPr>
            <a:lvl1pPr algn="ctr">
              <a:defRPr sz="1125" b="0">
                <a:solidFill>
                  <a:srgbClr val="B56812"/>
                </a:solidFill>
                <a:latin typeface="Microsoft YaHei"/>
                <a:ea typeface="Microsoft YaHei"/>
                <a:cs typeface="Microsoft YaHei"/>
              </a:defRPr>
            </a:lvl1pPr>
            <a:lvl2pPr algn="ctr">
              <a:defRPr sz="1125" b="0">
                <a:solidFill>
                  <a:srgbClr val="B56812"/>
                </a:solidFill>
                <a:latin typeface="Microsoft YaHei"/>
                <a:ea typeface="Microsoft YaHei"/>
                <a:cs typeface="Microsoft YaHei"/>
              </a:defRPr>
            </a:lvl2pPr>
            <a:lvl3pPr algn="ctr">
              <a:defRPr sz="1125" b="0">
                <a:solidFill>
                  <a:srgbClr val="B56812"/>
                </a:solidFill>
                <a:latin typeface="Microsoft YaHei"/>
                <a:ea typeface="Microsoft YaHei"/>
                <a:cs typeface="Microsoft YaHei"/>
              </a:defRPr>
            </a:lvl3pPr>
            <a:lvl4pPr algn="ctr">
              <a:defRPr sz="1125" b="0">
                <a:solidFill>
                  <a:srgbClr val="B56812"/>
                </a:solidFill>
                <a:latin typeface="Microsoft YaHei"/>
                <a:ea typeface="Microsoft YaHei"/>
                <a:cs typeface="Microsoft YaHei"/>
              </a:defRPr>
            </a:lvl4pPr>
            <a:lvl5pPr algn="ctr">
              <a:defRPr sz="1125" b="0">
                <a:solidFill>
                  <a:srgbClr val="B56812"/>
                </a:solidFill>
                <a:latin typeface="Microsoft YaHei"/>
                <a:ea typeface="Microsoft YaHei"/>
                <a:cs typeface="Microsoft YaHei"/>
              </a:defRPr>
            </a:lvl5pPr>
            <a:lvl6pPr algn="ctr">
              <a:defRPr sz="1125" b="0">
                <a:solidFill>
                  <a:srgbClr val="B56812"/>
                </a:solidFill>
                <a:latin typeface="Microsoft YaHei"/>
                <a:ea typeface="Microsoft YaHei"/>
                <a:cs typeface="Microsoft YaHei"/>
              </a:defRPr>
            </a:lvl6pPr>
            <a:lvl7pPr algn="ctr">
              <a:defRPr sz="1125" b="0">
                <a:solidFill>
                  <a:srgbClr val="B56812"/>
                </a:solidFill>
                <a:latin typeface="Microsoft YaHei"/>
                <a:ea typeface="Microsoft YaHei"/>
                <a:cs typeface="Microsoft YaHei"/>
              </a:defRPr>
            </a:lvl7pPr>
            <a:lvl8pPr algn="ctr">
              <a:defRPr sz="1125" b="0">
                <a:solidFill>
                  <a:srgbClr val="B56812"/>
                </a:solidFill>
                <a:latin typeface="Microsoft YaHei"/>
                <a:ea typeface="Microsoft YaHei"/>
                <a:cs typeface="Microsoft YaHei"/>
              </a:defRPr>
            </a:lvl8pPr>
            <a:lvl9pPr algn="ctr">
              <a:defRPr sz="1125" b="0">
                <a:solidFill>
                  <a:srgbClr val="B56812"/>
                </a:solidFill>
                <a:latin typeface="Microsoft YaHei"/>
                <a:ea typeface="Microsoft YaHei"/>
                <a:cs typeface="Microsoft YaHei"/>
              </a:defRPr>
            </a:lvl9pPr>
          </a:lstStyle>
          <a:p xmlns:a="http://schemas.openxmlformats.org/drawingml/2006/main">
            <a:pPr algn="ctr">
              <a:lnSpc>
                <a:spcPct val="102000"/>
              </a:lnSpc>
              <a:buNone/>
              <a:defRPr sz="1125" b="0">
                <a:solidFill>
                  <a:srgbClr val="B56812"/>
                </a:solidFill>
                <a:latin typeface="Microsoft YaHei"/>
                <a:ea typeface="Microsoft YaHei"/>
                <a:cs typeface="Microsoft YaHei"/>
              </a:defRPr>
            </a:pPr>
            <a:r>
              <a:rPr sz="1125" b="0">
                <a:solidFill>
                  <a:srgbClr val="B56812"/>
                </a:solidFill>
                <a:latin typeface="Microsoft YaHei"/>
                <a:ea typeface="Microsoft YaHei"/>
                <a:cs typeface="Microsoft YaHei"/>
              </a:rPr>
              <a:t>④</a:t>
            </a:r>
          </a:p>
        </p:txBody>
      </p:sp>
      <p:sp>
        <p:nvSpPr>
          <p:cNvPr id="28" name="legacy-edge-KD">
            <a:extLst xmlns:a="http://schemas.openxmlformats.org/drawingml/2006/main">
              <a:ext uri="{FF2B5EF4-FFF2-40B4-BE49-F238E27FC236}">
                <a16:creationId xmlns:a16="http://schemas.microsoft.com/office/drawing/2014/main" id="{86AF0322-72C6-4FE3-8A94-BE70BBBC17BD}"/>
              </a:ext>
            </a:extLst>
          </p:cNvPr>
          <p:cNvSpPr>
            <a:spLocks xmlns:a="http://schemas.openxmlformats.org/drawingml/2006/main" noGrp="1"/>
          </p:cNvSpPr>
          <p:nvPr/>
        </p:nvSpPr>
        <p:spPr>
          <a:xfrm xmlns:a="http://schemas.openxmlformats.org/drawingml/2006/main">
            <a:off x="1328738" y="4743450"/>
            <a:ext cx="9525" cy="342900"/>
          </a:xfrm>
          <a:custGeom xmlns:a="http://schemas.openxmlformats.org/drawingml/2006/main">
            <a:pathLst>
              <a:path w="9525" h="342900">
                <a:moveTo>
                  <a:pt x="4763" y="0"/>
                </a:moveTo>
                <a:lnTo>
                  <a:pt x="4763" y="342900"/>
                </a:lnTo>
              </a:path>
            </a:pathLst>
          </a:custGeom>
          <a:noFill xmlns:a="http://schemas.openxmlformats.org/drawingml/2006/main"/>
          <a:ln xmlns:a="http://schemas.openxmlformats.org/drawingml/2006/main" w="17145">
            <a:solidFill>
              <a:srgbClr val="B56812"/>
            </a:solidFill>
            <a:prstDash val="dash"/>
          </a:ln>
        </p:spPr>
      </p:sp>
      <p:sp>
        <p:nvSpPr>
          <p:cNvPr id="29" name="legacy-edge-KD-head">
            <a:extLst xmlns:a="http://schemas.openxmlformats.org/drawingml/2006/main">
              <a:ext uri="{FF2B5EF4-FFF2-40B4-BE49-F238E27FC236}">
                <a16:creationId xmlns:a16="http://schemas.microsoft.com/office/drawing/2014/main" id="{15383A34-01A5-4281-B812-B1063CD9BDAF}"/>
              </a:ext>
            </a:extLst>
          </p:cNvPr>
          <p:cNvSpPr>
            <a:spLocks xmlns:a="http://schemas.openxmlformats.org/drawingml/2006/main" noGrp="1"/>
          </p:cNvSpPr>
          <p:nvPr/>
        </p:nvSpPr>
        <p:spPr>
          <a:xfrm xmlns:a="http://schemas.openxmlformats.org/drawingml/2006/main">
            <a:off x="1304925" y="50292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B56812"/>
            </a:solidFill>
            <a:prstDash val="solid"/>
          </a:ln>
        </p:spPr>
      </p:sp>
      <p:sp>
        <p:nvSpPr>
          <p:cNvPr id="30" name="legacy-edge-label-KD">
            <a:extLst xmlns:a="http://schemas.openxmlformats.org/drawingml/2006/main">
              <a:ext uri="{FF2B5EF4-FFF2-40B4-BE49-F238E27FC236}">
                <a16:creationId xmlns:a16="http://schemas.microsoft.com/office/drawing/2014/main" id="{D457025E-DE18-4529-B0C2-490E83292393}"/>
              </a:ext>
            </a:extLst>
          </p:cNvPr>
          <p:cNvSpPr>
            <a:spLocks xmlns:a="http://schemas.openxmlformats.org/drawingml/2006/main" noGrp="1"/>
          </p:cNvSpPr>
          <p:nvPr/>
        </p:nvSpPr>
        <p:spPr>
          <a:xfrm xmlns:a="http://schemas.openxmlformats.org/drawingml/2006/main">
            <a:off x="14097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B56812"/>
                </a:solidFill>
                <a:latin typeface="Microsoft YaHei"/>
                <a:ea typeface="Microsoft YaHei"/>
                <a:cs typeface="Microsoft YaHei"/>
              </a:defRPr>
            </a:defPPr>
            <a:lvl1pPr algn="ctr">
              <a:defRPr sz="1125" b="0">
                <a:solidFill>
                  <a:srgbClr val="B56812"/>
                </a:solidFill>
                <a:latin typeface="Microsoft YaHei"/>
                <a:ea typeface="Microsoft YaHei"/>
                <a:cs typeface="Microsoft YaHei"/>
              </a:defRPr>
            </a:lvl1pPr>
            <a:lvl2pPr algn="ctr">
              <a:defRPr sz="1125" b="0">
                <a:solidFill>
                  <a:srgbClr val="B56812"/>
                </a:solidFill>
                <a:latin typeface="Microsoft YaHei"/>
                <a:ea typeface="Microsoft YaHei"/>
                <a:cs typeface="Microsoft YaHei"/>
              </a:defRPr>
            </a:lvl2pPr>
            <a:lvl3pPr algn="ctr">
              <a:defRPr sz="1125" b="0">
                <a:solidFill>
                  <a:srgbClr val="B56812"/>
                </a:solidFill>
                <a:latin typeface="Microsoft YaHei"/>
                <a:ea typeface="Microsoft YaHei"/>
                <a:cs typeface="Microsoft YaHei"/>
              </a:defRPr>
            </a:lvl3pPr>
            <a:lvl4pPr algn="ctr">
              <a:defRPr sz="1125" b="0">
                <a:solidFill>
                  <a:srgbClr val="B56812"/>
                </a:solidFill>
                <a:latin typeface="Microsoft YaHei"/>
                <a:ea typeface="Microsoft YaHei"/>
                <a:cs typeface="Microsoft YaHei"/>
              </a:defRPr>
            </a:lvl4pPr>
            <a:lvl5pPr algn="ctr">
              <a:defRPr sz="1125" b="0">
                <a:solidFill>
                  <a:srgbClr val="B56812"/>
                </a:solidFill>
                <a:latin typeface="Microsoft YaHei"/>
                <a:ea typeface="Microsoft YaHei"/>
                <a:cs typeface="Microsoft YaHei"/>
              </a:defRPr>
            </a:lvl5pPr>
            <a:lvl6pPr algn="ctr">
              <a:defRPr sz="1125" b="0">
                <a:solidFill>
                  <a:srgbClr val="B56812"/>
                </a:solidFill>
                <a:latin typeface="Microsoft YaHei"/>
                <a:ea typeface="Microsoft YaHei"/>
                <a:cs typeface="Microsoft YaHei"/>
              </a:defRPr>
            </a:lvl6pPr>
            <a:lvl7pPr algn="ctr">
              <a:defRPr sz="1125" b="0">
                <a:solidFill>
                  <a:srgbClr val="B56812"/>
                </a:solidFill>
                <a:latin typeface="Microsoft YaHei"/>
                <a:ea typeface="Microsoft YaHei"/>
                <a:cs typeface="Microsoft YaHei"/>
              </a:defRPr>
            </a:lvl7pPr>
            <a:lvl8pPr algn="ctr">
              <a:defRPr sz="1125" b="0">
                <a:solidFill>
                  <a:srgbClr val="B56812"/>
                </a:solidFill>
                <a:latin typeface="Microsoft YaHei"/>
                <a:ea typeface="Microsoft YaHei"/>
                <a:cs typeface="Microsoft YaHei"/>
              </a:defRPr>
            </a:lvl8pPr>
            <a:lvl9pPr algn="ctr">
              <a:defRPr sz="1125" b="0">
                <a:solidFill>
                  <a:srgbClr val="B56812"/>
                </a:solidFill>
                <a:latin typeface="Microsoft YaHei"/>
                <a:ea typeface="Microsoft YaHei"/>
                <a:cs typeface="Microsoft YaHei"/>
              </a:defRPr>
            </a:lvl9pPr>
          </a:lstStyle>
          <a:p xmlns:a="http://schemas.openxmlformats.org/drawingml/2006/main">
            <a:pPr algn="ctr">
              <a:lnSpc>
                <a:spcPct val="102000"/>
              </a:lnSpc>
              <a:buNone/>
              <a:defRPr sz="1125" b="0">
                <a:solidFill>
                  <a:srgbClr val="B56812"/>
                </a:solidFill>
                <a:latin typeface="Microsoft YaHei"/>
                <a:ea typeface="Microsoft YaHei"/>
                <a:cs typeface="Microsoft YaHei"/>
              </a:defRPr>
            </a:pPr>
            <a:r>
              <a:rPr sz="1125" b="0">
                <a:solidFill>
                  <a:srgbClr val="B56812"/>
                </a:solidFill>
                <a:latin typeface="Microsoft YaHei"/>
                <a:ea typeface="Microsoft YaHei"/>
                <a:cs typeface="Microsoft YaHei"/>
              </a:rPr>
              <a:t>⑤</a:t>
            </a:r>
          </a:p>
        </p:txBody>
      </p:sp>
      <p:sp>
        <p:nvSpPr>
          <p:cNvPr id="31" name="legacy-edge-NE">
            <a:extLst xmlns:a="http://schemas.openxmlformats.org/drawingml/2006/main">
              <a:ext uri="{FF2B5EF4-FFF2-40B4-BE49-F238E27FC236}">
                <a16:creationId xmlns:a16="http://schemas.microsoft.com/office/drawing/2014/main" id="{E346AB41-8CFF-49F9-94B6-7DB3DB3E1CD6}"/>
              </a:ext>
            </a:extLst>
          </p:cNvPr>
          <p:cNvSpPr>
            <a:spLocks xmlns:a="http://schemas.openxmlformats.org/drawingml/2006/main" noGrp="1"/>
          </p:cNvSpPr>
          <p:nvPr/>
        </p:nvSpPr>
        <p:spPr>
          <a:xfrm xmlns:a="http://schemas.openxmlformats.org/drawingml/2006/main">
            <a:off x="5753100" y="2905125"/>
            <a:ext cx="171450" cy="2524125"/>
          </a:xfrm>
          <a:custGeom xmlns:a="http://schemas.openxmlformats.org/drawingml/2006/main">
            <a:pathLst>
              <a:path w="171450" h="2524125">
                <a:moveTo>
                  <a:pt x="0" y="2524125"/>
                </a:moveTo>
                <a:lnTo>
                  <a:pt x="171450" y="2524125"/>
                </a:lnTo>
                <a:lnTo>
                  <a:pt x="171450" y="0"/>
                </a:lnTo>
                <a:lnTo>
                  <a:pt x="0" y="0"/>
                </a:lnTo>
              </a:path>
            </a:pathLst>
          </a:custGeom>
          <a:noFill xmlns:a="http://schemas.openxmlformats.org/drawingml/2006/main"/>
          <a:ln xmlns:a="http://schemas.openxmlformats.org/drawingml/2006/main" w="17145">
            <a:solidFill>
              <a:srgbClr val="B56812"/>
            </a:solidFill>
            <a:prstDash val="dash"/>
          </a:ln>
        </p:spPr>
      </p:sp>
      <p:sp>
        <p:nvSpPr>
          <p:cNvPr id="32" name="legacy-edge-NE-head">
            <a:extLst xmlns:a="http://schemas.openxmlformats.org/drawingml/2006/main">
              <a:ext uri="{FF2B5EF4-FFF2-40B4-BE49-F238E27FC236}">
                <a16:creationId xmlns:a16="http://schemas.microsoft.com/office/drawing/2014/main" id="{7D0A4EB9-70DA-4D24-B818-ADA4D63E0AF7}"/>
              </a:ext>
            </a:extLst>
          </p:cNvPr>
          <p:cNvSpPr>
            <a:spLocks xmlns:a="http://schemas.openxmlformats.org/drawingml/2006/main" noGrp="1"/>
          </p:cNvSpPr>
          <p:nvPr/>
        </p:nvSpPr>
        <p:spPr>
          <a:xfrm xmlns:a="http://schemas.openxmlformats.org/drawingml/2006/main">
            <a:off x="5753100" y="2876550"/>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B56812"/>
            </a:solidFill>
            <a:prstDash val="solid"/>
          </a:ln>
        </p:spPr>
      </p:sp>
      <p:sp>
        <p:nvSpPr>
          <p:cNvPr id="33" name="legacy-edge-label-NE">
            <a:extLst xmlns:a="http://schemas.openxmlformats.org/drawingml/2006/main">
              <a:ext uri="{FF2B5EF4-FFF2-40B4-BE49-F238E27FC236}">
                <a16:creationId xmlns:a16="http://schemas.microsoft.com/office/drawing/2014/main" id="{77740F45-39ED-43F2-99B8-394C92792104}"/>
              </a:ext>
            </a:extLst>
          </p:cNvPr>
          <p:cNvSpPr>
            <a:spLocks xmlns:a="http://schemas.openxmlformats.org/drawingml/2006/main" noGrp="1"/>
          </p:cNvSpPr>
          <p:nvPr/>
        </p:nvSpPr>
        <p:spPr>
          <a:xfrm xmlns:a="http://schemas.openxmlformats.org/drawingml/2006/main">
            <a:off x="5791200" y="3171825"/>
            <a:ext cx="2571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B56812"/>
                </a:solidFill>
                <a:latin typeface="Microsoft YaHei"/>
                <a:ea typeface="Microsoft YaHei"/>
                <a:cs typeface="Microsoft YaHei"/>
              </a:defRPr>
            </a:defPPr>
            <a:lvl1pPr algn="ctr">
              <a:defRPr sz="1125" b="0">
                <a:solidFill>
                  <a:srgbClr val="B56812"/>
                </a:solidFill>
                <a:latin typeface="Microsoft YaHei"/>
                <a:ea typeface="Microsoft YaHei"/>
                <a:cs typeface="Microsoft YaHei"/>
              </a:defRPr>
            </a:lvl1pPr>
            <a:lvl2pPr algn="ctr">
              <a:defRPr sz="1125" b="0">
                <a:solidFill>
                  <a:srgbClr val="B56812"/>
                </a:solidFill>
                <a:latin typeface="Microsoft YaHei"/>
                <a:ea typeface="Microsoft YaHei"/>
                <a:cs typeface="Microsoft YaHei"/>
              </a:defRPr>
            </a:lvl2pPr>
            <a:lvl3pPr algn="ctr">
              <a:defRPr sz="1125" b="0">
                <a:solidFill>
                  <a:srgbClr val="B56812"/>
                </a:solidFill>
                <a:latin typeface="Microsoft YaHei"/>
                <a:ea typeface="Microsoft YaHei"/>
                <a:cs typeface="Microsoft YaHei"/>
              </a:defRPr>
            </a:lvl3pPr>
            <a:lvl4pPr algn="ctr">
              <a:defRPr sz="1125" b="0">
                <a:solidFill>
                  <a:srgbClr val="B56812"/>
                </a:solidFill>
                <a:latin typeface="Microsoft YaHei"/>
                <a:ea typeface="Microsoft YaHei"/>
                <a:cs typeface="Microsoft YaHei"/>
              </a:defRPr>
            </a:lvl4pPr>
            <a:lvl5pPr algn="ctr">
              <a:defRPr sz="1125" b="0">
                <a:solidFill>
                  <a:srgbClr val="B56812"/>
                </a:solidFill>
                <a:latin typeface="Microsoft YaHei"/>
                <a:ea typeface="Microsoft YaHei"/>
                <a:cs typeface="Microsoft YaHei"/>
              </a:defRPr>
            </a:lvl5pPr>
            <a:lvl6pPr algn="ctr">
              <a:defRPr sz="1125" b="0">
                <a:solidFill>
                  <a:srgbClr val="B56812"/>
                </a:solidFill>
                <a:latin typeface="Microsoft YaHei"/>
                <a:ea typeface="Microsoft YaHei"/>
                <a:cs typeface="Microsoft YaHei"/>
              </a:defRPr>
            </a:lvl6pPr>
            <a:lvl7pPr algn="ctr">
              <a:defRPr sz="1125" b="0">
                <a:solidFill>
                  <a:srgbClr val="B56812"/>
                </a:solidFill>
                <a:latin typeface="Microsoft YaHei"/>
                <a:ea typeface="Microsoft YaHei"/>
                <a:cs typeface="Microsoft YaHei"/>
              </a:defRPr>
            </a:lvl7pPr>
            <a:lvl8pPr algn="ctr">
              <a:defRPr sz="1125" b="0">
                <a:solidFill>
                  <a:srgbClr val="B56812"/>
                </a:solidFill>
                <a:latin typeface="Microsoft YaHei"/>
                <a:ea typeface="Microsoft YaHei"/>
                <a:cs typeface="Microsoft YaHei"/>
              </a:defRPr>
            </a:lvl8pPr>
            <a:lvl9pPr algn="ctr">
              <a:defRPr sz="1125" b="0">
                <a:solidFill>
                  <a:srgbClr val="B56812"/>
                </a:solidFill>
                <a:latin typeface="Microsoft YaHei"/>
                <a:ea typeface="Microsoft YaHei"/>
                <a:cs typeface="Microsoft YaHei"/>
              </a:defRPr>
            </a:lvl9pPr>
          </a:lstStyle>
          <a:p xmlns:a="http://schemas.openxmlformats.org/drawingml/2006/main">
            <a:pPr algn="ctr">
              <a:lnSpc>
                <a:spcPct val="102000"/>
              </a:lnSpc>
              <a:buNone/>
              <a:defRPr sz="1125" b="0">
                <a:solidFill>
                  <a:srgbClr val="B56812"/>
                </a:solidFill>
                <a:latin typeface="Microsoft YaHei"/>
                <a:ea typeface="Microsoft YaHei"/>
                <a:cs typeface="Microsoft YaHei"/>
              </a:defRPr>
            </a:pPr>
            <a:r>
              <a:rPr sz="1125" b="0">
                <a:solidFill>
                  <a:srgbClr val="B56812"/>
                </a:solidFill>
                <a:latin typeface="Microsoft YaHei"/>
                <a:ea typeface="Microsoft YaHei"/>
                <a:cs typeface="Microsoft YaHei"/>
              </a:rPr>
              <a:t>⑤</a:t>
            </a:r>
          </a:p>
        </p:txBody>
      </p:sp>
      <p:sp>
        <p:nvSpPr>
          <p:cNvPr id="34" name="legacy-node-E">
            <a:extLst xmlns:a="http://schemas.openxmlformats.org/drawingml/2006/main">
              <a:ext uri="{FF2B5EF4-FFF2-40B4-BE49-F238E27FC236}">
                <a16:creationId xmlns:a16="http://schemas.microsoft.com/office/drawing/2014/main" id="{1AD53B16-0D57-4DEC-91BF-48F77F1FC88B}"/>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35" name="legacy-title-E">
            <a:extLst xmlns:a="http://schemas.openxmlformats.org/drawingml/2006/main">
              <a:ext uri="{FF2B5EF4-FFF2-40B4-BE49-F238E27FC236}">
                <a16:creationId xmlns:a16="http://schemas.microsoft.com/office/drawing/2014/main" id="{DFD9AB32-FFFA-4A49-9D5D-58824953C6F4}"/>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CoreServiceSim → SimManager</a:t>
            </a:r>
          </a:p>
        </p:txBody>
      </p:sp>
      <p:sp>
        <p:nvSpPr>
          <p:cNvPr id="36" name="legacy-line-E-0">
            <a:extLst xmlns:a="http://schemas.openxmlformats.org/drawingml/2006/main">
              <a:ext uri="{FF2B5EF4-FFF2-40B4-BE49-F238E27FC236}">
                <a16:creationId xmlns:a16="http://schemas.microsoft.com/office/drawing/2014/main" id="{2EACE2CB-E3A2-49D9-B86D-050D792F0780}"/>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enable；沿用旧检查与返回</a:t>
            </a:r>
          </a:p>
        </p:txBody>
      </p:sp>
      <p:sp>
        <p:nvSpPr>
          <p:cNvPr id="37" name="legacy-node-K">
            <a:extLst xmlns:a="http://schemas.openxmlformats.org/drawingml/2006/main">
              <a:ext uri="{FF2B5EF4-FFF2-40B4-BE49-F238E27FC236}">
                <a16:creationId xmlns:a16="http://schemas.microsoft.com/office/drawing/2014/main" id="{246619DE-4DBF-452A-BCFA-6FFD42718713}"/>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FFF4DF"/>
          </a:solidFill>
          <a:ln xmlns:a="http://schemas.openxmlformats.org/drawingml/2006/main" w="14288">
            <a:solidFill>
              <a:srgbClr val="B56812"/>
            </a:solidFill>
            <a:prstDash val="solid"/>
          </a:ln>
        </p:spPr>
      </p:sp>
      <p:sp>
        <p:nvSpPr>
          <p:cNvPr id="38" name="legacy-title-K">
            <a:extLst xmlns:a="http://schemas.openxmlformats.org/drawingml/2006/main">
              <a:ext uri="{FF2B5EF4-FFF2-40B4-BE49-F238E27FC236}">
                <a16:creationId xmlns:a16="http://schemas.microsoft.com/office/drawing/2014/main" id="{A8DB79ED-C2DF-440D-9BA5-28C4C4B5470C}"/>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9" name="legacy-alias-K">
            <a:extLst xmlns:a="http://schemas.openxmlformats.org/drawingml/2006/main">
              <a:ext uri="{FF2B5EF4-FFF2-40B4-BE49-F238E27FC236}">
                <a16:creationId xmlns:a16="http://schemas.microsoft.com/office/drawing/2014/main" id="{8FC1540A-E831-46E3-9568-5CB8AF91D816}"/>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SetActiveCommonSim（普通路径）</a:t>
            </a:r>
          </a:p>
        </p:txBody>
      </p:sp>
      <p:sp>
        <p:nvSpPr>
          <p:cNvPr id="40" name="legacy-line-K-0">
            <a:extLst xmlns:a="http://schemas.openxmlformats.org/drawingml/2006/main">
              <a:ext uri="{FF2B5EF4-FFF2-40B4-BE49-F238E27FC236}">
                <a16:creationId xmlns:a16="http://schemas.microsoft.com/office/drawing/2014/main" id="{00661DAB-324E-496C-BE17-194021FE4213}"/>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等待主卡切换 / 目标检查</a:t>
            </a:r>
          </a:p>
        </p:txBody>
      </p:sp>
      <p:sp>
        <p:nvSpPr>
          <p:cNvPr id="41" name="legacy-line-K-1">
            <a:extLst xmlns:a="http://schemas.openxmlformats.org/drawingml/2006/main">
              <a:ext uri="{FF2B5EF4-FFF2-40B4-BE49-F238E27FC236}">
                <a16:creationId xmlns:a16="http://schemas.microsoft.com/office/drawing/2014/main" id="{02A9C2B2-F0AA-4D86-93E1-605EBA21B40E}"/>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active 缓存 / Hook</a:t>
            </a:r>
          </a:p>
        </p:txBody>
      </p:sp>
      <p:sp>
        <p:nvSpPr>
          <p:cNvPr id="42" name="legacy-line-K-2">
            <a:extLst xmlns:a="http://schemas.openxmlformats.org/drawingml/2006/main">
              <a:ext uri="{FF2B5EF4-FFF2-40B4-BE49-F238E27FC236}">
                <a16:creationId xmlns:a16="http://schemas.microsoft.com/office/drawing/2014/main" id="{7C327679-0FEE-4BA1-B77F-58359F011B7C}"/>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UpdateDBSetActiveResult</a:t>
            </a:r>
          </a:p>
        </p:txBody>
      </p:sp>
      <p:sp>
        <p:nvSpPr>
          <p:cNvPr id="43" name="legacy-node-R">
            <a:extLst xmlns:a="http://schemas.openxmlformats.org/drawingml/2006/main">
              <a:ext uri="{FF2B5EF4-FFF2-40B4-BE49-F238E27FC236}">
                <a16:creationId xmlns:a16="http://schemas.microsoft.com/office/drawing/2014/main" id="{0DD77B25-F432-45F8-AA1E-E7DEC7AF3446}"/>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FFF4DF"/>
          </a:solidFill>
          <a:ln xmlns:a="http://schemas.openxmlformats.org/drawingml/2006/main" w="14288">
            <a:solidFill>
              <a:srgbClr val="B56812"/>
            </a:solidFill>
            <a:prstDash val="solid"/>
          </a:ln>
        </p:spPr>
      </p:sp>
      <p:sp>
        <p:nvSpPr>
          <p:cNvPr id="44" name="legacy-title-R">
            <a:extLst xmlns:a="http://schemas.openxmlformats.org/drawingml/2006/main">
              <a:ext uri="{FF2B5EF4-FFF2-40B4-BE49-F238E27FC236}">
                <a16:creationId xmlns:a16="http://schemas.microsoft.com/office/drawing/2014/main" id="{6A89BB50-6A9E-450E-9F44-501E03AFC5E3}"/>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RadioProtocolController</a:t>
            </a:r>
          </a:p>
        </p:txBody>
      </p:sp>
      <p:sp>
        <p:nvSpPr>
          <p:cNvPr id="45" name="legacy-alias-R">
            <a:extLst xmlns:a="http://schemas.openxmlformats.org/drawingml/2006/main">
              <a:ext uri="{FF2B5EF4-FFF2-40B4-BE49-F238E27FC236}">
                <a16:creationId xmlns:a16="http://schemas.microsoft.com/office/drawing/2014/main" id="{531A90FD-937B-43F1-86CD-EBC10783E105}"/>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TelRilManager / 原设备等待</a:t>
            </a:r>
          </a:p>
        </p:txBody>
      </p:sp>
      <p:sp>
        <p:nvSpPr>
          <p:cNvPr id="46" name="legacy-line-R-0">
            <a:extLst xmlns:a="http://schemas.openxmlformats.org/drawingml/2006/main">
              <a:ext uri="{FF2B5EF4-FFF2-40B4-BE49-F238E27FC236}">
                <a16:creationId xmlns:a16="http://schemas.microsoft.com/office/drawing/2014/main" id="{B4D32050-D072-42E8-8243-CBD78DAECE8A}"/>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SetActiveSimToRil</a:t>
            </a:r>
          </a:p>
        </p:txBody>
      </p:sp>
      <p:sp>
        <p:nvSpPr>
          <p:cNvPr id="47" name="legacy-line-R-1">
            <a:extLst xmlns:a="http://schemas.openxmlformats.org/drawingml/2006/main">
              <a:ext uri="{FF2B5EF4-FFF2-40B4-BE49-F238E27FC236}">
                <a16:creationId xmlns:a16="http://schemas.microsoft.com/office/drawing/2014/main" id="{DC59FCF8-B3C8-449D-AF93-C4A92D433228}"/>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接收设备结果、唤醒等待</a:t>
            </a:r>
          </a:p>
        </p:txBody>
      </p:sp>
      <p:sp>
        <p:nvSpPr>
          <p:cNvPr id="48" name="legacy-line-bg-R-2">
            <a:extLst xmlns:a="http://schemas.openxmlformats.org/drawingml/2006/main">
              <a:ext uri="{FF2B5EF4-FFF2-40B4-BE49-F238E27FC236}">
                <a16:creationId xmlns:a16="http://schemas.microsoft.com/office/drawing/2014/main" id="{2C2B9E81-5BB3-4FB2-AF9A-07768153C23D}"/>
              </a:ext>
            </a:extLst>
          </p:cNvPr>
          <p:cNvSpPr>
            <a:spLocks xmlns:a="http://schemas.openxmlformats.org/drawingml/2006/main" noGrp="1"/>
          </p:cNvSpPr>
          <p:nvPr/>
        </p:nvSpPr>
        <p:spPr>
          <a:xfrm xmlns:a="http://schemas.openxmlformats.org/drawingml/2006/main">
            <a:off x="3419475" y="4371975"/>
            <a:ext cx="2266950" cy="209550"/>
          </a:xfrm>
          <a:prstGeom xmlns:a="http://schemas.openxmlformats.org/drawingml/2006/main" prst="rect">
            <a:avLst/>
          </a:prstGeom>
          <a:solidFill xmlns:a="http://schemas.openxmlformats.org/drawingml/2006/main">
            <a:srgbClr val="FFF4DF"/>
          </a:solidFill>
          <a:ln xmlns:a="http://schemas.openxmlformats.org/drawingml/2006/main" w="0">
            <a:noFill/>
            <a:prstDash val="solid"/>
          </a:ln>
        </p:spPr>
      </p:sp>
      <p:sp>
        <p:nvSpPr>
          <p:cNvPr id="49" name="legacy-line-R-2">
            <a:extLst xmlns:a="http://schemas.openxmlformats.org/drawingml/2006/main">
              <a:ext uri="{FF2B5EF4-FFF2-40B4-BE49-F238E27FC236}">
                <a16:creationId xmlns:a16="http://schemas.microsoft.com/office/drawing/2014/main" id="{FFA8FADB-9A70-4C3C-836A-95B0F67FF5B0}"/>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已有请求关联继续复用</a:t>
            </a:r>
          </a:p>
        </p:txBody>
      </p:sp>
      <p:sp>
        <p:nvSpPr>
          <p:cNvPr id="50" name="legacy-node-D">
            <a:extLst xmlns:a="http://schemas.openxmlformats.org/drawingml/2006/main">
              <a:ext uri="{FF2B5EF4-FFF2-40B4-BE49-F238E27FC236}">
                <a16:creationId xmlns:a16="http://schemas.microsoft.com/office/drawing/2014/main" id="{6861C47D-B0AD-4345-AF5C-723BFF0E5456}"/>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4DF"/>
          </a:solidFill>
          <a:ln xmlns:a="http://schemas.openxmlformats.org/drawingml/2006/main" w="14288">
            <a:solidFill>
              <a:srgbClr val="B56812"/>
            </a:solidFill>
            <a:prstDash val="solid"/>
          </a:ln>
        </p:spPr>
      </p:sp>
      <p:sp>
        <p:nvSpPr>
          <p:cNvPr id="51" name="legacy-title-D">
            <a:extLst xmlns:a="http://schemas.openxmlformats.org/drawingml/2006/main">
              <a:ext uri="{FF2B5EF4-FFF2-40B4-BE49-F238E27FC236}">
                <a16:creationId xmlns:a16="http://schemas.microsoft.com/office/drawing/2014/main" id="{1465DD89-DD55-4E1D-9857-CD4A4DF0BE73}"/>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SimRdbHelper</a:t>
            </a:r>
          </a:p>
        </p:txBody>
      </p:sp>
      <p:sp>
        <p:nvSpPr>
          <p:cNvPr id="52" name="legacy-line-bg-D-0">
            <a:extLst xmlns:a="http://schemas.openxmlformats.org/drawingml/2006/main">
              <a:ext uri="{FF2B5EF4-FFF2-40B4-BE49-F238E27FC236}">
                <a16:creationId xmlns:a16="http://schemas.microsoft.com/office/drawing/2014/main" id="{ECDB8282-9DE1-4659-BF1F-33BEA6B4230E}"/>
              </a:ext>
            </a:extLst>
          </p:cNvPr>
          <p:cNvSpPr>
            <a:spLocks xmlns:a="http://schemas.openxmlformats.org/drawingml/2006/main" noGrp="1"/>
          </p:cNvSpPr>
          <p:nvPr/>
        </p:nvSpPr>
        <p:spPr>
          <a:xfrm xmlns:a="http://schemas.openxmlformats.org/drawingml/2006/main">
            <a:off x="561975" y="5381625"/>
            <a:ext cx="2381250" cy="209550"/>
          </a:xfrm>
          <a:prstGeom xmlns:a="http://schemas.openxmlformats.org/drawingml/2006/main" prst="rect">
            <a:avLst/>
          </a:prstGeom>
          <a:solidFill xmlns:a="http://schemas.openxmlformats.org/drawingml/2006/main">
            <a:srgbClr val="FFF4DF"/>
          </a:solidFill>
          <a:ln xmlns:a="http://schemas.openxmlformats.org/drawingml/2006/main" w="0">
            <a:noFill/>
            <a:prstDash val="solid"/>
          </a:ln>
        </p:spPr>
      </p:sp>
      <p:sp>
        <p:nvSpPr>
          <p:cNvPr id="53" name="legacy-line-D-0">
            <a:extLst xmlns:a="http://schemas.openxmlformats.org/drawingml/2006/main">
              <a:ext uri="{FF2B5EF4-FFF2-40B4-BE49-F238E27FC236}">
                <a16:creationId xmlns:a16="http://schemas.microsoft.com/office/drawing/2014/main" id="{A526F8AE-120F-4BE3-B0F4-B4A87577D315}"/>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1">
                <a:solidFill>
                  <a:srgbClr val="17263A"/>
                </a:solidFill>
                <a:latin typeface="Microsoft YaHei"/>
                <a:ea typeface="Microsoft YaHei"/>
                <a:cs typeface="Microsoft YaHei"/>
              </a:defRPr>
            </a:defPPr>
            <a:lvl1pPr algn="l">
              <a:defRPr sz="1238" b="1">
                <a:solidFill>
                  <a:srgbClr val="17263A"/>
                </a:solidFill>
                <a:latin typeface="Microsoft YaHei"/>
                <a:ea typeface="Microsoft YaHei"/>
                <a:cs typeface="Microsoft YaHei"/>
              </a:defRPr>
            </a:lvl1pPr>
            <a:lvl2pPr algn="l">
              <a:defRPr sz="1238" b="1">
                <a:solidFill>
                  <a:srgbClr val="17263A"/>
                </a:solidFill>
                <a:latin typeface="Microsoft YaHei"/>
                <a:ea typeface="Microsoft YaHei"/>
                <a:cs typeface="Microsoft YaHei"/>
              </a:defRPr>
            </a:lvl2pPr>
            <a:lvl3pPr algn="l">
              <a:defRPr sz="1238" b="1">
                <a:solidFill>
                  <a:srgbClr val="17263A"/>
                </a:solidFill>
                <a:latin typeface="Microsoft YaHei"/>
                <a:ea typeface="Microsoft YaHei"/>
                <a:cs typeface="Microsoft YaHei"/>
              </a:defRPr>
            </a:lvl3pPr>
            <a:lvl4pPr algn="l">
              <a:defRPr sz="1238" b="1">
                <a:solidFill>
                  <a:srgbClr val="17263A"/>
                </a:solidFill>
                <a:latin typeface="Microsoft YaHei"/>
                <a:ea typeface="Microsoft YaHei"/>
                <a:cs typeface="Microsoft YaHei"/>
              </a:defRPr>
            </a:lvl4pPr>
            <a:lvl5pPr algn="l">
              <a:defRPr sz="1238" b="1">
                <a:solidFill>
                  <a:srgbClr val="17263A"/>
                </a:solidFill>
                <a:latin typeface="Microsoft YaHei"/>
                <a:ea typeface="Microsoft YaHei"/>
                <a:cs typeface="Microsoft YaHei"/>
              </a:defRPr>
            </a:lvl5pPr>
            <a:lvl6pPr algn="l">
              <a:defRPr sz="1238" b="1">
                <a:solidFill>
                  <a:srgbClr val="17263A"/>
                </a:solidFill>
                <a:latin typeface="Microsoft YaHei"/>
                <a:ea typeface="Microsoft YaHei"/>
                <a:cs typeface="Microsoft YaHei"/>
              </a:defRPr>
            </a:lvl6pPr>
            <a:lvl7pPr algn="l">
              <a:defRPr sz="1238" b="1">
                <a:solidFill>
                  <a:srgbClr val="17263A"/>
                </a:solidFill>
                <a:latin typeface="Microsoft YaHei"/>
                <a:ea typeface="Microsoft YaHei"/>
                <a:cs typeface="Microsoft YaHei"/>
              </a:defRPr>
            </a:lvl7pPr>
            <a:lvl8pPr algn="l">
              <a:defRPr sz="1238" b="1">
                <a:solidFill>
                  <a:srgbClr val="17263A"/>
                </a:solidFill>
                <a:latin typeface="Microsoft YaHei"/>
                <a:ea typeface="Microsoft YaHei"/>
                <a:cs typeface="Microsoft YaHei"/>
              </a:defRPr>
            </a:lvl8pPr>
            <a:lvl9pPr algn="l">
              <a:defRPr sz="1238" b="1">
                <a:solidFill>
                  <a:srgbClr val="17263A"/>
                </a:solidFill>
                <a:latin typeface="Microsoft YaHei"/>
                <a:ea typeface="Microsoft YaHei"/>
                <a:cs typeface="Microsoft YaHei"/>
              </a:defRPr>
            </a:lvl9pPr>
          </a:lstStyle>
          <a:p xmlns:a="http://schemas.openxmlformats.org/drawingml/2006/main">
            <a:pPr algn="l">
              <a:lnSpc>
                <a:spcPct val="102000"/>
              </a:lnSpc>
              <a:buNone/>
              <a:defRPr sz="1238" b="1">
                <a:solidFill>
                  <a:srgbClr val="17263A"/>
                </a:solidFill>
                <a:latin typeface="Microsoft YaHei"/>
                <a:ea typeface="Microsoft YaHei"/>
                <a:cs typeface="Microsoft YaHei"/>
              </a:defRPr>
            </a:pPr>
            <a:r>
              <a:rPr sz="1238" b="1">
                <a:solidFill>
                  <a:srgbClr val="17263A"/>
                </a:solidFill>
                <a:latin typeface="Microsoft YaHei"/>
                <a:ea typeface="Microsoft YaHei"/>
                <a:cs typeface="Microsoft YaHei"/>
              </a:rPr>
              <a:t>⑤ DataShare：IS_ACTIVE</a:t>
            </a:r>
          </a:p>
        </p:txBody>
      </p:sp>
      <p:sp>
        <p:nvSpPr>
          <p:cNvPr id="54" name="legacy-node-N">
            <a:extLst xmlns:a="http://schemas.openxmlformats.org/drawingml/2006/main">
              <a:ext uri="{FF2B5EF4-FFF2-40B4-BE49-F238E27FC236}">
                <a16:creationId xmlns:a16="http://schemas.microsoft.com/office/drawing/2014/main" id="{EF7D57D6-387E-4301-B560-126359ABAA1E}"/>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4DF"/>
          </a:solidFill>
          <a:ln xmlns:a="http://schemas.openxmlformats.org/drawingml/2006/main" w="14288">
            <a:solidFill>
              <a:srgbClr val="B56812"/>
            </a:solidFill>
            <a:prstDash val="solid"/>
          </a:ln>
        </p:spPr>
      </p:sp>
      <p:sp>
        <p:nvSpPr>
          <p:cNvPr id="55" name="legacy-title-N">
            <a:extLst xmlns:a="http://schemas.openxmlformats.org/drawingml/2006/main">
              <a:ext uri="{FF2B5EF4-FFF2-40B4-BE49-F238E27FC236}">
                <a16:creationId xmlns:a16="http://schemas.microsoft.com/office/drawing/2014/main" id="{DB461F1D-D715-47C4-B672-460F9AD3C65A}"/>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原 Hook 与完成出口</a:t>
            </a:r>
          </a:p>
        </p:txBody>
      </p:sp>
      <p:sp>
        <p:nvSpPr>
          <p:cNvPr id="56" name="legacy-line-N-0">
            <a:extLst xmlns:a="http://schemas.openxmlformats.org/drawingml/2006/main">
              <a:ext uri="{FF2B5EF4-FFF2-40B4-BE49-F238E27FC236}">
                <a16:creationId xmlns:a16="http://schemas.microsoft.com/office/drawing/2014/main" id="{D115E78D-4FAF-460F-BF19-994B353D664E}"/>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 ⑤ UpdateSubState</a:t>
            </a:r>
          </a:p>
        </p:txBody>
      </p:sp>
      <p:sp>
        <p:nvSpPr>
          <p:cNvPr id="57" name="legacy-line-N-1">
            <a:extLst xmlns:a="http://schemas.openxmlformats.org/drawingml/2006/main">
              <a:ext uri="{FF2B5EF4-FFF2-40B4-BE49-F238E27FC236}">
                <a16:creationId xmlns:a16="http://schemas.microsoft.com/office/drawing/2014/main" id="{FBB61D24-B06A-43DA-8115-FB8CFD30F914}"/>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成功后检查是否切主卡</a:t>
            </a:r>
          </a:p>
        </p:txBody>
      </p:sp>
      <p:sp>
        <p:nvSpPr>
          <p:cNvPr id="58" name="legacy-flow-note">
            <a:extLst xmlns:a="http://schemas.openxmlformats.org/drawingml/2006/main">
              <a:ext uri="{FF2B5EF4-FFF2-40B4-BE49-F238E27FC236}">
                <a16:creationId xmlns:a16="http://schemas.microsoft.com/office/drawing/2014/main" id="{71F7BFF9-E1D2-4B52-A1A1-E8ECCB1C7670}"/>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SetActiveCommonSim · non-force；省略透传函数及中间调用栈</a:t>
            </a:r>
          </a:p>
        </p:txBody>
      </p:sp>
      <p:sp>
        <p:nvSpPr>
          <p:cNvPr id="59" name="application-label">
            <a:extLst xmlns:a="http://schemas.openxmlformats.org/drawingml/2006/main">
              <a:ext uri="{FF2B5EF4-FFF2-40B4-BE49-F238E27FC236}">
                <a16:creationId xmlns:a16="http://schemas.microsoft.com/office/drawing/2014/main" id="{10D15FE6-039B-4BD3-8582-BEB16D61F856}"/>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60" name="domain-label">
            <a:extLst xmlns:a="http://schemas.openxmlformats.org/drawingml/2006/main">
              <a:ext uri="{FF2B5EF4-FFF2-40B4-BE49-F238E27FC236}">
                <a16:creationId xmlns:a16="http://schemas.microsoft.com/office/drawing/2014/main" id="{3F71A574-D972-41FE-9709-07F70DEDB3A4}"/>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61" name="target-edge-RO">
            <a:extLst xmlns:a="http://schemas.openxmlformats.org/drawingml/2006/main">
              <a:ext uri="{FF2B5EF4-FFF2-40B4-BE49-F238E27FC236}">
                <a16:creationId xmlns:a16="http://schemas.microsoft.com/office/drawing/2014/main" id="{D6D06145-C82B-4E8C-A63B-5B8402848941}"/>
              </a:ext>
            </a:extLst>
          </p:cNvPr>
          <p:cNvSpPr>
            <a:spLocks xmlns:a="http://schemas.openxmlformats.org/drawingml/2006/main" noGrp="1"/>
          </p:cNvSpPr>
          <p:nvPr/>
        </p:nvSpPr>
        <p:spPr>
          <a:xfrm xmlns:a="http://schemas.openxmlformats.org/drawingml/2006/main">
            <a:off x="6334125" y="3943350"/>
            <a:ext cx="257175" cy="1752600"/>
          </a:xfrm>
          <a:custGeom xmlns:a="http://schemas.openxmlformats.org/drawingml/2006/main">
            <a:pathLst>
              <a:path w="257175" h="1752600">
                <a:moveTo>
                  <a:pt x="257175" y="1752600"/>
                </a:moveTo>
                <a:lnTo>
                  <a:pt x="0" y="1752600"/>
                </a:lnTo>
                <a:lnTo>
                  <a:pt x="0" y="0"/>
                </a:lnTo>
                <a:lnTo>
                  <a:pt x="257175" y="0"/>
                </a:lnTo>
              </a:path>
            </a:pathLst>
          </a:custGeom>
          <a:noFill xmlns:a="http://schemas.openxmlformats.org/drawingml/2006/main"/>
          <a:ln xmlns:a="http://schemas.openxmlformats.org/drawingml/2006/main" w="16193">
            <a:solidFill>
              <a:srgbClr val="B56812"/>
            </a:solidFill>
            <a:prstDash val="dash"/>
          </a:ln>
        </p:spPr>
      </p:sp>
      <p:sp>
        <p:nvSpPr>
          <p:cNvPr id="62" name="target-edge-RO-head">
            <a:extLst xmlns:a="http://schemas.openxmlformats.org/drawingml/2006/main">
              <a:ext uri="{FF2B5EF4-FFF2-40B4-BE49-F238E27FC236}">
                <a16:creationId xmlns:a16="http://schemas.microsoft.com/office/drawing/2014/main" id="{FD7B8EDC-9D35-479D-8C56-86391856E87E}"/>
              </a:ext>
            </a:extLst>
          </p:cNvPr>
          <p:cNvSpPr>
            <a:spLocks xmlns:a="http://schemas.openxmlformats.org/drawingml/2006/main" noGrp="1"/>
          </p:cNvSpPr>
          <p:nvPr/>
        </p:nvSpPr>
        <p:spPr>
          <a:xfrm xmlns:a="http://schemas.openxmlformats.org/drawingml/2006/main">
            <a:off x="6534150" y="39147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B56812"/>
            </a:solidFill>
            <a:prstDash val="solid"/>
          </a:ln>
        </p:spPr>
      </p:sp>
      <p:sp>
        <p:nvSpPr>
          <p:cNvPr id="63" name="target-edge-label-RO">
            <a:extLst xmlns:a="http://schemas.openxmlformats.org/drawingml/2006/main">
              <a:ext uri="{FF2B5EF4-FFF2-40B4-BE49-F238E27FC236}">
                <a16:creationId xmlns:a16="http://schemas.microsoft.com/office/drawing/2014/main" id="{A382BB19-9F90-4712-A819-7F9D7FE0AE53}"/>
              </a:ext>
            </a:extLst>
          </p:cNvPr>
          <p:cNvSpPr>
            <a:spLocks xmlns:a="http://schemas.openxmlformats.org/drawingml/2006/main" noGrp="1"/>
          </p:cNvSpPr>
          <p:nvPr/>
        </p:nvSpPr>
        <p:spPr>
          <a:xfrm xmlns:a="http://schemas.openxmlformats.org/drawingml/2006/main">
            <a:off x="6134100" y="49911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B56812"/>
                </a:solidFill>
                <a:latin typeface="Microsoft YaHei"/>
                <a:ea typeface="Microsoft YaHei"/>
                <a:cs typeface="Microsoft YaHei"/>
              </a:defRPr>
            </a:defPPr>
            <a:lvl1pPr algn="ctr">
              <a:defRPr sz="1050" b="0">
                <a:solidFill>
                  <a:srgbClr val="B56812"/>
                </a:solidFill>
                <a:latin typeface="Microsoft YaHei"/>
                <a:ea typeface="Microsoft YaHei"/>
                <a:cs typeface="Microsoft YaHei"/>
              </a:defRPr>
            </a:lvl1pPr>
            <a:lvl2pPr algn="ctr">
              <a:defRPr sz="1050" b="0">
                <a:solidFill>
                  <a:srgbClr val="B56812"/>
                </a:solidFill>
                <a:latin typeface="Microsoft YaHei"/>
                <a:ea typeface="Microsoft YaHei"/>
                <a:cs typeface="Microsoft YaHei"/>
              </a:defRPr>
            </a:lvl2pPr>
            <a:lvl3pPr algn="ctr">
              <a:defRPr sz="1050" b="0">
                <a:solidFill>
                  <a:srgbClr val="B56812"/>
                </a:solidFill>
                <a:latin typeface="Microsoft YaHei"/>
                <a:ea typeface="Microsoft YaHei"/>
                <a:cs typeface="Microsoft YaHei"/>
              </a:defRPr>
            </a:lvl3pPr>
            <a:lvl4pPr algn="ctr">
              <a:defRPr sz="1050" b="0">
                <a:solidFill>
                  <a:srgbClr val="B56812"/>
                </a:solidFill>
                <a:latin typeface="Microsoft YaHei"/>
                <a:ea typeface="Microsoft YaHei"/>
                <a:cs typeface="Microsoft YaHei"/>
              </a:defRPr>
            </a:lvl4pPr>
            <a:lvl5pPr algn="ctr">
              <a:defRPr sz="1050" b="0">
                <a:solidFill>
                  <a:srgbClr val="B56812"/>
                </a:solidFill>
                <a:latin typeface="Microsoft YaHei"/>
                <a:ea typeface="Microsoft YaHei"/>
                <a:cs typeface="Microsoft YaHei"/>
              </a:defRPr>
            </a:lvl5pPr>
            <a:lvl6pPr algn="ctr">
              <a:defRPr sz="1050" b="0">
                <a:solidFill>
                  <a:srgbClr val="B56812"/>
                </a:solidFill>
                <a:latin typeface="Microsoft YaHei"/>
                <a:ea typeface="Microsoft YaHei"/>
                <a:cs typeface="Microsoft YaHei"/>
              </a:defRPr>
            </a:lvl6pPr>
            <a:lvl7pPr algn="ctr">
              <a:defRPr sz="1050" b="0">
                <a:solidFill>
                  <a:srgbClr val="B56812"/>
                </a:solidFill>
                <a:latin typeface="Microsoft YaHei"/>
                <a:ea typeface="Microsoft YaHei"/>
                <a:cs typeface="Microsoft YaHei"/>
              </a:defRPr>
            </a:lvl7pPr>
            <a:lvl8pPr algn="ctr">
              <a:defRPr sz="1050" b="0">
                <a:solidFill>
                  <a:srgbClr val="B56812"/>
                </a:solidFill>
                <a:latin typeface="Microsoft YaHei"/>
                <a:ea typeface="Microsoft YaHei"/>
                <a:cs typeface="Microsoft YaHei"/>
              </a:defRPr>
            </a:lvl8pPr>
            <a:lvl9pPr algn="ctr">
              <a:defRPr sz="1050" b="0">
                <a:solidFill>
                  <a:srgbClr val="B56812"/>
                </a:solidFill>
                <a:latin typeface="Microsoft YaHei"/>
                <a:ea typeface="Microsoft YaHei"/>
                <a:cs typeface="Microsoft YaHei"/>
              </a:defRPr>
            </a:lvl9pPr>
          </a:lstStyle>
          <a:p xmlns:a="http://schemas.openxmlformats.org/drawingml/2006/main">
            <a:pPr algn="ctr">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结果</a:t>
            </a:r>
          </a:p>
        </p:txBody>
      </p:sp>
      <p:sp>
        <p:nvSpPr>
          <p:cNvPr id="64" name="target-edge-OD">
            <a:extLst xmlns:a="http://schemas.openxmlformats.org/drawingml/2006/main">
              <a:ext uri="{FF2B5EF4-FFF2-40B4-BE49-F238E27FC236}">
                <a16:creationId xmlns:a16="http://schemas.microsoft.com/office/drawing/2014/main" id="{52369873-C3BF-40AF-ABD0-BEE94E546AB4}"/>
              </a:ext>
            </a:extLst>
          </p:cNvPr>
          <p:cNvSpPr>
            <a:spLocks xmlns:a="http://schemas.openxmlformats.org/drawingml/2006/main" noGrp="1"/>
          </p:cNvSpPr>
          <p:nvPr/>
        </p:nvSpPr>
        <p:spPr>
          <a:xfrm xmlns:a="http://schemas.openxmlformats.org/drawingml/2006/main">
            <a:off x="737711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B56812"/>
            </a:solidFill>
            <a:prstDash val="dash"/>
          </a:ln>
        </p:spPr>
      </p:sp>
      <p:sp>
        <p:nvSpPr>
          <p:cNvPr id="65" name="target-edge-OD-head">
            <a:extLst xmlns:a="http://schemas.openxmlformats.org/drawingml/2006/main">
              <a:ext uri="{FF2B5EF4-FFF2-40B4-BE49-F238E27FC236}">
                <a16:creationId xmlns:a16="http://schemas.microsoft.com/office/drawing/2014/main" id="{B2EEC2A9-5F08-4CBB-8F64-CF1A4EE82BC6}"/>
              </a:ext>
            </a:extLst>
          </p:cNvPr>
          <p:cNvSpPr>
            <a:spLocks xmlns:a="http://schemas.openxmlformats.org/drawingml/2006/main" noGrp="1"/>
          </p:cNvSpPr>
          <p:nvPr/>
        </p:nvSpPr>
        <p:spPr>
          <a:xfrm xmlns:a="http://schemas.openxmlformats.org/drawingml/2006/main">
            <a:off x="735330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B56812"/>
            </a:solidFill>
            <a:prstDash val="solid"/>
          </a:ln>
        </p:spPr>
      </p:sp>
      <p:sp>
        <p:nvSpPr>
          <p:cNvPr id="66" name="target-edge-OC">
            <a:extLst xmlns:a="http://schemas.openxmlformats.org/drawingml/2006/main">
              <a:ext uri="{FF2B5EF4-FFF2-40B4-BE49-F238E27FC236}">
                <a16:creationId xmlns:a16="http://schemas.microsoft.com/office/drawing/2014/main" id="{1DC19E75-7377-4465-9C09-24415D9E5D3D}"/>
              </a:ext>
            </a:extLst>
          </p:cNvPr>
          <p:cNvSpPr>
            <a:spLocks xmlns:a="http://schemas.openxmlformats.org/drawingml/2006/main" noGrp="1"/>
          </p:cNvSpPr>
          <p:nvPr/>
        </p:nvSpPr>
        <p:spPr>
          <a:xfrm xmlns:a="http://schemas.openxmlformats.org/drawingml/2006/main">
            <a:off x="6219825" y="2876550"/>
            <a:ext cx="371475" cy="600075"/>
          </a:xfrm>
          <a:custGeom xmlns:a="http://schemas.openxmlformats.org/drawingml/2006/main">
            <a:pathLst>
              <a:path w="371475" h="600075">
                <a:moveTo>
                  <a:pt x="371475" y="600075"/>
                </a:moveTo>
                <a:lnTo>
                  <a:pt x="0" y="600075"/>
                </a:lnTo>
                <a:lnTo>
                  <a:pt x="0" y="0"/>
                </a:lnTo>
                <a:lnTo>
                  <a:pt x="371475" y="0"/>
                </a:lnTo>
              </a:path>
            </a:pathLst>
          </a:custGeom>
          <a:noFill xmlns:a="http://schemas.openxmlformats.org/drawingml/2006/main"/>
          <a:ln xmlns:a="http://schemas.openxmlformats.org/drawingml/2006/main" w="16193">
            <a:solidFill>
              <a:srgbClr val="B56812"/>
            </a:solidFill>
            <a:prstDash val="dash"/>
          </a:ln>
        </p:spPr>
      </p:sp>
      <p:sp>
        <p:nvSpPr>
          <p:cNvPr id="67" name="target-edge-OC-head">
            <a:extLst xmlns:a="http://schemas.openxmlformats.org/drawingml/2006/main">
              <a:ext uri="{FF2B5EF4-FFF2-40B4-BE49-F238E27FC236}">
                <a16:creationId xmlns:a16="http://schemas.microsoft.com/office/drawing/2014/main" id="{4A97154E-1025-4728-907B-CD9E214563E2}"/>
              </a:ext>
            </a:extLst>
          </p:cNvPr>
          <p:cNvSpPr>
            <a:spLocks xmlns:a="http://schemas.openxmlformats.org/drawingml/2006/main" noGrp="1"/>
          </p:cNvSpPr>
          <p:nvPr/>
        </p:nvSpPr>
        <p:spPr>
          <a:xfrm xmlns:a="http://schemas.openxmlformats.org/drawingml/2006/main">
            <a:off x="6534150" y="2847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B56812"/>
            </a:solidFill>
            <a:prstDash val="solid"/>
          </a:ln>
        </p:spPr>
      </p:sp>
      <p:sp>
        <p:nvSpPr>
          <p:cNvPr id="68" name="target-edge-label-OC">
            <a:extLst xmlns:a="http://schemas.openxmlformats.org/drawingml/2006/main">
              <a:ext uri="{FF2B5EF4-FFF2-40B4-BE49-F238E27FC236}">
                <a16:creationId xmlns:a16="http://schemas.microsoft.com/office/drawing/2014/main" id="{15BD844C-0036-4B28-8741-C06FFF210742}"/>
              </a:ext>
            </a:extLst>
          </p:cNvPr>
          <p:cNvSpPr>
            <a:spLocks xmlns:a="http://schemas.openxmlformats.org/drawingml/2006/main" noGrp="1"/>
          </p:cNvSpPr>
          <p:nvPr/>
        </p:nvSpPr>
        <p:spPr>
          <a:xfrm xmlns:a="http://schemas.openxmlformats.org/drawingml/2006/main">
            <a:off x="6143625" y="3200400"/>
            <a:ext cx="3619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B56812"/>
                </a:solidFill>
                <a:latin typeface="Microsoft YaHei"/>
                <a:ea typeface="Microsoft YaHei"/>
                <a:cs typeface="Microsoft YaHei"/>
              </a:defRPr>
            </a:defPPr>
            <a:lvl1pPr algn="ctr">
              <a:defRPr sz="1050" b="0">
                <a:solidFill>
                  <a:srgbClr val="B56812"/>
                </a:solidFill>
                <a:latin typeface="Microsoft YaHei"/>
                <a:ea typeface="Microsoft YaHei"/>
                <a:cs typeface="Microsoft YaHei"/>
              </a:defRPr>
            </a:lvl1pPr>
            <a:lvl2pPr algn="ctr">
              <a:defRPr sz="1050" b="0">
                <a:solidFill>
                  <a:srgbClr val="B56812"/>
                </a:solidFill>
                <a:latin typeface="Microsoft YaHei"/>
                <a:ea typeface="Microsoft YaHei"/>
                <a:cs typeface="Microsoft YaHei"/>
              </a:defRPr>
            </a:lvl2pPr>
            <a:lvl3pPr algn="ctr">
              <a:defRPr sz="1050" b="0">
                <a:solidFill>
                  <a:srgbClr val="B56812"/>
                </a:solidFill>
                <a:latin typeface="Microsoft YaHei"/>
                <a:ea typeface="Microsoft YaHei"/>
                <a:cs typeface="Microsoft YaHei"/>
              </a:defRPr>
            </a:lvl3pPr>
            <a:lvl4pPr algn="ctr">
              <a:defRPr sz="1050" b="0">
                <a:solidFill>
                  <a:srgbClr val="B56812"/>
                </a:solidFill>
                <a:latin typeface="Microsoft YaHei"/>
                <a:ea typeface="Microsoft YaHei"/>
                <a:cs typeface="Microsoft YaHei"/>
              </a:defRPr>
            </a:lvl4pPr>
            <a:lvl5pPr algn="ctr">
              <a:defRPr sz="1050" b="0">
                <a:solidFill>
                  <a:srgbClr val="B56812"/>
                </a:solidFill>
                <a:latin typeface="Microsoft YaHei"/>
                <a:ea typeface="Microsoft YaHei"/>
                <a:cs typeface="Microsoft YaHei"/>
              </a:defRPr>
            </a:lvl5pPr>
            <a:lvl6pPr algn="ctr">
              <a:defRPr sz="1050" b="0">
                <a:solidFill>
                  <a:srgbClr val="B56812"/>
                </a:solidFill>
                <a:latin typeface="Microsoft YaHei"/>
                <a:ea typeface="Microsoft YaHei"/>
                <a:cs typeface="Microsoft YaHei"/>
              </a:defRPr>
            </a:lvl6pPr>
            <a:lvl7pPr algn="ctr">
              <a:defRPr sz="1050" b="0">
                <a:solidFill>
                  <a:srgbClr val="B56812"/>
                </a:solidFill>
                <a:latin typeface="Microsoft YaHei"/>
                <a:ea typeface="Microsoft YaHei"/>
                <a:cs typeface="Microsoft YaHei"/>
              </a:defRPr>
            </a:lvl7pPr>
            <a:lvl8pPr algn="ctr">
              <a:defRPr sz="1050" b="0">
                <a:solidFill>
                  <a:srgbClr val="B56812"/>
                </a:solidFill>
                <a:latin typeface="Microsoft YaHei"/>
                <a:ea typeface="Microsoft YaHei"/>
                <a:cs typeface="Microsoft YaHei"/>
              </a:defRPr>
            </a:lvl8pPr>
            <a:lvl9pPr algn="ctr">
              <a:defRPr sz="1050" b="0">
                <a:solidFill>
                  <a:srgbClr val="B56812"/>
                </a:solidFill>
                <a:latin typeface="Microsoft YaHei"/>
                <a:ea typeface="Microsoft YaHei"/>
                <a:cs typeface="Microsoft YaHei"/>
              </a:defRPr>
            </a:lvl9pPr>
          </a:lstStyle>
          <a:p xmlns:a="http://schemas.openxmlformats.org/drawingml/2006/main">
            <a:pPr algn="ctr">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完成</a:t>
            </a:r>
          </a:p>
        </p:txBody>
      </p:sp>
      <p:sp>
        <p:nvSpPr>
          <p:cNvPr id="69" name="target-node-C">
            <a:extLst xmlns:a="http://schemas.openxmlformats.org/drawingml/2006/main">
              <a:ext uri="{FF2B5EF4-FFF2-40B4-BE49-F238E27FC236}">
                <a16:creationId xmlns:a16="http://schemas.microsoft.com/office/drawing/2014/main" id="{19EF6BA6-074D-4F73-A77F-B05E603F0524}"/>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4DF"/>
          </a:solidFill>
          <a:ln xmlns:a="http://schemas.openxmlformats.org/drawingml/2006/main" w="14288">
            <a:solidFill>
              <a:srgbClr val="B56812"/>
            </a:solidFill>
            <a:prstDash val="solid"/>
          </a:ln>
        </p:spPr>
      </p:sp>
      <p:sp>
        <p:nvSpPr>
          <p:cNvPr id="70" name="target-title-C">
            <a:extLst xmlns:a="http://schemas.openxmlformats.org/drawingml/2006/main">
              <a:ext uri="{FF2B5EF4-FFF2-40B4-BE49-F238E27FC236}">
                <a16:creationId xmlns:a16="http://schemas.microsoft.com/office/drawing/2014/main" id="{AB74DC54-E83A-4C99-BBAA-73D00F6C8E0B}"/>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C 旧接口兼容</a:t>
            </a:r>
          </a:p>
        </p:txBody>
      </p:sp>
      <p:sp>
        <p:nvSpPr>
          <p:cNvPr id="71" name="target-alias-C">
            <a:extLst xmlns:a="http://schemas.openxmlformats.org/drawingml/2006/main">
              <a:ext uri="{FF2B5EF4-FFF2-40B4-BE49-F238E27FC236}">
                <a16:creationId xmlns:a16="http://schemas.microsoft.com/office/drawing/2014/main" id="{37BEC5B0-116E-403F-BDBA-5A69A424DD09}"/>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56657A"/>
                </a:solidFill>
                <a:latin typeface="Microsoft YaHei"/>
                <a:ea typeface="Microsoft YaHei"/>
                <a:cs typeface="Microsoft YaHei"/>
              </a:defRPr>
            </a:defPPr>
            <a:lvl1pPr algn="l">
              <a:defRPr sz="1238" b="0">
                <a:solidFill>
                  <a:srgbClr val="56657A"/>
                </a:solidFill>
                <a:latin typeface="Microsoft YaHei"/>
                <a:ea typeface="Microsoft YaHei"/>
                <a:cs typeface="Microsoft YaHei"/>
              </a:defRPr>
            </a:lvl1pPr>
            <a:lvl2pPr algn="l">
              <a:defRPr sz="1238" b="0">
                <a:solidFill>
                  <a:srgbClr val="56657A"/>
                </a:solidFill>
                <a:latin typeface="Microsoft YaHei"/>
                <a:ea typeface="Microsoft YaHei"/>
                <a:cs typeface="Microsoft YaHei"/>
              </a:defRPr>
            </a:lvl2pPr>
            <a:lvl3pPr algn="l">
              <a:defRPr sz="1238" b="0">
                <a:solidFill>
                  <a:srgbClr val="56657A"/>
                </a:solidFill>
                <a:latin typeface="Microsoft YaHei"/>
                <a:ea typeface="Microsoft YaHei"/>
                <a:cs typeface="Microsoft YaHei"/>
              </a:defRPr>
            </a:lvl3pPr>
            <a:lvl4pPr algn="l">
              <a:defRPr sz="1238" b="0">
                <a:solidFill>
                  <a:srgbClr val="56657A"/>
                </a:solidFill>
                <a:latin typeface="Microsoft YaHei"/>
                <a:ea typeface="Microsoft YaHei"/>
                <a:cs typeface="Microsoft YaHei"/>
              </a:defRPr>
            </a:lvl4pPr>
            <a:lvl5pPr algn="l">
              <a:defRPr sz="1238" b="0">
                <a:solidFill>
                  <a:srgbClr val="56657A"/>
                </a:solidFill>
                <a:latin typeface="Microsoft YaHei"/>
                <a:ea typeface="Microsoft YaHei"/>
                <a:cs typeface="Microsoft YaHei"/>
              </a:defRPr>
            </a:lvl5pPr>
            <a:lvl6pPr algn="l">
              <a:defRPr sz="1238" b="0">
                <a:solidFill>
                  <a:srgbClr val="56657A"/>
                </a:solidFill>
                <a:latin typeface="Microsoft YaHei"/>
                <a:ea typeface="Microsoft YaHei"/>
                <a:cs typeface="Microsoft YaHei"/>
              </a:defRPr>
            </a:lvl6pPr>
            <a:lvl7pPr algn="l">
              <a:defRPr sz="1238" b="0">
                <a:solidFill>
                  <a:srgbClr val="56657A"/>
                </a:solidFill>
                <a:latin typeface="Microsoft YaHei"/>
                <a:ea typeface="Microsoft YaHei"/>
                <a:cs typeface="Microsoft YaHei"/>
              </a:defRPr>
            </a:lvl7pPr>
            <a:lvl8pPr algn="l">
              <a:defRPr sz="1238" b="0">
                <a:solidFill>
                  <a:srgbClr val="56657A"/>
                </a:solidFill>
                <a:latin typeface="Microsoft YaHei"/>
                <a:ea typeface="Microsoft YaHei"/>
                <a:cs typeface="Microsoft YaHei"/>
              </a:defRPr>
            </a:lvl8pPr>
            <a:lvl9pPr algn="l">
              <a:defRPr sz="1238" b="0">
                <a:solidFill>
                  <a:srgbClr val="56657A"/>
                </a:solidFill>
                <a:latin typeface="Microsoft YaHei"/>
                <a:ea typeface="Microsoft YaHei"/>
                <a:cs typeface="Microsoft YaHei"/>
              </a:defRPr>
            </a:lvl9pPr>
          </a:lstStyle>
          <a:p xmlns:a="http://schemas.openxmlformats.org/drawingml/2006/main">
            <a:pPr algn="l">
              <a:lnSpc>
                <a:spcPct val="102000"/>
              </a:lnSpc>
              <a:buNone/>
              <a:defRPr sz="1238" b="0">
                <a:solidFill>
                  <a:srgbClr val="56657A"/>
                </a:solidFill>
                <a:latin typeface="Microsoft YaHei"/>
                <a:ea typeface="Microsoft YaHei"/>
                <a:cs typeface="Microsoft YaHei"/>
              </a:defRPr>
            </a:pPr>
            <a:r>
              <a:rPr sz="1238" b="0">
                <a:solidFill>
                  <a:srgbClr val="56657A"/>
                </a:solidFill>
                <a:latin typeface="Microsoft YaHei"/>
                <a:ea typeface="Microsoft YaHei"/>
                <a:cs typeface="Microsoft YaHei"/>
              </a:rPr>
              <a:t>旧签名 / 权限 / 错误 / 返回与回调</a:t>
            </a:r>
          </a:p>
        </p:txBody>
      </p:sp>
      <p:sp>
        <p:nvSpPr>
          <p:cNvPr id="72" name="target-func-C">
            <a:extLst xmlns:a="http://schemas.openxmlformats.org/drawingml/2006/main">
              <a:ext uri="{FF2B5EF4-FFF2-40B4-BE49-F238E27FC236}">
                <a16:creationId xmlns:a16="http://schemas.microsoft.com/office/drawing/2014/main" id="{C1C40169-D192-4B1C-82DB-BA696318E3A2}"/>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原失败返回保持；不新增全局回滚</a:t>
            </a:r>
          </a:p>
        </p:txBody>
      </p:sp>
      <p:sp>
        <p:nvSpPr>
          <p:cNvPr id="73" name="target-node-O">
            <a:extLst xmlns:a="http://schemas.openxmlformats.org/drawingml/2006/main">
              <a:ext uri="{FF2B5EF4-FFF2-40B4-BE49-F238E27FC236}">
                <a16:creationId xmlns:a16="http://schemas.microsoft.com/office/drawing/2014/main" id="{E7708299-544C-44ED-99E5-17EA8A7B0F27}"/>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FFF4DF"/>
          </a:solidFill>
          <a:ln xmlns:a="http://schemas.openxmlformats.org/drawingml/2006/main" w="14288">
            <a:solidFill>
              <a:srgbClr val="B56812"/>
            </a:solidFill>
            <a:prstDash val="solid"/>
          </a:ln>
        </p:spPr>
      </p:sp>
      <p:sp>
        <p:nvSpPr>
          <p:cNvPr id="74" name="target-title-O">
            <a:extLst xmlns:a="http://schemas.openxmlformats.org/drawingml/2006/main">
              <a:ext uri="{FF2B5EF4-FFF2-40B4-BE49-F238E27FC236}">
                <a16:creationId xmlns:a16="http://schemas.microsoft.com/office/drawing/2014/main" id="{E74182F2-2874-4A23-A1D9-EE0E07B8CE88}"/>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75" name="target-alias-O">
            <a:extLst xmlns:a="http://schemas.openxmlformats.org/drawingml/2006/main">
              <a:ext uri="{FF2B5EF4-FFF2-40B4-BE49-F238E27FC236}">
                <a16:creationId xmlns:a16="http://schemas.microsoft.com/office/drawing/2014/main" id="{75107132-7EDD-449C-AC93-F6965A51399B}"/>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76" name="target-func-O">
            <a:extLst xmlns:a="http://schemas.openxmlformats.org/drawingml/2006/main">
              <a:ext uri="{FF2B5EF4-FFF2-40B4-BE49-F238E27FC236}">
                <a16:creationId xmlns:a16="http://schemas.microsoft.com/office/drawing/2014/main" id="{398D0A66-CFF7-446F-8D4D-6CECCE4C6C9F}"/>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区分设备 / 缓存 / DB</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按原错误结束或核对</a:t>
            </a:r>
          </a:p>
        </p:txBody>
      </p:sp>
      <p:sp>
        <p:nvSpPr>
          <p:cNvPr id="77" name="target-node-T">
            <a:extLst xmlns:a="http://schemas.openxmlformats.org/drawingml/2006/main">
              <a:ext uri="{FF2B5EF4-FFF2-40B4-BE49-F238E27FC236}">
                <a16:creationId xmlns:a16="http://schemas.microsoft.com/office/drawing/2014/main" id="{67115629-FC13-4CEC-88C4-5F82146F61BD}"/>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4DF"/>
          </a:solidFill>
          <a:ln xmlns:a="http://schemas.openxmlformats.org/drawingml/2006/main" w="14288">
            <a:solidFill>
              <a:srgbClr val="B56812"/>
            </a:solidFill>
            <a:prstDash val="solid"/>
          </a:ln>
        </p:spPr>
      </p:sp>
      <p:sp>
        <p:nvSpPr>
          <p:cNvPr id="78" name="target-title-T">
            <a:extLst xmlns:a="http://schemas.openxmlformats.org/drawingml/2006/main">
              <a:ext uri="{FF2B5EF4-FFF2-40B4-BE49-F238E27FC236}">
                <a16:creationId xmlns:a16="http://schemas.microsoft.com/office/drawing/2014/main" id="{144FF7C9-EC5F-41B6-8570-57C1D89D9A7C}"/>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79" name="target-alias-T">
            <a:extLst xmlns:a="http://schemas.openxmlformats.org/drawingml/2006/main">
              <a:ext uri="{FF2B5EF4-FFF2-40B4-BE49-F238E27FC236}">
                <a16:creationId xmlns:a16="http://schemas.microsoft.com/office/drawing/2014/main" id="{EE5EE661-A0FB-4A1A-9D9C-05AFAB255B72}"/>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80" name="target-func-T">
            <a:extLst xmlns:a="http://schemas.openxmlformats.org/drawingml/2006/main">
              <a:ext uri="{FF2B5EF4-FFF2-40B4-BE49-F238E27FC236}">
                <a16:creationId xmlns:a16="http://schemas.microsoft.com/office/drawing/2014/main" id="{2C0FB299-C65B-4B23-8228-B9BEBCEEAB87}"/>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缓存可能已部分更新</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DB 失败单独记录</a:t>
            </a:r>
          </a:p>
        </p:txBody>
      </p:sp>
      <p:sp>
        <p:nvSpPr>
          <p:cNvPr id="81" name="target-node-A">
            <a:extLst xmlns:a="http://schemas.openxmlformats.org/drawingml/2006/main">
              <a:ext uri="{FF2B5EF4-FFF2-40B4-BE49-F238E27FC236}">
                <a16:creationId xmlns:a16="http://schemas.microsoft.com/office/drawing/2014/main" id="{0DA993D7-2AEA-4BF7-AF95-69EC2A3E2688}"/>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82" name="target-title-A">
            <a:extLst xmlns:a="http://schemas.openxmlformats.org/drawingml/2006/main">
              <a:ext uri="{FF2B5EF4-FFF2-40B4-BE49-F238E27FC236}">
                <a16:creationId xmlns:a16="http://schemas.microsoft.com/office/drawing/2014/main" id="{CA12E220-EE14-42F0-A6D2-1A3FAE91C050}"/>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83" name="target-alias-A">
            <a:extLst xmlns:a="http://schemas.openxmlformats.org/drawingml/2006/main">
              <a:ext uri="{FF2B5EF4-FFF2-40B4-BE49-F238E27FC236}">
                <a16:creationId xmlns:a16="http://schemas.microsoft.com/office/drawing/2014/main" id="{D6CA772F-2ADA-4DE0-8BBB-BE96D0C0023B}"/>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84" name="target-func-A">
            <a:extLst xmlns:a="http://schemas.openxmlformats.org/drawingml/2006/main">
              <a:ext uri="{FF2B5EF4-FFF2-40B4-BE49-F238E27FC236}">
                <a16:creationId xmlns:a16="http://schemas.microsoft.com/office/drawing/2014/main" id="{163A4771-BAE8-4F53-AAC3-8297D3C1C044}"/>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激活与切换资源约束</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本步不改默认角色</a:t>
            </a:r>
          </a:p>
        </p:txBody>
      </p:sp>
      <p:sp>
        <p:nvSpPr>
          <p:cNvPr id="85" name="target-node-DO">
            <a:extLst xmlns:a="http://schemas.openxmlformats.org/drawingml/2006/main">
              <a:ext uri="{FF2B5EF4-FFF2-40B4-BE49-F238E27FC236}">
                <a16:creationId xmlns:a16="http://schemas.microsoft.com/office/drawing/2014/main" id="{590C47F4-82A0-4182-B4A2-5DF0277B1167}"/>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B56812"/>
            </a:solidFill>
            <a:prstDash val="solid"/>
          </a:ln>
        </p:spPr>
      </p:sp>
      <p:sp>
        <p:nvSpPr>
          <p:cNvPr id="86" name="target-title-DO">
            <a:extLst xmlns:a="http://schemas.openxmlformats.org/drawingml/2006/main">
              <a:ext uri="{FF2B5EF4-FFF2-40B4-BE49-F238E27FC236}">
                <a16:creationId xmlns:a16="http://schemas.microsoft.com/office/drawing/2014/main" id="{493F392B-5C8A-4087-BB9C-215222D3A55D}"/>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OperationContext</a:t>
            </a:r>
          </a:p>
        </p:txBody>
      </p:sp>
      <p:sp>
        <p:nvSpPr>
          <p:cNvPr id="87" name="target-func-DO">
            <a:extLst xmlns:a="http://schemas.openxmlformats.org/drawingml/2006/main">
              <a:ext uri="{FF2B5EF4-FFF2-40B4-BE49-F238E27FC236}">
                <a16:creationId xmlns:a16="http://schemas.microsoft.com/office/drawing/2014/main" id="{7C39CC33-2102-44C6-A941-5A8BEBEC3A77}"/>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纯操作状态 / 值对象</a:t>
            </a:r>
          </a:p>
        </p:txBody>
      </p:sp>
      <p:sp>
        <p:nvSpPr>
          <p:cNvPr id="88" name="target-node-DT">
            <a:extLst xmlns:a="http://schemas.openxmlformats.org/drawingml/2006/main">
              <a:ext uri="{FF2B5EF4-FFF2-40B4-BE49-F238E27FC236}">
                <a16:creationId xmlns:a16="http://schemas.microsoft.com/office/drawing/2014/main" id="{61077F19-BF0A-4907-8738-924FCB66D851}"/>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9" name="target-title-DT">
            <a:extLst xmlns:a="http://schemas.openxmlformats.org/drawingml/2006/main">
              <a:ext uri="{FF2B5EF4-FFF2-40B4-BE49-F238E27FC236}">
                <a16:creationId xmlns:a16="http://schemas.microsoft.com/office/drawing/2014/main" id="{BD4CDDE7-7429-4BC6-9AF9-A5A142733883}"/>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90" name="target-func-DT">
            <a:extLst xmlns:a="http://schemas.openxmlformats.org/drawingml/2006/main">
              <a:ext uri="{FF2B5EF4-FFF2-40B4-BE49-F238E27FC236}">
                <a16:creationId xmlns:a16="http://schemas.microsoft.com/office/drawing/2014/main" id="{33AAF0E0-1577-4EE1-8847-772BB3BBD3F6}"/>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91" name="target-node-DA">
            <a:extLst xmlns:a="http://schemas.openxmlformats.org/drawingml/2006/main">
              <a:ext uri="{FF2B5EF4-FFF2-40B4-BE49-F238E27FC236}">
                <a16:creationId xmlns:a16="http://schemas.microsoft.com/office/drawing/2014/main" id="{EC9A1C38-09C1-4E7C-90BC-708AA1FC6DC9}"/>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92" name="target-title-DA">
            <a:extLst xmlns:a="http://schemas.openxmlformats.org/drawingml/2006/main">
              <a:ext uri="{FF2B5EF4-FFF2-40B4-BE49-F238E27FC236}">
                <a16:creationId xmlns:a16="http://schemas.microsoft.com/office/drawing/2014/main" id="{85314826-48AB-486D-8D23-AE4391073451}"/>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93" name="target-func-DA">
            <a:extLst xmlns:a="http://schemas.openxmlformats.org/drawingml/2006/main">
              <a:ext uri="{FF2B5EF4-FFF2-40B4-BE49-F238E27FC236}">
                <a16:creationId xmlns:a16="http://schemas.microsoft.com/office/drawing/2014/main" id="{FDCEB084-9DD5-42C6-BA2D-82B03099264F}"/>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94" name="target-node-R">
            <a:extLst xmlns:a="http://schemas.openxmlformats.org/drawingml/2006/main">
              <a:ext uri="{FF2B5EF4-FFF2-40B4-BE49-F238E27FC236}">
                <a16:creationId xmlns:a16="http://schemas.microsoft.com/office/drawing/2014/main" id="{9F70D567-4A5D-4B97-96B3-076A13686D4D}"/>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FFF4DF"/>
          </a:solidFill>
          <a:ln xmlns:a="http://schemas.openxmlformats.org/drawingml/2006/main" w="14288">
            <a:solidFill>
              <a:srgbClr val="B56812"/>
            </a:solidFill>
            <a:prstDash val="solid"/>
          </a:ln>
        </p:spPr>
      </p:sp>
      <p:sp>
        <p:nvSpPr>
          <p:cNvPr id="95" name="target-title-R">
            <a:extLst xmlns:a="http://schemas.openxmlformats.org/drawingml/2006/main">
              <a:ext uri="{FF2B5EF4-FFF2-40B4-BE49-F238E27FC236}">
                <a16:creationId xmlns:a16="http://schemas.microsoft.com/office/drawing/2014/main" id="{3EFFCF5C-9E04-4A80-96AD-D8EC85E66FF7}"/>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96" name="target-func-R">
            <a:extLst xmlns:a="http://schemas.openxmlformats.org/drawingml/2006/main">
              <a:ext uri="{FF2B5EF4-FFF2-40B4-BE49-F238E27FC236}">
                <a16:creationId xmlns:a16="http://schemas.microsoft.com/office/drawing/2014/main" id="{C9758B00-633E-463F-ACD6-12C404A516B3}"/>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Session / Request / 卡侧缓存</a:t>
            </a:r>
          </a:p>
        </p:txBody>
      </p:sp>
      <p:sp>
        <p:nvSpPr>
          <p:cNvPr id="97" name="target-node-I">
            <a:extLst xmlns:a="http://schemas.openxmlformats.org/drawingml/2006/main">
              <a:ext uri="{FF2B5EF4-FFF2-40B4-BE49-F238E27FC236}">
                <a16:creationId xmlns:a16="http://schemas.microsoft.com/office/drawing/2014/main" id="{F0C314A0-7FB1-4F84-8AC5-D210BC0D28D4}"/>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4DF"/>
          </a:solidFill>
          <a:ln xmlns:a="http://schemas.openxmlformats.org/drawingml/2006/main" w="14288">
            <a:solidFill>
              <a:srgbClr val="B56812"/>
            </a:solidFill>
            <a:prstDash val="solid"/>
          </a:ln>
        </p:spPr>
      </p:sp>
      <p:sp>
        <p:nvSpPr>
          <p:cNvPr id="98" name="target-title-I">
            <a:extLst xmlns:a="http://schemas.openxmlformats.org/drawingml/2006/main">
              <a:ext uri="{FF2B5EF4-FFF2-40B4-BE49-F238E27FC236}">
                <a16:creationId xmlns:a16="http://schemas.microsoft.com/office/drawing/2014/main" id="{CEA4C4F6-1B41-4D8F-918D-58B6A209EC27}"/>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I 技术适配</a:t>
            </a:r>
          </a:p>
        </p:txBody>
      </p:sp>
      <p:sp>
        <p:nvSpPr>
          <p:cNvPr id="99" name="target-func-I">
            <a:extLst xmlns:a="http://schemas.openxmlformats.org/drawingml/2006/main">
              <a:ext uri="{FF2B5EF4-FFF2-40B4-BE49-F238E27FC236}">
                <a16:creationId xmlns:a16="http://schemas.microsoft.com/office/drawing/2014/main" id="{A3A0C43A-6E46-4311-87B8-49874AA6C2F2}"/>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Hook 已发生，不伪装未发生</a:t>
            </a:r>
          </a:p>
        </p:txBody>
      </p:sp>
      <p:sp>
        <p:nvSpPr>
          <p:cNvPr id="100" name="host-note">
            <a:extLst xmlns:a="http://schemas.openxmlformats.org/drawingml/2006/main">
              <a:ext uri="{FF2B5EF4-FFF2-40B4-BE49-F238E27FC236}">
                <a16:creationId xmlns:a16="http://schemas.microsoft.com/office/drawing/2014/main" id="{975161E1-6FAA-4491-A42D-685A54FB5D3F}"/>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101" name="invariant-rule">
            <a:extLst xmlns:a="http://schemas.openxmlformats.org/drawingml/2006/main">
              <a:ext uri="{FF2B5EF4-FFF2-40B4-BE49-F238E27FC236}">
                <a16:creationId xmlns:a16="http://schemas.microsoft.com/office/drawing/2014/main" id="{4F90AF17-ED96-4E53-8781-E819C197D145}"/>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2" name="invariant">
            <a:extLst xmlns:a="http://schemas.openxmlformats.org/drawingml/2006/main">
              <a:ext uri="{FF2B5EF4-FFF2-40B4-BE49-F238E27FC236}">
                <a16:creationId xmlns:a16="http://schemas.microsoft.com/office/drawing/2014/main" id="{D68414F6-46C3-4FDF-A8FE-326232B67C9F}"/>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保持：设备 → active 缓存 / Hook → DB；部分失败不整体回滚，原重复输出逐路径保留。</a:t>
            </a:r>
          </a:p>
        </p:txBody>
      </p:sp>
      <p:sp>
        <p:nvSpPr>
          <p:cNvPr id="103" name="footer">
            <a:extLst xmlns:a="http://schemas.openxmlformats.org/drawingml/2006/main">
              <a:ext uri="{FF2B5EF4-FFF2-40B4-BE49-F238E27FC236}">
                <a16:creationId xmlns:a16="http://schemas.microsoft.com/office/drawing/2014/main" id="{0DABCD08-5AF7-44FB-87C0-97A593EB3C35}"/>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04" name="page-number">
            <a:extLst xmlns:a="http://schemas.openxmlformats.org/drawingml/2006/main">
              <a:ext uri="{FF2B5EF4-FFF2-40B4-BE49-F238E27FC236}">
                <a16:creationId xmlns:a16="http://schemas.microsoft.com/office/drawing/2014/main" id="{914C59D4-6765-43D7-941C-4E4475FAF99C}"/>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激活 / 异常 / 恢复</a:t>
            </a:r>
          </a:p>
        </p:txBody>
      </p:sp>
    </p:spTree>
    <p:extLst>
      <p:ext uri="{BB962C8B-B14F-4D97-AF65-F5344CB8AC3E}">
        <p14:creationId xmlns:p14="http://schemas.microsoft.com/office/powerpoint/2010/main" val="934508405"/>
      </p:ext>
    </p:extLst>
  </p:cSld>
  <p:transition spd="fast" advClick="0">
    <p:fade/>
  </p:transition>
</p:sld>
</file>

<file path=ppt/slides/slide32.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3" name="accent">
            <a:extLst xmlns:a="http://schemas.openxmlformats.org/drawingml/2006/main">
              <a:ext uri="{FF2B5EF4-FFF2-40B4-BE49-F238E27FC236}">
                <a16:creationId xmlns:a16="http://schemas.microsoft.com/office/drawing/2014/main" id="{2BA00BC0-6916-4595-8484-54268646F991}"/>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2FEFB9E0-D304-4EF5-B3D3-02A2427F85C1}"/>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54492930-4D67-42D8-AEEE-5FCBC2FBB5B4}"/>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7BCBA729-A4CF-45E9-95E2-B8709F6DC38F}"/>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96E95267-8DDC-4A31-8B23-4F37D876FDB7}"/>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39CF9AE7-960F-4BEB-9960-338E46035AA6}"/>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C5147212-85F6-41C4-AF01-E81038172631}"/>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2CF0B1AC-A22E-4CAD-A9A4-B9E656054D75}"/>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06E97916-6617-45FE-91D2-DDE54C89B208}"/>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1115D1D3-A26B-4092-88C1-3BA4C0B397C5}"/>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5217C89A-ED5C-41CB-8124-C8B51995C0B0}"/>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121F8848-20B7-4F64-AA95-FAAFBAD858FB}"/>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4E24F258-DD3E-47BC-B7DD-7D406CD7E648}"/>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FFF0FC5C-950A-4C30-81D2-447A7A3A4846}"/>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346BD2DD-FE70-4A5E-9DDE-5F503F3B2ED1}"/>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08BA278C-1AA9-4D1F-AD6F-ABCC970165F5}"/>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E1005CD0-843B-4646-B008-EE5DDD765CAE}"/>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80719B76-4563-427F-BD69-BB1212C44E74}"/>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1E1E577B-0597-42C0-8CA7-3E13B0A7AF69}"/>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9B7B6DDF-3EA6-4DFC-B5E5-50FD42B24326}"/>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主卡切换：原路径先写主卡参数，再切设备协议，成功后广播并联动 Data；目标区分意图、投影与观察。</a:t>
            </a:r>
          </a:p>
        </p:txBody>
      </p:sp>
      <p:sp>
        <p:nvSpPr>
          <p:cNvPr id="21" name="top-rule">
            <a:extLst xmlns:a="http://schemas.openxmlformats.org/drawingml/2006/main">
              <a:ext uri="{FF2B5EF4-FFF2-40B4-BE49-F238E27FC236}">
                <a16:creationId xmlns:a16="http://schemas.microsoft.com/office/drawing/2014/main" id="{ACC4DB92-C7A7-45E0-AF82-8F9BA887B89A}"/>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F6828887-2C13-4E61-9506-8364CBDE268F}"/>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652333EF-C38B-48C1-9059-53E1E1B8514F}"/>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9DE6A243-72A3-4D5E-AED9-33A6EDD3479A}"/>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EK">
            <a:extLst xmlns:a="http://schemas.openxmlformats.org/drawingml/2006/main">
              <a:ext uri="{FF2B5EF4-FFF2-40B4-BE49-F238E27FC236}">
                <a16:creationId xmlns:a16="http://schemas.microsoft.com/office/drawing/2014/main" id="{692D5464-EA1D-46DD-8EFC-8896307B07D5}"/>
              </a:ext>
            </a:extLst>
          </p:cNvPr>
          <p:cNvSpPr>
            <a:spLocks xmlns:a="http://schemas.openxmlformats.org/drawingml/2006/main" noGrp="1"/>
          </p:cNvSpPr>
          <p:nvPr/>
        </p:nvSpPr>
        <p:spPr>
          <a:xfrm xmlns:a="http://schemas.openxmlformats.org/drawingml/2006/main">
            <a:off x="1747838" y="3190875"/>
            <a:ext cx="9525" cy="200025"/>
          </a:xfrm>
          <a:custGeom xmlns:a="http://schemas.openxmlformats.org/drawingml/2006/main">
            <a:pathLst>
              <a:path w="9525" h="200025">
                <a:moveTo>
                  <a:pt x="4763" y="0"/>
                </a:moveTo>
                <a:lnTo>
                  <a:pt x="4763" y="200025"/>
                </a:lnTo>
              </a:path>
            </a:pathLst>
          </a:custGeom>
          <a:noFill xmlns:a="http://schemas.openxmlformats.org/drawingml/2006/main"/>
          <a:ln xmlns:a="http://schemas.openxmlformats.org/drawingml/2006/main" w="17145">
            <a:solidFill>
              <a:srgbClr val="246AB8"/>
            </a:solidFill>
            <a:prstDash val="solid"/>
          </a:ln>
        </p:spPr>
      </p:sp>
      <p:sp>
        <p:nvSpPr>
          <p:cNvPr id="26" name="legacy-edge-EK-head">
            <a:extLst xmlns:a="http://schemas.openxmlformats.org/drawingml/2006/main">
              <a:ext uri="{FF2B5EF4-FFF2-40B4-BE49-F238E27FC236}">
                <a16:creationId xmlns:a16="http://schemas.microsoft.com/office/drawing/2014/main" id="{09624845-8FD1-4F84-B768-3FF27511B82C}"/>
              </a:ext>
            </a:extLst>
          </p:cNvPr>
          <p:cNvSpPr>
            <a:spLocks xmlns:a="http://schemas.openxmlformats.org/drawingml/2006/main" noGrp="1"/>
          </p:cNvSpPr>
          <p:nvPr/>
        </p:nvSpPr>
        <p:spPr>
          <a:xfrm xmlns:a="http://schemas.openxmlformats.org/drawingml/2006/main">
            <a:off x="1724025" y="33337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EK">
            <a:extLst xmlns:a="http://schemas.openxmlformats.org/drawingml/2006/main">
              <a:ext uri="{FF2B5EF4-FFF2-40B4-BE49-F238E27FC236}">
                <a16:creationId xmlns:a16="http://schemas.microsoft.com/office/drawing/2014/main" id="{12AD342A-0DE2-41E3-B4ED-45C952CFF3C9}"/>
              </a:ext>
            </a:extLst>
          </p:cNvPr>
          <p:cNvSpPr>
            <a:spLocks xmlns:a="http://schemas.openxmlformats.org/drawingml/2006/main" noGrp="1"/>
          </p:cNvSpPr>
          <p:nvPr/>
        </p:nvSpPr>
        <p:spPr>
          <a:xfrm xmlns:a="http://schemas.openxmlformats.org/drawingml/2006/main">
            <a:off x="1838325" y="3190875"/>
            <a:ext cx="4572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①②</a:t>
            </a:r>
          </a:p>
        </p:txBody>
      </p:sp>
      <p:sp>
        <p:nvSpPr>
          <p:cNvPr id="28" name="legacy-edge-KD">
            <a:extLst xmlns:a="http://schemas.openxmlformats.org/drawingml/2006/main">
              <a:ext uri="{FF2B5EF4-FFF2-40B4-BE49-F238E27FC236}">
                <a16:creationId xmlns:a16="http://schemas.microsoft.com/office/drawing/2014/main" id="{8DFE14A4-05CC-437F-954B-6A7A3B0F14F2}"/>
              </a:ext>
            </a:extLst>
          </p:cNvPr>
          <p:cNvSpPr>
            <a:spLocks xmlns:a="http://schemas.openxmlformats.org/drawingml/2006/main" noGrp="1"/>
          </p:cNvSpPr>
          <p:nvPr/>
        </p:nvSpPr>
        <p:spPr>
          <a:xfrm xmlns:a="http://schemas.openxmlformats.org/drawingml/2006/main">
            <a:off x="1328738" y="4743450"/>
            <a:ext cx="9525" cy="342900"/>
          </a:xfrm>
          <a:custGeom xmlns:a="http://schemas.openxmlformats.org/drawingml/2006/main">
            <a:pathLst>
              <a:path w="9525" h="342900">
                <a:moveTo>
                  <a:pt x="4763" y="0"/>
                </a:moveTo>
                <a:lnTo>
                  <a:pt x="4763" y="342900"/>
                </a:lnTo>
              </a:path>
            </a:pathLst>
          </a:custGeom>
          <a:noFill xmlns:a="http://schemas.openxmlformats.org/drawingml/2006/main"/>
          <a:ln xmlns:a="http://schemas.openxmlformats.org/drawingml/2006/main" w="17145">
            <a:solidFill>
              <a:srgbClr val="246AB8"/>
            </a:solidFill>
            <a:prstDash val="solid"/>
          </a:ln>
        </p:spPr>
      </p:sp>
      <p:sp>
        <p:nvSpPr>
          <p:cNvPr id="29" name="legacy-edge-KD-head">
            <a:extLst xmlns:a="http://schemas.openxmlformats.org/drawingml/2006/main">
              <a:ext uri="{FF2B5EF4-FFF2-40B4-BE49-F238E27FC236}">
                <a16:creationId xmlns:a16="http://schemas.microsoft.com/office/drawing/2014/main" id="{84AE3FB4-AB93-44D5-AC55-905D6AC05D39}"/>
              </a:ext>
            </a:extLst>
          </p:cNvPr>
          <p:cNvSpPr>
            <a:spLocks xmlns:a="http://schemas.openxmlformats.org/drawingml/2006/main" noGrp="1"/>
          </p:cNvSpPr>
          <p:nvPr/>
        </p:nvSpPr>
        <p:spPr>
          <a:xfrm xmlns:a="http://schemas.openxmlformats.org/drawingml/2006/main">
            <a:off x="1304925" y="50292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30" name="legacy-edge-label-KD">
            <a:extLst xmlns:a="http://schemas.openxmlformats.org/drawingml/2006/main">
              <a:ext uri="{FF2B5EF4-FFF2-40B4-BE49-F238E27FC236}">
                <a16:creationId xmlns:a16="http://schemas.microsoft.com/office/drawing/2014/main" id="{FBF71730-5D03-41FB-8EC9-01D43A9416A0}"/>
              </a:ext>
            </a:extLst>
          </p:cNvPr>
          <p:cNvSpPr>
            <a:spLocks xmlns:a="http://schemas.openxmlformats.org/drawingml/2006/main" noGrp="1"/>
          </p:cNvSpPr>
          <p:nvPr/>
        </p:nvSpPr>
        <p:spPr>
          <a:xfrm xmlns:a="http://schemas.openxmlformats.org/drawingml/2006/main">
            <a:off x="14097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1" name="legacy-edge-DK">
            <a:extLst xmlns:a="http://schemas.openxmlformats.org/drawingml/2006/main">
              <a:ext uri="{FF2B5EF4-FFF2-40B4-BE49-F238E27FC236}">
                <a16:creationId xmlns:a16="http://schemas.microsoft.com/office/drawing/2014/main" id="{0912B349-EDA3-4813-92BE-4730220D99D2}"/>
              </a:ext>
            </a:extLst>
          </p:cNvPr>
          <p:cNvSpPr>
            <a:spLocks xmlns:a="http://schemas.openxmlformats.org/drawingml/2006/main" noGrp="1"/>
          </p:cNvSpPr>
          <p:nvPr/>
        </p:nvSpPr>
        <p:spPr>
          <a:xfrm xmlns:a="http://schemas.openxmlformats.org/drawingml/2006/main">
            <a:off x="2433638" y="4743450"/>
            <a:ext cx="9525" cy="342900"/>
          </a:xfrm>
          <a:custGeom xmlns:a="http://schemas.openxmlformats.org/drawingml/2006/main">
            <a:pathLst>
              <a:path w="9525" h="342900">
                <a:moveTo>
                  <a:pt x="4763" y="342900"/>
                </a:moveTo>
                <a:lnTo>
                  <a:pt x="4763" y="0"/>
                </a:lnTo>
              </a:path>
            </a:pathLst>
          </a:custGeom>
          <a:noFill xmlns:a="http://schemas.openxmlformats.org/drawingml/2006/main"/>
          <a:ln xmlns:a="http://schemas.openxmlformats.org/drawingml/2006/main" w="17145">
            <a:solidFill>
              <a:srgbClr val="246AB8"/>
            </a:solidFill>
            <a:prstDash val="solid"/>
          </a:ln>
        </p:spPr>
      </p:sp>
      <p:sp>
        <p:nvSpPr>
          <p:cNvPr id="32" name="legacy-edge-DK-head">
            <a:extLst xmlns:a="http://schemas.openxmlformats.org/drawingml/2006/main">
              <a:ext uri="{FF2B5EF4-FFF2-40B4-BE49-F238E27FC236}">
                <a16:creationId xmlns:a16="http://schemas.microsoft.com/office/drawing/2014/main" id="{FDA0271E-914B-4932-9464-AC8ACA854784}"/>
              </a:ext>
            </a:extLst>
          </p:cNvPr>
          <p:cNvSpPr>
            <a:spLocks xmlns:a="http://schemas.openxmlformats.org/drawingml/2006/main" noGrp="1"/>
          </p:cNvSpPr>
          <p:nvPr/>
        </p:nvSpPr>
        <p:spPr>
          <a:xfrm xmlns:a="http://schemas.openxmlformats.org/drawingml/2006/main">
            <a:off x="2409825" y="4743450"/>
            <a:ext cx="57150" cy="57150"/>
          </a:xfrm>
          <a:custGeom xmlns:a="http://schemas.openxmlformats.org/drawingml/2006/main">
            <a:pathLst>
              <a:path w="57150" h="57150">
                <a:moveTo>
                  <a:pt x="57150" y="57150"/>
                </a:moveTo>
                <a:lnTo>
                  <a:pt x="28575" y="0"/>
                </a:lnTo>
                <a:lnTo>
                  <a:pt x="0" y="57150"/>
                </a:lnTo>
              </a:path>
            </a:pathLst>
          </a:custGeom>
          <a:noFill xmlns:a="http://schemas.openxmlformats.org/drawingml/2006/main"/>
          <a:ln xmlns:a="http://schemas.openxmlformats.org/drawingml/2006/main" w="17145">
            <a:solidFill>
              <a:srgbClr val="246AB8"/>
            </a:solidFill>
            <a:prstDash val="solid"/>
          </a:ln>
        </p:spPr>
      </p:sp>
      <p:sp>
        <p:nvSpPr>
          <p:cNvPr id="33" name="legacy-edge-label-DK">
            <a:extLst xmlns:a="http://schemas.openxmlformats.org/drawingml/2006/main">
              <a:ext uri="{FF2B5EF4-FFF2-40B4-BE49-F238E27FC236}">
                <a16:creationId xmlns:a16="http://schemas.microsoft.com/office/drawing/2014/main" id="{C187F45C-719D-4603-8D57-184769E365D1}"/>
              </a:ext>
            </a:extLst>
          </p:cNvPr>
          <p:cNvSpPr>
            <a:spLocks xmlns:a="http://schemas.openxmlformats.org/drawingml/2006/main" noGrp="1"/>
          </p:cNvSpPr>
          <p:nvPr/>
        </p:nvSpPr>
        <p:spPr>
          <a:xfrm xmlns:a="http://schemas.openxmlformats.org/drawingml/2006/main">
            <a:off x="25146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4" name="legacy-edge-KR">
            <a:extLst xmlns:a="http://schemas.openxmlformats.org/drawingml/2006/main">
              <a:ext uri="{FF2B5EF4-FFF2-40B4-BE49-F238E27FC236}">
                <a16:creationId xmlns:a16="http://schemas.microsoft.com/office/drawing/2014/main" id="{515177D5-22A5-4F86-9651-A3C79A630A9D}"/>
              </a:ext>
            </a:extLst>
          </p:cNvPr>
          <p:cNvSpPr>
            <a:spLocks xmlns:a="http://schemas.openxmlformats.org/drawingml/2006/main" noGrp="1"/>
          </p:cNvSpPr>
          <p:nvPr/>
        </p:nvSpPr>
        <p:spPr>
          <a:xfrm xmlns:a="http://schemas.openxmlformats.org/drawingml/2006/main">
            <a:off x="3009900" y="3748088"/>
            <a:ext cx="342900" cy="9525"/>
          </a:xfrm>
          <a:custGeom xmlns:a="http://schemas.openxmlformats.org/drawingml/2006/main">
            <a:pathLst>
              <a:path w="342900" h="9525">
                <a:moveTo>
                  <a:pt x="0" y="4763"/>
                </a:moveTo>
                <a:lnTo>
                  <a:pt x="342900" y="4763"/>
                </a:lnTo>
              </a:path>
            </a:pathLst>
          </a:custGeom>
          <a:noFill xmlns:a="http://schemas.openxmlformats.org/drawingml/2006/main"/>
          <a:ln xmlns:a="http://schemas.openxmlformats.org/drawingml/2006/main" w="17145">
            <a:solidFill>
              <a:srgbClr val="246AB8"/>
            </a:solidFill>
            <a:prstDash val="solid"/>
          </a:ln>
        </p:spPr>
      </p:sp>
      <p:sp>
        <p:nvSpPr>
          <p:cNvPr id="35" name="legacy-edge-KR-head">
            <a:extLst xmlns:a="http://schemas.openxmlformats.org/drawingml/2006/main">
              <a:ext uri="{FF2B5EF4-FFF2-40B4-BE49-F238E27FC236}">
                <a16:creationId xmlns:a16="http://schemas.microsoft.com/office/drawing/2014/main" id="{88857D1E-DF5A-4EED-824B-B2D79E203DE1}"/>
              </a:ext>
            </a:extLst>
          </p:cNvPr>
          <p:cNvSpPr>
            <a:spLocks xmlns:a="http://schemas.openxmlformats.org/drawingml/2006/main" noGrp="1"/>
          </p:cNvSpPr>
          <p:nvPr/>
        </p:nvSpPr>
        <p:spPr>
          <a:xfrm xmlns:a="http://schemas.openxmlformats.org/drawingml/2006/main">
            <a:off x="3295650" y="37242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36" name="legacy-edge-label-KR">
            <a:extLst xmlns:a="http://schemas.openxmlformats.org/drawingml/2006/main">
              <a:ext uri="{FF2B5EF4-FFF2-40B4-BE49-F238E27FC236}">
                <a16:creationId xmlns:a16="http://schemas.microsoft.com/office/drawing/2014/main" id="{0C7A7C3E-26D7-4D18-9E67-76BDE992A57C}"/>
              </a:ext>
            </a:extLst>
          </p:cNvPr>
          <p:cNvSpPr>
            <a:spLocks xmlns:a="http://schemas.openxmlformats.org/drawingml/2006/main" noGrp="1"/>
          </p:cNvSpPr>
          <p:nvPr/>
        </p:nvSpPr>
        <p:spPr>
          <a:xfrm xmlns:a="http://schemas.openxmlformats.org/drawingml/2006/main">
            <a:off x="3057525" y="35242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③</a:t>
            </a:r>
          </a:p>
        </p:txBody>
      </p:sp>
      <p:sp>
        <p:nvSpPr>
          <p:cNvPr id="37" name="legacy-edge-RK">
            <a:extLst xmlns:a="http://schemas.openxmlformats.org/drawingml/2006/main">
              <a:ext uri="{FF2B5EF4-FFF2-40B4-BE49-F238E27FC236}">
                <a16:creationId xmlns:a16="http://schemas.microsoft.com/office/drawing/2014/main" id="{1832DDE1-9608-48E6-994D-90B1615C7641}"/>
              </a:ext>
            </a:extLst>
          </p:cNvPr>
          <p:cNvSpPr>
            <a:spLocks xmlns:a="http://schemas.openxmlformats.org/drawingml/2006/main" noGrp="1"/>
          </p:cNvSpPr>
          <p:nvPr/>
        </p:nvSpPr>
        <p:spPr>
          <a:xfrm xmlns:a="http://schemas.openxmlformats.org/drawingml/2006/main">
            <a:off x="3009900" y="4357688"/>
            <a:ext cx="342900" cy="9525"/>
          </a:xfrm>
          <a:custGeom xmlns:a="http://schemas.openxmlformats.org/drawingml/2006/main">
            <a:pathLst>
              <a:path w="342900" h="9525">
                <a:moveTo>
                  <a:pt x="342900" y="4763"/>
                </a:moveTo>
                <a:lnTo>
                  <a:pt x="0" y="4763"/>
                </a:lnTo>
              </a:path>
            </a:pathLst>
          </a:custGeom>
          <a:noFill xmlns:a="http://schemas.openxmlformats.org/drawingml/2006/main"/>
          <a:ln xmlns:a="http://schemas.openxmlformats.org/drawingml/2006/main" w="17145">
            <a:solidFill>
              <a:srgbClr val="246AB8"/>
            </a:solidFill>
            <a:prstDash val="solid"/>
          </a:ln>
        </p:spPr>
      </p:sp>
      <p:sp>
        <p:nvSpPr>
          <p:cNvPr id="38" name="legacy-edge-RK-head">
            <a:extLst xmlns:a="http://schemas.openxmlformats.org/drawingml/2006/main">
              <a:ext uri="{FF2B5EF4-FFF2-40B4-BE49-F238E27FC236}">
                <a16:creationId xmlns:a16="http://schemas.microsoft.com/office/drawing/2014/main" id="{34D6E3E2-8909-40F9-8B40-715E3C26FE86}"/>
              </a:ext>
            </a:extLst>
          </p:cNvPr>
          <p:cNvSpPr>
            <a:spLocks xmlns:a="http://schemas.openxmlformats.org/drawingml/2006/main" noGrp="1"/>
          </p:cNvSpPr>
          <p:nvPr/>
        </p:nvSpPr>
        <p:spPr>
          <a:xfrm xmlns:a="http://schemas.openxmlformats.org/drawingml/2006/main">
            <a:off x="3009900" y="43338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246AB8"/>
            </a:solidFill>
            <a:prstDash val="solid"/>
          </a:ln>
        </p:spPr>
      </p:sp>
      <p:sp>
        <p:nvSpPr>
          <p:cNvPr id="39" name="legacy-edge-label-RK">
            <a:extLst xmlns:a="http://schemas.openxmlformats.org/drawingml/2006/main">
              <a:ext uri="{FF2B5EF4-FFF2-40B4-BE49-F238E27FC236}">
                <a16:creationId xmlns:a16="http://schemas.microsoft.com/office/drawing/2014/main" id="{6A2C56D5-E2AE-43C3-BBF4-574160E59366}"/>
              </a:ext>
            </a:extLst>
          </p:cNvPr>
          <p:cNvSpPr>
            <a:spLocks xmlns:a="http://schemas.openxmlformats.org/drawingml/2006/main" noGrp="1"/>
          </p:cNvSpPr>
          <p:nvPr/>
        </p:nvSpPr>
        <p:spPr>
          <a:xfrm xmlns:a="http://schemas.openxmlformats.org/drawingml/2006/main">
            <a:off x="3057525" y="41338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④</a:t>
            </a:r>
          </a:p>
        </p:txBody>
      </p:sp>
      <p:sp>
        <p:nvSpPr>
          <p:cNvPr id="40" name="legacy-edge-KN">
            <a:extLst xmlns:a="http://schemas.openxmlformats.org/drawingml/2006/main">
              <a:ext uri="{FF2B5EF4-FFF2-40B4-BE49-F238E27FC236}">
                <a16:creationId xmlns:a16="http://schemas.microsoft.com/office/drawing/2014/main" id="{614A61E4-0E4E-4249-A98E-D4B95DF20A8F}"/>
              </a:ext>
            </a:extLst>
          </p:cNvPr>
          <p:cNvSpPr>
            <a:spLocks xmlns:a="http://schemas.openxmlformats.org/drawingml/2006/main" noGrp="1"/>
          </p:cNvSpPr>
          <p:nvPr/>
        </p:nvSpPr>
        <p:spPr>
          <a:xfrm xmlns:a="http://schemas.openxmlformats.org/drawingml/2006/main">
            <a:off x="3009900" y="4591050"/>
            <a:ext cx="342900" cy="819150"/>
          </a:xfrm>
          <a:custGeom xmlns:a="http://schemas.openxmlformats.org/drawingml/2006/main">
            <a:pathLst>
              <a:path w="342900" h="819150">
                <a:moveTo>
                  <a:pt x="0" y="0"/>
                </a:moveTo>
                <a:lnTo>
                  <a:pt x="171450" y="0"/>
                </a:lnTo>
                <a:lnTo>
                  <a:pt x="171450" y="819150"/>
                </a:lnTo>
                <a:lnTo>
                  <a:pt x="342900" y="819150"/>
                </a:lnTo>
              </a:path>
            </a:pathLst>
          </a:custGeom>
          <a:noFill xmlns:a="http://schemas.openxmlformats.org/drawingml/2006/main"/>
          <a:ln xmlns:a="http://schemas.openxmlformats.org/drawingml/2006/main" w="17145">
            <a:solidFill>
              <a:srgbClr val="246AB8"/>
            </a:solidFill>
            <a:prstDash val="solid"/>
          </a:ln>
        </p:spPr>
      </p:sp>
      <p:sp>
        <p:nvSpPr>
          <p:cNvPr id="41" name="legacy-edge-KN-head">
            <a:extLst xmlns:a="http://schemas.openxmlformats.org/drawingml/2006/main">
              <a:ext uri="{FF2B5EF4-FFF2-40B4-BE49-F238E27FC236}">
                <a16:creationId xmlns:a16="http://schemas.microsoft.com/office/drawing/2014/main" id="{C0EB22E1-3F2D-4B04-9120-ACC98C21BB88}"/>
              </a:ext>
            </a:extLst>
          </p:cNvPr>
          <p:cNvSpPr>
            <a:spLocks xmlns:a="http://schemas.openxmlformats.org/drawingml/2006/main" noGrp="1"/>
          </p:cNvSpPr>
          <p:nvPr/>
        </p:nvSpPr>
        <p:spPr>
          <a:xfrm xmlns:a="http://schemas.openxmlformats.org/drawingml/2006/main">
            <a:off x="3295650" y="538162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42" name="legacy-edge-label-KN">
            <a:extLst xmlns:a="http://schemas.openxmlformats.org/drawingml/2006/main">
              <a:ext uri="{FF2B5EF4-FFF2-40B4-BE49-F238E27FC236}">
                <a16:creationId xmlns:a16="http://schemas.microsoft.com/office/drawing/2014/main" id="{79631634-ECD1-46D1-8953-F7C99707981F}"/>
              </a:ext>
            </a:extLst>
          </p:cNvPr>
          <p:cNvSpPr>
            <a:spLocks xmlns:a="http://schemas.openxmlformats.org/drawingml/2006/main" noGrp="1"/>
          </p:cNvSpPr>
          <p:nvPr/>
        </p:nvSpPr>
        <p:spPr>
          <a:xfrm xmlns:a="http://schemas.openxmlformats.org/drawingml/2006/main">
            <a:off x="3038475" y="5476875"/>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43" name="legacy-edge-NE">
            <a:extLst xmlns:a="http://schemas.openxmlformats.org/drawingml/2006/main">
              <a:ext uri="{FF2B5EF4-FFF2-40B4-BE49-F238E27FC236}">
                <a16:creationId xmlns:a16="http://schemas.microsoft.com/office/drawing/2014/main" id="{6EC5D718-52C6-45A3-B3ED-955994E99D9F}"/>
              </a:ext>
            </a:extLst>
          </p:cNvPr>
          <p:cNvSpPr>
            <a:spLocks xmlns:a="http://schemas.openxmlformats.org/drawingml/2006/main" noGrp="1"/>
          </p:cNvSpPr>
          <p:nvPr/>
        </p:nvSpPr>
        <p:spPr>
          <a:xfrm xmlns:a="http://schemas.openxmlformats.org/drawingml/2006/main">
            <a:off x="5753100" y="2905125"/>
            <a:ext cx="171450" cy="2524125"/>
          </a:xfrm>
          <a:custGeom xmlns:a="http://schemas.openxmlformats.org/drawingml/2006/main">
            <a:pathLst>
              <a:path w="171450" h="2524125">
                <a:moveTo>
                  <a:pt x="0" y="2524125"/>
                </a:moveTo>
                <a:lnTo>
                  <a:pt x="171450" y="2524125"/>
                </a:lnTo>
                <a:lnTo>
                  <a:pt x="171450" y="0"/>
                </a:lnTo>
                <a:lnTo>
                  <a:pt x="0" y="0"/>
                </a:lnTo>
              </a:path>
            </a:pathLst>
          </a:custGeom>
          <a:noFill xmlns:a="http://schemas.openxmlformats.org/drawingml/2006/main"/>
          <a:ln xmlns:a="http://schemas.openxmlformats.org/drawingml/2006/main" w="17145">
            <a:solidFill>
              <a:srgbClr val="246AB8"/>
            </a:solidFill>
            <a:prstDash val="solid"/>
          </a:ln>
        </p:spPr>
      </p:sp>
      <p:sp>
        <p:nvSpPr>
          <p:cNvPr id="44" name="legacy-edge-NE-head">
            <a:extLst xmlns:a="http://schemas.openxmlformats.org/drawingml/2006/main">
              <a:ext uri="{FF2B5EF4-FFF2-40B4-BE49-F238E27FC236}">
                <a16:creationId xmlns:a16="http://schemas.microsoft.com/office/drawing/2014/main" id="{F4110924-701D-483F-9AE6-697106D37776}"/>
              </a:ext>
            </a:extLst>
          </p:cNvPr>
          <p:cNvSpPr>
            <a:spLocks xmlns:a="http://schemas.openxmlformats.org/drawingml/2006/main" noGrp="1"/>
          </p:cNvSpPr>
          <p:nvPr/>
        </p:nvSpPr>
        <p:spPr>
          <a:xfrm xmlns:a="http://schemas.openxmlformats.org/drawingml/2006/main">
            <a:off x="5753100" y="2876550"/>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246AB8"/>
            </a:solidFill>
            <a:prstDash val="solid"/>
          </a:ln>
        </p:spPr>
      </p:sp>
      <p:sp>
        <p:nvSpPr>
          <p:cNvPr id="45" name="legacy-edge-label-NE">
            <a:extLst xmlns:a="http://schemas.openxmlformats.org/drawingml/2006/main">
              <a:ext uri="{FF2B5EF4-FFF2-40B4-BE49-F238E27FC236}">
                <a16:creationId xmlns:a16="http://schemas.microsoft.com/office/drawing/2014/main" id="{8013C5DA-B47F-4D10-916D-3B193E1222DF}"/>
              </a:ext>
            </a:extLst>
          </p:cNvPr>
          <p:cNvSpPr>
            <a:spLocks xmlns:a="http://schemas.openxmlformats.org/drawingml/2006/main" noGrp="1"/>
          </p:cNvSpPr>
          <p:nvPr/>
        </p:nvSpPr>
        <p:spPr>
          <a:xfrm xmlns:a="http://schemas.openxmlformats.org/drawingml/2006/main">
            <a:off x="5791200" y="3171825"/>
            <a:ext cx="2571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46" name="legacy-node-E">
            <a:extLst xmlns:a="http://schemas.openxmlformats.org/drawingml/2006/main">
              <a:ext uri="{FF2B5EF4-FFF2-40B4-BE49-F238E27FC236}">
                <a16:creationId xmlns:a16="http://schemas.microsoft.com/office/drawing/2014/main" id="{F14AC7D1-5751-4694-8C3D-B1FF46E287C4}"/>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EAF1FB"/>
          </a:solidFill>
          <a:ln xmlns:a="http://schemas.openxmlformats.org/drawingml/2006/main" w="14288">
            <a:solidFill>
              <a:srgbClr val="246AB8"/>
            </a:solidFill>
            <a:prstDash val="solid"/>
          </a:ln>
        </p:spPr>
      </p:sp>
      <p:sp>
        <p:nvSpPr>
          <p:cNvPr id="47" name="legacy-title-E">
            <a:extLst xmlns:a="http://schemas.openxmlformats.org/drawingml/2006/main">
              <a:ext uri="{FF2B5EF4-FFF2-40B4-BE49-F238E27FC236}">
                <a16:creationId xmlns:a16="http://schemas.microsoft.com/office/drawing/2014/main" id="{B96E5E45-8927-4FDC-ADEF-34E4D9D98064}"/>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7263A"/>
                </a:solidFill>
                <a:latin typeface="Microsoft YaHei"/>
                <a:ea typeface="Microsoft YaHei"/>
                <a:cs typeface="Microsoft YaHei"/>
              </a:defRPr>
            </a:defPPr>
            <a:lvl1pPr algn="l">
              <a:defRPr sz="1650" b="1">
                <a:solidFill>
                  <a:srgbClr val="17263A"/>
                </a:solidFill>
                <a:latin typeface="Microsoft YaHei"/>
                <a:ea typeface="Microsoft YaHei"/>
                <a:cs typeface="Microsoft YaHei"/>
              </a:defRPr>
            </a:lvl1pPr>
            <a:lvl2pPr algn="l">
              <a:defRPr sz="1650" b="1">
                <a:solidFill>
                  <a:srgbClr val="17263A"/>
                </a:solidFill>
                <a:latin typeface="Microsoft YaHei"/>
                <a:ea typeface="Microsoft YaHei"/>
                <a:cs typeface="Microsoft YaHei"/>
              </a:defRPr>
            </a:lvl2pPr>
            <a:lvl3pPr algn="l">
              <a:defRPr sz="1650" b="1">
                <a:solidFill>
                  <a:srgbClr val="17263A"/>
                </a:solidFill>
                <a:latin typeface="Microsoft YaHei"/>
                <a:ea typeface="Microsoft YaHei"/>
                <a:cs typeface="Microsoft YaHei"/>
              </a:defRPr>
            </a:lvl3pPr>
            <a:lvl4pPr algn="l">
              <a:defRPr sz="1650" b="1">
                <a:solidFill>
                  <a:srgbClr val="17263A"/>
                </a:solidFill>
                <a:latin typeface="Microsoft YaHei"/>
                <a:ea typeface="Microsoft YaHei"/>
                <a:cs typeface="Microsoft YaHei"/>
              </a:defRPr>
            </a:lvl4pPr>
            <a:lvl5pPr algn="l">
              <a:defRPr sz="1650" b="1">
                <a:solidFill>
                  <a:srgbClr val="17263A"/>
                </a:solidFill>
                <a:latin typeface="Microsoft YaHei"/>
                <a:ea typeface="Microsoft YaHei"/>
                <a:cs typeface="Microsoft YaHei"/>
              </a:defRPr>
            </a:lvl5pPr>
            <a:lvl6pPr algn="l">
              <a:defRPr sz="1650" b="1">
                <a:solidFill>
                  <a:srgbClr val="17263A"/>
                </a:solidFill>
                <a:latin typeface="Microsoft YaHei"/>
                <a:ea typeface="Microsoft YaHei"/>
                <a:cs typeface="Microsoft YaHei"/>
              </a:defRPr>
            </a:lvl6pPr>
            <a:lvl7pPr algn="l">
              <a:defRPr sz="1650" b="1">
                <a:solidFill>
                  <a:srgbClr val="17263A"/>
                </a:solidFill>
                <a:latin typeface="Microsoft YaHei"/>
                <a:ea typeface="Microsoft YaHei"/>
                <a:cs typeface="Microsoft YaHei"/>
              </a:defRPr>
            </a:lvl7pPr>
            <a:lvl8pPr algn="l">
              <a:defRPr sz="1650" b="1">
                <a:solidFill>
                  <a:srgbClr val="17263A"/>
                </a:solidFill>
                <a:latin typeface="Microsoft YaHei"/>
                <a:ea typeface="Microsoft YaHei"/>
                <a:cs typeface="Microsoft YaHei"/>
              </a:defRPr>
            </a:lvl8pPr>
            <a:lvl9pPr algn="l">
              <a:defRPr sz="1650" b="1">
                <a:solidFill>
                  <a:srgbClr val="17263A"/>
                </a:solidFill>
                <a:latin typeface="Microsoft YaHei"/>
                <a:ea typeface="Microsoft YaHei"/>
                <a:cs typeface="Microsoft YaHei"/>
              </a:defRPr>
            </a:lvl9pPr>
          </a:lstStyle>
          <a:p xmlns:a="http://schemas.openxmlformats.org/drawingml/2006/main">
            <a:pPr algn="l">
              <a:lnSpc>
                <a:spcPct val="102000"/>
              </a:lnSpc>
              <a:buNone/>
              <a:defRPr sz="1650" b="1">
                <a:solidFill>
                  <a:srgbClr val="17263A"/>
                </a:solidFill>
                <a:latin typeface="Microsoft YaHei"/>
                <a:ea typeface="Microsoft YaHei"/>
                <a:cs typeface="Microsoft YaHei"/>
              </a:defRPr>
            </a:pPr>
            <a:r>
              <a:rPr sz="1650" b="1">
                <a:solidFill>
                  <a:srgbClr val="17263A"/>
                </a:solidFill>
                <a:latin typeface="Microsoft YaHei"/>
                <a:ea typeface="Microsoft YaHei"/>
                <a:cs typeface="Microsoft YaHei"/>
              </a:rPr>
              <a:t>CoreServiceSim → SimManager</a:t>
            </a:r>
          </a:p>
        </p:txBody>
      </p:sp>
      <p:sp>
        <p:nvSpPr>
          <p:cNvPr id="48" name="legacy-line-E-0">
            <a:extLst xmlns:a="http://schemas.openxmlformats.org/drawingml/2006/main">
              <a:ext uri="{FF2B5EF4-FFF2-40B4-BE49-F238E27FC236}">
                <a16:creationId xmlns:a16="http://schemas.microsoft.com/office/drawing/2014/main" id="{A6376152-DAB0-435E-916E-03E9F3821F1F}"/>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slotId / isUserSet；普通协议切换路径</a:t>
            </a:r>
          </a:p>
        </p:txBody>
      </p:sp>
      <p:sp>
        <p:nvSpPr>
          <p:cNvPr id="49" name="legacy-node-K">
            <a:extLst xmlns:a="http://schemas.openxmlformats.org/drawingml/2006/main">
              <a:ext uri="{FF2B5EF4-FFF2-40B4-BE49-F238E27FC236}">
                <a16:creationId xmlns:a16="http://schemas.microsoft.com/office/drawing/2014/main" id="{F1798418-B70D-4824-8CC5-3BE4C9E6ADED}"/>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50" name="legacy-title-K">
            <a:extLst xmlns:a="http://schemas.openxmlformats.org/drawingml/2006/main">
              <a:ext uri="{FF2B5EF4-FFF2-40B4-BE49-F238E27FC236}">
                <a16:creationId xmlns:a16="http://schemas.microsoft.com/office/drawing/2014/main" id="{18086844-C76E-41F2-A587-490E0C4B0DBD}"/>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51" name="legacy-alias-K">
            <a:extLst xmlns:a="http://schemas.openxmlformats.org/drawingml/2006/main">
              <a:ext uri="{FF2B5EF4-FFF2-40B4-BE49-F238E27FC236}">
                <a16:creationId xmlns:a16="http://schemas.microsoft.com/office/drawing/2014/main" id="{09B6105A-3A9A-44EE-B594-F82BEC98AF55}"/>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参数、协议、重试与 Data 同处</a:t>
            </a:r>
          </a:p>
        </p:txBody>
      </p:sp>
      <p:sp>
        <p:nvSpPr>
          <p:cNvPr id="52" name="legacy-line-K-0">
            <a:extLst xmlns:a="http://schemas.openxmlformats.org/drawingml/2006/main">
              <a:ext uri="{FF2B5EF4-FFF2-40B4-BE49-F238E27FC236}">
                <a16:creationId xmlns:a16="http://schemas.microsoft.com/office/drawing/2014/main" id="{74F2AEBA-D2FE-440E-84BC-F555AAFF4814}"/>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② SavePrimaryCardInfo</a:t>
            </a:r>
          </a:p>
        </p:txBody>
      </p:sp>
      <p:sp>
        <p:nvSpPr>
          <p:cNvPr id="53" name="legacy-line-K-1">
            <a:extLst xmlns:a="http://schemas.openxmlformats.org/drawingml/2006/main">
              <a:ext uri="{FF2B5EF4-FFF2-40B4-BE49-F238E27FC236}">
                <a16:creationId xmlns:a16="http://schemas.microsoft.com/office/drawing/2014/main" id="{4463F188-F19E-4280-9DEF-60822AA9988F}"/>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④ 接收协议结果 / 维护进度</a:t>
            </a:r>
          </a:p>
        </p:txBody>
      </p:sp>
      <p:sp>
        <p:nvSpPr>
          <p:cNvPr id="54" name="legacy-line-K-2">
            <a:extLst xmlns:a="http://schemas.openxmlformats.org/drawingml/2006/main">
              <a:ext uri="{FF2B5EF4-FFF2-40B4-BE49-F238E27FC236}">
                <a16:creationId xmlns:a16="http://schemas.microsoft.com/office/drawing/2014/main" id="{AF9969C3-E879-49D9-94D7-DF7C0875911F}"/>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⑤ 广播后联动默认 Data</a:t>
            </a:r>
          </a:p>
        </p:txBody>
      </p:sp>
      <p:sp>
        <p:nvSpPr>
          <p:cNvPr id="55" name="legacy-node-R">
            <a:extLst xmlns:a="http://schemas.openxmlformats.org/drawingml/2006/main">
              <a:ext uri="{FF2B5EF4-FFF2-40B4-BE49-F238E27FC236}">
                <a16:creationId xmlns:a16="http://schemas.microsoft.com/office/drawing/2014/main" id="{89F473E6-5016-4224-AF67-459718566973}"/>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56" name="legacy-title-R">
            <a:extLst xmlns:a="http://schemas.openxmlformats.org/drawingml/2006/main">
              <a:ext uri="{FF2B5EF4-FFF2-40B4-BE49-F238E27FC236}">
                <a16:creationId xmlns:a16="http://schemas.microsoft.com/office/drawing/2014/main" id="{12958232-2E71-41FC-B97F-202219F8D4A9}"/>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RadioProtocolController</a:t>
            </a:r>
          </a:p>
        </p:txBody>
      </p:sp>
      <p:sp>
        <p:nvSpPr>
          <p:cNvPr id="57" name="legacy-alias-R">
            <a:extLst xmlns:a="http://schemas.openxmlformats.org/drawingml/2006/main">
              <a:ext uri="{FF2B5EF4-FFF2-40B4-BE49-F238E27FC236}">
                <a16:creationId xmlns:a16="http://schemas.microsoft.com/office/drawing/2014/main" id="{FDD2CEBD-2D36-4A93-BCAE-DB0F789B61E0}"/>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已有 phase / sessionId / RIL</a:t>
            </a:r>
          </a:p>
        </p:txBody>
      </p:sp>
      <p:sp>
        <p:nvSpPr>
          <p:cNvPr id="58" name="legacy-line-R-0">
            <a:extLst xmlns:a="http://schemas.openxmlformats.org/drawingml/2006/main">
              <a:ext uri="{FF2B5EF4-FFF2-40B4-BE49-F238E27FC236}">
                <a16:creationId xmlns:a16="http://schemas.microsoft.com/office/drawing/2014/main" id="{04FF69B8-AF4D-472D-A67C-ABED53670A70}"/>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③ SetRadioProtocol</a:t>
            </a:r>
          </a:p>
        </p:txBody>
      </p:sp>
      <p:sp>
        <p:nvSpPr>
          <p:cNvPr id="59" name="legacy-line-R-1">
            <a:extLst xmlns:a="http://schemas.openxmlformats.org/drawingml/2006/main">
              <a:ext uri="{FF2B5EF4-FFF2-40B4-BE49-F238E27FC236}">
                <a16:creationId xmlns:a16="http://schemas.microsoft.com/office/drawing/2014/main" id="{45F30586-7F37-4227-8510-BED0593B82A6}"/>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④ 成功 / 错误 / 超时回包</a:t>
            </a:r>
          </a:p>
        </p:txBody>
      </p:sp>
      <p:sp>
        <p:nvSpPr>
          <p:cNvPr id="60" name="legacy-line-R-2">
            <a:extLst xmlns:a="http://schemas.openxmlformats.org/drawingml/2006/main">
              <a:ext uri="{FF2B5EF4-FFF2-40B4-BE49-F238E27FC236}">
                <a16:creationId xmlns:a16="http://schemas.microsoft.com/office/drawing/2014/main" id="{08A3CCD1-0F07-4C70-A269-A7BA45BC6293}"/>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失败恢复与重试由上层串起</a:t>
            </a:r>
          </a:p>
        </p:txBody>
      </p:sp>
      <p:sp>
        <p:nvSpPr>
          <p:cNvPr id="61" name="legacy-node-D">
            <a:extLst xmlns:a="http://schemas.openxmlformats.org/drawingml/2006/main">
              <a:ext uri="{FF2B5EF4-FFF2-40B4-BE49-F238E27FC236}">
                <a16:creationId xmlns:a16="http://schemas.microsoft.com/office/drawing/2014/main" id="{86736A97-BBF4-4E0C-A255-63EEC7B650F9}"/>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62" name="legacy-title-D">
            <a:extLst xmlns:a="http://schemas.openxmlformats.org/drawingml/2006/main">
              <a:ext uri="{FF2B5EF4-FFF2-40B4-BE49-F238E27FC236}">
                <a16:creationId xmlns:a16="http://schemas.microsoft.com/office/drawing/2014/main" id="{9EB60D04-66FB-457E-819C-F77E75C12A1E}"/>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系统参数 / 旧值</a:t>
            </a:r>
          </a:p>
        </p:txBody>
      </p:sp>
      <p:sp>
        <p:nvSpPr>
          <p:cNvPr id="63" name="legacy-line-D-0">
            <a:extLst xmlns:a="http://schemas.openxmlformats.org/drawingml/2006/main">
              <a:ext uri="{FF2B5EF4-FFF2-40B4-BE49-F238E27FC236}">
                <a16:creationId xmlns:a16="http://schemas.microsoft.com/office/drawing/2014/main" id="{B2817D7B-A316-4491-A451-1350A323BC43}"/>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17263A"/>
                </a:solidFill>
                <a:latin typeface="Microsoft YaHei"/>
                <a:ea typeface="Microsoft YaHei"/>
                <a:cs typeface="Microsoft YaHei"/>
              </a:defRPr>
            </a:defPPr>
            <a:lvl1pPr algn="l">
              <a:defRPr sz="1238" b="0">
                <a:solidFill>
                  <a:srgbClr val="17263A"/>
                </a:solidFill>
                <a:latin typeface="Microsoft YaHei"/>
                <a:ea typeface="Microsoft YaHei"/>
                <a:cs typeface="Microsoft YaHei"/>
              </a:defRPr>
            </a:lvl1pPr>
            <a:lvl2pPr algn="l">
              <a:defRPr sz="1238" b="0">
                <a:solidFill>
                  <a:srgbClr val="17263A"/>
                </a:solidFill>
                <a:latin typeface="Microsoft YaHei"/>
                <a:ea typeface="Microsoft YaHei"/>
                <a:cs typeface="Microsoft YaHei"/>
              </a:defRPr>
            </a:lvl2pPr>
            <a:lvl3pPr algn="l">
              <a:defRPr sz="1238" b="0">
                <a:solidFill>
                  <a:srgbClr val="17263A"/>
                </a:solidFill>
                <a:latin typeface="Microsoft YaHei"/>
                <a:ea typeface="Microsoft YaHei"/>
                <a:cs typeface="Microsoft YaHei"/>
              </a:defRPr>
            </a:lvl3pPr>
            <a:lvl4pPr algn="l">
              <a:defRPr sz="1238" b="0">
                <a:solidFill>
                  <a:srgbClr val="17263A"/>
                </a:solidFill>
                <a:latin typeface="Microsoft YaHei"/>
                <a:ea typeface="Microsoft YaHei"/>
                <a:cs typeface="Microsoft YaHei"/>
              </a:defRPr>
            </a:lvl4pPr>
            <a:lvl5pPr algn="l">
              <a:defRPr sz="1238" b="0">
                <a:solidFill>
                  <a:srgbClr val="17263A"/>
                </a:solidFill>
                <a:latin typeface="Microsoft YaHei"/>
                <a:ea typeface="Microsoft YaHei"/>
                <a:cs typeface="Microsoft YaHei"/>
              </a:defRPr>
            </a:lvl5pPr>
            <a:lvl6pPr algn="l">
              <a:defRPr sz="1238" b="0">
                <a:solidFill>
                  <a:srgbClr val="17263A"/>
                </a:solidFill>
                <a:latin typeface="Microsoft YaHei"/>
                <a:ea typeface="Microsoft YaHei"/>
                <a:cs typeface="Microsoft YaHei"/>
              </a:defRPr>
            </a:lvl6pPr>
            <a:lvl7pPr algn="l">
              <a:defRPr sz="1238" b="0">
                <a:solidFill>
                  <a:srgbClr val="17263A"/>
                </a:solidFill>
                <a:latin typeface="Microsoft YaHei"/>
                <a:ea typeface="Microsoft YaHei"/>
                <a:cs typeface="Microsoft YaHei"/>
              </a:defRPr>
            </a:lvl7pPr>
            <a:lvl8pPr algn="l">
              <a:defRPr sz="1238" b="0">
                <a:solidFill>
                  <a:srgbClr val="17263A"/>
                </a:solidFill>
                <a:latin typeface="Microsoft YaHei"/>
                <a:ea typeface="Microsoft YaHei"/>
                <a:cs typeface="Microsoft YaHei"/>
              </a:defRPr>
            </a:lvl8pPr>
            <a:lvl9pPr algn="l">
              <a:defRPr sz="1238" b="0">
                <a:solidFill>
                  <a:srgbClr val="17263A"/>
                </a:solidFill>
                <a:latin typeface="Microsoft YaHei"/>
                <a:ea typeface="Microsoft YaHei"/>
                <a:cs typeface="Microsoft YaHei"/>
              </a:defRPr>
            </a:lvl9pPr>
          </a:lstStyle>
          <a:p xmlns:a="http://schemas.openxmlformats.org/drawingml/2006/main">
            <a:pPr algn="l">
              <a:lnSpc>
                <a:spcPct val="102000"/>
              </a:lnSpc>
              <a:buNone/>
              <a:defRPr sz="1238" b="0">
                <a:solidFill>
                  <a:srgbClr val="17263A"/>
                </a:solidFill>
                <a:latin typeface="Microsoft YaHei"/>
                <a:ea typeface="Microsoft YaHei"/>
                <a:cs typeface="Microsoft YaHei"/>
              </a:defRPr>
            </a:pPr>
            <a:r>
              <a:rPr sz="1238" b="0">
                <a:solidFill>
                  <a:srgbClr val="17263A"/>
                </a:solidFill>
                <a:latin typeface="Microsoft YaHei"/>
                <a:ea typeface="Microsoft YaHei"/>
                <a:cs typeface="Microsoft YaHei"/>
              </a:rPr>
              <a:t>② 先写；失败时有条件恢复</a:t>
            </a:r>
          </a:p>
        </p:txBody>
      </p:sp>
      <p:sp>
        <p:nvSpPr>
          <p:cNvPr id="64" name="legacy-node-N">
            <a:extLst xmlns:a="http://schemas.openxmlformats.org/drawingml/2006/main">
              <a:ext uri="{FF2B5EF4-FFF2-40B4-BE49-F238E27FC236}">
                <a16:creationId xmlns:a16="http://schemas.microsoft.com/office/drawing/2014/main" id="{9E6E291E-D146-4474-9777-AFC958909491}"/>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65" name="legacy-title-N">
            <a:extLst xmlns:a="http://schemas.openxmlformats.org/drawingml/2006/main">
              <a:ext uri="{FF2B5EF4-FFF2-40B4-BE49-F238E27FC236}">
                <a16:creationId xmlns:a16="http://schemas.microsoft.com/office/drawing/2014/main" id="{90CB5EA9-C837-4E9F-962A-13A7D89E33F1}"/>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原输出与 Data 入口</a:t>
            </a:r>
          </a:p>
        </p:txBody>
      </p:sp>
      <p:sp>
        <p:nvSpPr>
          <p:cNvPr id="66" name="legacy-line-N-0">
            <a:extLst xmlns:a="http://schemas.openxmlformats.org/drawingml/2006/main">
              <a:ext uri="{FF2B5EF4-FFF2-40B4-BE49-F238E27FC236}">
                <a16:creationId xmlns:a16="http://schemas.microsoft.com/office/drawing/2014/main" id="{306AD317-C685-4095-AD0C-DDE7654885C3}"/>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⑤ 主卡广播 → Data 设置</a:t>
            </a:r>
          </a:p>
        </p:txBody>
      </p:sp>
      <p:sp>
        <p:nvSpPr>
          <p:cNvPr id="67" name="legacy-line-N-1">
            <a:extLst xmlns:a="http://schemas.openxmlformats.org/drawingml/2006/main">
              <a:ext uri="{FF2B5EF4-FFF2-40B4-BE49-F238E27FC236}">
                <a16:creationId xmlns:a16="http://schemas.microsoft.com/office/drawing/2014/main" id="{05AF5D7B-CD7A-4386-B2C3-5BE7AE499B24}"/>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初始迁移保留原联动</a:t>
            </a:r>
          </a:p>
        </p:txBody>
      </p:sp>
      <p:sp>
        <p:nvSpPr>
          <p:cNvPr id="68" name="legacy-flow-note">
            <a:extLst xmlns:a="http://schemas.openxmlformats.org/drawingml/2006/main">
              <a:ext uri="{FF2B5EF4-FFF2-40B4-BE49-F238E27FC236}">
                <a16:creationId xmlns:a16="http://schemas.microsoft.com/office/drawing/2014/main" id="{3DCE99E3-0964-4DEB-9476-BB45C149EE8F}"/>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SetPrimarySlotId · 普通协议切换；省略透传函数及中间调用栈</a:t>
            </a:r>
          </a:p>
        </p:txBody>
      </p:sp>
      <p:sp>
        <p:nvSpPr>
          <p:cNvPr id="69" name="application-label">
            <a:extLst xmlns:a="http://schemas.openxmlformats.org/drawingml/2006/main">
              <a:ext uri="{FF2B5EF4-FFF2-40B4-BE49-F238E27FC236}">
                <a16:creationId xmlns:a16="http://schemas.microsoft.com/office/drawing/2014/main" id="{541781CB-B733-4D1B-836C-1E3A98EF2046}"/>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70" name="domain-label">
            <a:extLst xmlns:a="http://schemas.openxmlformats.org/drawingml/2006/main">
              <a:ext uri="{FF2B5EF4-FFF2-40B4-BE49-F238E27FC236}">
                <a16:creationId xmlns:a16="http://schemas.microsoft.com/office/drawing/2014/main" id="{0AA8A992-EE02-4587-9800-E91E7C9F00D8}"/>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71" name="target-edge-CO">
            <a:extLst xmlns:a="http://schemas.openxmlformats.org/drawingml/2006/main">
              <a:ext uri="{FF2B5EF4-FFF2-40B4-BE49-F238E27FC236}">
                <a16:creationId xmlns:a16="http://schemas.microsoft.com/office/drawing/2014/main" id="{CF545172-4C9D-4805-99AF-233B8A557382}"/>
              </a:ext>
            </a:extLst>
          </p:cNvPr>
          <p:cNvSpPr>
            <a:spLocks xmlns:a="http://schemas.openxmlformats.org/drawingml/2006/main" noGrp="1"/>
          </p:cNvSpPr>
          <p:nvPr/>
        </p:nvSpPr>
        <p:spPr>
          <a:xfrm xmlns:a="http://schemas.openxmlformats.org/drawingml/2006/main">
            <a:off x="7853363" y="314325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72" name="target-edge-CO-head">
            <a:extLst xmlns:a="http://schemas.openxmlformats.org/drawingml/2006/main">
              <a:ext uri="{FF2B5EF4-FFF2-40B4-BE49-F238E27FC236}">
                <a16:creationId xmlns:a16="http://schemas.microsoft.com/office/drawing/2014/main" id="{A03B8629-81CE-46CA-BBD4-C2509C798471}"/>
              </a:ext>
            </a:extLst>
          </p:cNvPr>
          <p:cNvSpPr>
            <a:spLocks xmlns:a="http://schemas.openxmlformats.org/drawingml/2006/main" noGrp="1"/>
          </p:cNvSpPr>
          <p:nvPr/>
        </p:nvSpPr>
        <p:spPr>
          <a:xfrm xmlns:a="http://schemas.openxmlformats.org/drawingml/2006/main">
            <a:off x="7829550" y="33147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73" name="target-edge-label-CO">
            <a:extLst xmlns:a="http://schemas.openxmlformats.org/drawingml/2006/main">
              <a:ext uri="{FF2B5EF4-FFF2-40B4-BE49-F238E27FC236}">
                <a16:creationId xmlns:a16="http://schemas.microsoft.com/office/drawing/2014/main" id="{8F97E196-ADC8-4A0F-A50C-9F7AAE6B14D5}"/>
              </a:ext>
            </a:extLst>
          </p:cNvPr>
          <p:cNvSpPr>
            <a:spLocks xmlns:a="http://schemas.openxmlformats.org/drawingml/2006/main" noGrp="1"/>
          </p:cNvSpPr>
          <p:nvPr/>
        </p:nvSpPr>
        <p:spPr>
          <a:xfrm xmlns:a="http://schemas.openxmlformats.org/drawingml/2006/main">
            <a:off x="7658100" y="3152775"/>
            <a:ext cx="1905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①</a:t>
            </a:r>
          </a:p>
        </p:txBody>
      </p:sp>
      <p:sp>
        <p:nvSpPr>
          <p:cNvPr id="74" name="target-edge-OT">
            <a:extLst xmlns:a="http://schemas.openxmlformats.org/drawingml/2006/main">
              <a:ext uri="{FF2B5EF4-FFF2-40B4-BE49-F238E27FC236}">
                <a16:creationId xmlns:a16="http://schemas.microsoft.com/office/drawing/2014/main" id="{B65A7F2D-BD29-4BFB-9BDD-64916798D020}"/>
              </a:ext>
            </a:extLst>
          </p:cNvPr>
          <p:cNvSpPr>
            <a:spLocks xmlns:a="http://schemas.openxmlformats.org/drawingml/2006/main" noGrp="1"/>
          </p:cNvSpPr>
          <p:nvPr/>
        </p:nvSpPr>
        <p:spPr>
          <a:xfrm xmlns:a="http://schemas.openxmlformats.org/drawingml/2006/main">
            <a:off x="8172450" y="3633788"/>
            <a:ext cx="180975" cy="9525"/>
          </a:xfrm>
          <a:custGeom xmlns:a="http://schemas.openxmlformats.org/drawingml/2006/main">
            <a:pathLst>
              <a:path w="180975" h="9525">
                <a:moveTo>
                  <a:pt x="0" y="4763"/>
                </a:moveTo>
                <a:lnTo>
                  <a:pt x="180975" y="4763"/>
                </a:lnTo>
              </a:path>
            </a:pathLst>
          </a:custGeom>
          <a:noFill xmlns:a="http://schemas.openxmlformats.org/drawingml/2006/main"/>
          <a:ln xmlns:a="http://schemas.openxmlformats.org/drawingml/2006/main" w="16193">
            <a:solidFill>
              <a:srgbClr val="246AB8"/>
            </a:solidFill>
            <a:prstDash val="solid"/>
          </a:ln>
        </p:spPr>
      </p:sp>
      <p:sp>
        <p:nvSpPr>
          <p:cNvPr id="75" name="target-edge-OT-head">
            <a:extLst xmlns:a="http://schemas.openxmlformats.org/drawingml/2006/main">
              <a:ext uri="{FF2B5EF4-FFF2-40B4-BE49-F238E27FC236}">
                <a16:creationId xmlns:a16="http://schemas.microsoft.com/office/drawing/2014/main" id="{F0DF7A92-C2ED-4A0F-8008-B8DA93ED6503}"/>
              </a:ext>
            </a:extLst>
          </p:cNvPr>
          <p:cNvSpPr>
            <a:spLocks xmlns:a="http://schemas.openxmlformats.org/drawingml/2006/main" noGrp="1"/>
          </p:cNvSpPr>
          <p:nvPr/>
        </p:nvSpPr>
        <p:spPr>
          <a:xfrm xmlns:a="http://schemas.openxmlformats.org/drawingml/2006/main">
            <a:off x="8296275" y="3609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76" name="target-edge-OA">
            <a:extLst xmlns:a="http://schemas.openxmlformats.org/drawingml/2006/main">
              <a:ext uri="{FF2B5EF4-FFF2-40B4-BE49-F238E27FC236}">
                <a16:creationId xmlns:a16="http://schemas.microsoft.com/office/drawing/2014/main" id="{9C89185E-F447-4A4A-941B-D9BA00E96884}"/>
              </a:ext>
            </a:extLst>
          </p:cNvPr>
          <p:cNvSpPr>
            <a:spLocks xmlns:a="http://schemas.openxmlformats.org/drawingml/2006/main" noGrp="1"/>
          </p:cNvSpPr>
          <p:nvPr/>
        </p:nvSpPr>
        <p:spPr>
          <a:xfrm xmlns:a="http://schemas.openxmlformats.org/drawingml/2006/main">
            <a:off x="8001000" y="3257550"/>
            <a:ext cx="3333750" cy="114300"/>
          </a:xfrm>
          <a:custGeom xmlns:a="http://schemas.openxmlformats.org/drawingml/2006/main">
            <a:pathLst>
              <a:path w="3333750" h="114300">
                <a:moveTo>
                  <a:pt x="0" y="114300"/>
                </a:moveTo>
                <a:lnTo>
                  <a:pt x="0" y="0"/>
                </a:lnTo>
                <a:lnTo>
                  <a:pt x="3333750" y="0"/>
                </a:lnTo>
                <a:lnTo>
                  <a:pt x="3333750" y="114300"/>
                </a:lnTo>
              </a:path>
            </a:pathLst>
          </a:custGeom>
          <a:noFill xmlns:a="http://schemas.openxmlformats.org/drawingml/2006/main"/>
          <a:ln xmlns:a="http://schemas.openxmlformats.org/drawingml/2006/main" w="16193">
            <a:solidFill>
              <a:srgbClr val="246AB8"/>
            </a:solidFill>
            <a:prstDash val="solid"/>
          </a:ln>
        </p:spPr>
      </p:sp>
      <p:sp>
        <p:nvSpPr>
          <p:cNvPr id="77" name="target-edge-OA-head">
            <a:extLst xmlns:a="http://schemas.openxmlformats.org/drawingml/2006/main">
              <a:ext uri="{FF2B5EF4-FFF2-40B4-BE49-F238E27FC236}">
                <a16:creationId xmlns:a16="http://schemas.microsoft.com/office/drawing/2014/main" id="{BC22E680-0A82-45FB-AEB1-8C6ED479A2B4}"/>
              </a:ext>
            </a:extLst>
          </p:cNvPr>
          <p:cNvSpPr>
            <a:spLocks xmlns:a="http://schemas.openxmlformats.org/drawingml/2006/main" noGrp="1"/>
          </p:cNvSpPr>
          <p:nvPr/>
        </p:nvSpPr>
        <p:spPr>
          <a:xfrm xmlns:a="http://schemas.openxmlformats.org/drawingml/2006/main">
            <a:off x="11306175" y="33147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78" name="target-edge-label-OA">
            <a:extLst xmlns:a="http://schemas.openxmlformats.org/drawingml/2006/main">
              <a:ext uri="{FF2B5EF4-FFF2-40B4-BE49-F238E27FC236}">
                <a16:creationId xmlns:a16="http://schemas.microsoft.com/office/drawing/2014/main" id="{8BA387BB-0428-4840-8F48-7C8608DBEC31}"/>
              </a:ext>
            </a:extLst>
          </p:cNvPr>
          <p:cNvSpPr>
            <a:spLocks xmlns:a="http://schemas.openxmlformats.org/drawingml/2006/main" noGrp="1"/>
          </p:cNvSpPr>
          <p:nvPr/>
        </p:nvSpPr>
        <p:spPr>
          <a:xfrm xmlns:a="http://schemas.openxmlformats.org/drawingml/2006/main">
            <a:off x="9763125" y="3152775"/>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规则</a:t>
            </a:r>
          </a:p>
        </p:txBody>
      </p:sp>
      <p:sp>
        <p:nvSpPr>
          <p:cNvPr id="79" name="target-edge-OD">
            <a:extLst xmlns:a="http://schemas.openxmlformats.org/drawingml/2006/main">
              <a:ext uri="{FF2B5EF4-FFF2-40B4-BE49-F238E27FC236}">
                <a16:creationId xmlns:a16="http://schemas.microsoft.com/office/drawing/2014/main" id="{78C3D773-33DE-4B5E-B51E-E253EDE8178B}"/>
              </a:ext>
            </a:extLst>
          </p:cNvPr>
          <p:cNvSpPr>
            <a:spLocks xmlns:a="http://schemas.openxmlformats.org/drawingml/2006/main" noGrp="1"/>
          </p:cNvSpPr>
          <p:nvPr/>
        </p:nvSpPr>
        <p:spPr>
          <a:xfrm xmlns:a="http://schemas.openxmlformats.org/drawingml/2006/main">
            <a:off x="737711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80" name="target-edge-OD-head">
            <a:extLst xmlns:a="http://schemas.openxmlformats.org/drawingml/2006/main">
              <a:ext uri="{FF2B5EF4-FFF2-40B4-BE49-F238E27FC236}">
                <a16:creationId xmlns:a16="http://schemas.microsoft.com/office/drawing/2014/main" id="{321D7E2E-D4A1-4F8A-B8E9-D63D5E8B7618}"/>
              </a:ext>
            </a:extLst>
          </p:cNvPr>
          <p:cNvSpPr>
            <a:spLocks xmlns:a="http://schemas.openxmlformats.org/drawingml/2006/main" noGrp="1"/>
          </p:cNvSpPr>
          <p:nvPr/>
        </p:nvSpPr>
        <p:spPr>
          <a:xfrm xmlns:a="http://schemas.openxmlformats.org/drawingml/2006/main">
            <a:off x="735330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81" name="target-edge-TD">
            <a:extLst xmlns:a="http://schemas.openxmlformats.org/drawingml/2006/main">
              <a:ext uri="{FF2B5EF4-FFF2-40B4-BE49-F238E27FC236}">
                <a16:creationId xmlns:a16="http://schemas.microsoft.com/office/drawing/2014/main" id="{FE337226-90D8-4C71-BDC2-40198A528646}"/>
              </a:ext>
            </a:extLst>
          </p:cNvPr>
          <p:cNvSpPr>
            <a:spLocks xmlns:a="http://schemas.openxmlformats.org/drawingml/2006/main" noGrp="1"/>
          </p:cNvSpPr>
          <p:nvPr/>
        </p:nvSpPr>
        <p:spPr>
          <a:xfrm xmlns:a="http://schemas.openxmlformats.org/drawingml/2006/main">
            <a:off x="9139238"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82" name="target-edge-TD-head">
            <a:extLst xmlns:a="http://schemas.openxmlformats.org/drawingml/2006/main">
              <a:ext uri="{FF2B5EF4-FFF2-40B4-BE49-F238E27FC236}">
                <a16:creationId xmlns:a16="http://schemas.microsoft.com/office/drawing/2014/main" id="{3E1DC41E-1B9C-42CF-B671-144754BCD2E1}"/>
              </a:ext>
            </a:extLst>
          </p:cNvPr>
          <p:cNvSpPr>
            <a:spLocks xmlns:a="http://schemas.openxmlformats.org/drawingml/2006/main" noGrp="1"/>
          </p:cNvSpPr>
          <p:nvPr/>
        </p:nvSpPr>
        <p:spPr>
          <a:xfrm xmlns:a="http://schemas.openxmlformats.org/drawingml/2006/main">
            <a:off x="9115425"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83" name="target-edge-AD">
            <a:extLst xmlns:a="http://schemas.openxmlformats.org/drawingml/2006/main">
              <a:ext uri="{FF2B5EF4-FFF2-40B4-BE49-F238E27FC236}">
                <a16:creationId xmlns:a16="http://schemas.microsoft.com/office/drawing/2014/main" id="{2E0BCB38-29C4-447D-83C7-CE4DEC6AC74C}"/>
              </a:ext>
            </a:extLst>
          </p:cNvPr>
          <p:cNvSpPr>
            <a:spLocks xmlns:a="http://schemas.openxmlformats.org/drawingml/2006/main" noGrp="1"/>
          </p:cNvSpPr>
          <p:nvPr/>
        </p:nvSpPr>
        <p:spPr>
          <a:xfrm xmlns:a="http://schemas.openxmlformats.org/drawingml/2006/main">
            <a:off x="1090136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84" name="target-edge-AD-head">
            <a:extLst xmlns:a="http://schemas.openxmlformats.org/drawingml/2006/main">
              <a:ext uri="{FF2B5EF4-FFF2-40B4-BE49-F238E27FC236}">
                <a16:creationId xmlns:a16="http://schemas.microsoft.com/office/drawing/2014/main" id="{AE47D6F6-4274-450E-8F2B-895EA44E9656}"/>
              </a:ext>
            </a:extLst>
          </p:cNvPr>
          <p:cNvSpPr>
            <a:spLocks xmlns:a="http://schemas.openxmlformats.org/drawingml/2006/main" noGrp="1"/>
          </p:cNvSpPr>
          <p:nvPr/>
        </p:nvSpPr>
        <p:spPr>
          <a:xfrm xmlns:a="http://schemas.openxmlformats.org/drawingml/2006/main">
            <a:off x="1087755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85" name="target-edge-AI">
            <a:extLst xmlns:a="http://schemas.openxmlformats.org/drawingml/2006/main">
              <a:ext uri="{FF2B5EF4-FFF2-40B4-BE49-F238E27FC236}">
                <a16:creationId xmlns:a16="http://schemas.microsoft.com/office/drawing/2014/main" id="{B509E410-E017-44E4-B62C-54954C413CA3}"/>
              </a:ext>
            </a:extLst>
          </p:cNvPr>
          <p:cNvSpPr>
            <a:spLocks xmlns:a="http://schemas.openxmlformats.org/drawingml/2006/main" noGrp="1"/>
          </p:cNvSpPr>
          <p:nvPr/>
        </p:nvSpPr>
        <p:spPr>
          <a:xfrm xmlns:a="http://schemas.openxmlformats.org/drawingml/2006/main">
            <a:off x="11696700" y="3800475"/>
            <a:ext cx="171450" cy="1743075"/>
          </a:xfrm>
          <a:custGeom xmlns:a="http://schemas.openxmlformats.org/drawingml/2006/main">
            <a:pathLst>
              <a:path w="171450" h="1743075">
                <a:moveTo>
                  <a:pt x="0" y="0"/>
                </a:moveTo>
                <a:lnTo>
                  <a:pt x="171450" y="0"/>
                </a:lnTo>
                <a:lnTo>
                  <a:pt x="171450" y="1743075"/>
                </a:lnTo>
                <a:lnTo>
                  <a:pt x="0" y="1743075"/>
                </a:lnTo>
              </a:path>
            </a:pathLst>
          </a:custGeom>
          <a:noFill xmlns:a="http://schemas.openxmlformats.org/drawingml/2006/main"/>
          <a:ln xmlns:a="http://schemas.openxmlformats.org/drawingml/2006/main" w="16193">
            <a:solidFill>
              <a:srgbClr val="246AB8"/>
            </a:solidFill>
            <a:prstDash val="solid"/>
          </a:ln>
        </p:spPr>
      </p:sp>
      <p:sp>
        <p:nvSpPr>
          <p:cNvPr id="86" name="target-edge-AI-head">
            <a:extLst xmlns:a="http://schemas.openxmlformats.org/drawingml/2006/main">
              <a:ext uri="{FF2B5EF4-FFF2-40B4-BE49-F238E27FC236}">
                <a16:creationId xmlns:a16="http://schemas.microsoft.com/office/drawing/2014/main" id="{38B3D408-CE7A-486E-8628-460E2350A873}"/>
              </a:ext>
            </a:extLst>
          </p:cNvPr>
          <p:cNvSpPr>
            <a:spLocks xmlns:a="http://schemas.openxmlformats.org/drawingml/2006/main" noGrp="1"/>
          </p:cNvSpPr>
          <p:nvPr/>
        </p:nvSpPr>
        <p:spPr>
          <a:xfrm xmlns:a="http://schemas.openxmlformats.org/drawingml/2006/main">
            <a:off x="11696700" y="55149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6193">
            <a:solidFill>
              <a:srgbClr val="246AB8"/>
            </a:solidFill>
            <a:prstDash val="solid"/>
          </a:ln>
        </p:spPr>
      </p:sp>
      <p:sp>
        <p:nvSpPr>
          <p:cNvPr id="87" name="target-edge-label-AI">
            <a:extLst xmlns:a="http://schemas.openxmlformats.org/drawingml/2006/main">
              <a:ext uri="{FF2B5EF4-FFF2-40B4-BE49-F238E27FC236}">
                <a16:creationId xmlns:a16="http://schemas.microsoft.com/office/drawing/2014/main" id="{96280F0E-BF88-4F9B-9C8D-DBCC43FDFF07}"/>
              </a:ext>
            </a:extLst>
          </p:cNvPr>
          <p:cNvSpPr>
            <a:spLocks xmlns:a="http://schemas.openxmlformats.org/drawingml/2006/main" noGrp="1"/>
          </p:cNvSpPr>
          <p:nvPr/>
        </p:nvSpPr>
        <p:spPr>
          <a:xfrm xmlns:a="http://schemas.openxmlformats.org/drawingml/2006/main">
            <a:off x="11715750" y="4572000"/>
            <a:ext cx="3619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适配</a:t>
            </a:r>
          </a:p>
        </p:txBody>
      </p:sp>
      <p:sp>
        <p:nvSpPr>
          <p:cNvPr id="88" name="target-edge-OR">
            <a:extLst xmlns:a="http://schemas.openxmlformats.org/drawingml/2006/main">
              <a:ext uri="{FF2B5EF4-FFF2-40B4-BE49-F238E27FC236}">
                <a16:creationId xmlns:a16="http://schemas.microsoft.com/office/drawing/2014/main" id="{8E4896EF-A1BB-4F85-9673-C735853099D0}"/>
              </a:ext>
            </a:extLst>
          </p:cNvPr>
          <p:cNvSpPr>
            <a:spLocks xmlns:a="http://schemas.openxmlformats.org/drawingml/2006/main" noGrp="1"/>
          </p:cNvSpPr>
          <p:nvPr/>
        </p:nvSpPr>
        <p:spPr>
          <a:xfrm xmlns:a="http://schemas.openxmlformats.org/drawingml/2006/main">
            <a:off x="6448425" y="3648075"/>
            <a:ext cx="142875" cy="1809750"/>
          </a:xfrm>
          <a:custGeom xmlns:a="http://schemas.openxmlformats.org/drawingml/2006/main">
            <a:pathLst>
              <a:path w="142875" h="1809750">
                <a:moveTo>
                  <a:pt x="142875" y="0"/>
                </a:moveTo>
                <a:lnTo>
                  <a:pt x="0" y="0"/>
                </a:lnTo>
                <a:lnTo>
                  <a:pt x="0" y="1809750"/>
                </a:lnTo>
                <a:lnTo>
                  <a:pt x="142875" y="1809750"/>
                </a:lnTo>
              </a:path>
            </a:pathLst>
          </a:custGeom>
          <a:noFill xmlns:a="http://schemas.openxmlformats.org/drawingml/2006/main"/>
          <a:ln xmlns:a="http://schemas.openxmlformats.org/drawingml/2006/main" w="16193">
            <a:solidFill>
              <a:srgbClr val="246AB8"/>
            </a:solidFill>
            <a:prstDash val="solid"/>
          </a:ln>
        </p:spPr>
      </p:sp>
      <p:sp>
        <p:nvSpPr>
          <p:cNvPr id="89" name="target-edge-OR-head">
            <a:extLst xmlns:a="http://schemas.openxmlformats.org/drawingml/2006/main">
              <a:ext uri="{FF2B5EF4-FFF2-40B4-BE49-F238E27FC236}">
                <a16:creationId xmlns:a16="http://schemas.microsoft.com/office/drawing/2014/main" id="{D940A68C-6104-4C0A-B563-D3EC442969DF}"/>
              </a:ext>
            </a:extLst>
          </p:cNvPr>
          <p:cNvSpPr>
            <a:spLocks xmlns:a="http://schemas.openxmlformats.org/drawingml/2006/main" noGrp="1"/>
          </p:cNvSpPr>
          <p:nvPr/>
        </p:nvSpPr>
        <p:spPr>
          <a:xfrm xmlns:a="http://schemas.openxmlformats.org/drawingml/2006/main">
            <a:off x="6534150" y="5429250"/>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90" name="target-edge-label-OR">
            <a:extLst xmlns:a="http://schemas.openxmlformats.org/drawingml/2006/main">
              <a:ext uri="{FF2B5EF4-FFF2-40B4-BE49-F238E27FC236}">
                <a16:creationId xmlns:a16="http://schemas.microsoft.com/office/drawing/2014/main" id="{3A1F3201-8903-4FB0-929D-927C45D18FD2}"/>
              </a:ext>
            </a:extLst>
          </p:cNvPr>
          <p:cNvSpPr>
            <a:spLocks xmlns:a="http://schemas.openxmlformats.org/drawingml/2006/main" noGrp="1"/>
          </p:cNvSpPr>
          <p:nvPr/>
        </p:nvSpPr>
        <p:spPr>
          <a:xfrm xmlns:a="http://schemas.openxmlformats.org/drawingml/2006/main">
            <a:off x="6134100" y="45720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执行</a:t>
            </a:r>
          </a:p>
        </p:txBody>
      </p:sp>
      <p:sp>
        <p:nvSpPr>
          <p:cNvPr id="91" name="target-edge-RO">
            <a:extLst xmlns:a="http://schemas.openxmlformats.org/drawingml/2006/main">
              <a:ext uri="{FF2B5EF4-FFF2-40B4-BE49-F238E27FC236}">
                <a16:creationId xmlns:a16="http://schemas.microsoft.com/office/drawing/2014/main" id="{15EA7A41-FBF9-47F8-9FA2-D9CEA335CAF0}"/>
              </a:ext>
            </a:extLst>
          </p:cNvPr>
          <p:cNvSpPr>
            <a:spLocks xmlns:a="http://schemas.openxmlformats.org/drawingml/2006/main" noGrp="1"/>
          </p:cNvSpPr>
          <p:nvPr/>
        </p:nvSpPr>
        <p:spPr>
          <a:xfrm xmlns:a="http://schemas.openxmlformats.org/drawingml/2006/main">
            <a:off x="6334125" y="3943350"/>
            <a:ext cx="257175" cy="1752600"/>
          </a:xfrm>
          <a:custGeom xmlns:a="http://schemas.openxmlformats.org/drawingml/2006/main">
            <a:pathLst>
              <a:path w="257175" h="1752600">
                <a:moveTo>
                  <a:pt x="257175" y="1752600"/>
                </a:moveTo>
                <a:lnTo>
                  <a:pt x="0" y="1752600"/>
                </a:lnTo>
                <a:lnTo>
                  <a:pt x="0" y="0"/>
                </a:lnTo>
                <a:lnTo>
                  <a:pt x="257175" y="0"/>
                </a:lnTo>
              </a:path>
            </a:pathLst>
          </a:custGeom>
          <a:noFill xmlns:a="http://schemas.openxmlformats.org/drawingml/2006/main"/>
          <a:ln xmlns:a="http://schemas.openxmlformats.org/drawingml/2006/main" w="16193">
            <a:solidFill>
              <a:srgbClr val="246AB8"/>
            </a:solidFill>
            <a:prstDash val="solid"/>
          </a:ln>
        </p:spPr>
      </p:sp>
      <p:sp>
        <p:nvSpPr>
          <p:cNvPr id="92" name="target-edge-RO-head">
            <a:extLst xmlns:a="http://schemas.openxmlformats.org/drawingml/2006/main">
              <a:ext uri="{FF2B5EF4-FFF2-40B4-BE49-F238E27FC236}">
                <a16:creationId xmlns:a16="http://schemas.microsoft.com/office/drawing/2014/main" id="{38272072-6DA3-4196-87AA-2764F78C8B26}"/>
              </a:ext>
            </a:extLst>
          </p:cNvPr>
          <p:cNvSpPr>
            <a:spLocks xmlns:a="http://schemas.openxmlformats.org/drawingml/2006/main" noGrp="1"/>
          </p:cNvSpPr>
          <p:nvPr/>
        </p:nvSpPr>
        <p:spPr>
          <a:xfrm xmlns:a="http://schemas.openxmlformats.org/drawingml/2006/main">
            <a:off x="6534150" y="39147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93" name="target-edge-label-RO">
            <a:extLst xmlns:a="http://schemas.openxmlformats.org/drawingml/2006/main">
              <a:ext uri="{FF2B5EF4-FFF2-40B4-BE49-F238E27FC236}">
                <a16:creationId xmlns:a16="http://schemas.microsoft.com/office/drawing/2014/main" id="{0F5ADA5A-E70B-4D1B-A02D-5E656C9F9B86}"/>
              </a:ext>
            </a:extLst>
          </p:cNvPr>
          <p:cNvSpPr>
            <a:spLocks xmlns:a="http://schemas.openxmlformats.org/drawingml/2006/main" noGrp="1"/>
          </p:cNvSpPr>
          <p:nvPr/>
        </p:nvSpPr>
        <p:spPr>
          <a:xfrm xmlns:a="http://schemas.openxmlformats.org/drawingml/2006/main">
            <a:off x="6134100" y="49911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结果</a:t>
            </a:r>
          </a:p>
        </p:txBody>
      </p:sp>
      <p:sp>
        <p:nvSpPr>
          <p:cNvPr id="94" name="target-edge-OC">
            <a:extLst xmlns:a="http://schemas.openxmlformats.org/drawingml/2006/main">
              <a:ext uri="{FF2B5EF4-FFF2-40B4-BE49-F238E27FC236}">
                <a16:creationId xmlns:a16="http://schemas.microsoft.com/office/drawing/2014/main" id="{9C954899-CEDE-49BF-9212-0E969DCC8261}"/>
              </a:ext>
            </a:extLst>
          </p:cNvPr>
          <p:cNvSpPr>
            <a:spLocks xmlns:a="http://schemas.openxmlformats.org/drawingml/2006/main" noGrp="1"/>
          </p:cNvSpPr>
          <p:nvPr/>
        </p:nvSpPr>
        <p:spPr>
          <a:xfrm xmlns:a="http://schemas.openxmlformats.org/drawingml/2006/main">
            <a:off x="6219825" y="2876550"/>
            <a:ext cx="371475" cy="600075"/>
          </a:xfrm>
          <a:custGeom xmlns:a="http://schemas.openxmlformats.org/drawingml/2006/main">
            <a:pathLst>
              <a:path w="371475" h="600075">
                <a:moveTo>
                  <a:pt x="371475" y="600075"/>
                </a:moveTo>
                <a:lnTo>
                  <a:pt x="0" y="600075"/>
                </a:lnTo>
                <a:lnTo>
                  <a:pt x="0" y="0"/>
                </a:lnTo>
                <a:lnTo>
                  <a:pt x="371475" y="0"/>
                </a:lnTo>
              </a:path>
            </a:pathLst>
          </a:custGeom>
          <a:noFill xmlns:a="http://schemas.openxmlformats.org/drawingml/2006/main"/>
          <a:ln xmlns:a="http://schemas.openxmlformats.org/drawingml/2006/main" w="16193">
            <a:solidFill>
              <a:srgbClr val="246AB8"/>
            </a:solidFill>
            <a:prstDash val="solid"/>
          </a:ln>
        </p:spPr>
      </p:sp>
      <p:sp>
        <p:nvSpPr>
          <p:cNvPr id="95" name="target-edge-OC-head">
            <a:extLst xmlns:a="http://schemas.openxmlformats.org/drawingml/2006/main">
              <a:ext uri="{FF2B5EF4-FFF2-40B4-BE49-F238E27FC236}">
                <a16:creationId xmlns:a16="http://schemas.microsoft.com/office/drawing/2014/main" id="{393FF10C-4AFE-4F89-872F-BCB65407CA24}"/>
              </a:ext>
            </a:extLst>
          </p:cNvPr>
          <p:cNvSpPr>
            <a:spLocks xmlns:a="http://schemas.openxmlformats.org/drawingml/2006/main" noGrp="1"/>
          </p:cNvSpPr>
          <p:nvPr/>
        </p:nvSpPr>
        <p:spPr>
          <a:xfrm xmlns:a="http://schemas.openxmlformats.org/drawingml/2006/main">
            <a:off x="6534150" y="2847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96" name="target-edge-label-OC">
            <a:extLst xmlns:a="http://schemas.openxmlformats.org/drawingml/2006/main">
              <a:ext uri="{FF2B5EF4-FFF2-40B4-BE49-F238E27FC236}">
                <a16:creationId xmlns:a16="http://schemas.microsoft.com/office/drawing/2014/main" id="{EA8E73AB-E289-43B7-B291-4237D684027E}"/>
              </a:ext>
            </a:extLst>
          </p:cNvPr>
          <p:cNvSpPr>
            <a:spLocks xmlns:a="http://schemas.openxmlformats.org/drawingml/2006/main" noGrp="1"/>
          </p:cNvSpPr>
          <p:nvPr/>
        </p:nvSpPr>
        <p:spPr>
          <a:xfrm xmlns:a="http://schemas.openxmlformats.org/drawingml/2006/main">
            <a:off x="6143625" y="3200400"/>
            <a:ext cx="3619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完成</a:t>
            </a:r>
          </a:p>
        </p:txBody>
      </p:sp>
      <p:sp>
        <p:nvSpPr>
          <p:cNvPr id="97" name="target-node-C">
            <a:extLst xmlns:a="http://schemas.openxmlformats.org/drawingml/2006/main">
              <a:ext uri="{FF2B5EF4-FFF2-40B4-BE49-F238E27FC236}">
                <a16:creationId xmlns:a16="http://schemas.microsoft.com/office/drawing/2014/main" id="{F7B72F8E-7C26-4316-9C04-39A757C4FE05}"/>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EAF1FB"/>
          </a:solidFill>
          <a:ln xmlns:a="http://schemas.openxmlformats.org/drawingml/2006/main" w="14288">
            <a:solidFill>
              <a:srgbClr val="246AB8"/>
            </a:solidFill>
            <a:prstDash val="solid"/>
          </a:ln>
        </p:spPr>
      </p:sp>
      <p:sp>
        <p:nvSpPr>
          <p:cNvPr id="98" name="target-title-C">
            <a:extLst xmlns:a="http://schemas.openxmlformats.org/drawingml/2006/main">
              <a:ext uri="{FF2B5EF4-FFF2-40B4-BE49-F238E27FC236}">
                <a16:creationId xmlns:a16="http://schemas.microsoft.com/office/drawing/2014/main" id="{3C3716ED-0F81-414A-BA36-E9B68774B230}"/>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C 旧接口兼容</a:t>
            </a:r>
          </a:p>
        </p:txBody>
      </p:sp>
      <p:sp>
        <p:nvSpPr>
          <p:cNvPr id="99" name="target-alias-C">
            <a:extLst xmlns:a="http://schemas.openxmlformats.org/drawingml/2006/main">
              <a:ext uri="{FF2B5EF4-FFF2-40B4-BE49-F238E27FC236}">
                <a16:creationId xmlns:a16="http://schemas.microsoft.com/office/drawing/2014/main" id="{581A9194-A78B-4FB9-B213-C6D0CAC96663}"/>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56657A"/>
                </a:solidFill>
                <a:latin typeface="Microsoft YaHei"/>
                <a:ea typeface="Microsoft YaHei"/>
                <a:cs typeface="Microsoft YaHei"/>
              </a:defRPr>
            </a:defPPr>
            <a:lvl1pPr algn="l">
              <a:defRPr sz="1238" b="0">
                <a:solidFill>
                  <a:srgbClr val="56657A"/>
                </a:solidFill>
                <a:latin typeface="Microsoft YaHei"/>
                <a:ea typeface="Microsoft YaHei"/>
                <a:cs typeface="Microsoft YaHei"/>
              </a:defRPr>
            </a:lvl1pPr>
            <a:lvl2pPr algn="l">
              <a:defRPr sz="1238" b="0">
                <a:solidFill>
                  <a:srgbClr val="56657A"/>
                </a:solidFill>
                <a:latin typeface="Microsoft YaHei"/>
                <a:ea typeface="Microsoft YaHei"/>
                <a:cs typeface="Microsoft YaHei"/>
              </a:defRPr>
            </a:lvl2pPr>
            <a:lvl3pPr algn="l">
              <a:defRPr sz="1238" b="0">
                <a:solidFill>
                  <a:srgbClr val="56657A"/>
                </a:solidFill>
                <a:latin typeface="Microsoft YaHei"/>
                <a:ea typeface="Microsoft YaHei"/>
                <a:cs typeface="Microsoft YaHei"/>
              </a:defRPr>
            </a:lvl3pPr>
            <a:lvl4pPr algn="l">
              <a:defRPr sz="1238" b="0">
                <a:solidFill>
                  <a:srgbClr val="56657A"/>
                </a:solidFill>
                <a:latin typeface="Microsoft YaHei"/>
                <a:ea typeface="Microsoft YaHei"/>
                <a:cs typeface="Microsoft YaHei"/>
              </a:defRPr>
            </a:lvl4pPr>
            <a:lvl5pPr algn="l">
              <a:defRPr sz="1238" b="0">
                <a:solidFill>
                  <a:srgbClr val="56657A"/>
                </a:solidFill>
                <a:latin typeface="Microsoft YaHei"/>
                <a:ea typeface="Microsoft YaHei"/>
                <a:cs typeface="Microsoft YaHei"/>
              </a:defRPr>
            </a:lvl5pPr>
            <a:lvl6pPr algn="l">
              <a:defRPr sz="1238" b="0">
                <a:solidFill>
                  <a:srgbClr val="56657A"/>
                </a:solidFill>
                <a:latin typeface="Microsoft YaHei"/>
                <a:ea typeface="Microsoft YaHei"/>
                <a:cs typeface="Microsoft YaHei"/>
              </a:defRPr>
            </a:lvl6pPr>
            <a:lvl7pPr algn="l">
              <a:defRPr sz="1238" b="0">
                <a:solidFill>
                  <a:srgbClr val="56657A"/>
                </a:solidFill>
                <a:latin typeface="Microsoft YaHei"/>
                <a:ea typeface="Microsoft YaHei"/>
                <a:cs typeface="Microsoft YaHei"/>
              </a:defRPr>
            </a:lvl7pPr>
            <a:lvl8pPr algn="l">
              <a:defRPr sz="1238" b="0">
                <a:solidFill>
                  <a:srgbClr val="56657A"/>
                </a:solidFill>
                <a:latin typeface="Microsoft YaHei"/>
                <a:ea typeface="Microsoft YaHei"/>
                <a:cs typeface="Microsoft YaHei"/>
              </a:defRPr>
            </a:lvl8pPr>
            <a:lvl9pPr algn="l">
              <a:defRPr sz="1238" b="0">
                <a:solidFill>
                  <a:srgbClr val="56657A"/>
                </a:solidFill>
                <a:latin typeface="Microsoft YaHei"/>
                <a:ea typeface="Microsoft YaHei"/>
                <a:cs typeface="Microsoft YaHei"/>
              </a:defRPr>
            </a:lvl9pPr>
          </a:lstStyle>
          <a:p xmlns:a="http://schemas.openxmlformats.org/drawingml/2006/main">
            <a:pPr algn="l">
              <a:lnSpc>
                <a:spcPct val="102000"/>
              </a:lnSpc>
              <a:buNone/>
              <a:defRPr sz="1238" b="0">
                <a:solidFill>
                  <a:srgbClr val="56657A"/>
                </a:solidFill>
                <a:latin typeface="Microsoft YaHei"/>
                <a:ea typeface="Microsoft YaHei"/>
                <a:cs typeface="Microsoft YaHei"/>
              </a:defRPr>
            </a:pPr>
            <a:r>
              <a:rPr sz="1238" b="0">
                <a:solidFill>
                  <a:srgbClr val="56657A"/>
                </a:solidFill>
                <a:latin typeface="Microsoft YaHei"/>
                <a:ea typeface="Microsoft YaHei"/>
                <a:cs typeface="Microsoft YaHei"/>
              </a:rPr>
              <a:t>旧签名 / 权限 / 错误 / 返回与回调</a:t>
            </a:r>
          </a:p>
        </p:txBody>
      </p:sp>
      <p:sp>
        <p:nvSpPr>
          <p:cNvPr id="100" name="target-func-C">
            <a:extLst xmlns:a="http://schemas.openxmlformats.org/drawingml/2006/main">
              <a:ext uri="{FF2B5EF4-FFF2-40B4-BE49-F238E27FC236}">
                <a16:creationId xmlns:a16="http://schemas.microsoft.com/office/drawing/2014/main" id="{46FA4668-EC7C-4C4E-81C7-DD5B6904CC76}"/>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沿用原入口、解析点及完成出口</a:t>
            </a:r>
          </a:p>
        </p:txBody>
      </p:sp>
      <p:sp>
        <p:nvSpPr>
          <p:cNvPr id="101" name="target-node-O">
            <a:extLst xmlns:a="http://schemas.openxmlformats.org/drawingml/2006/main">
              <a:ext uri="{FF2B5EF4-FFF2-40B4-BE49-F238E27FC236}">
                <a16:creationId xmlns:a16="http://schemas.microsoft.com/office/drawing/2014/main" id="{66B41916-0DC6-4B9D-A193-EAD65F373BE8}"/>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102" name="target-title-O">
            <a:extLst xmlns:a="http://schemas.openxmlformats.org/drawingml/2006/main">
              <a:ext uri="{FF2B5EF4-FFF2-40B4-BE49-F238E27FC236}">
                <a16:creationId xmlns:a16="http://schemas.microsoft.com/office/drawing/2014/main" id="{42E34313-B044-4625-832F-142A6E33CDBA}"/>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103" name="target-alias-O">
            <a:extLst xmlns:a="http://schemas.openxmlformats.org/drawingml/2006/main">
              <a:ext uri="{FF2B5EF4-FFF2-40B4-BE49-F238E27FC236}">
                <a16:creationId xmlns:a16="http://schemas.microsoft.com/office/drawing/2014/main" id="{F0AB4BEC-A88A-41F9-BBEE-5D449A4DB291}"/>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104" name="target-func-O">
            <a:extLst xmlns:a="http://schemas.openxmlformats.org/drawingml/2006/main">
              <a:ext uri="{FF2B5EF4-FFF2-40B4-BE49-F238E27FC236}">
                <a16:creationId xmlns:a16="http://schemas.microsoft.com/office/drawing/2014/main" id="{4F54ABAF-5D48-4980-8F1C-9BF1EA45C113}"/>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步骤 / 等待 / 效果</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唯一重试与终态</a:t>
            </a:r>
          </a:p>
        </p:txBody>
      </p:sp>
      <p:sp>
        <p:nvSpPr>
          <p:cNvPr id="105" name="target-node-T">
            <a:extLst xmlns:a="http://schemas.openxmlformats.org/drawingml/2006/main">
              <a:ext uri="{FF2B5EF4-FFF2-40B4-BE49-F238E27FC236}">
                <a16:creationId xmlns:a16="http://schemas.microsoft.com/office/drawing/2014/main" id="{D30D8095-03FA-4C52-B5D4-F36A4F20DCBD}"/>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106" name="target-title-T">
            <a:extLst xmlns:a="http://schemas.openxmlformats.org/drawingml/2006/main">
              <a:ext uri="{FF2B5EF4-FFF2-40B4-BE49-F238E27FC236}">
                <a16:creationId xmlns:a16="http://schemas.microsoft.com/office/drawing/2014/main" id="{F286872B-7442-4DBD-8D2D-338326392C7E}"/>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107" name="target-alias-T">
            <a:extLst xmlns:a="http://schemas.openxmlformats.org/drawingml/2006/main">
              <a:ext uri="{FF2B5EF4-FFF2-40B4-BE49-F238E27FC236}">
                <a16:creationId xmlns:a16="http://schemas.microsoft.com/office/drawing/2014/main" id="{200BD3C6-9CAE-459E-8176-18E21EBC51A8}"/>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108" name="target-func-T">
            <a:extLst xmlns:a="http://schemas.openxmlformats.org/drawingml/2006/main">
              <a:ext uri="{FF2B5EF4-FFF2-40B4-BE49-F238E27FC236}">
                <a16:creationId xmlns:a16="http://schemas.microsoft.com/office/drawing/2014/main" id="{4B655B30-545F-489E-87AA-EEB471BD0D0F}"/>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账户资料与兼容投影</a:t>
            </a:r>
          </a:p>
        </p:txBody>
      </p:sp>
      <p:sp>
        <p:nvSpPr>
          <p:cNvPr id="109" name="target-node-A">
            <a:extLst xmlns:a="http://schemas.openxmlformats.org/drawingml/2006/main">
              <a:ext uri="{FF2B5EF4-FFF2-40B4-BE49-F238E27FC236}">
                <a16:creationId xmlns:a16="http://schemas.microsoft.com/office/drawing/2014/main" id="{895942BD-D328-4282-81B3-D70ACF62F81B}"/>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110" name="target-title-A">
            <a:extLst xmlns:a="http://schemas.openxmlformats.org/drawingml/2006/main">
              <a:ext uri="{FF2B5EF4-FFF2-40B4-BE49-F238E27FC236}">
                <a16:creationId xmlns:a16="http://schemas.microsoft.com/office/drawing/2014/main" id="{8AA44D1A-FC09-46A2-B173-B1D5CAB079A2}"/>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A 角色与资源</a:t>
            </a:r>
          </a:p>
        </p:txBody>
      </p:sp>
      <p:sp>
        <p:nvSpPr>
          <p:cNvPr id="111" name="target-alias-A">
            <a:extLst xmlns:a="http://schemas.openxmlformats.org/drawingml/2006/main">
              <a:ext uri="{FF2B5EF4-FFF2-40B4-BE49-F238E27FC236}">
                <a16:creationId xmlns:a16="http://schemas.microsoft.com/office/drawing/2014/main" id="{462BC871-F189-4DA3-9EF2-5C301B12BEED}"/>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AssignmentService</a:t>
            </a:r>
          </a:p>
        </p:txBody>
      </p:sp>
      <p:sp>
        <p:nvSpPr>
          <p:cNvPr id="112" name="target-func-A">
            <a:extLst xmlns:a="http://schemas.openxmlformats.org/drawingml/2006/main">
              <a:ext uri="{FF2B5EF4-FFF2-40B4-BE49-F238E27FC236}">
                <a16:creationId xmlns:a16="http://schemas.microsoft.com/office/drawing/2014/main" id="{4A17A628-B1DA-4EE5-8EB3-7D2E2AA8E07D}"/>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Primary / Data 角色</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意图 / 参数 / 观察</a:t>
            </a:r>
          </a:p>
        </p:txBody>
      </p:sp>
      <p:sp>
        <p:nvSpPr>
          <p:cNvPr id="113" name="target-node-DO">
            <a:extLst xmlns:a="http://schemas.openxmlformats.org/drawingml/2006/main">
              <a:ext uri="{FF2B5EF4-FFF2-40B4-BE49-F238E27FC236}">
                <a16:creationId xmlns:a16="http://schemas.microsoft.com/office/drawing/2014/main" id="{600C9A6E-4739-4A12-B5E9-ED260DB8F550}"/>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114" name="target-title-DO">
            <a:extLst xmlns:a="http://schemas.openxmlformats.org/drawingml/2006/main">
              <a:ext uri="{FF2B5EF4-FFF2-40B4-BE49-F238E27FC236}">
                <a16:creationId xmlns:a16="http://schemas.microsoft.com/office/drawing/2014/main" id="{EAF87125-7B8F-4F44-B39F-6C570A996B97}"/>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OperationContext</a:t>
            </a:r>
          </a:p>
        </p:txBody>
      </p:sp>
      <p:sp>
        <p:nvSpPr>
          <p:cNvPr id="115" name="target-func-DO">
            <a:extLst xmlns:a="http://schemas.openxmlformats.org/drawingml/2006/main">
              <a:ext uri="{FF2B5EF4-FFF2-40B4-BE49-F238E27FC236}">
                <a16:creationId xmlns:a16="http://schemas.microsoft.com/office/drawing/2014/main" id="{98E0C7AE-2EDD-4D2F-9EC3-C1B100907F1B}"/>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纯操作状态 / 值对象</a:t>
            </a:r>
          </a:p>
        </p:txBody>
      </p:sp>
      <p:sp>
        <p:nvSpPr>
          <p:cNvPr id="116" name="target-node-DT">
            <a:extLst xmlns:a="http://schemas.openxmlformats.org/drawingml/2006/main">
              <a:ext uri="{FF2B5EF4-FFF2-40B4-BE49-F238E27FC236}">
                <a16:creationId xmlns:a16="http://schemas.microsoft.com/office/drawing/2014/main" id="{C11C2BD2-5FE3-4BC3-9B6A-73EC0C47ED95}"/>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117" name="target-title-DT">
            <a:extLst xmlns:a="http://schemas.openxmlformats.org/drawingml/2006/main">
              <a:ext uri="{FF2B5EF4-FFF2-40B4-BE49-F238E27FC236}">
                <a16:creationId xmlns:a16="http://schemas.microsoft.com/office/drawing/2014/main" id="{6E7D5C24-E31B-4CDD-9095-9CBB5F700646}"/>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TopologyAggregate</a:t>
            </a:r>
          </a:p>
        </p:txBody>
      </p:sp>
      <p:sp>
        <p:nvSpPr>
          <p:cNvPr id="118" name="target-func-DT">
            <a:extLst xmlns:a="http://schemas.openxmlformats.org/drawingml/2006/main">
              <a:ext uri="{FF2B5EF4-FFF2-40B4-BE49-F238E27FC236}">
                <a16:creationId xmlns:a16="http://schemas.microsoft.com/office/drawing/2014/main" id="{04B955BF-B7AB-4BEC-9979-F02B69DE2E1B}"/>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纯账户 / 绑定规则</a:t>
            </a:r>
          </a:p>
        </p:txBody>
      </p:sp>
      <p:sp>
        <p:nvSpPr>
          <p:cNvPr id="119" name="target-node-DA">
            <a:extLst xmlns:a="http://schemas.openxmlformats.org/drawingml/2006/main">
              <a:ext uri="{FF2B5EF4-FFF2-40B4-BE49-F238E27FC236}">
                <a16:creationId xmlns:a16="http://schemas.microsoft.com/office/drawing/2014/main" id="{CACE324D-223E-4002-B928-3AC15060B257}"/>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120" name="target-title-DA">
            <a:extLst xmlns:a="http://schemas.openxmlformats.org/drawingml/2006/main">
              <a:ext uri="{FF2B5EF4-FFF2-40B4-BE49-F238E27FC236}">
                <a16:creationId xmlns:a16="http://schemas.microsoft.com/office/drawing/2014/main" id="{FADD2504-F815-488D-B1C8-70DC4E6EC03C}"/>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AssignmentPolicy</a:t>
            </a:r>
          </a:p>
        </p:txBody>
      </p:sp>
      <p:sp>
        <p:nvSpPr>
          <p:cNvPr id="121" name="target-func-DA">
            <a:extLst xmlns:a="http://schemas.openxmlformats.org/drawingml/2006/main">
              <a:ext uri="{FF2B5EF4-FFF2-40B4-BE49-F238E27FC236}">
                <a16:creationId xmlns:a16="http://schemas.microsoft.com/office/drawing/2014/main" id="{27E97AC9-16D9-40DF-B508-CDAEAE2FF74C}"/>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纯角色 / 资源约束</a:t>
            </a:r>
          </a:p>
        </p:txBody>
      </p:sp>
      <p:sp>
        <p:nvSpPr>
          <p:cNvPr id="122" name="target-node-R">
            <a:extLst xmlns:a="http://schemas.openxmlformats.org/drawingml/2006/main">
              <a:ext uri="{FF2B5EF4-FFF2-40B4-BE49-F238E27FC236}">
                <a16:creationId xmlns:a16="http://schemas.microsoft.com/office/drawing/2014/main" id="{2253CB12-BD37-4AF4-B610-F5583BED2557}"/>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123" name="target-title-R">
            <a:extLst xmlns:a="http://schemas.openxmlformats.org/drawingml/2006/main">
              <a:ext uri="{FF2B5EF4-FFF2-40B4-BE49-F238E27FC236}">
                <a16:creationId xmlns:a16="http://schemas.microsoft.com/office/drawing/2014/main" id="{138146E6-3FC8-4EE4-A805-9612C87ABEB1}"/>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124" name="target-func-R">
            <a:extLst xmlns:a="http://schemas.openxmlformats.org/drawingml/2006/main">
              <a:ext uri="{FF2B5EF4-FFF2-40B4-BE49-F238E27FC236}">
                <a16:creationId xmlns:a16="http://schemas.microsoft.com/office/drawing/2014/main" id="{0EB6D4F6-340C-431C-BA17-233435E4507D}"/>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Session / Request / 卡侧缓存</a:t>
            </a:r>
          </a:p>
        </p:txBody>
      </p:sp>
      <p:sp>
        <p:nvSpPr>
          <p:cNvPr id="125" name="target-node-I">
            <a:extLst xmlns:a="http://schemas.openxmlformats.org/drawingml/2006/main">
              <a:ext uri="{FF2B5EF4-FFF2-40B4-BE49-F238E27FC236}">
                <a16:creationId xmlns:a16="http://schemas.microsoft.com/office/drawing/2014/main" id="{CE6E3078-B7F2-4DA7-89BE-28FFB26F31CD}"/>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126" name="target-title-I">
            <a:extLst xmlns:a="http://schemas.openxmlformats.org/drawingml/2006/main">
              <a:ext uri="{FF2B5EF4-FFF2-40B4-BE49-F238E27FC236}">
                <a16:creationId xmlns:a16="http://schemas.microsoft.com/office/drawing/2014/main" id="{3B229F65-EF04-4582-AA94-286CFCD1E9A2}"/>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I 技术适配</a:t>
            </a:r>
          </a:p>
        </p:txBody>
      </p:sp>
      <p:sp>
        <p:nvSpPr>
          <p:cNvPr id="127" name="target-func-I">
            <a:extLst xmlns:a="http://schemas.openxmlformats.org/drawingml/2006/main">
              <a:ext uri="{FF2B5EF4-FFF2-40B4-BE49-F238E27FC236}">
                <a16:creationId xmlns:a16="http://schemas.microsoft.com/office/drawing/2014/main" id="{8A65BA82-9475-4738-8894-4151E7E31CE0}"/>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DataShare / 参数 / Hook</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按原协议存储与输出</a:t>
            </a:r>
          </a:p>
        </p:txBody>
      </p:sp>
      <p:sp>
        <p:nvSpPr>
          <p:cNvPr id="128" name="host-note">
            <a:extLst xmlns:a="http://schemas.openxmlformats.org/drawingml/2006/main">
              <a:ext uri="{FF2B5EF4-FFF2-40B4-BE49-F238E27FC236}">
                <a16:creationId xmlns:a16="http://schemas.microsoft.com/office/drawing/2014/main" id="{7BC590DC-CEB9-4E56-BBD4-5B29BE93785B}"/>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129" name="invariant-rule">
            <a:extLst xmlns:a="http://schemas.openxmlformats.org/drawingml/2006/main">
              <a:ext uri="{FF2B5EF4-FFF2-40B4-BE49-F238E27FC236}">
                <a16:creationId xmlns:a16="http://schemas.microsoft.com/office/drawing/2014/main" id="{838AAF19-FB55-409B-9E00-6F8F58561B66}"/>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30" name="invariant">
            <a:extLst xmlns:a="http://schemas.openxmlformats.org/drawingml/2006/main">
              <a:ext uri="{FF2B5EF4-FFF2-40B4-BE49-F238E27FC236}">
                <a16:creationId xmlns:a16="http://schemas.microsoft.com/office/drawing/2014/main" id="{89E5C65F-B04A-4774-BB43-33A845473EC8}"/>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保持：参数预写与有条件恢复、原重试节点、Primary → Data 联动；不承诺设备自动回滚。</a:t>
            </a:r>
          </a:p>
        </p:txBody>
      </p:sp>
      <p:sp>
        <p:nvSpPr>
          <p:cNvPr id="131" name="footer">
            <a:extLst xmlns:a="http://schemas.openxmlformats.org/drawingml/2006/main">
              <a:ext uri="{FF2B5EF4-FFF2-40B4-BE49-F238E27FC236}">
                <a16:creationId xmlns:a16="http://schemas.microsoft.com/office/drawing/2014/main" id="{30A3D36B-90EC-4DA2-8655-2C4C310D8327}"/>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32" name="page-number">
            <a:extLst xmlns:a="http://schemas.openxmlformats.org/drawingml/2006/main">
              <a:ext uri="{FF2B5EF4-FFF2-40B4-BE49-F238E27FC236}">
                <a16:creationId xmlns:a16="http://schemas.microsoft.com/office/drawing/2014/main" id="{F42EDBDC-2621-462D-940F-A45038041E90}"/>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主卡 / 概览</a:t>
            </a:r>
          </a:p>
        </p:txBody>
      </p:sp>
    </p:spTree>
    <p:extLst>
      <p:ext uri="{BB962C8B-B14F-4D97-AF65-F5344CB8AC3E}">
        <p14:creationId xmlns:p14="http://schemas.microsoft.com/office/powerpoint/2010/main" val="1530081542"/>
      </p:ext>
    </p:extLst>
  </p:cSld>
  <p:transition spd="fast" advClick="0">
    <p:fade/>
  </p:transition>
</p:sld>
</file>

<file path=ppt/slides/slide33.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3" name="accent">
            <a:extLst xmlns:a="http://schemas.openxmlformats.org/drawingml/2006/main">
              <a:ext uri="{FF2B5EF4-FFF2-40B4-BE49-F238E27FC236}">
                <a16:creationId xmlns:a16="http://schemas.microsoft.com/office/drawing/2014/main" id="{DF2DEBE6-2746-4E17-AD6F-A1760194FDFF}"/>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029FBFC7-AE63-4D05-8572-9C58C511DBC1}"/>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8DBAC7D0-F9A4-4986-9E98-DD221FE813CC}"/>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62047DD6-05D7-42AE-9F41-F0FAB3FFE4D9}"/>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39506370-664D-4988-93AB-ABBF43FE7F3A}"/>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898A4C01-CB7B-4392-8DBC-511A309C7F71}"/>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D7A4BA35-267C-40F1-86C8-41007A41C8B2}"/>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64F9E3F4-8846-4716-A6BB-057FA1B86DE6}"/>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111A23E1-8985-4BF6-83E0-B19C51E6D448}"/>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E4A4D263-50C2-489D-8101-4740503B2417}"/>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604371C2-ACF1-490E-9498-C9BAC19271A9}"/>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0414ACEF-BE8C-4866-B81E-5179201AE411}"/>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42DC0F2E-36C1-4E71-9726-EDD6F3A70E49}"/>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D9810A71-A48A-4037-B86C-D9B258268628}"/>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9CAE2777-3315-46C2-8189-3ED0370D9C1A}"/>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4CC3FD00-7070-49DA-8CEE-154D688D2FA5}"/>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95DC1AC3-97C2-45B7-8B4E-32963635F9BA}"/>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175A0A9C-FFBF-450D-B355-9DEBE80FEE6A}"/>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A458AE40-3E51-43DF-A57B-3C82F79067BA}"/>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63B27C9A-7AC8-444A-A60E-1E41552A2468}"/>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① 入口：C 保留 slot 参数及分支；本页展示普通协议切换，特殊槽与免重启分支需分别保留。</a:t>
            </a:r>
          </a:p>
        </p:txBody>
      </p:sp>
      <p:sp>
        <p:nvSpPr>
          <p:cNvPr id="21" name="top-rule">
            <a:extLst xmlns:a="http://schemas.openxmlformats.org/drawingml/2006/main">
              <a:ext uri="{FF2B5EF4-FFF2-40B4-BE49-F238E27FC236}">
                <a16:creationId xmlns:a16="http://schemas.microsoft.com/office/drawing/2014/main" id="{881FEB0B-3FDD-4A25-BCF0-EB35800C73B2}"/>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0F10DBF2-FF44-455F-909B-2E3B588FAE16}"/>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6D5786DF-F282-4A76-9294-FF5568596201}"/>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B1C1503E-E464-40FC-89F4-4F5111EE55DD}"/>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EK">
            <a:extLst xmlns:a="http://schemas.openxmlformats.org/drawingml/2006/main">
              <a:ext uri="{FF2B5EF4-FFF2-40B4-BE49-F238E27FC236}">
                <a16:creationId xmlns:a16="http://schemas.microsoft.com/office/drawing/2014/main" id="{4C088FBD-23C4-47AC-8679-9A47ACD8406B}"/>
              </a:ext>
            </a:extLst>
          </p:cNvPr>
          <p:cNvSpPr>
            <a:spLocks xmlns:a="http://schemas.openxmlformats.org/drawingml/2006/main" noGrp="1"/>
          </p:cNvSpPr>
          <p:nvPr/>
        </p:nvSpPr>
        <p:spPr>
          <a:xfrm xmlns:a="http://schemas.openxmlformats.org/drawingml/2006/main">
            <a:off x="1747838" y="3190875"/>
            <a:ext cx="9525" cy="200025"/>
          </a:xfrm>
          <a:custGeom xmlns:a="http://schemas.openxmlformats.org/drawingml/2006/main">
            <a:pathLst>
              <a:path w="9525" h="200025">
                <a:moveTo>
                  <a:pt x="4763" y="0"/>
                </a:moveTo>
                <a:lnTo>
                  <a:pt x="4763" y="200025"/>
                </a:lnTo>
              </a:path>
            </a:pathLst>
          </a:custGeom>
          <a:noFill xmlns:a="http://schemas.openxmlformats.org/drawingml/2006/main"/>
          <a:ln xmlns:a="http://schemas.openxmlformats.org/drawingml/2006/main" w="17145">
            <a:solidFill>
              <a:srgbClr val="246AB8"/>
            </a:solidFill>
            <a:prstDash val="solid"/>
          </a:ln>
        </p:spPr>
      </p:sp>
      <p:sp>
        <p:nvSpPr>
          <p:cNvPr id="26" name="legacy-edge-EK-head">
            <a:extLst xmlns:a="http://schemas.openxmlformats.org/drawingml/2006/main">
              <a:ext uri="{FF2B5EF4-FFF2-40B4-BE49-F238E27FC236}">
                <a16:creationId xmlns:a16="http://schemas.microsoft.com/office/drawing/2014/main" id="{BB1BB32F-3D56-4865-A10E-6587AC99BA02}"/>
              </a:ext>
            </a:extLst>
          </p:cNvPr>
          <p:cNvSpPr>
            <a:spLocks xmlns:a="http://schemas.openxmlformats.org/drawingml/2006/main" noGrp="1"/>
          </p:cNvSpPr>
          <p:nvPr/>
        </p:nvSpPr>
        <p:spPr>
          <a:xfrm xmlns:a="http://schemas.openxmlformats.org/drawingml/2006/main">
            <a:off x="1724025" y="33337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EK">
            <a:extLst xmlns:a="http://schemas.openxmlformats.org/drawingml/2006/main">
              <a:ext uri="{FF2B5EF4-FFF2-40B4-BE49-F238E27FC236}">
                <a16:creationId xmlns:a16="http://schemas.microsoft.com/office/drawing/2014/main" id="{CBBE76CD-844B-40B7-8EE9-ACC185A4C0EE}"/>
              </a:ext>
            </a:extLst>
          </p:cNvPr>
          <p:cNvSpPr>
            <a:spLocks xmlns:a="http://schemas.openxmlformats.org/drawingml/2006/main" noGrp="1"/>
          </p:cNvSpPr>
          <p:nvPr/>
        </p:nvSpPr>
        <p:spPr>
          <a:xfrm xmlns:a="http://schemas.openxmlformats.org/drawingml/2006/main">
            <a:off x="1838325" y="3190875"/>
            <a:ext cx="4572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①②</a:t>
            </a:r>
          </a:p>
        </p:txBody>
      </p:sp>
      <p:sp>
        <p:nvSpPr>
          <p:cNvPr id="28" name="legacy-node-E">
            <a:extLst xmlns:a="http://schemas.openxmlformats.org/drawingml/2006/main">
              <a:ext uri="{FF2B5EF4-FFF2-40B4-BE49-F238E27FC236}">
                <a16:creationId xmlns:a16="http://schemas.microsoft.com/office/drawing/2014/main" id="{B4D1BFD6-D338-437B-BFBF-E7AF63AF20E1}"/>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EAF1FB"/>
          </a:solidFill>
          <a:ln xmlns:a="http://schemas.openxmlformats.org/drawingml/2006/main" w="14288">
            <a:solidFill>
              <a:srgbClr val="246AB8"/>
            </a:solidFill>
            <a:prstDash val="solid"/>
          </a:ln>
        </p:spPr>
      </p:sp>
      <p:sp>
        <p:nvSpPr>
          <p:cNvPr id="29" name="legacy-title-E">
            <a:extLst xmlns:a="http://schemas.openxmlformats.org/drawingml/2006/main">
              <a:ext uri="{FF2B5EF4-FFF2-40B4-BE49-F238E27FC236}">
                <a16:creationId xmlns:a16="http://schemas.microsoft.com/office/drawing/2014/main" id="{730810AC-3CAB-48A5-BD2E-D965D153E915}"/>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7263A"/>
                </a:solidFill>
                <a:latin typeface="Microsoft YaHei"/>
                <a:ea typeface="Microsoft YaHei"/>
                <a:cs typeface="Microsoft YaHei"/>
              </a:defRPr>
            </a:defPPr>
            <a:lvl1pPr algn="l">
              <a:defRPr sz="1650" b="1">
                <a:solidFill>
                  <a:srgbClr val="17263A"/>
                </a:solidFill>
                <a:latin typeface="Microsoft YaHei"/>
                <a:ea typeface="Microsoft YaHei"/>
                <a:cs typeface="Microsoft YaHei"/>
              </a:defRPr>
            </a:lvl1pPr>
            <a:lvl2pPr algn="l">
              <a:defRPr sz="1650" b="1">
                <a:solidFill>
                  <a:srgbClr val="17263A"/>
                </a:solidFill>
                <a:latin typeface="Microsoft YaHei"/>
                <a:ea typeface="Microsoft YaHei"/>
                <a:cs typeface="Microsoft YaHei"/>
              </a:defRPr>
            </a:lvl2pPr>
            <a:lvl3pPr algn="l">
              <a:defRPr sz="1650" b="1">
                <a:solidFill>
                  <a:srgbClr val="17263A"/>
                </a:solidFill>
                <a:latin typeface="Microsoft YaHei"/>
                <a:ea typeface="Microsoft YaHei"/>
                <a:cs typeface="Microsoft YaHei"/>
              </a:defRPr>
            </a:lvl3pPr>
            <a:lvl4pPr algn="l">
              <a:defRPr sz="1650" b="1">
                <a:solidFill>
                  <a:srgbClr val="17263A"/>
                </a:solidFill>
                <a:latin typeface="Microsoft YaHei"/>
                <a:ea typeface="Microsoft YaHei"/>
                <a:cs typeface="Microsoft YaHei"/>
              </a:defRPr>
            </a:lvl4pPr>
            <a:lvl5pPr algn="l">
              <a:defRPr sz="1650" b="1">
                <a:solidFill>
                  <a:srgbClr val="17263A"/>
                </a:solidFill>
                <a:latin typeface="Microsoft YaHei"/>
                <a:ea typeface="Microsoft YaHei"/>
                <a:cs typeface="Microsoft YaHei"/>
              </a:defRPr>
            </a:lvl5pPr>
            <a:lvl6pPr algn="l">
              <a:defRPr sz="1650" b="1">
                <a:solidFill>
                  <a:srgbClr val="17263A"/>
                </a:solidFill>
                <a:latin typeface="Microsoft YaHei"/>
                <a:ea typeface="Microsoft YaHei"/>
                <a:cs typeface="Microsoft YaHei"/>
              </a:defRPr>
            </a:lvl6pPr>
            <a:lvl7pPr algn="l">
              <a:defRPr sz="1650" b="1">
                <a:solidFill>
                  <a:srgbClr val="17263A"/>
                </a:solidFill>
                <a:latin typeface="Microsoft YaHei"/>
                <a:ea typeface="Microsoft YaHei"/>
                <a:cs typeface="Microsoft YaHei"/>
              </a:defRPr>
            </a:lvl7pPr>
            <a:lvl8pPr algn="l">
              <a:defRPr sz="1650" b="1">
                <a:solidFill>
                  <a:srgbClr val="17263A"/>
                </a:solidFill>
                <a:latin typeface="Microsoft YaHei"/>
                <a:ea typeface="Microsoft YaHei"/>
                <a:cs typeface="Microsoft YaHei"/>
              </a:defRPr>
            </a:lvl8pPr>
            <a:lvl9pPr algn="l">
              <a:defRPr sz="1650" b="1">
                <a:solidFill>
                  <a:srgbClr val="17263A"/>
                </a:solidFill>
                <a:latin typeface="Microsoft YaHei"/>
                <a:ea typeface="Microsoft YaHei"/>
                <a:cs typeface="Microsoft YaHei"/>
              </a:defRPr>
            </a:lvl9pPr>
          </a:lstStyle>
          <a:p xmlns:a="http://schemas.openxmlformats.org/drawingml/2006/main">
            <a:pPr algn="l">
              <a:lnSpc>
                <a:spcPct val="102000"/>
              </a:lnSpc>
              <a:buNone/>
              <a:defRPr sz="1650" b="1">
                <a:solidFill>
                  <a:srgbClr val="17263A"/>
                </a:solidFill>
                <a:latin typeface="Microsoft YaHei"/>
                <a:ea typeface="Microsoft YaHei"/>
                <a:cs typeface="Microsoft YaHei"/>
              </a:defRPr>
            </a:pPr>
            <a:r>
              <a:rPr sz="1650" b="1">
                <a:solidFill>
                  <a:srgbClr val="17263A"/>
                </a:solidFill>
                <a:latin typeface="Microsoft YaHei"/>
                <a:ea typeface="Microsoft YaHei"/>
                <a:cs typeface="Microsoft YaHei"/>
              </a:rPr>
              <a:t>CoreServiceSim → SimManager</a:t>
            </a:r>
          </a:p>
        </p:txBody>
      </p:sp>
      <p:sp>
        <p:nvSpPr>
          <p:cNvPr id="30" name="legacy-line-bg-E-0">
            <a:extLst xmlns:a="http://schemas.openxmlformats.org/drawingml/2006/main">
              <a:ext uri="{FF2B5EF4-FFF2-40B4-BE49-F238E27FC236}">
                <a16:creationId xmlns:a16="http://schemas.microsoft.com/office/drawing/2014/main" id="{0B2A24A8-8BD2-4B5F-A63E-75986547CEB9}"/>
              </a:ext>
            </a:extLst>
          </p:cNvPr>
          <p:cNvSpPr>
            <a:spLocks xmlns:a="http://schemas.openxmlformats.org/drawingml/2006/main" noGrp="1"/>
          </p:cNvSpPr>
          <p:nvPr/>
        </p:nvSpPr>
        <p:spPr>
          <a:xfrm xmlns:a="http://schemas.openxmlformats.org/drawingml/2006/main">
            <a:off x="561975" y="2952750"/>
            <a:ext cx="51244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31" name="legacy-line-E-0">
            <a:extLst xmlns:a="http://schemas.openxmlformats.org/drawingml/2006/main">
              <a:ext uri="{FF2B5EF4-FFF2-40B4-BE49-F238E27FC236}">
                <a16:creationId xmlns:a16="http://schemas.microsoft.com/office/drawing/2014/main" id="{2805CCE8-D39D-4A5C-8792-F66BDE980C7B}"/>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17263A"/>
                </a:solidFill>
                <a:latin typeface="Microsoft YaHei"/>
                <a:ea typeface="Microsoft YaHei"/>
                <a:cs typeface="Microsoft YaHei"/>
              </a:defRPr>
            </a:defPPr>
            <a:lvl1pPr algn="l">
              <a:defRPr sz="1275" b="1">
                <a:solidFill>
                  <a:srgbClr val="17263A"/>
                </a:solidFill>
                <a:latin typeface="Microsoft YaHei"/>
                <a:ea typeface="Microsoft YaHei"/>
                <a:cs typeface="Microsoft YaHei"/>
              </a:defRPr>
            </a:lvl1pPr>
            <a:lvl2pPr algn="l">
              <a:defRPr sz="1275" b="1">
                <a:solidFill>
                  <a:srgbClr val="17263A"/>
                </a:solidFill>
                <a:latin typeface="Microsoft YaHei"/>
                <a:ea typeface="Microsoft YaHei"/>
                <a:cs typeface="Microsoft YaHei"/>
              </a:defRPr>
            </a:lvl2pPr>
            <a:lvl3pPr algn="l">
              <a:defRPr sz="1275" b="1">
                <a:solidFill>
                  <a:srgbClr val="17263A"/>
                </a:solidFill>
                <a:latin typeface="Microsoft YaHei"/>
                <a:ea typeface="Microsoft YaHei"/>
                <a:cs typeface="Microsoft YaHei"/>
              </a:defRPr>
            </a:lvl3pPr>
            <a:lvl4pPr algn="l">
              <a:defRPr sz="1275" b="1">
                <a:solidFill>
                  <a:srgbClr val="17263A"/>
                </a:solidFill>
                <a:latin typeface="Microsoft YaHei"/>
                <a:ea typeface="Microsoft YaHei"/>
                <a:cs typeface="Microsoft YaHei"/>
              </a:defRPr>
            </a:lvl4pPr>
            <a:lvl5pPr algn="l">
              <a:defRPr sz="1275" b="1">
                <a:solidFill>
                  <a:srgbClr val="17263A"/>
                </a:solidFill>
                <a:latin typeface="Microsoft YaHei"/>
                <a:ea typeface="Microsoft YaHei"/>
                <a:cs typeface="Microsoft YaHei"/>
              </a:defRPr>
            </a:lvl5pPr>
            <a:lvl6pPr algn="l">
              <a:defRPr sz="1275" b="1">
                <a:solidFill>
                  <a:srgbClr val="17263A"/>
                </a:solidFill>
                <a:latin typeface="Microsoft YaHei"/>
                <a:ea typeface="Microsoft YaHei"/>
                <a:cs typeface="Microsoft YaHei"/>
              </a:defRPr>
            </a:lvl6pPr>
            <a:lvl7pPr algn="l">
              <a:defRPr sz="1275" b="1">
                <a:solidFill>
                  <a:srgbClr val="17263A"/>
                </a:solidFill>
                <a:latin typeface="Microsoft YaHei"/>
                <a:ea typeface="Microsoft YaHei"/>
                <a:cs typeface="Microsoft YaHei"/>
              </a:defRPr>
            </a:lvl7pPr>
            <a:lvl8pPr algn="l">
              <a:defRPr sz="1275" b="1">
                <a:solidFill>
                  <a:srgbClr val="17263A"/>
                </a:solidFill>
                <a:latin typeface="Microsoft YaHei"/>
                <a:ea typeface="Microsoft YaHei"/>
                <a:cs typeface="Microsoft YaHei"/>
              </a:defRPr>
            </a:lvl8pPr>
            <a:lvl9pPr algn="l">
              <a:defRPr sz="1275" b="1">
                <a:solidFill>
                  <a:srgbClr val="17263A"/>
                </a:solidFill>
                <a:latin typeface="Microsoft YaHei"/>
                <a:ea typeface="Microsoft YaHei"/>
                <a:cs typeface="Microsoft YaHei"/>
              </a:defRPr>
            </a:lvl9pPr>
          </a:lstStyle>
          <a:p xmlns:a="http://schemas.openxmlformats.org/drawingml/2006/main">
            <a:pPr algn="l">
              <a:lnSpc>
                <a:spcPct val="102000"/>
              </a:lnSpc>
              <a:buNone/>
              <a:defRPr sz="1275" b="1">
                <a:solidFill>
                  <a:srgbClr val="17263A"/>
                </a:solidFill>
                <a:latin typeface="Microsoft YaHei"/>
                <a:ea typeface="Microsoft YaHei"/>
                <a:cs typeface="Microsoft YaHei"/>
              </a:defRPr>
            </a:pPr>
            <a:r>
              <a:rPr sz="1275" b="1">
                <a:solidFill>
                  <a:srgbClr val="17263A"/>
                </a:solidFill>
                <a:latin typeface="Microsoft YaHei"/>
                <a:ea typeface="Microsoft YaHei"/>
                <a:cs typeface="Microsoft YaHei"/>
              </a:rPr>
              <a:t>slotId / isUserSet；普通协议切换路径</a:t>
            </a:r>
          </a:p>
        </p:txBody>
      </p:sp>
      <p:sp>
        <p:nvSpPr>
          <p:cNvPr id="32" name="legacy-node-K">
            <a:extLst xmlns:a="http://schemas.openxmlformats.org/drawingml/2006/main">
              <a:ext uri="{FF2B5EF4-FFF2-40B4-BE49-F238E27FC236}">
                <a16:creationId xmlns:a16="http://schemas.microsoft.com/office/drawing/2014/main" id="{1E5C2210-F230-4A1B-A1E8-82AFDA684A5B}"/>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3" name="legacy-title-K">
            <a:extLst xmlns:a="http://schemas.openxmlformats.org/drawingml/2006/main">
              <a:ext uri="{FF2B5EF4-FFF2-40B4-BE49-F238E27FC236}">
                <a16:creationId xmlns:a16="http://schemas.microsoft.com/office/drawing/2014/main" id="{167B5281-8C55-4C42-91DA-332244D6022F}"/>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4" name="legacy-alias-K">
            <a:extLst xmlns:a="http://schemas.openxmlformats.org/drawingml/2006/main">
              <a:ext uri="{FF2B5EF4-FFF2-40B4-BE49-F238E27FC236}">
                <a16:creationId xmlns:a16="http://schemas.microsoft.com/office/drawing/2014/main" id="{B461D18B-5D64-4FE4-BEC3-2FAEEF2F1039}"/>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参数、协议、重试与 Data 同处</a:t>
            </a:r>
          </a:p>
        </p:txBody>
      </p:sp>
      <p:sp>
        <p:nvSpPr>
          <p:cNvPr id="35" name="legacy-line-K-0">
            <a:extLst xmlns:a="http://schemas.openxmlformats.org/drawingml/2006/main">
              <a:ext uri="{FF2B5EF4-FFF2-40B4-BE49-F238E27FC236}">
                <a16:creationId xmlns:a16="http://schemas.microsoft.com/office/drawing/2014/main" id="{F40E8467-7270-4D6B-9CA8-A9791DAF67C0}"/>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SavePrimaryCardInfo</a:t>
            </a:r>
          </a:p>
        </p:txBody>
      </p:sp>
      <p:sp>
        <p:nvSpPr>
          <p:cNvPr id="36" name="legacy-line-K-1">
            <a:extLst xmlns:a="http://schemas.openxmlformats.org/drawingml/2006/main">
              <a:ext uri="{FF2B5EF4-FFF2-40B4-BE49-F238E27FC236}">
                <a16:creationId xmlns:a16="http://schemas.microsoft.com/office/drawing/2014/main" id="{F23D98C1-5C51-4C28-AC1D-A8DFF00957C8}"/>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接收协议结果 / 维护进度</a:t>
            </a:r>
          </a:p>
        </p:txBody>
      </p:sp>
      <p:sp>
        <p:nvSpPr>
          <p:cNvPr id="37" name="legacy-line-K-2">
            <a:extLst xmlns:a="http://schemas.openxmlformats.org/drawingml/2006/main">
              <a:ext uri="{FF2B5EF4-FFF2-40B4-BE49-F238E27FC236}">
                <a16:creationId xmlns:a16="http://schemas.microsoft.com/office/drawing/2014/main" id="{4336200F-08A3-4A30-91DD-30E49A9CE522}"/>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广播后联动默认 Data</a:t>
            </a:r>
          </a:p>
        </p:txBody>
      </p:sp>
      <p:sp>
        <p:nvSpPr>
          <p:cNvPr id="38" name="legacy-node-R">
            <a:extLst xmlns:a="http://schemas.openxmlformats.org/drawingml/2006/main">
              <a:ext uri="{FF2B5EF4-FFF2-40B4-BE49-F238E27FC236}">
                <a16:creationId xmlns:a16="http://schemas.microsoft.com/office/drawing/2014/main" id="{2BA17855-AD27-43B4-93A6-8030E78FB0E9}"/>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9525">
            <a:solidFill>
              <a:srgbClr val="CDD8E6"/>
            </a:solidFill>
            <a:prstDash val="solid"/>
          </a:ln>
        </p:spPr>
      </p:sp>
      <p:sp>
        <p:nvSpPr>
          <p:cNvPr id="39" name="legacy-title-R">
            <a:extLst xmlns:a="http://schemas.openxmlformats.org/drawingml/2006/main">
              <a:ext uri="{FF2B5EF4-FFF2-40B4-BE49-F238E27FC236}">
                <a16:creationId xmlns:a16="http://schemas.microsoft.com/office/drawing/2014/main" id="{4D7A3F20-5152-4436-889D-968E59FA1D3B}"/>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778599"/>
                </a:solidFill>
                <a:latin typeface="Microsoft YaHei"/>
                <a:ea typeface="Microsoft YaHei"/>
                <a:cs typeface="Microsoft YaHei"/>
              </a:defRPr>
            </a:defPPr>
            <a:lvl1pPr algn="l">
              <a:defRPr sz="1380" b="1">
                <a:solidFill>
                  <a:srgbClr val="778599"/>
                </a:solidFill>
                <a:latin typeface="Microsoft YaHei"/>
                <a:ea typeface="Microsoft YaHei"/>
                <a:cs typeface="Microsoft YaHei"/>
              </a:defRPr>
            </a:lvl1pPr>
            <a:lvl2pPr algn="l">
              <a:defRPr sz="1380" b="1">
                <a:solidFill>
                  <a:srgbClr val="778599"/>
                </a:solidFill>
                <a:latin typeface="Microsoft YaHei"/>
                <a:ea typeface="Microsoft YaHei"/>
                <a:cs typeface="Microsoft YaHei"/>
              </a:defRPr>
            </a:lvl2pPr>
            <a:lvl3pPr algn="l">
              <a:defRPr sz="1380" b="1">
                <a:solidFill>
                  <a:srgbClr val="778599"/>
                </a:solidFill>
                <a:latin typeface="Microsoft YaHei"/>
                <a:ea typeface="Microsoft YaHei"/>
                <a:cs typeface="Microsoft YaHei"/>
              </a:defRPr>
            </a:lvl3pPr>
            <a:lvl4pPr algn="l">
              <a:defRPr sz="1380" b="1">
                <a:solidFill>
                  <a:srgbClr val="778599"/>
                </a:solidFill>
                <a:latin typeface="Microsoft YaHei"/>
                <a:ea typeface="Microsoft YaHei"/>
                <a:cs typeface="Microsoft YaHei"/>
              </a:defRPr>
            </a:lvl4pPr>
            <a:lvl5pPr algn="l">
              <a:defRPr sz="1380" b="1">
                <a:solidFill>
                  <a:srgbClr val="778599"/>
                </a:solidFill>
                <a:latin typeface="Microsoft YaHei"/>
                <a:ea typeface="Microsoft YaHei"/>
                <a:cs typeface="Microsoft YaHei"/>
              </a:defRPr>
            </a:lvl5pPr>
            <a:lvl6pPr algn="l">
              <a:defRPr sz="1380" b="1">
                <a:solidFill>
                  <a:srgbClr val="778599"/>
                </a:solidFill>
                <a:latin typeface="Microsoft YaHei"/>
                <a:ea typeface="Microsoft YaHei"/>
                <a:cs typeface="Microsoft YaHei"/>
              </a:defRPr>
            </a:lvl6pPr>
            <a:lvl7pPr algn="l">
              <a:defRPr sz="1380" b="1">
                <a:solidFill>
                  <a:srgbClr val="778599"/>
                </a:solidFill>
                <a:latin typeface="Microsoft YaHei"/>
                <a:ea typeface="Microsoft YaHei"/>
                <a:cs typeface="Microsoft YaHei"/>
              </a:defRPr>
            </a:lvl7pPr>
            <a:lvl8pPr algn="l">
              <a:defRPr sz="1380" b="1">
                <a:solidFill>
                  <a:srgbClr val="778599"/>
                </a:solidFill>
                <a:latin typeface="Microsoft YaHei"/>
                <a:ea typeface="Microsoft YaHei"/>
                <a:cs typeface="Microsoft YaHei"/>
              </a:defRPr>
            </a:lvl8pPr>
            <a:lvl9pPr algn="l">
              <a:defRPr sz="1380" b="1">
                <a:solidFill>
                  <a:srgbClr val="778599"/>
                </a:solidFill>
                <a:latin typeface="Microsoft YaHei"/>
                <a:ea typeface="Microsoft YaHei"/>
                <a:cs typeface="Microsoft YaHei"/>
              </a:defRPr>
            </a:lvl9pPr>
          </a:lstStyle>
          <a:p xmlns:a="http://schemas.openxmlformats.org/drawingml/2006/main">
            <a:pPr algn="l">
              <a:lnSpc>
                <a:spcPct val="102000"/>
              </a:lnSpc>
              <a:buNone/>
              <a:defRPr sz="1380" b="1">
                <a:solidFill>
                  <a:srgbClr val="778599"/>
                </a:solidFill>
                <a:latin typeface="Microsoft YaHei"/>
                <a:ea typeface="Microsoft YaHei"/>
                <a:cs typeface="Microsoft YaHei"/>
              </a:defRPr>
            </a:pPr>
            <a:r>
              <a:rPr sz="1380" b="1">
                <a:solidFill>
                  <a:srgbClr val="778599"/>
                </a:solidFill>
                <a:latin typeface="Microsoft YaHei"/>
                <a:ea typeface="Microsoft YaHei"/>
                <a:cs typeface="Microsoft YaHei"/>
              </a:rPr>
              <a:t>RadioProtocolController</a:t>
            </a:r>
          </a:p>
        </p:txBody>
      </p:sp>
      <p:sp>
        <p:nvSpPr>
          <p:cNvPr id="40" name="legacy-alias-R">
            <a:extLst xmlns:a="http://schemas.openxmlformats.org/drawingml/2006/main">
              <a:ext uri="{FF2B5EF4-FFF2-40B4-BE49-F238E27FC236}">
                <a16:creationId xmlns:a16="http://schemas.microsoft.com/office/drawing/2014/main" id="{DE75C7D3-7598-466F-8FDD-1DB7921637CA}"/>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778599"/>
                </a:solidFill>
                <a:latin typeface="Microsoft YaHei"/>
                <a:ea typeface="Microsoft YaHei"/>
                <a:cs typeface="Microsoft YaHei"/>
              </a:defRPr>
            </a:defPPr>
            <a:lvl1pPr algn="l">
              <a:defRPr sz="1088" b="0">
                <a:solidFill>
                  <a:srgbClr val="778599"/>
                </a:solidFill>
                <a:latin typeface="Microsoft YaHei"/>
                <a:ea typeface="Microsoft YaHei"/>
                <a:cs typeface="Microsoft YaHei"/>
              </a:defRPr>
            </a:lvl1pPr>
            <a:lvl2pPr algn="l">
              <a:defRPr sz="1088" b="0">
                <a:solidFill>
                  <a:srgbClr val="778599"/>
                </a:solidFill>
                <a:latin typeface="Microsoft YaHei"/>
                <a:ea typeface="Microsoft YaHei"/>
                <a:cs typeface="Microsoft YaHei"/>
              </a:defRPr>
            </a:lvl2pPr>
            <a:lvl3pPr algn="l">
              <a:defRPr sz="1088" b="0">
                <a:solidFill>
                  <a:srgbClr val="778599"/>
                </a:solidFill>
                <a:latin typeface="Microsoft YaHei"/>
                <a:ea typeface="Microsoft YaHei"/>
                <a:cs typeface="Microsoft YaHei"/>
              </a:defRPr>
            </a:lvl3pPr>
            <a:lvl4pPr algn="l">
              <a:defRPr sz="1088" b="0">
                <a:solidFill>
                  <a:srgbClr val="778599"/>
                </a:solidFill>
                <a:latin typeface="Microsoft YaHei"/>
                <a:ea typeface="Microsoft YaHei"/>
                <a:cs typeface="Microsoft YaHei"/>
              </a:defRPr>
            </a:lvl4pPr>
            <a:lvl5pPr algn="l">
              <a:defRPr sz="1088" b="0">
                <a:solidFill>
                  <a:srgbClr val="778599"/>
                </a:solidFill>
                <a:latin typeface="Microsoft YaHei"/>
                <a:ea typeface="Microsoft YaHei"/>
                <a:cs typeface="Microsoft YaHei"/>
              </a:defRPr>
            </a:lvl5pPr>
            <a:lvl6pPr algn="l">
              <a:defRPr sz="1088" b="0">
                <a:solidFill>
                  <a:srgbClr val="778599"/>
                </a:solidFill>
                <a:latin typeface="Microsoft YaHei"/>
                <a:ea typeface="Microsoft YaHei"/>
                <a:cs typeface="Microsoft YaHei"/>
              </a:defRPr>
            </a:lvl6pPr>
            <a:lvl7pPr algn="l">
              <a:defRPr sz="1088" b="0">
                <a:solidFill>
                  <a:srgbClr val="778599"/>
                </a:solidFill>
                <a:latin typeface="Microsoft YaHei"/>
                <a:ea typeface="Microsoft YaHei"/>
                <a:cs typeface="Microsoft YaHei"/>
              </a:defRPr>
            </a:lvl7pPr>
            <a:lvl8pPr algn="l">
              <a:defRPr sz="1088" b="0">
                <a:solidFill>
                  <a:srgbClr val="778599"/>
                </a:solidFill>
                <a:latin typeface="Microsoft YaHei"/>
                <a:ea typeface="Microsoft YaHei"/>
                <a:cs typeface="Microsoft YaHei"/>
              </a:defRPr>
            </a:lvl8pPr>
            <a:lvl9pPr algn="l">
              <a:defRPr sz="1088" b="0">
                <a:solidFill>
                  <a:srgbClr val="778599"/>
                </a:solidFill>
                <a:latin typeface="Microsoft YaHei"/>
                <a:ea typeface="Microsoft YaHei"/>
                <a:cs typeface="Microsoft YaHei"/>
              </a:defRPr>
            </a:lvl9pPr>
          </a:lstStyle>
          <a:p xmlns:a="http://schemas.openxmlformats.org/drawingml/2006/main">
            <a:pPr algn="l">
              <a:lnSpc>
                <a:spcPct val="102000"/>
              </a:lnSpc>
              <a:buNone/>
              <a:defRPr sz="1088" b="0">
                <a:solidFill>
                  <a:srgbClr val="778599"/>
                </a:solidFill>
                <a:latin typeface="Microsoft YaHei"/>
                <a:ea typeface="Microsoft YaHei"/>
                <a:cs typeface="Microsoft YaHei"/>
              </a:defRPr>
            </a:pPr>
            <a:r>
              <a:rPr sz="1088" b="0">
                <a:solidFill>
                  <a:srgbClr val="778599"/>
                </a:solidFill>
                <a:latin typeface="Microsoft YaHei"/>
                <a:ea typeface="Microsoft YaHei"/>
                <a:cs typeface="Microsoft YaHei"/>
              </a:rPr>
              <a:t>已有 phase / sessionId / RIL</a:t>
            </a:r>
          </a:p>
        </p:txBody>
      </p:sp>
      <p:sp>
        <p:nvSpPr>
          <p:cNvPr id="41" name="legacy-line-R-0">
            <a:extLst xmlns:a="http://schemas.openxmlformats.org/drawingml/2006/main">
              <a:ext uri="{FF2B5EF4-FFF2-40B4-BE49-F238E27FC236}">
                <a16:creationId xmlns:a16="http://schemas.microsoft.com/office/drawing/2014/main" id="{64B2FFE5-872A-4286-8E35-BC8189704919}"/>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SetRadioProtocol</a:t>
            </a:r>
          </a:p>
        </p:txBody>
      </p:sp>
      <p:sp>
        <p:nvSpPr>
          <p:cNvPr id="42" name="legacy-line-R-1">
            <a:extLst xmlns:a="http://schemas.openxmlformats.org/drawingml/2006/main">
              <a:ext uri="{FF2B5EF4-FFF2-40B4-BE49-F238E27FC236}">
                <a16:creationId xmlns:a16="http://schemas.microsoft.com/office/drawing/2014/main" id="{6AD86B09-51D6-4B66-8F7D-288543EE5A85}"/>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成功 / 错误 / 超时回包</a:t>
            </a:r>
          </a:p>
        </p:txBody>
      </p:sp>
      <p:sp>
        <p:nvSpPr>
          <p:cNvPr id="43" name="legacy-line-R-2">
            <a:extLst xmlns:a="http://schemas.openxmlformats.org/drawingml/2006/main">
              <a:ext uri="{FF2B5EF4-FFF2-40B4-BE49-F238E27FC236}">
                <a16:creationId xmlns:a16="http://schemas.microsoft.com/office/drawing/2014/main" id="{2277CB03-7DCA-4B4D-9866-389824022128}"/>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失败恢复与重试由上层串起</a:t>
            </a:r>
          </a:p>
        </p:txBody>
      </p:sp>
      <p:sp>
        <p:nvSpPr>
          <p:cNvPr id="44" name="legacy-node-D">
            <a:extLst xmlns:a="http://schemas.openxmlformats.org/drawingml/2006/main">
              <a:ext uri="{FF2B5EF4-FFF2-40B4-BE49-F238E27FC236}">
                <a16:creationId xmlns:a16="http://schemas.microsoft.com/office/drawing/2014/main" id="{23CF6A71-FCA0-49CE-A0CA-8053C0A8D6C6}"/>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5" name="legacy-title-D">
            <a:extLst xmlns:a="http://schemas.openxmlformats.org/drawingml/2006/main">
              <a:ext uri="{FF2B5EF4-FFF2-40B4-BE49-F238E27FC236}">
                <a16:creationId xmlns:a16="http://schemas.microsoft.com/office/drawing/2014/main" id="{A63D303E-4241-42EE-8730-BF0C248CACF6}"/>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系统参数 / 旧值</a:t>
            </a:r>
          </a:p>
        </p:txBody>
      </p:sp>
      <p:sp>
        <p:nvSpPr>
          <p:cNvPr id="46" name="legacy-line-D-0">
            <a:extLst xmlns:a="http://schemas.openxmlformats.org/drawingml/2006/main">
              <a:ext uri="{FF2B5EF4-FFF2-40B4-BE49-F238E27FC236}">
                <a16:creationId xmlns:a16="http://schemas.microsoft.com/office/drawing/2014/main" id="{E573CA18-E23E-47C8-96FF-000FD25E41BA}"/>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② 先写；失败时有条件恢复</a:t>
            </a:r>
          </a:p>
        </p:txBody>
      </p:sp>
      <p:sp>
        <p:nvSpPr>
          <p:cNvPr id="47" name="legacy-node-N">
            <a:extLst xmlns:a="http://schemas.openxmlformats.org/drawingml/2006/main">
              <a:ext uri="{FF2B5EF4-FFF2-40B4-BE49-F238E27FC236}">
                <a16:creationId xmlns:a16="http://schemas.microsoft.com/office/drawing/2014/main" id="{43747A90-CE0C-4C22-8D3C-0C4A20E550D7}"/>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8" name="legacy-title-N">
            <a:extLst xmlns:a="http://schemas.openxmlformats.org/drawingml/2006/main">
              <a:ext uri="{FF2B5EF4-FFF2-40B4-BE49-F238E27FC236}">
                <a16:creationId xmlns:a16="http://schemas.microsoft.com/office/drawing/2014/main" id="{4CE9CBF4-F7BA-4B94-94BF-2F07B59A8415}"/>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原输出与 Data 入口</a:t>
            </a:r>
          </a:p>
        </p:txBody>
      </p:sp>
      <p:sp>
        <p:nvSpPr>
          <p:cNvPr id="49" name="legacy-line-N-0">
            <a:extLst xmlns:a="http://schemas.openxmlformats.org/drawingml/2006/main">
              <a:ext uri="{FF2B5EF4-FFF2-40B4-BE49-F238E27FC236}">
                <a16:creationId xmlns:a16="http://schemas.microsoft.com/office/drawing/2014/main" id="{472FFBE1-6EAC-4DFE-9EB7-C60113C1DF90}"/>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主卡广播 → Data 设置</a:t>
            </a:r>
          </a:p>
        </p:txBody>
      </p:sp>
      <p:sp>
        <p:nvSpPr>
          <p:cNvPr id="50" name="legacy-line-N-1">
            <a:extLst xmlns:a="http://schemas.openxmlformats.org/drawingml/2006/main">
              <a:ext uri="{FF2B5EF4-FFF2-40B4-BE49-F238E27FC236}">
                <a16:creationId xmlns:a16="http://schemas.microsoft.com/office/drawing/2014/main" id="{63DA44EF-6BB3-415C-A156-857E735202CB}"/>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初始迁移保留原联动</a:t>
            </a:r>
          </a:p>
        </p:txBody>
      </p:sp>
      <p:sp>
        <p:nvSpPr>
          <p:cNvPr id="51" name="legacy-flow-note">
            <a:extLst xmlns:a="http://schemas.openxmlformats.org/drawingml/2006/main">
              <a:ext uri="{FF2B5EF4-FFF2-40B4-BE49-F238E27FC236}">
                <a16:creationId xmlns:a16="http://schemas.microsoft.com/office/drawing/2014/main" id="{C473A209-522A-48B3-A7C0-30E2EBB1852A}"/>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SetPrimarySlotId · 普通协议切换；省略透传函数及中间调用栈</a:t>
            </a:r>
          </a:p>
        </p:txBody>
      </p:sp>
      <p:sp>
        <p:nvSpPr>
          <p:cNvPr id="52" name="application-label">
            <a:extLst xmlns:a="http://schemas.openxmlformats.org/drawingml/2006/main">
              <a:ext uri="{FF2B5EF4-FFF2-40B4-BE49-F238E27FC236}">
                <a16:creationId xmlns:a16="http://schemas.microsoft.com/office/drawing/2014/main" id="{BAE9A8AA-541C-40F3-9EDF-A408F6DE217B}"/>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3" name="domain-label">
            <a:extLst xmlns:a="http://schemas.openxmlformats.org/drawingml/2006/main">
              <a:ext uri="{FF2B5EF4-FFF2-40B4-BE49-F238E27FC236}">
                <a16:creationId xmlns:a16="http://schemas.microsoft.com/office/drawing/2014/main" id="{CB65C8F2-792C-4FA5-9920-B8EEA7A979B2}"/>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4" name="target-edge-CO">
            <a:extLst xmlns:a="http://schemas.openxmlformats.org/drawingml/2006/main">
              <a:ext uri="{FF2B5EF4-FFF2-40B4-BE49-F238E27FC236}">
                <a16:creationId xmlns:a16="http://schemas.microsoft.com/office/drawing/2014/main" id="{0E1023D3-6F2A-4494-B8D9-74C5C49DEC88}"/>
              </a:ext>
            </a:extLst>
          </p:cNvPr>
          <p:cNvSpPr>
            <a:spLocks xmlns:a="http://schemas.openxmlformats.org/drawingml/2006/main" noGrp="1"/>
          </p:cNvSpPr>
          <p:nvPr/>
        </p:nvSpPr>
        <p:spPr>
          <a:xfrm xmlns:a="http://schemas.openxmlformats.org/drawingml/2006/main">
            <a:off x="7853363" y="314325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55" name="target-edge-CO-head">
            <a:extLst xmlns:a="http://schemas.openxmlformats.org/drawingml/2006/main">
              <a:ext uri="{FF2B5EF4-FFF2-40B4-BE49-F238E27FC236}">
                <a16:creationId xmlns:a16="http://schemas.microsoft.com/office/drawing/2014/main" id="{6C744BC9-7F42-4DC0-9966-9898B362AC34}"/>
              </a:ext>
            </a:extLst>
          </p:cNvPr>
          <p:cNvSpPr>
            <a:spLocks xmlns:a="http://schemas.openxmlformats.org/drawingml/2006/main" noGrp="1"/>
          </p:cNvSpPr>
          <p:nvPr/>
        </p:nvSpPr>
        <p:spPr>
          <a:xfrm xmlns:a="http://schemas.openxmlformats.org/drawingml/2006/main">
            <a:off x="7829550" y="33147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56" name="target-edge-label-CO">
            <a:extLst xmlns:a="http://schemas.openxmlformats.org/drawingml/2006/main">
              <a:ext uri="{FF2B5EF4-FFF2-40B4-BE49-F238E27FC236}">
                <a16:creationId xmlns:a16="http://schemas.microsoft.com/office/drawing/2014/main" id="{48EF2CEC-BD28-496F-91F7-3C6EBC0EB73D}"/>
              </a:ext>
            </a:extLst>
          </p:cNvPr>
          <p:cNvSpPr>
            <a:spLocks xmlns:a="http://schemas.openxmlformats.org/drawingml/2006/main" noGrp="1"/>
          </p:cNvSpPr>
          <p:nvPr/>
        </p:nvSpPr>
        <p:spPr>
          <a:xfrm xmlns:a="http://schemas.openxmlformats.org/drawingml/2006/main">
            <a:off x="7658100" y="3152775"/>
            <a:ext cx="1905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①</a:t>
            </a:r>
          </a:p>
        </p:txBody>
      </p:sp>
      <p:sp>
        <p:nvSpPr>
          <p:cNvPr id="57" name="target-node-C">
            <a:extLst xmlns:a="http://schemas.openxmlformats.org/drawingml/2006/main">
              <a:ext uri="{FF2B5EF4-FFF2-40B4-BE49-F238E27FC236}">
                <a16:creationId xmlns:a16="http://schemas.microsoft.com/office/drawing/2014/main" id="{900E2DFD-2174-4901-BB71-99BAD52038D1}"/>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EAF1FB"/>
          </a:solidFill>
          <a:ln xmlns:a="http://schemas.openxmlformats.org/drawingml/2006/main" w="14288">
            <a:solidFill>
              <a:srgbClr val="246AB8"/>
            </a:solidFill>
            <a:prstDash val="solid"/>
          </a:ln>
        </p:spPr>
      </p:sp>
      <p:sp>
        <p:nvSpPr>
          <p:cNvPr id="58" name="target-title-C">
            <a:extLst xmlns:a="http://schemas.openxmlformats.org/drawingml/2006/main">
              <a:ext uri="{FF2B5EF4-FFF2-40B4-BE49-F238E27FC236}">
                <a16:creationId xmlns:a16="http://schemas.microsoft.com/office/drawing/2014/main" id="{D88D0124-AB3C-4719-849A-90EC39226A69}"/>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C 旧接口兼容</a:t>
            </a:r>
          </a:p>
        </p:txBody>
      </p:sp>
      <p:sp>
        <p:nvSpPr>
          <p:cNvPr id="59" name="target-alias-C">
            <a:extLst xmlns:a="http://schemas.openxmlformats.org/drawingml/2006/main">
              <a:ext uri="{FF2B5EF4-FFF2-40B4-BE49-F238E27FC236}">
                <a16:creationId xmlns:a16="http://schemas.microsoft.com/office/drawing/2014/main" id="{B0300A79-DC62-4DD0-8BC0-4F456C03F453}"/>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56657A"/>
                </a:solidFill>
                <a:latin typeface="Microsoft YaHei"/>
                <a:ea typeface="Microsoft YaHei"/>
                <a:cs typeface="Microsoft YaHei"/>
              </a:defRPr>
            </a:defPPr>
            <a:lvl1pPr algn="l">
              <a:defRPr sz="1238" b="0">
                <a:solidFill>
                  <a:srgbClr val="56657A"/>
                </a:solidFill>
                <a:latin typeface="Microsoft YaHei"/>
                <a:ea typeface="Microsoft YaHei"/>
                <a:cs typeface="Microsoft YaHei"/>
              </a:defRPr>
            </a:lvl1pPr>
            <a:lvl2pPr algn="l">
              <a:defRPr sz="1238" b="0">
                <a:solidFill>
                  <a:srgbClr val="56657A"/>
                </a:solidFill>
                <a:latin typeface="Microsoft YaHei"/>
                <a:ea typeface="Microsoft YaHei"/>
                <a:cs typeface="Microsoft YaHei"/>
              </a:defRPr>
            </a:lvl2pPr>
            <a:lvl3pPr algn="l">
              <a:defRPr sz="1238" b="0">
                <a:solidFill>
                  <a:srgbClr val="56657A"/>
                </a:solidFill>
                <a:latin typeface="Microsoft YaHei"/>
                <a:ea typeface="Microsoft YaHei"/>
                <a:cs typeface="Microsoft YaHei"/>
              </a:defRPr>
            </a:lvl3pPr>
            <a:lvl4pPr algn="l">
              <a:defRPr sz="1238" b="0">
                <a:solidFill>
                  <a:srgbClr val="56657A"/>
                </a:solidFill>
                <a:latin typeface="Microsoft YaHei"/>
                <a:ea typeface="Microsoft YaHei"/>
                <a:cs typeface="Microsoft YaHei"/>
              </a:defRPr>
            </a:lvl4pPr>
            <a:lvl5pPr algn="l">
              <a:defRPr sz="1238" b="0">
                <a:solidFill>
                  <a:srgbClr val="56657A"/>
                </a:solidFill>
                <a:latin typeface="Microsoft YaHei"/>
                <a:ea typeface="Microsoft YaHei"/>
                <a:cs typeface="Microsoft YaHei"/>
              </a:defRPr>
            </a:lvl5pPr>
            <a:lvl6pPr algn="l">
              <a:defRPr sz="1238" b="0">
                <a:solidFill>
                  <a:srgbClr val="56657A"/>
                </a:solidFill>
                <a:latin typeface="Microsoft YaHei"/>
                <a:ea typeface="Microsoft YaHei"/>
                <a:cs typeface="Microsoft YaHei"/>
              </a:defRPr>
            </a:lvl6pPr>
            <a:lvl7pPr algn="l">
              <a:defRPr sz="1238" b="0">
                <a:solidFill>
                  <a:srgbClr val="56657A"/>
                </a:solidFill>
                <a:latin typeface="Microsoft YaHei"/>
                <a:ea typeface="Microsoft YaHei"/>
                <a:cs typeface="Microsoft YaHei"/>
              </a:defRPr>
            </a:lvl7pPr>
            <a:lvl8pPr algn="l">
              <a:defRPr sz="1238" b="0">
                <a:solidFill>
                  <a:srgbClr val="56657A"/>
                </a:solidFill>
                <a:latin typeface="Microsoft YaHei"/>
                <a:ea typeface="Microsoft YaHei"/>
                <a:cs typeface="Microsoft YaHei"/>
              </a:defRPr>
            </a:lvl8pPr>
            <a:lvl9pPr algn="l">
              <a:defRPr sz="1238" b="0">
                <a:solidFill>
                  <a:srgbClr val="56657A"/>
                </a:solidFill>
                <a:latin typeface="Microsoft YaHei"/>
                <a:ea typeface="Microsoft YaHei"/>
                <a:cs typeface="Microsoft YaHei"/>
              </a:defRPr>
            </a:lvl9pPr>
          </a:lstStyle>
          <a:p xmlns:a="http://schemas.openxmlformats.org/drawingml/2006/main">
            <a:pPr algn="l">
              <a:lnSpc>
                <a:spcPct val="102000"/>
              </a:lnSpc>
              <a:buNone/>
              <a:defRPr sz="1238" b="0">
                <a:solidFill>
                  <a:srgbClr val="56657A"/>
                </a:solidFill>
                <a:latin typeface="Microsoft YaHei"/>
                <a:ea typeface="Microsoft YaHei"/>
                <a:cs typeface="Microsoft YaHei"/>
              </a:defRPr>
            </a:pPr>
            <a:r>
              <a:rPr sz="1238" b="0">
                <a:solidFill>
                  <a:srgbClr val="56657A"/>
                </a:solidFill>
                <a:latin typeface="Microsoft YaHei"/>
                <a:ea typeface="Microsoft YaHei"/>
                <a:cs typeface="Microsoft YaHei"/>
              </a:rPr>
              <a:t>旧签名 / 权限 / 错误 / 返回与回调</a:t>
            </a:r>
          </a:p>
        </p:txBody>
      </p:sp>
      <p:sp>
        <p:nvSpPr>
          <p:cNvPr id="60" name="target-func-C">
            <a:extLst xmlns:a="http://schemas.openxmlformats.org/drawingml/2006/main">
              <a:ext uri="{FF2B5EF4-FFF2-40B4-BE49-F238E27FC236}">
                <a16:creationId xmlns:a16="http://schemas.microsoft.com/office/drawing/2014/main" id="{074627C4-E4B6-4536-80DB-7C48C4FFDBB4}"/>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原参数 / 特殊分支 / 返回保持</a:t>
            </a:r>
          </a:p>
        </p:txBody>
      </p:sp>
      <p:sp>
        <p:nvSpPr>
          <p:cNvPr id="61" name="target-node-O">
            <a:extLst xmlns:a="http://schemas.openxmlformats.org/drawingml/2006/main">
              <a:ext uri="{FF2B5EF4-FFF2-40B4-BE49-F238E27FC236}">
                <a16:creationId xmlns:a16="http://schemas.microsoft.com/office/drawing/2014/main" id="{75743BF4-D3E4-4302-84AE-33EC9C0E59E4}"/>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62" name="target-title-O">
            <a:extLst xmlns:a="http://schemas.openxmlformats.org/drawingml/2006/main">
              <a:ext uri="{FF2B5EF4-FFF2-40B4-BE49-F238E27FC236}">
                <a16:creationId xmlns:a16="http://schemas.microsoft.com/office/drawing/2014/main" id="{3A02C471-BF9E-442D-AA29-632B74637F75}"/>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63" name="target-alias-O">
            <a:extLst xmlns:a="http://schemas.openxmlformats.org/drawingml/2006/main">
              <a:ext uri="{FF2B5EF4-FFF2-40B4-BE49-F238E27FC236}">
                <a16:creationId xmlns:a16="http://schemas.microsoft.com/office/drawing/2014/main" id="{08777881-3B85-4069-9F20-801DD83329B2}"/>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64" name="target-func-O">
            <a:extLst xmlns:a="http://schemas.openxmlformats.org/drawingml/2006/main">
              <a:ext uri="{FF2B5EF4-FFF2-40B4-BE49-F238E27FC236}">
                <a16:creationId xmlns:a16="http://schemas.microsoft.com/office/drawing/2014/main" id="{7B768CF7-C2E1-4F58-849F-6094BA79EB3C}"/>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普通协议切换流程</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特殊槽 / 免重启另验</a:t>
            </a:r>
          </a:p>
        </p:txBody>
      </p:sp>
      <p:sp>
        <p:nvSpPr>
          <p:cNvPr id="65" name="target-node-T">
            <a:extLst xmlns:a="http://schemas.openxmlformats.org/drawingml/2006/main">
              <a:ext uri="{FF2B5EF4-FFF2-40B4-BE49-F238E27FC236}">
                <a16:creationId xmlns:a16="http://schemas.microsoft.com/office/drawing/2014/main" id="{F0851367-987F-4306-9F7C-FFA1D2A76AFC}"/>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66" name="target-title-T">
            <a:extLst xmlns:a="http://schemas.openxmlformats.org/drawingml/2006/main">
              <a:ext uri="{FF2B5EF4-FFF2-40B4-BE49-F238E27FC236}">
                <a16:creationId xmlns:a16="http://schemas.microsoft.com/office/drawing/2014/main" id="{9065B30D-35AF-4E7A-96F2-8A81DF33A422}"/>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T 账户与绑定</a:t>
            </a:r>
          </a:p>
        </p:txBody>
      </p:sp>
      <p:sp>
        <p:nvSpPr>
          <p:cNvPr id="67" name="target-alias-T">
            <a:extLst xmlns:a="http://schemas.openxmlformats.org/drawingml/2006/main">
              <a:ext uri="{FF2B5EF4-FFF2-40B4-BE49-F238E27FC236}">
                <a16:creationId xmlns:a16="http://schemas.microsoft.com/office/drawing/2014/main" id="{D55B6906-C997-4807-B68A-3BB68E7A06FF}"/>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TopologyService</a:t>
            </a:r>
          </a:p>
        </p:txBody>
      </p:sp>
      <p:sp>
        <p:nvSpPr>
          <p:cNvPr id="68" name="target-func-T">
            <a:extLst xmlns:a="http://schemas.openxmlformats.org/drawingml/2006/main">
              <a:ext uri="{FF2B5EF4-FFF2-40B4-BE49-F238E27FC236}">
                <a16:creationId xmlns:a16="http://schemas.microsoft.com/office/drawing/2014/main" id="{CAE7898C-991C-4E61-BA3D-D299D6EA5DE5}"/>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账户资料与兼容投影</a:t>
            </a:r>
          </a:p>
        </p:txBody>
      </p:sp>
      <p:sp>
        <p:nvSpPr>
          <p:cNvPr id="69" name="target-node-A">
            <a:extLst xmlns:a="http://schemas.openxmlformats.org/drawingml/2006/main">
              <a:ext uri="{FF2B5EF4-FFF2-40B4-BE49-F238E27FC236}">
                <a16:creationId xmlns:a16="http://schemas.microsoft.com/office/drawing/2014/main" id="{B9EF7719-03AA-4E13-A4D1-F622B323638C}"/>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0" name="target-title-A">
            <a:extLst xmlns:a="http://schemas.openxmlformats.org/drawingml/2006/main">
              <a:ext uri="{FF2B5EF4-FFF2-40B4-BE49-F238E27FC236}">
                <a16:creationId xmlns:a16="http://schemas.microsoft.com/office/drawing/2014/main" id="{3438CF2B-6A06-49CD-8DDC-0B7D04D9155D}"/>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71" name="target-alias-A">
            <a:extLst xmlns:a="http://schemas.openxmlformats.org/drawingml/2006/main">
              <a:ext uri="{FF2B5EF4-FFF2-40B4-BE49-F238E27FC236}">
                <a16:creationId xmlns:a16="http://schemas.microsoft.com/office/drawing/2014/main" id="{05772F95-742E-43D0-A1B1-1C60BD69CA64}"/>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72" name="target-func-A">
            <a:extLst xmlns:a="http://schemas.openxmlformats.org/drawingml/2006/main">
              <a:ext uri="{FF2B5EF4-FFF2-40B4-BE49-F238E27FC236}">
                <a16:creationId xmlns:a16="http://schemas.microsoft.com/office/drawing/2014/main" id="{8613AF57-CD9E-4735-8477-5D026DECA7D0}"/>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Primary / Data 角色</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意图 / 参数 / 观察</a:t>
            </a:r>
          </a:p>
        </p:txBody>
      </p:sp>
      <p:sp>
        <p:nvSpPr>
          <p:cNvPr id="73" name="target-node-DO">
            <a:extLst xmlns:a="http://schemas.openxmlformats.org/drawingml/2006/main">
              <a:ext uri="{FF2B5EF4-FFF2-40B4-BE49-F238E27FC236}">
                <a16:creationId xmlns:a16="http://schemas.microsoft.com/office/drawing/2014/main" id="{AF1380E9-C41A-40E4-9888-E2A938F37012}"/>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4" name="target-title-DO">
            <a:extLst xmlns:a="http://schemas.openxmlformats.org/drawingml/2006/main">
              <a:ext uri="{FF2B5EF4-FFF2-40B4-BE49-F238E27FC236}">
                <a16:creationId xmlns:a16="http://schemas.microsoft.com/office/drawing/2014/main" id="{0BE36BCE-D965-46BC-9E61-3C2948353AED}"/>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OperationContext</a:t>
            </a:r>
          </a:p>
        </p:txBody>
      </p:sp>
      <p:sp>
        <p:nvSpPr>
          <p:cNvPr id="75" name="target-func-DO">
            <a:extLst xmlns:a="http://schemas.openxmlformats.org/drawingml/2006/main">
              <a:ext uri="{FF2B5EF4-FFF2-40B4-BE49-F238E27FC236}">
                <a16:creationId xmlns:a16="http://schemas.microsoft.com/office/drawing/2014/main" id="{BD94AFBE-1FFC-451F-BD5E-CA9A3F42540B}"/>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纯操作状态 / 值对象</a:t>
            </a:r>
          </a:p>
        </p:txBody>
      </p:sp>
      <p:sp>
        <p:nvSpPr>
          <p:cNvPr id="76" name="target-node-DT">
            <a:extLst xmlns:a="http://schemas.openxmlformats.org/drawingml/2006/main">
              <a:ext uri="{FF2B5EF4-FFF2-40B4-BE49-F238E27FC236}">
                <a16:creationId xmlns:a16="http://schemas.microsoft.com/office/drawing/2014/main" id="{93D1AC6C-9307-4BFF-82C8-4F8C07FCD20A}"/>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7" name="target-title-DT">
            <a:extLst xmlns:a="http://schemas.openxmlformats.org/drawingml/2006/main">
              <a:ext uri="{FF2B5EF4-FFF2-40B4-BE49-F238E27FC236}">
                <a16:creationId xmlns:a16="http://schemas.microsoft.com/office/drawing/2014/main" id="{5269F21F-E60C-4E07-8456-4BCA6D7F0F4F}"/>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78" name="target-func-DT">
            <a:extLst xmlns:a="http://schemas.openxmlformats.org/drawingml/2006/main">
              <a:ext uri="{FF2B5EF4-FFF2-40B4-BE49-F238E27FC236}">
                <a16:creationId xmlns:a16="http://schemas.microsoft.com/office/drawing/2014/main" id="{6786E7B7-9593-4419-A52F-DDD1B2E05192}"/>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79" name="target-node-DA">
            <a:extLst xmlns:a="http://schemas.openxmlformats.org/drawingml/2006/main">
              <a:ext uri="{FF2B5EF4-FFF2-40B4-BE49-F238E27FC236}">
                <a16:creationId xmlns:a16="http://schemas.microsoft.com/office/drawing/2014/main" id="{2BFF172B-210B-425B-B2F5-78020AA5A82A}"/>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0" name="target-title-DA">
            <a:extLst xmlns:a="http://schemas.openxmlformats.org/drawingml/2006/main">
              <a:ext uri="{FF2B5EF4-FFF2-40B4-BE49-F238E27FC236}">
                <a16:creationId xmlns:a16="http://schemas.microsoft.com/office/drawing/2014/main" id="{B3013973-A836-485F-BB3F-85C69DCB0F57}"/>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81" name="target-func-DA">
            <a:extLst xmlns:a="http://schemas.openxmlformats.org/drawingml/2006/main">
              <a:ext uri="{FF2B5EF4-FFF2-40B4-BE49-F238E27FC236}">
                <a16:creationId xmlns:a16="http://schemas.microsoft.com/office/drawing/2014/main" id="{58B1393F-9FAB-4E21-BEC4-CF175BD7B411}"/>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82" name="target-node-R">
            <a:extLst xmlns:a="http://schemas.openxmlformats.org/drawingml/2006/main">
              <a:ext uri="{FF2B5EF4-FFF2-40B4-BE49-F238E27FC236}">
                <a16:creationId xmlns:a16="http://schemas.microsoft.com/office/drawing/2014/main" id="{4B303DD0-7F63-4C5C-B56E-F5915E110922}"/>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83" name="target-title-R">
            <a:extLst xmlns:a="http://schemas.openxmlformats.org/drawingml/2006/main">
              <a:ext uri="{FF2B5EF4-FFF2-40B4-BE49-F238E27FC236}">
                <a16:creationId xmlns:a16="http://schemas.microsoft.com/office/drawing/2014/main" id="{28973A46-3FBB-4332-9467-7F18515DDCB5}"/>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R 卡运行 · CardRuntime</a:t>
            </a:r>
          </a:p>
        </p:txBody>
      </p:sp>
      <p:sp>
        <p:nvSpPr>
          <p:cNvPr id="84" name="target-func-R">
            <a:extLst xmlns:a="http://schemas.openxmlformats.org/drawingml/2006/main">
              <a:ext uri="{FF2B5EF4-FFF2-40B4-BE49-F238E27FC236}">
                <a16:creationId xmlns:a16="http://schemas.microsoft.com/office/drawing/2014/main" id="{CA0818D8-C61D-45D3-9FDA-818105BC06A9}"/>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Session / Request / 卡侧缓存</a:t>
            </a:r>
          </a:p>
        </p:txBody>
      </p:sp>
      <p:sp>
        <p:nvSpPr>
          <p:cNvPr id="85" name="target-node-I">
            <a:extLst xmlns:a="http://schemas.openxmlformats.org/drawingml/2006/main">
              <a:ext uri="{FF2B5EF4-FFF2-40B4-BE49-F238E27FC236}">
                <a16:creationId xmlns:a16="http://schemas.microsoft.com/office/drawing/2014/main" id="{1C20C306-4F0B-4EA1-ACDF-AE2B8634EDA6}"/>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86" name="target-title-I">
            <a:extLst xmlns:a="http://schemas.openxmlformats.org/drawingml/2006/main">
              <a:ext uri="{FF2B5EF4-FFF2-40B4-BE49-F238E27FC236}">
                <a16:creationId xmlns:a16="http://schemas.microsoft.com/office/drawing/2014/main" id="{F2F949A1-562E-442E-999A-77E3DAB346CC}"/>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87" name="target-func-I">
            <a:extLst xmlns:a="http://schemas.openxmlformats.org/drawingml/2006/main">
              <a:ext uri="{FF2B5EF4-FFF2-40B4-BE49-F238E27FC236}">
                <a16:creationId xmlns:a16="http://schemas.microsoft.com/office/drawing/2014/main" id="{1CDC93A2-88EA-417F-B063-8ECE59C9BC87}"/>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DataShare / 参数 / Hook</a:t>
            </a:r>
          </a:p>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按原协议存储与输出</a:t>
            </a:r>
          </a:p>
        </p:txBody>
      </p:sp>
      <p:sp>
        <p:nvSpPr>
          <p:cNvPr id="88" name="host-note">
            <a:extLst xmlns:a="http://schemas.openxmlformats.org/drawingml/2006/main">
              <a:ext uri="{FF2B5EF4-FFF2-40B4-BE49-F238E27FC236}">
                <a16:creationId xmlns:a16="http://schemas.microsoft.com/office/drawing/2014/main" id="{BF34F24E-BFD6-4B51-84B5-8F486DA8454D}"/>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89" name="invariant-rule">
            <a:extLst xmlns:a="http://schemas.openxmlformats.org/drawingml/2006/main">
              <a:ext uri="{FF2B5EF4-FFF2-40B4-BE49-F238E27FC236}">
                <a16:creationId xmlns:a16="http://schemas.microsoft.com/office/drawing/2014/main" id="{5AAD0197-8E46-4CD5-AA01-189AEA8C59AA}"/>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0" name="invariant">
            <a:extLst xmlns:a="http://schemas.openxmlformats.org/drawingml/2006/main">
              <a:ext uri="{FF2B5EF4-FFF2-40B4-BE49-F238E27FC236}">
                <a16:creationId xmlns:a16="http://schemas.microsoft.com/office/drawing/2014/main" id="{46495D54-C50D-4CD4-BA01-B0E88309093D}"/>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保持：参数预写与有条件恢复、原重试节点、Primary → Data 联动；不承诺设备自动回滚。</a:t>
            </a:r>
          </a:p>
        </p:txBody>
      </p:sp>
      <p:sp>
        <p:nvSpPr>
          <p:cNvPr id="91" name="footer">
            <a:extLst xmlns:a="http://schemas.openxmlformats.org/drawingml/2006/main">
              <a:ext uri="{FF2B5EF4-FFF2-40B4-BE49-F238E27FC236}">
                <a16:creationId xmlns:a16="http://schemas.microsoft.com/office/drawing/2014/main" id="{8D330D84-1503-4346-8023-F182E17B72C6}"/>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92" name="page-number">
            <a:extLst xmlns:a="http://schemas.openxmlformats.org/drawingml/2006/main">
              <a:ext uri="{FF2B5EF4-FFF2-40B4-BE49-F238E27FC236}">
                <a16:creationId xmlns:a16="http://schemas.microsoft.com/office/drawing/2014/main" id="{E1F5FB5D-7C87-4922-BD7A-62BAE4B15DDB}"/>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主卡 / ① 入口</a:t>
            </a:r>
          </a:p>
        </p:txBody>
      </p:sp>
    </p:spTree>
    <p:extLst>
      <p:ext uri="{BB962C8B-B14F-4D97-AF65-F5344CB8AC3E}">
        <p14:creationId xmlns:p14="http://schemas.microsoft.com/office/powerpoint/2010/main" val="2045312553"/>
      </p:ext>
    </p:extLst>
  </p:cSld>
  <p:transition spd="fast" advClick="0">
    <p:fade/>
  </p:transition>
</p:sld>
</file>

<file path=ppt/slides/slide34.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8" name="accent">
            <a:extLst xmlns:a="http://schemas.openxmlformats.org/drawingml/2006/main">
              <a:ext uri="{FF2B5EF4-FFF2-40B4-BE49-F238E27FC236}">
                <a16:creationId xmlns:a16="http://schemas.microsoft.com/office/drawing/2014/main" id="{2656FEC5-ED0A-41F7-B452-FEA01DF0AEED}"/>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77A794F0-41F3-4B9A-B5CF-40F74E7ED557}"/>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35FBBA56-D475-4428-B2A5-F54F4441D1CB}"/>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FF52FFA7-BB2F-4242-8621-6D5AC09029D8}"/>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DC42F6C6-95F6-4157-AE6C-646201EAC1C2}"/>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0EEA11FF-C0C7-43E0-9ACE-E2BD54D88C3E}"/>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0B043BF3-7139-4ADC-855D-37B378271DF1}"/>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2374AB31-003E-49DF-8D14-1668AFB8B7CC}"/>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0CC1D4E0-AB85-4433-B0C8-2D96826C2216}"/>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559DD7D2-2AEA-4DFA-B221-6F9DDE70D02D}"/>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A3DAC875-A4E9-46C3-B8A7-D557BF54C513}"/>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192A3185-C7BD-4A70-8471-C1D18A37D386}"/>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ECF660D4-4B1F-464D-B8AB-FC1666EB7CE1}"/>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6371F72E-D6E2-40DA-A296-4D2441FF52BB}"/>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288D1DD1-978C-4829-8C30-85A288EEC2FD}"/>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C7047A18-0190-4562-94EA-AEC090B396C5}"/>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91B36050-D6A5-4C40-9224-A7D946BA853F}"/>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3F83B510-15C8-463C-9A8D-56C9667E5F19}"/>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E5B32906-412F-484B-9823-81DD49D45C54}"/>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EF70DFD8-1935-4105-9A67-6162C651361C}"/>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② 规则与预写：A 计算角色 / 资源约束，O 组织步骤；I 仍在设备前写原主卡参数和原输出节点。</a:t>
            </a:r>
          </a:p>
        </p:txBody>
      </p:sp>
      <p:sp>
        <p:nvSpPr>
          <p:cNvPr id="21" name="top-rule">
            <a:extLst xmlns:a="http://schemas.openxmlformats.org/drawingml/2006/main">
              <a:ext uri="{FF2B5EF4-FFF2-40B4-BE49-F238E27FC236}">
                <a16:creationId xmlns:a16="http://schemas.microsoft.com/office/drawing/2014/main" id="{41FBB1C6-E099-42D6-8781-828D446CC04E}"/>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05B3A990-46CB-4275-925D-A6ED0013B72F}"/>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21E3C281-DA90-434C-AE71-8214003E7D35}"/>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4F59FD09-AF9A-4F70-BA84-AD759955CA02}"/>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KD">
            <a:extLst xmlns:a="http://schemas.openxmlformats.org/drawingml/2006/main">
              <a:ext uri="{FF2B5EF4-FFF2-40B4-BE49-F238E27FC236}">
                <a16:creationId xmlns:a16="http://schemas.microsoft.com/office/drawing/2014/main" id="{F739AFB9-A83D-4F6B-A6FD-EFD33DEC158B}"/>
              </a:ext>
            </a:extLst>
          </p:cNvPr>
          <p:cNvSpPr>
            <a:spLocks xmlns:a="http://schemas.openxmlformats.org/drawingml/2006/main" noGrp="1"/>
          </p:cNvSpPr>
          <p:nvPr/>
        </p:nvSpPr>
        <p:spPr>
          <a:xfrm xmlns:a="http://schemas.openxmlformats.org/drawingml/2006/main">
            <a:off x="1328738" y="4743450"/>
            <a:ext cx="9525" cy="342900"/>
          </a:xfrm>
          <a:custGeom xmlns:a="http://schemas.openxmlformats.org/drawingml/2006/main">
            <a:pathLst>
              <a:path w="9525" h="342900">
                <a:moveTo>
                  <a:pt x="4763" y="0"/>
                </a:moveTo>
                <a:lnTo>
                  <a:pt x="4763" y="342900"/>
                </a:lnTo>
              </a:path>
            </a:pathLst>
          </a:custGeom>
          <a:noFill xmlns:a="http://schemas.openxmlformats.org/drawingml/2006/main"/>
          <a:ln xmlns:a="http://schemas.openxmlformats.org/drawingml/2006/main" w="17145">
            <a:solidFill>
              <a:srgbClr val="246AB8"/>
            </a:solidFill>
            <a:prstDash val="solid"/>
          </a:ln>
        </p:spPr>
      </p:sp>
      <p:sp>
        <p:nvSpPr>
          <p:cNvPr id="26" name="legacy-edge-KD-head">
            <a:extLst xmlns:a="http://schemas.openxmlformats.org/drawingml/2006/main">
              <a:ext uri="{FF2B5EF4-FFF2-40B4-BE49-F238E27FC236}">
                <a16:creationId xmlns:a16="http://schemas.microsoft.com/office/drawing/2014/main" id="{20C84D62-E1F0-4945-9214-3B48A710A849}"/>
              </a:ext>
            </a:extLst>
          </p:cNvPr>
          <p:cNvSpPr>
            <a:spLocks xmlns:a="http://schemas.openxmlformats.org/drawingml/2006/main" noGrp="1"/>
          </p:cNvSpPr>
          <p:nvPr/>
        </p:nvSpPr>
        <p:spPr>
          <a:xfrm xmlns:a="http://schemas.openxmlformats.org/drawingml/2006/main">
            <a:off x="1304925" y="50292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KD">
            <a:extLst xmlns:a="http://schemas.openxmlformats.org/drawingml/2006/main">
              <a:ext uri="{FF2B5EF4-FFF2-40B4-BE49-F238E27FC236}">
                <a16:creationId xmlns:a16="http://schemas.microsoft.com/office/drawing/2014/main" id="{F063124E-BB34-41F0-BFE2-E9AAD858DA43}"/>
              </a:ext>
            </a:extLst>
          </p:cNvPr>
          <p:cNvSpPr>
            <a:spLocks xmlns:a="http://schemas.openxmlformats.org/drawingml/2006/main" noGrp="1"/>
          </p:cNvSpPr>
          <p:nvPr/>
        </p:nvSpPr>
        <p:spPr>
          <a:xfrm xmlns:a="http://schemas.openxmlformats.org/drawingml/2006/main">
            <a:off x="14097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28" name="legacy-edge-DK">
            <a:extLst xmlns:a="http://schemas.openxmlformats.org/drawingml/2006/main">
              <a:ext uri="{FF2B5EF4-FFF2-40B4-BE49-F238E27FC236}">
                <a16:creationId xmlns:a16="http://schemas.microsoft.com/office/drawing/2014/main" id="{2B885912-D567-440B-BCC6-2F8DF25BA07B}"/>
              </a:ext>
            </a:extLst>
          </p:cNvPr>
          <p:cNvSpPr>
            <a:spLocks xmlns:a="http://schemas.openxmlformats.org/drawingml/2006/main" noGrp="1"/>
          </p:cNvSpPr>
          <p:nvPr/>
        </p:nvSpPr>
        <p:spPr>
          <a:xfrm xmlns:a="http://schemas.openxmlformats.org/drawingml/2006/main">
            <a:off x="2433638" y="4743450"/>
            <a:ext cx="9525" cy="342900"/>
          </a:xfrm>
          <a:custGeom xmlns:a="http://schemas.openxmlformats.org/drawingml/2006/main">
            <a:pathLst>
              <a:path w="9525" h="342900">
                <a:moveTo>
                  <a:pt x="4763" y="342900"/>
                </a:moveTo>
                <a:lnTo>
                  <a:pt x="4763" y="0"/>
                </a:lnTo>
              </a:path>
            </a:pathLst>
          </a:custGeom>
          <a:noFill xmlns:a="http://schemas.openxmlformats.org/drawingml/2006/main"/>
          <a:ln xmlns:a="http://schemas.openxmlformats.org/drawingml/2006/main" w="17145">
            <a:solidFill>
              <a:srgbClr val="246AB8"/>
            </a:solidFill>
            <a:prstDash val="solid"/>
          </a:ln>
        </p:spPr>
      </p:sp>
      <p:sp>
        <p:nvSpPr>
          <p:cNvPr id="29" name="legacy-edge-DK-head">
            <a:extLst xmlns:a="http://schemas.openxmlformats.org/drawingml/2006/main">
              <a:ext uri="{FF2B5EF4-FFF2-40B4-BE49-F238E27FC236}">
                <a16:creationId xmlns:a16="http://schemas.microsoft.com/office/drawing/2014/main" id="{1E028459-89C8-46F6-B8E5-F1D9D648163A}"/>
              </a:ext>
            </a:extLst>
          </p:cNvPr>
          <p:cNvSpPr>
            <a:spLocks xmlns:a="http://schemas.openxmlformats.org/drawingml/2006/main" noGrp="1"/>
          </p:cNvSpPr>
          <p:nvPr/>
        </p:nvSpPr>
        <p:spPr>
          <a:xfrm xmlns:a="http://schemas.openxmlformats.org/drawingml/2006/main">
            <a:off x="2409825" y="4743450"/>
            <a:ext cx="57150" cy="57150"/>
          </a:xfrm>
          <a:custGeom xmlns:a="http://schemas.openxmlformats.org/drawingml/2006/main">
            <a:pathLst>
              <a:path w="57150" h="57150">
                <a:moveTo>
                  <a:pt x="57150" y="57150"/>
                </a:moveTo>
                <a:lnTo>
                  <a:pt x="28575" y="0"/>
                </a:lnTo>
                <a:lnTo>
                  <a:pt x="0" y="57150"/>
                </a:lnTo>
              </a:path>
            </a:pathLst>
          </a:custGeom>
          <a:noFill xmlns:a="http://schemas.openxmlformats.org/drawingml/2006/main"/>
          <a:ln xmlns:a="http://schemas.openxmlformats.org/drawingml/2006/main" w="17145">
            <a:solidFill>
              <a:srgbClr val="246AB8"/>
            </a:solidFill>
            <a:prstDash val="solid"/>
          </a:ln>
        </p:spPr>
      </p:sp>
      <p:sp>
        <p:nvSpPr>
          <p:cNvPr id="30" name="legacy-edge-label-DK">
            <a:extLst xmlns:a="http://schemas.openxmlformats.org/drawingml/2006/main">
              <a:ext uri="{FF2B5EF4-FFF2-40B4-BE49-F238E27FC236}">
                <a16:creationId xmlns:a16="http://schemas.microsoft.com/office/drawing/2014/main" id="{5D245519-BCE3-4EE0-B7FF-CC29C6C1001E}"/>
              </a:ext>
            </a:extLst>
          </p:cNvPr>
          <p:cNvSpPr>
            <a:spLocks xmlns:a="http://schemas.openxmlformats.org/drawingml/2006/main" noGrp="1"/>
          </p:cNvSpPr>
          <p:nvPr/>
        </p:nvSpPr>
        <p:spPr>
          <a:xfrm xmlns:a="http://schemas.openxmlformats.org/drawingml/2006/main">
            <a:off x="25146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1" name="legacy-node-E">
            <a:extLst xmlns:a="http://schemas.openxmlformats.org/drawingml/2006/main">
              <a:ext uri="{FF2B5EF4-FFF2-40B4-BE49-F238E27FC236}">
                <a16:creationId xmlns:a16="http://schemas.microsoft.com/office/drawing/2014/main" id="{953D84F2-1228-40F4-A637-0C10F5C7AED2}"/>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32" name="legacy-title-E">
            <a:extLst xmlns:a="http://schemas.openxmlformats.org/drawingml/2006/main">
              <a:ext uri="{FF2B5EF4-FFF2-40B4-BE49-F238E27FC236}">
                <a16:creationId xmlns:a16="http://schemas.microsoft.com/office/drawing/2014/main" id="{7C1977D4-C01C-4E46-985E-E9A836E7799B}"/>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CoreServiceSim → SimManager</a:t>
            </a:r>
          </a:p>
        </p:txBody>
      </p:sp>
      <p:sp>
        <p:nvSpPr>
          <p:cNvPr id="33" name="legacy-line-E-0">
            <a:extLst xmlns:a="http://schemas.openxmlformats.org/drawingml/2006/main">
              <a:ext uri="{FF2B5EF4-FFF2-40B4-BE49-F238E27FC236}">
                <a16:creationId xmlns:a16="http://schemas.microsoft.com/office/drawing/2014/main" id="{4CD81120-B9DD-4B8E-9BD0-A351E9F53A34}"/>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isUserSet；普通协议切换路径</a:t>
            </a:r>
          </a:p>
        </p:txBody>
      </p:sp>
      <p:sp>
        <p:nvSpPr>
          <p:cNvPr id="34" name="legacy-node-K">
            <a:extLst xmlns:a="http://schemas.openxmlformats.org/drawingml/2006/main">
              <a:ext uri="{FF2B5EF4-FFF2-40B4-BE49-F238E27FC236}">
                <a16:creationId xmlns:a16="http://schemas.microsoft.com/office/drawing/2014/main" id="{134C88FD-9F5F-46FA-B81A-F453B189B014}"/>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5" name="legacy-title-K">
            <a:extLst xmlns:a="http://schemas.openxmlformats.org/drawingml/2006/main">
              <a:ext uri="{FF2B5EF4-FFF2-40B4-BE49-F238E27FC236}">
                <a16:creationId xmlns:a16="http://schemas.microsoft.com/office/drawing/2014/main" id="{A35F1950-2358-4333-B173-21CDAE880BE7}"/>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6" name="legacy-alias-K">
            <a:extLst xmlns:a="http://schemas.openxmlformats.org/drawingml/2006/main">
              <a:ext uri="{FF2B5EF4-FFF2-40B4-BE49-F238E27FC236}">
                <a16:creationId xmlns:a16="http://schemas.microsoft.com/office/drawing/2014/main" id="{C2F03A14-1503-4A7D-A432-36EBC7C2D48D}"/>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参数、协议、重试与 Data 同处</a:t>
            </a:r>
          </a:p>
        </p:txBody>
      </p:sp>
      <p:sp>
        <p:nvSpPr>
          <p:cNvPr id="37" name="legacy-line-bg-K-0">
            <a:extLst xmlns:a="http://schemas.openxmlformats.org/drawingml/2006/main">
              <a:ext uri="{FF2B5EF4-FFF2-40B4-BE49-F238E27FC236}">
                <a16:creationId xmlns:a16="http://schemas.microsoft.com/office/drawing/2014/main" id="{4870BD4F-4CA3-4639-8F51-C33A6A8488DA}"/>
              </a:ext>
            </a:extLst>
          </p:cNvPr>
          <p:cNvSpPr>
            <a:spLocks xmlns:a="http://schemas.openxmlformats.org/drawingml/2006/main" noGrp="1"/>
          </p:cNvSpPr>
          <p:nvPr/>
        </p:nvSpPr>
        <p:spPr>
          <a:xfrm xmlns:a="http://schemas.openxmlformats.org/drawingml/2006/main">
            <a:off x="561975" y="3895725"/>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38" name="legacy-line-K-0">
            <a:extLst xmlns:a="http://schemas.openxmlformats.org/drawingml/2006/main">
              <a:ext uri="{FF2B5EF4-FFF2-40B4-BE49-F238E27FC236}">
                <a16:creationId xmlns:a16="http://schemas.microsoft.com/office/drawing/2014/main" id="{46EBB63B-585F-4399-9A1E-ECA9A1E306A4}"/>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② SavePrimaryCardInfo</a:t>
            </a:r>
          </a:p>
        </p:txBody>
      </p:sp>
      <p:sp>
        <p:nvSpPr>
          <p:cNvPr id="39" name="legacy-line-K-1">
            <a:extLst xmlns:a="http://schemas.openxmlformats.org/drawingml/2006/main">
              <a:ext uri="{FF2B5EF4-FFF2-40B4-BE49-F238E27FC236}">
                <a16:creationId xmlns:a16="http://schemas.microsoft.com/office/drawing/2014/main" id="{42931A72-D3A6-43E8-9171-E89A628C8BD9}"/>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接收协议结果 / 维护进度</a:t>
            </a:r>
          </a:p>
        </p:txBody>
      </p:sp>
      <p:sp>
        <p:nvSpPr>
          <p:cNvPr id="40" name="legacy-line-K-2">
            <a:extLst xmlns:a="http://schemas.openxmlformats.org/drawingml/2006/main">
              <a:ext uri="{FF2B5EF4-FFF2-40B4-BE49-F238E27FC236}">
                <a16:creationId xmlns:a16="http://schemas.microsoft.com/office/drawing/2014/main" id="{F2B25407-A588-4300-8743-8CF020D80508}"/>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广播后联动默认 Data</a:t>
            </a:r>
          </a:p>
        </p:txBody>
      </p:sp>
      <p:sp>
        <p:nvSpPr>
          <p:cNvPr id="41" name="legacy-node-R">
            <a:extLst xmlns:a="http://schemas.openxmlformats.org/drawingml/2006/main">
              <a:ext uri="{FF2B5EF4-FFF2-40B4-BE49-F238E27FC236}">
                <a16:creationId xmlns:a16="http://schemas.microsoft.com/office/drawing/2014/main" id="{16EBA5DB-1E63-4012-97B2-EFDEB006B763}"/>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9525">
            <a:solidFill>
              <a:srgbClr val="CDD8E6"/>
            </a:solidFill>
            <a:prstDash val="solid"/>
          </a:ln>
        </p:spPr>
      </p:sp>
      <p:sp>
        <p:nvSpPr>
          <p:cNvPr id="42" name="legacy-title-R">
            <a:extLst xmlns:a="http://schemas.openxmlformats.org/drawingml/2006/main">
              <a:ext uri="{FF2B5EF4-FFF2-40B4-BE49-F238E27FC236}">
                <a16:creationId xmlns:a16="http://schemas.microsoft.com/office/drawing/2014/main" id="{33A629E3-662D-4164-9BBE-64D4A642F843}"/>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778599"/>
                </a:solidFill>
                <a:latin typeface="Microsoft YaHei"/>
                <a:ea typeface="Microsoft YaHei"/>
                <a:cs typeface="Microsoft YaHei"/>
              </a:defRPr>
            </a:defPPr>
            <a:lvl1pPr algn="l">
              <a:defRPr sz="1380" b="1">
                <a:solidFill>
                  <a:srgbClr val="778599"/>
                </a:solidFill>
                <a:latin typeface="Microsoft YaHei"/>
                <a:ea typeface="Microsoft YaHei"/>
                <a:cs typeface="Microsoft YaHei"/>
              </a:defRPr>
            </a:lvl1pPr>
            <a:lvl2pPr algn="l">
              <a:defRPr sz="1380" b="1">
                <a:solidFill>
                  <a:srgbClr val="778599"/>
                </a:solidFill>
                <a:latin typeface="Microsoft YaHei"/>
                <a:ea typeface="Microsoft YaHei"/>
                <a:cs typeface="Microsoft YaHei"/>
              </a:defRPr>
            </a:lvl2pPr>
            <a:lvl3pPr algn="l">
              <a:defRPr sz="1380" b="1">
                <a:solidFill>
                  <a:srgbClr val="778599"/>
                </a:solidFill>
                <a:latin typeface="Microsoft YaHei"/>
                <a:ea typeface="Microsoft YaHei"/>
                <a:cs typeface="Microsoft YaHei"/>
              </a:defRPr>
            </a:lvl3pPr>
            <a:lvl4pPr algn="l">
              <a:defRPr sz="1380" b="1">
                <a:solidFill>
                  <a:srgbClr val="778599"/>
                </a:solidFill>
                <a:latin typeface="Microsoft YaHei"/>
                <a:ea typeface="Microsoft YaHei"/>
                <a:cs typeface="Microsoft YaHei"/>
              </a:defRPr>
            </a:lvl4pPr>
            <a:lvl5pPr algn="l">
              <a:defRPr sz="1380" b="1">
                <a:solidFill>
                  <a:srgbClr val="778599"/>
                </a:solidFill>
                <a:latin typeface="Microsoft YaHei"/>
                <a:ea typeface="Microsoft YaHei"/>
                <a:cs typeface="Microsoft YaHei"/>
              </a:defRPr>
            </a:lvl5pPr>
            <a:lvl6pPr algn="l">
              <a:defRPr sz="1380" b="1">
                <a:solidFill>
                  <a:srgbClr val="778599"/>
                </a:solidFill>
                <a:latin typeface="Microsoft YaHei"/>
                <a:ea typeface="Microsoft YaHei"/>
                <a:cs typeface="Microsoft YaHei"/>
              </a:defRPr>
            </a:lvl6pPr>
            <a:lvl7pPr algn="l">
              <a:defRPr sz="1380" b="1">
                <a:solidFill>
                  <a:srgbClr val="778599"/>
                </a:solidFill>
                <a:latin typeface="Microsoft YaHei"/>
                <a:ea typeface="Microsoft YaHei"/>
                <a:cs typeface="Microsoft YaHei"/>
              </a:defRPr>
            </a:lvl7pPr>
            <a:lvl8pPr algn="l">
              <a:defRPr sz="1380" b="1">
                <a:solidFill>
                  <a:srgbClr val="778599"/>
                </a:solidFill>
                <a:latin typeface="Microsoft YaHei"/>
                <a:ea typeface="Microsoft YaHei"/>
                <a:cs typeface="Microsoft YaHei"/>
              </a:defRPr>
            </a:lvl8pPr>
            <a:lvl9pPr algn="l">
              <a:defRPr sz="1380" b="1">
                <a:solidFill>
                  <a:srgbClr val="778599"/>
                </a:solidFill>
                <a:latin typeface="Microsoft YaHei"/>
                <a:ea typeface="Microsoft YaHei"/>
                <a:cs typeface="Microsoft YaHei"/>
              </a:defRPr>
            </a:lvl9pPr>
          </a:lstStyle>
          <a:p xmlns:a="http://schemas.openxmlformats.org/drawingml/2006/main">
            <a:pPr algn="l">
              <a:lnSpc>
                <a:spcPct val="102000"/>
              </a:lnSpc>
              <a:buNone/>
              <a:defRPr sz="1380" b="1">
                <a:solidFill>
                  <a:srgbClr val="778599"/>
                </a:solidFill>
                <a:latin typeface="Microsoft YaHei"/>
                <a:ea typeface="Microsoft YaHei"/>
                <a:cs typeface="Microsoft YaHei"/>
              </a:defRPr>
            </a:pPr>
            <a:r>
              <a:rPr sz="1380" b="1">
                <a:solidFill>
                  <a:srgbClr val="778599"/>
                </a:solidFill>
                <a:latin typeface="Microsoft YaHei"/>
                <a:ea typeface="Microsoft YaHei"/>
                <a:cs typeface="Microsoft YaHei"/>
              </a:rPr>
              <a:t>RadioProtocolController</a:t>
            </a:r>
          </a:p>
        </p:txBody>
      </p:sp>
      <p:sp>
        <p:nvSpPr>
          <p:cNvPr id="43" name="legacy-alias-R">
            <a:extLst xmlns:a="http://schemas.openxmlformats.org/drawingml/2006/main">
              <a:ext uri="{FF2B5EF4-FFF2-40B4-BE49-F238E27FC236}">
                <a16:creationId xmlns:a16="http://schemas.microsoft.com/office/drawing/2014/main" id="{DD0EFC7F-2971-4524-9A90-7B754CC03344}"/>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778599"/>
                </a:solidFill>
                <a:latin typeface="Microsoft YaHei"/>
                <a:ea typeface="Microsoft YaHei"/>
                <a:cs typeface="Microsoft YaHei"/>
              </a:defRPr>
            </a:defPPr>
            <a:lvl1pPr algn="l">
              <a:defRPr sz="1088" b="0">
                <a:solidFill>
                  <a:srgbClr val="778599"/>
                </a:solidFill>
                <a:latin typeface="Microsoft YaHei"/>
                <a:ea typeface="Microsoft YaHei"/>
                <a:cs typeface="Microsoft YaHei"/>
              </a:defRPr>
            </a:lvl1pPr>
            <a:lvl2pPr algn="l">
              <a:defRPr sz="1088" b="0">
                <a:solidFill>
                  <a:srgbClr val="778599"/>
                </a:solidFill>
                <a:latin typeface="Microsoft YaHei"/>
                <a:ea typeface="Microsoft YaHei"/>
                <a:cs typeface="Microsoft YaHei"/>
              </a:defRPr>
            </a:lvl2pPr>
            <a:lvl3pPr algn="l">
              <a:defRPr sz="1088" b="0">
                <a:solidFill>
                  <a:srgbClr val="778599"/>
                </a:solidFill>
                <a:latin typeface="Microsoft YaHei"/>
                <a:ea typeface="Microsoft YaHei"/>
                <a:cs typeface="Microsoft YaHei"/>
              </a:defRPr>
            </a:lvl3pPr>
            <a:lvl4pPr algn="l">
              <a:defRPr sz="1088" b="0">
                <a:solidFill>
                  <a:srgbClr val="778599"/>
                </a:solidFill>
                <a:latin typeface="Microsoft YaHei"/>
                <a:ea typeface="Microsoft YaHei"/>
                <a:cs typeface="Microsoft YaHei"/>
              </a:defRPr>
            </a:lvl4pPr>
            <a:lvl5pPr algn="l">
              <a:defRPr sz="1088" b="0">
                <a:solidFill>
                  <a:srgbClr val="778599"/>
                </a:solidFill>
                <a:latin typeface="Microsoft YaHei"/>
                <a:ea typeface="Microsoft YaHei"/>
                <a:cs typeface="Microsoft YaHei"/>
              </a:defRPr>
            </a:lvl5pPr>
            <a:lvl6pPr algn="l">
              <a:defRPr sz="1088" b="0">
                <a:solidFill>
                  <a:srgbClr val="778599"/>
                </a:solidFill>
                <a:latin typeface="Microsoft YaHei"/>
                <a:ea typeface="Microsoft YaHei"/>
                <a:cs typeface="Microsoft YaHei"/>
              </a:defRPr>
            </a:lvl6pPr>
            <a:lvl7pPr algn="l">
              <a:defRPr sz="1088" b="0">
                <a:solidFill>
                  <a:srgbClr val="778599"/>
                </a:solidFill>
                <a:latin typeface="Microsoft YaHei"/>
                <a:ea typeface="Microsoft YaHei"/>
                <a:cs typeface="Microsoft YaHei"/>
              </a:defRPr>
            </a:lvl7pPr>
            <a:lvl8pPr algn="l">
              <a:defRPr sz="1088" b="0">
                <a:solidFill>
                  <a:srgbClr val="778599"/>
                </a:solidFill>
                <a:latin typeface="Microsoft YaHei"/>
                <a:ea typeface="Microsoft YaHei"/>
                <a:cs typeface="Microsoft YaHei"/>
              </a:defRPr>
            </a:lvl8pPr>
            <a:lvl9pPr algn="l">
              <a:defRPr sz="1088" b="0">
                <a:solidFill>
                  <a:srgbClr val="778599"/>
                </a:solidFill>
                <a:latin typeface="Microsoft YaHei"/>
                <a:ea typeface="Microsoft YaHei"/>
                <a:cs typeface="Microsoft YaHei"/>
              </a:defRPr>
            </a:lvl9pPr>
          </a:lstStyle>
          <a:p xmlns:a="http://schemas.openxmlformats.org/drawingml/2006/main">
            <a:pPr algn="l">
              <a:lnSpc>
                <a:spcPct val="102000"/>
              </a:lnSpc>
              <a:buNone/>
              <a:defRPr sz="1088" b="0">
                <a:solidFill>
                  <a:srgbClr val="778599"/>
                </a:solidFill>
                <a:latin typeface="Microsoft YaHei"/>
                <a:ea typeface="Microsoft YaHei"/>
                <a:cs typeface="Microsoft YaHei"/>
              </a:defRPr>
            </a:pPr>
            <a:r>
              <a:rPr sz="1088" b="0">
                <a:solidFill>
                  <a:srgbClr val="778599"/>
                </a:solidFill>
                <a:latin typeface="Microsoft YaHei"/>
                <a:ea typeface="Microsoft YaHei"/>
                <a:cs typeface="Microsoft YaHei"/>
              </a:rPr>
              <a:t>已有 phase / sessionId / RIL</a:t>
            </a:r>
          </a:p>
        </p:txBody>
      </p:sp>
      <p:sp>
        <p:nvSpPr>
          <p:cNvPr id="44" name="legacy-line-R-0">
            <a:extLst xmlns:a="http://schemas.openxmlformats.org/drawingml/2006/main">
              <a:ext uri="{FF2B5EF4-FFF2-40B4-BE49-F238E27FC236}">
                <a16:creationId xmlns:a16="http://schemas.microsoft.com/office/drawing/2014/main" id="{2CE5539E-E1AF-43AC-AD96-0F172B3BAF70}"/>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SetRadioProtocol</a:t>
            </a:r>
          </a:p>
        </p:txBody>
      </p:sp>
      <p:sp>
        <p:nvSpPr>
          <p:cNvPr id="45" name="legacy-line-R-1">
            <a:extLst xmlns:a="http://schemas.openxmlformats.org/drawingml/2006/main">
              <a:ext uri="{FF2B5EF4-FFF2-40B4-BE49-F238E27FC236}">
                <a16:creationId xmlns:a16="http://schemas.microsoft.com/office/drawing/2014/main" id="{9BDF60B3-6A03-4D39-812E-E84101B5D24F}"/>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成功 / 错误 / 超时回包</a:t>
            </a:r>
          </a:p>
        </p:txBody>
      </p:sp>
      <p:sp>
        <p:nvSpPr>
          <p:cNvPr id="46" name="legacy-line-R-2">
            <a:extLst xmlns:a="http://schemas.openxmlformats.org/drawingml/2006/main">
              <a:ext uri="{FF2B5EF4-FFF2-40B4-BE49-F238E27FC236}">
                <a16:creationId xmlns:a16="http://schemas.microsoft.com/office/drawing/2014/main" id="{E0257632-21E5-4E32-A5A3-CBC077A70330}"/>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失败恢复与重试由上层串起</a:t>
            </a:r>
          </a:p>
        </p:txBody>
      </p:sp>
      <p:sp>
        <p:nvSpPr>
          <p:cNvPr id="47" name="legacy-node-D">
            <a:extLst xmlns:a="http://schemas.openxmlformats.org/drawingml/2006/main">
              <a:ext uri="{FF2B5EF4-FFF2-40B4-BE49-F238E27FC236}">
                <a16:creationId xmlns:a16="http://schemas.microsoft.com/office/drawing/2014/main" id="{443A23E4-98A9-404F-A2D3-5619B50CB0E3}"/>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48" name="legacy-title-D">
            <a:extLst xmlns:a="http://schemas.openxmlformats.org/drawingml/2006/main">
              <a:ext uri="{FF2B5EF4-FFF2-40B4-BE49-F238E27FC236}">
                <a16:creationId xmlns:a16="http://schemas.microsoft.com/office/drawing/2014/main" id="{4E8E2D61-91A8-4D53-AED5-860B53FEA929}"/>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系统参数 / 旧值</a:t>
            </a:r>
          </a:p>
        </p:txBody>
      </p:sp>
      <p:sp>
        <p:nvSpPr>
          <p:cNvPr id="49" name="legacy-line-bg-D-0">
            <a:extLst xmlns:a="http://schemas.openxmlformats.org/drawingml/2006/main">
              <a:ext uri="{FF2B5EF4-FFF2-40B4-BE49-F238E27FC236}">
                <a16:creationId xmlns:a16="http://schemas.microsoft.com/office/drawing/2014/main" id="{09A7BC1F-9B80-4105-AC27-151EB773FFBE}"/>
              </a:ext>
            </a:extLst>
          </p:cNvPr>
          <p:cNvSpPr>
            <a:spLocks xmlns:a="http://schemas.openxmlformats.org/drawingml/2006/main" noGrp="1"/>
          </p:cNvSpPr>
          <p:nvPr/>
        </p:nvSpPr>
        <p:spPr>
          <a:xfrm xmlns:a="http://schemas.openxmlformats.org/drawingml/2006/main">
            <a:off x="561975" y="5381625"/>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50" name="legacy-line-D-0">
            <a:extLst xmlns:a="http://schemas.openxmlformats.org/drawingml/2006/main">
              <a:ext uri="{FF2B5EF4-FFF2-40B4-BE49-F238E27FC236}">
                <a16:creationId xmlns:a16="http://schemas.microsoft.com/office/drawing/2014/main" id="{9B7DD955-C2F3-45E1-BCE6-482C07BF542B}"/>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1">
                <a:solidFill>
                  <a:srgbClr val="17263A"/>
                </a:solidFill>
                <a:latin typeface="Microsoft YaHei"/>
                <a:ea typeface="Microsoft YaHei"/>
                <a:cs typeface="Microsoft YaHei"/>
              </a:defRPr>
            </a:defPPr>
            <a:lvl1pPr algn="l">
              <a:defRPr sz="1238" b="1">
                <a:solidFill>
                  <a:srgbClr val="17263A"/>
                </a:solidFill>
                <a:latin typeface="Microsoft YaHei"/>
                <a:ea typeface="Microsoft YaHei"/>
                <a:cs typeface="Microsoft YaHei"/>
              </a:defRPr>
            </a:lvl1pPr>
            <a:lvl2pPr algn="l">
              <a:defRPr sz="1238" b="1">
                <a:solidFill>
                  <a:srgbClr val="17263A"/>
                </a:solidFill>
                <a:latin typeface="Microsoft YaHei"/>
                <a:ea typeface="Microsoft YaHei"/>
                <a:cs typeface="Microsoft YaHei"/>
              </a:defRPr>
            </a:lvl2pPr>
            <a:lvl3pPr algn="l">
              <a:defRPr sz="1238" b="1">
                <a:solidFill>
                  <a:srgbClr val="17263A"/>
                </a:solidFill>
                <a:latin typeface="Microsoft YaHei"/>
                <a:ea typeface="Microsoft YaHei"/>
                <a:cs typeface="Microsoft YaHei"/>
              </a:defRPr>
            </a:lvl3pPr>
            <a:lvl4pPr algn="l">
              <a:defRPr sz="1238" b="1">
                <a:solidFill>
                  <a:srgbClr val="17263A"/>
                </a:solidFill>
                <a:latin typeface="Microsoft YaHei"/>
                <a:ea typeface="Microsoft YaHei"/>
                <a:cs typeface="Microsoft YaHei"/>
              </a:defRPr>
            </a:lvl4pPr>
            <a:lvl5pPr algn="l">
              <a:defRPr sz="1238" b="1">
                <a:solidFill>
                  <a:srgbClr val="17263A"/>
                </a:solidFill>
                <a:latin typeface="Microsoft YaHei"/>
                <a:ea typeface="Microsoft YaHei"/>
                <a:cs typeface="Microsoft YaHei"/>
              </a:defRPr>
            </a:lvl5pPr>
            <a:lvl6pPr algn="l">
              <a:defRPr sz="1238" b="1">
                <a:solidFill>
                  <a:srgbClr val="17263A"/>
                </a:solidFill>
                <a:latin typeface="Microsoft YaHei"/>
                <a:ea typeface="Microsoft YaHei"/>
                <a:cs typeface="Microsoft YaHei"/>
              </a:defRPr>
            </a:lvl6pPr>
            <a:lvl7pPr algn="l">
              <a:defRPr sz="1238" b="1">
                <a:solidFill>
                  <a:srgbClr val="17263A"/>
                </a:solidFill>
                <a:latin typeface="Microsoft YaHei"/>
                <a:ea typeface="Microsoft YaHei"/>
                <a:cs typeface="Microsoft YaHei"/>
              </a:defRPr>
            </a:lvl7pPr>
            <a:lvl8pPr algn="l">
              <a:defRPr sz="1238" b="1">
                <a:solidFill>
                  <a:srgbClr val="17263A"/>
                </a:solidFill>
                <a:latin typeface="Microsoft YaHei"/>
                <a:ea typeface="Microsoft YaHei"/>
                <a:cs typeface="Microsoft YaHei"/>
              </a:defRPr>
            </a:lvl8pPr>
            <a:lvl9pPr algn="l">
              <a:defRPr sz="1238" b="1">
                <a:solidFill>
                  <a:srgbClr val="17263A"/>
                </a:solidFill>
                <a:latin typeface="Microsoft YaHei"/>
                <a:ea typeface="Microsoft YaHei"/>
                <a:cs typeface="Microsoft YaHei"/>
              </a:defRPr>
            </a:lvl9pPr>
          </a:lstStyle>
          <a:p xmlns:a="http://schemas.openxmlformats.org/drawingml/2006/main">
            <a:pPr algn="l">
              <a:lnSpc>
                <a:spcPct val="102000"/>
              </a:lnSpc>
              <a:buNone/>
              <a:defRPr sz="1238" b="1">
                <a:solidFill>
                  <a:srgbClr val="17263A"/>
                </a:solidFill>
                <a:latin typeface="Microsoft YaHei"/>
                <a:ea typeface="Microsoft YaHei"/>
                <a:cs typeface="Microsoft YaHei"/>
              </a:defRPr>
            </a:pPr>
            <a:r>
              <a:rPr sz="1238" b="1">
                <a:solidFill>
                  <a:srgbClr val="17263A"/>
                </a:solidFill>
                <a:latin typeface="Microsoft YaHei"/>
                <a:ea typeface="Microsoft YaHei"/>
                <a:cs typeface="Microsoft YaHei"/>
              </a:rPr>
              <a:t>② 先写；失败时有条件恢复</a:t>
            </a:r>
          </a:p>
        </p:txBody>
      </p:sp>
      <p:sp>
        <p:nvSpPr>
          <p:cNvPr id="51" name="legacy-node-N">
            <a:extLst xmlns:a="http://schemas.openxmlformats.org/drawingml/2006/main">
              <a:ext uri="{FF2B5EF4-FFF2-40B4-BE49-F238E27FC236}">
                <a16:creationId xmlns:a16="http://schemas.microsoft.com/office/drawing/2014/main" id="{D7F1CCD6-E58E-4B0D-969C-183066869DFE}"/>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52" name="legacy-title-N">
            <a:extLst xmlns:a="http://schemas.openxmlformats.org/drawingml/2006/main">
              <a:ext uri="{FF2B5EF4-FFF2-40B4-BE49-F238E27FC236}">
                <a16:creationId xmlns:a16="http://schemas.microsoft.com/office/drawing/2014/main" id="{BB440690-14C0-4DD8-B9F5-DB1AA19E924F}"/>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原输出与 Data 入口</a:t>
            </a:r>
          </a:p>
        </p:txBody>
      </p:sp>
      <p:sp>
        <p:nvSpPr>
          <p:cNvPr id="53" name="legacy-line-N-0">
            <a:extLst xmlns:a="http://schemas.openxmlformats.org/drawingml/2006/main">
              <a:ext uri="{FF2B5EF4-FFF2-40B4-BE49-F238E27FC236}">
                <a16:creationId xmlns:a16="http://schemas.microsoft.com/office/drawing/2014/main" id="{2F1C46A3-8B7C-42D7-B361-19A3E65D89BC}"/>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主卡广播 → Data 设置</a:t>
            </a:r>
          </a:p>
        </p:txBody>
      </p:sp>
      <p:sp>
        <p:nvSpPr>
          <p:cNvPr id="54" name="legacy-line-N-1">
            <a:extLst xmlns:a="http://schemas.openxmlformats.org/drawingml/2006/main">
              <a:ext uri="{FF2B5EF4-FFF2-40B4-BE49-F238E27FC236}">
                <a16:creationId xmlns:a16="http://schemas.microsoft.com/office/drawing/2014/main" id="{2602408A-A6B3-4DCD-94A5-E4903F4B2C35}"/>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初始迁移保留原联动</a:t>
            </a:r>
          </a:p>
        </p:txBody>
      </p:sp>
      <p:sp>
        <p:nvSpPr>
          <p:cNvPr id="55" name="legacy-flow-note">
            <a:extLst xmlns:a="http://schemas.openxmlformats.org/drawingml/2006/main">
              <a:ext uri="{FF2B5EF4-FFF2-40B4-BE49-F238E27FC236}">
                <a16:creationId xmlns:a16="http://schemas.microsoft.com/office/drawing/2014/main" id="{3E12353C-2B3C-4948-A3C1-11CACDB65BEC}"/>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SetPrimarySlotId · 普通协议切换；省略透传函数及中间调用栈</a:t>
            </a:r>
          </a:p>
        </p:txBody>
      </p:sp>
      <p:sp>
        <p:nvSpPr>
          <p:cNvPr id="56" name="application-label">
            <a:extLst xmlns:a="http://schemas.openxmlformats.org/drawingml/2006/main">
              <a:ext uri="{FF2B5EF4-FFF2-40B4-BE49-F238E27FC236}">
                <a16:creationId xmlns:a16="http://schemas.microsoft.com/office/drawing/2014/main" id="{54FE0EC2-BB7D-4E9C-806C-53FA01B6D411}"/>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7" name="domain-label">
            <a:extLst xmlns:a="http://schemas.openxmlformats.org/drawingml/2006/main">
              <a:ext uri="{FF2B5EF4-FFF2-40B4-BE49-F238E27FC236}">
                <a16:creationId xmlns:a16="http://schemas.microsoft.com/office/drawing/2014/main" id="{E1C47E26-DACE-49B7-BDA8-D25C072C49EC}"/>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8" name="target-edge-OT">
            <a:extLst xmlns:a="http://schemas.openxmlformats.org/drawingml/2006/main">
              <a:ext uri="{FF2B5EF4-FFF2-40B4-BE49-F238E27FC236}">
                <a16:creationId xmlns:a16="http://schemas.microsoft.com/office/drawing/2014/main" id="{2D56FEE5-1FEC-4FBD-8C41-506C12E4ADCA}"/>
              </a:ext>
            </a:extLst>
          </p:cNvPr>
          <p:cNvSpPr>
            <a:spLocks xmlns:a="http://schemas.openxmlformats.org/drawingml/2006/main" noGrp="1"/>
          </p:cNvSpPr>
          <p:nvPr/>
        </p:nvSpPr>
        <p:spPr>
          <a:xfrm xmlns:a="http://schemas.openxmlformats.org/drawingml/2006/main">
            <a:off x="8172450" y="3633788"/>
            <a:ext cx="180975" cy="9525"/>
          </a:xfrm>
          <a:custGeom xmlns:a="http://schemas.openxmlformats.org/drawingml/2006/main">
            <a:pathLst>
              <a:path w="180975" h="9525">
                <a:moveTo>
                  <a:pt x="0" y="4763"/>
                </a:moveTo>
                <a:lnTo>
                  <a:pt x="180975" y="4763"/>
                </a:lnTo>
              </a:path>
            </a:pathLst>
          </a:custGeom>
          <a:noFill xmlns:a="http://schemas.openxmlformats.org/drawingml/2006/main"/>
          <a:ln xmlns:a="http://schemas.openxmlformats.org/drawingml/2006/main" w="16193">
            <a:solidFill>
              <a:srgbClr val="246AB8"/>
            </a:solidFill>
            <a:prstDash val="solid"/>
          </a:ln>
        </p:spPr>
      </p:sp>
      <p:sp>
        <p:nvSpPr>
          <p:cNvPr id="59" name="target-edge-OT-head">
            <a:extLst xmlns:a="http://schemas.openxmlformats.org/drawingml/2006/main">
              <a:ext uri="{FF2B5EF4-FFF2-40B4-BE49-F238E27FC236}">
                <a16:creationId xmlns:a16="http://schemas.microsoft.com/office/drawing/2014/main" id="{D06ED6D2-3FE8-461F-8EBD-021AF3785CEC}"/>
              </a:ext>
            </a:extLst>
          </p:cNvPr>
          <p:cNvSpPr>
            <a:spLocks xmlns:a="http://schemas.openxmlformats.org/drawingml/2006/main" noGrp="1"/>
          </p:cNvSpPr>
          <p:nvPr/>
        </p:nvSpPr>
        <p:spPr>
          <a:xfrm xmlns:a="http://schemas.openxmlformats.org/drawingml/2006/main">
            <a:off x="8296275" y="3609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60" name="target-edge-OA">
            <a:extLst xmlns:a="http://schemas.openxmlformats.org/drawingml/2006/main">
              <a:ext uri="{FF2B5EF4-FFF2-40B4-BE49-F238E27FC236}">
                <a16:creationId xmlns:a16="http://schemas.microsoft.com/office/drawing/2014/main" id="{6D08A8D5-7BE2-4157-8316-F3DF07F2AC49}"/>
              </a:ext>
            </a:extLst>
          </p:cNvPr>
          <p:cNvSpPr>
            <a:spLocks xmlns:a="http://schemas.openxmlformats.org/drawingml/2006/main" noGrp="1"/>
          </p:cNvSpPr>
          <p:nvPr/>
        </p:nvSpPr>
        <p:spPr>
          <a:xfrm xmlns:a="http://schemas.openxmlformats.org/drawingml/2006/main">
            <a:off x="8001000" y="3257550"/>
            <a:ext cx="3333750" cy="114300"/>
          </a:xfrm>
          <a:custGeom xmlns:a="http://schemas.openxmlformats.org/drawingml/2006/main">
            <a:pathLst>
              <a:path w="3333750" h="114300">
                <a:moveTo>
                  <a:pt x="0" y="114300"/>
                </a:moveTo>
                <a:lnTo>
                  <a:pt x="0" y="0"/>
                </a:lnTo>
                <a:lnTo>
                  <a:pt x="3333750" y="0"/>
                </a:lnTo>
                <a:lnTo>
                  <a:pt x="3333750" y="114300"/>
                </a:lnTo>
              </a:path>
            </a:pathLst>
          </a:custGeom>
          <a:noFill xmlns:a="http://schemas.openxmlformats.org/drawingml/2006/main"/>
          <a:ln xmlns:a="http://schemas.openxmlformats.org/drawingml/2006/main" w="16193">
            <a:solidFill>
              <a:srgbClr val="246AB8"/>
            </a:solidFill>
            <a:prstDash val="solid"/>
          </a:ln>
        </p:spPr>
      </p:sp>
      <p:sp>
        <p:nvSpPr>
          <p:cNvPr id="61" name="target-edge-OA-head">
            <a:extLst xmlns:a="http://schemas.openxmlformats.org/drawingml/2006/main">
              <a:ext uri="{FF2B5EF4-FFF2-40B4-BE49-F238E27FC236}">
                <a16:creationId xmlns:a16="http://schemas.microsoft.com/office/drawing/2014/main" id="{75FFD376-C0AD-4E78-A310-49090C91BC9A}"/>
              </a:ext>
            </a:extLst>
          </p:cNvPr>
          <p:cNvSpPr>
            <a:spLocks xmlns:a="http://schemas.openxmlformats.org/drawingml/2006/main" noGrp="1"/>
          </p:cNvSpPr>
          <p:nvPr/>
        </p:nvSpPr>
        <p:spPr>
          <a:xfrm xmlns:a="http://schemas.openxmlformats.org/drawingml/2006/main">
            <a:off x="11306175" y="33147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2" name="target-edge-label-OA">
            <a:extLst xmlns:a="http://schemas.openxmlformats.org/drawingml/2006/main">
              <a:ext uri="{FF2B5EF4-FFF2-40B4-BE49-F238E27FC236}">
                <a16:creationId xmlns:a16="http://schemas.microsoft.com/office/drawing/2014/main" id="{19DBDA8F-EE02-4FA7-8CC8-CE46BE8210D8}"/>
              </a:ext>
            </a:extLst>
          </p:cNvPr>
          <p:cNvSpPr>
            <a:spLocks xmlns:a="http://schemas.openxmlformats.org/drawingml/2006/main" noGrp="1"/>
          </p:cNvSpPr>
          <p:nvPr/>
        </p:nvSpPr>
        <p:spPr>
          <a:xfrm xmlns:a="http://schemas.openxmlformats.org/drawingml/2006/main">
            <a:off x="9763125" y="3152775"/>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规则</a:t>
            </a:r>
          </a:p>
        </p:txBody>
      </p:sp>
      <p:sp>
        <p:nvSpPr>
          <p:cNvPr id="63" name="target-edge-OD">
            <a:extLst xmlns:a="http://schemas.openxmlformats.org/drawingml/2006/main">
              <a:ext uri="{FF2B5EF4-FFF2-40B4-BE49-F238E27FC236}">
                <a16:creationId xmlns:a16="http://schemas.microsoft.com/office/drawing/2014/main" id="{56EBEFC8-5EC0-4418-9CBB-DCEE44BB0221}"/>
              </a:ext>
            </a:extLst>
          </p:cNvPr>
          <p:cNvSpPr>
            <a:spLocks xmlns:a="http://schemas.openxmlformats.org/drawingml/2006/main" noGrp="1"/>
          </p:cNvSpPr>
          <p:nvPr/>
        </p:nvSpPr>
        <p:spPr>
          <a:xfrm xmlns:a="http://schemas.openxmlformats.org/drawingml/2006/main">
            <a:off x="737711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64" name="target-edge-OD-head">
            <a:extLst xmlns:a="http://schemas.openxmlformats.org/drawingml/2006/main">
              <a:ext uri="{FF2B5EF4-FFF2-40B4-BE49-F238E27FC236}">
                <a16:creationId xmlns:a16="http://schemas.microsoft.com/office/drawing/2014/main" id="{4D4561E4-E536-4CC0-BDC5-01A58FAD7B13}"/>
              </a:ext>
            </a:extLst>
          </p:cNvPr>
          <p:cNvSpPr>
            <a:spLocks xmlns:a="http://schemas.openxmlformats.org/drawingml/2006/main" noGrp="1"/>
          </p:cNvSpPr>
          <p:nvPr/>
        </p:nvSpPr>
        <p:spPr>
          <a:xfrm xmlns:a="http://schemas.openxmlformats.org/drawingml/2006/main">
            <a:off x="735330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5" name="target-edge-TD">
            <a:extLst xmlns:a="http://schemas.openxmlformats.org/drawingml/2006/main">
              <a:ext uri="{FF2B5EF4-FFF2-40B4-BE49-F238E27FC236}">
                <a16:creationId xmlns:a16="http://schemas.microsoft.com/office/drawing/2014/main" id="{93B18CEB-23CF-4177-9195-AA82A3CD3635}"/>
              </a:ext>
            </a:extLst>
          </p:cNvPr>
          <p:cNvSpPr>
            <a:spLocks xmlns:a="http://schemas.openxmlformats.org/drawingml/2006/main" noGrp="1"/>
          </p:cNvSpPr>
          <p:nvPr/>
        </p:nvSpPr>
        <p:spPr>
          <a:xfrm xmlns:a="http://schemas.openxmlformats.org/drawingml/2006/main">
            <a:off x="9139238"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66" name="target-edge-TD-head">
            <a:extLst xmlns:a="http://schemas.openxmlformats.org/drawingml/2006/main">
              <a:ext uri="{FF2B5EF4-FFF2-40B4-BE49-F238E27FC236}">
                <a16:creationId xmlns:a16="http://schemas.microsoft.com/office/drawing/2014/main" id="{D8C14D47-44EA-4FB2-AAFB-A53417C60F68}"/>
              </a:ext>
            </a:extLst>
          </p:cNvPr>
          <p:cNvSpPr>
            <a:spLocks xmlns:a="http://schemas.openxmlformats.org/drawingml/2006/main" noGrp="1"/>
          </p:cNvSpPr>
          <p:nvPr/>
        </p:nvSpPr>
        <p:spPr>
          <a:xfrm xmlns:a="http://schemas.openxmlformats.org/drawingml/2006/main">
            <a:off x="9115425"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7" name="target-edge-AD">
            <a:extLst xmlns:a="http://schemas.openxmlformats.org/drawingml/2006/main">
              <a:ext uri="{FF2B5EF4-FFF2-40B4-BE49-F238E27FC236}">
                <a16:creationId xmlns:a16="http://schemas.microsoft.com/office/drawing/2014/main" id="{8D4A2086-E528-4353-A6A4-26240113384B}"/>
              </a:ext>
            </a:extLst>
          </p:cNvPr>
          <p:cNvSpPr>
            <a:spLocks xmlns:a="http://schemas.openxmlformats.org/drawingml/2006/main" noGrp="1"/>
          </p:cNvSpPr>
          <p:nvPr/>
        </p:nvSpPr>
        <p:spPr>
          <a:xfrm xmlns:a="http://schemas.openxmlformats.org/drawingml/2006/main">
            <a:off x="1090136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68" name="target-edge-AD-head">
            <a:extLst xmlns:a="http://schemas.openxmlformats.org/drawingml/2006/main">
              <a:ext uri="{FF2B5EF4-FFF2-40B4-BE49-F238E27FC236}">
                <a16:creationId xmlns:a16="http://schemas.microsoft.com/office/drawing/2014/main" id="{095A2FE3-7626-4481-8644-02F2C648DD5F}"/>
              </a:ext>
            </a:extLst>
          </p:cNvPr>
          <p:cNvSpPr>
            <a:spLocks xmlns:a="http://schemas.openxmlformats.org/drawingml/2006/main" noGrp="1"/>
          </p:cNvSpPr>
          <p:nvPr/>
        </p:nvSpPr>
        <p:spPr>
          <a:xfrm xmlns:a="http://schemas.openxmlformats.org/drawingml/2006/main">
            <a:off x="1087755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9" name="target-edge-AI">
            <a:extLst xmlns:a="http://schemas.openxmlformats.org/drawingml/2006/main">
              <a:ext uri="{FF2B5EF4-FFF2-40B4-BE49-F238E27FC236}">
                <a16:creationId xmlns:a16="http://schemas.microsoft.com/office/drawing/2014/main" id="{9F0319FB-AAE4-4BBC-BED1-AB1DB7E15BB4}"/>
              </a:ext>
            </a:extLst>
          </p:cNvPr>
          <p:cNvSpPr>
            <a:spLocks xmlns:a="http://schemas.openxmlformats.org/drawingml/2006/main" noGrp="1"/>
          </p:cNvSpPr>
          <p:nvPr/>
        </p:nvSpPr>
        <p:spPr>
          <a:xfrm xmlns:a="http://schemas.openxmlformats.org/drawingml/2006/main">
            <a:off x="11696700" y="3800475"/>
            <a:ext cx="171450" cy="1743075"/>
          </a:xfrm>
          <a:custGeom xmlns:a="http://schemas.openxmlformats.org/drawingml/2006/main">
            <a:pathLst>
              <a:path w="171450" h="1743075">
                <a:moveTo>
                  <a:pt x="0" y="0"/>
                </a:moveTo>
                <a:lnTo>
                  <a:pt x="171450" y="0"/>
                </a:lnTo>
                <a:lnTo>
                  <a:pt x="171450" y="1743075"/>
                </a:lnTo>
                <a:lnTo>
                  <a:pt x="0" y="1743075"/>
                </a:lnTo>
              </a:path>
            </a:pathLst>
          </a:custGeom>
          <a:noFill xmlns:a="http://schemas.openxmlformats.org/drawingml/2006/main"/>
          <a:ln xmlns:a="http://schemas.openxmlformats.org/drawingml/2006/main" w="16193">
            <a:solidFill>
              <a:srgbClr val="246AB8"/>
            </a:solidFill>
            <a:prstDash val="solid"/>
          </a:ln>
        </p:spPr>
      </p:sp>
      <p:sp>
        <p:nvSpPr>
          <p:cNvPr id="70" name="target-edge-AI-head">
            <a:extLst xmlns:a="http://schemas.openxmlformats.org/drawingml/2006/main">
              <a:ext uri="{FF2B5EF4-FFF2-40B4-BE49-F238E27FC236}">
                <a16:creationId xmlns:a16="http://schemas.microsoft.com/office/drawing/2014/main" id="{C221D081-7B8A-410F-9DED-367D874675DB}"/>
              </a:ext>
            </a:extLst>
          </p:cNvPr>
          <p:cNvSpPr>
            <a:spLocks xmlns:a="http://schemas.openxmlformats.org/drawingml/2006/main" noGrp="1"/>
          </p:cNvSpPr>
          <p:nvPr/>
        </p:nvSpPr>
        <p:spPr>
          <a:xfrm xmlns:a="http://schemas.openxmlformats.org/drawingml/2006/main">
            <a:off x="11696700" y="55149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6193">
            <a:solidFill>
              <a:srgbClr val="246AB8"/>
            </a:solidFill>
            <a:prstDash val="solid"/>
          </a:ln>
        </p:spPr>
      </p:sp>
      <p:sp>
        <p:nvSpPr>
          <p:cNvPr id="71" name="target-edge-label-AI">
            <a:extLst xmlns:a="http://schemas.openxmlformats.org/drawingml/2006/main">
              <a:ext uri="{FF2B5EF4-FFF2-40B4-BE49-F238E27FC236}">
                <a16:creationId xmlns:a16="http://schemas.microsoft.com/office/drawing/2014/main" id="{92CDBFAC-3258-4823-A560-A671EB98788D}"/>
              </a:ext>
            </a:extLst>
          </p:cNvPr>
          <p:cNvSpPr>
            <a:spLocks xmlns:a="http://schemas.openxmlformats.org/drawingml/2006/main" noGrp="1"/>
          </p:cNvSpPr>
          <p:nvPr/>
        </p:nvSpPr>
        <p:spPr>
          <a:xfrm xmlns:a="http://schemas.openxmlformats.org/drawingml/2006/main">
            <a:off x="11715750" y="4572000"/>
            <a:ext cx="3619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适配</a:t>
            </a:r>
          </a:p>
        </p:txBody>
      </p:sp>
      <p:sp>
        <p:nvSpPr>
          <p:cNvPr id="72" name="target-node-C">
            <a:extLst xmlns:a="http://schemas.openxmlformats.org/drawingml/2006/main">
              <a:ext uri="{FF2B5EF4-FFF2-40B4-BE49-F238E27FC236}">
                <a16:creationId xmlns:a16="http://schemas.microsoft.com/office/drawing/2014/main" id="{068C74AD-2BFE-4174-BC43-B79763E13FB8}"/>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DD8E6"/>
            </a:solidFill>
            <a:prstDash val="solid"/>
          </a:ln>
        </p:spPr>
      </p:sp>
      <p:sp>
        <p:nvSpPr>
          <p:cNvPr id="73" name="target-title-C">
            <a:extLst xmlns:a="http://schemas.openxmlformats.org/drawingml/2006/main">
              <a:ext uri="{FF2B5EF4-FFF2-40B4-BE49-F238E27FC236}">
                <a16:creationId xmlns:a16="http://schemas.microsoft.com/office/drawing/2014/main" id="{DAD8DA62-D034-4435-B1E2-577AB78D9630}"/>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78599"/>
                </a:solidFill>
                <a:latin typeface="Microsoft YaHei"/>
                <a:ea typeface="Microsoft YaHei"/>
                <a:cs typeface="Microsoft YaHei"/>
              </a:defRPr>
            </a:defPPr>
            <a:lvl1pPr algn="l">
              <a:defRPr sz="1575" b="1">
                <a:solidFill>
                  <a:srgbClr val="778599"/>
                </a:solidFill>
                <a:latin typeface="Microsoft YaHei"/>
                <a:ea typeface="Microsoft YaHei"/>
                <a:cs typeface="Microsoft YaHei"/>
              </a:defRPr>
            </a:lvl1pPr>
            <a:lvl2pPr algn="l">
              <a:defRPr sz="1575" b="1">
                <a:solidFill>
                  <a:srgbClr val="778599"/>
                </a:solidFill>
                <a:latin typeface="Microsoft YaHei"/>
                <a:ea typeface="Microsoft YaHei"/>
                <a:cs typeface="Microsoft YaHei"/>
              </a:defRPr>
            </a:lvl2pPr>
            <a:lvl3pPr algn="l">
              <a:defRPr sz="1575" b="1">
                <a:solidFill>
                  <a:srgbClr val="778599"/>
                </a:solidFill>
                <a:latin typeface="Microsoft YaHei"/>
                <a:ea typeface="Microsoft YaHei"/>
                <a:cs typeface="Microsoft YaHei"/>
              </a:defRPr>
            </a:lvl3pPr>
            <a:lvl4pPr algn="l">
              <a:defRPr sz="1575" b="1">
                <a:solidFill>
                  <a:srgbClr val="778599"/>
                </a:solidFill>
                <a:latin typeface="Microsoft YaHei"/>
                <a:ea typeface="Microsoft YaHei"/>
                <a:cs typeface="Microsoft YaHei"/>
              </a:defRPr>
            </a:lvl4pPr>
            <a:lvl5pPr algn="l">
              <a:defRPr sz="1575" b="1">
                <a:solidFill>
                  <a:srgbClr val="778599"/>
                </a:solidFill>
                <a:latin typeface="Microsoft YaHei"/>
                <a:ea typeface="Microsoft YaHei"/>
                <a:cs typeface="Microsoft YaHei"/>
              </a:defRPr>
            </a:lvl5pPr>
            <a:lvl6pPr algn="l">
              <a:defRPr sz="1575" b="1">
                <a:solidFill>
                  <a:srgbClr val="778599"/>
                </a:solidFill>
                <a:latin typeface="Microsoft YaHei"/>
                <a:ea typeface="Microsoft YaHei"/>
                <a:cs typeface="Microsoft YaHei"/>
              </a:defRPr>
            </a:lvl6pPr>
            <a:lvl7pPr algn="l">
              <a:defRPr sz="1575" b="1">
                <a:solidFill>
                  <a:srgbClr val="778599"/>
                </a:solidFill>
                <a:latin typeface="Microsoft YaHei"/>
                <a:ea typeface="Microsoft YaHei"/>
                <a:cs typeface="Microsoft YaHei"/>
              </a:defRPr>
            </a:lvl7pPr>
            <a:lvl8pPr algn="l">
              <a:defRPr sz="1575" b="1">
                <a:solidFill>
                  <a:srgbClr val="778599"/>
                </a:solidFill>
                <a:latin typeface="Microsoft YaHei"/>
                <a:ea typeface="Microsoft YaHei"/>
                <a:cs typeface="Microsoft YaHei"/>
              </a:defRPr>
            </a:lvl8pPr>
            <a:lvl9pPr algn="l">
              <a:defRPr sz="1575" b="1">
                <a:solidFill>
                  <a:srgbClr val="778599"/>
                </a:solidFill>
                <a:latin typeface="Microsoft YaHei"/>
                <a:ea typeface="Microsoft YaHei"/>
                <a:cs typeface="Microsoft YaHei"/>
              </a:defRPr>
            </a:lvl9pPr>
          </a:lstStyle>
          <a:p xmlns:a="http://schemas.openxmlformats.org/drawingml/2006/main">
            <a:pPr algn="l">
              <a:lnSpc>
                <a:spcPct val="102000"/>
              </a:lnSpc>
              <a:buNone/>
              <a:defRPr sz="1575" b="1">
                <a:solidFill>
                  <a:srgbClr val="778599"/>
                </a:solidFill>
                <a:latin typeface="Microsoft YaHei"/>
                <a:ea typeface="Microsoft YaHei"/>
                <a:cs typeface="Microsoft YaHei"/>
              </a:defRPr>
            </a:pPr>
            <a:r>
              <a:rPr sz="1575" b="1">
                <a:solidFill>
                  <a:srgbClr val="778599"/>
                </a:solidFill>
                <a:latin typeface="Microsoft YaHei"/>
                <a:ea typeface="Microsoft YaHei"/>
                <a:cs typeface="Microsoft YaHei"/>
              </a:rPr>
              <a:t>C 旧接口兼容</a:t>
            </a:r>
          </a:p>
        </p:txBody>
      </p:sp>
      <p:sp>
        <p:nvSpPr>
          <p:cNvPr id="74" name="target-alias-C">
            <a:extLst xmlns:a="http://schemas.openxmlformats.org/drawingml/2006/main">
              <a:ext uri="{FF2B5EF4-FFF2-40B4-BE49-F238E27FC236}">
                <a16:creationId xmlns:a16="http://schemas.microsoft.com/office/drawing/2014/main" id="{67D9E8CF-5301-4EC7-A28B-D85A7C2637D8}"/>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旧签名 / 权限 / 错误 / 返回与回调</a:t>
            </a:r>
          </a:p>
        </p:txBody>
      </p:sp>
      <p:sp>
        <p:nvSpPr>
          <p:cNvPr id="75" name="target-func-C">
            <a:extLst xmlns:a="http://schemas.openxmlformats.org/drawingml/2006/main">
              <a:ext uri="{FF2B5EF4-FFF2-40B4-BE49-F238E27FC236}">
                <a16:creationId xmlns:a16="http://schemas.microsoft.com/office/drawing/2014/main" id="{15973586-6F1E-4EC1-8605-575C6CCB44FC}"/>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沿用原入口、解析点及完成出口</a:t>
            </a:r>
          </a:p>
        </p:txBody>
      </p:sp>
      <p:sp>
        <p:nvSpPr>
          <p:cNvPr id="76" name="target-node-O">
            <a:extLst xmlns:a="http://schemas.openxmlformats.org/drawingml/2006/main">
              <a:ext uri="{FF2B5EF4-FFF2-40B4-BE49-F238E27FC236}">
                <a16:creationId xmlns:a16="http://schemas.microsoft.com/office/drawing/2014/main" id="{8D6F839D-38F3-496A-BFE9-AFBAF76A703D}"/>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77" name="target-title-O">
            <a:extLst xmlns:a="http://schemas.openxmlformats.org/drawingml/2006/main">
              <a:ext uri="{FF2B5EF4-FFF2-40B4-BE49-F238E27FC236}">
                <a16:creationId xmlns:a16="http://schemas.microsoft.com/office/drawing/2014/main" id="{79897079-DF6D-44C2-9FD0-305F1F61E95D}"/>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78" name="target-alias-O">
            <a:extLst xmlns:a="http://schemas.openxmlformats.org/drawingml/2006/main">
              <a:ext uri="{FF2B5EF4-FFF2-40B4-BE49-F238E27FC236}">
                <a16:creationId xmlns:a16="http://schemas.microsoft.com/office/drawing/2014/main" id="{4A5C8B8F-3E85-453E-A09E-4C3ECAB2812E}"/>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79" name="target-func-O">
            <a:extLst xmlns:a="http://schemas.openxmlformats.org/drawingml/2006/main">
              <a:ext uri="{FF2B5EF4-FFF2-40B4-BE49-F238E27FC236}">
                <a16:creationId xmlns:a16="http://schemas.microsoft.com/office/drawing/2014/main" id="{0D684989-BA58-4626-B2BD-31D1AEA638C6}"/>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先参数，再设备</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旧值 / 重试上下文</a:t>
            </a:r>
          </a:p>
        </p:txBody>
      </p:sp>
      <p:sp>
        <p:nvSpPr>
          <p:cNvPr id="80" name="target-node-T">
            <a:extLst xmlns:a="http://schemas.openxmlformats.org/drawingml/2006/main">
              <a:ext uri="{FF2B5EF4-FFF2-40B4-BE49-F238E27FC236}">
                <a16:creationId xmlns:a16="http://schemas.microsoft.com/office/drawing/2014/main" id="{351BCDEA-5934-48EC-BA75-8EFBF3C21C38}"/>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81" name="target-title-T">
            <a:extLst xmlns:a="http://schemas.openxmlformats.org/drawingml/2006/main">
              <a:ext uri="{FF2B5EF4-FFF2-40B4-BE49-F238E27FC236}">
                <a16:creationId xmlns:a16="http://schemas.microsoft.com/office/drawing/2014/main" id="{7617DF6A-6B35-4486-909F-8E66E86A72F7}"/>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82" name="target-alias-T">
            <a:extLst xmlns:a="http://schemas.openxmlformats.org/drawingml/2006/main">
              <a:ext uri="{FF2B5EF4-FFF2-40B4-BE49-F238E27FC236}">
                <a16:creationId xmlns:a16="http://schemas.microsoft.com/office/drawing/2014/main" id="{E021CDB2-2E67-4A80-A2D0-E24302C6BC6C}"/>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83" name="target-func-T">
            <a:extLst xmlns:a="http://schemas.openxmlformats.org/drawingml/2006/main">
              <a:ext uri="{FF2B5EF4-FFF2-40B4-BE49-F238E27FC236}">
                <a16:creationId xmlns:a16="http://schemas.microsoft.com/office/drawing/2014/main" id="{E67F5953-2C85-4E24-84A8-68BC31B4982B}"/>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当前账户 / 绑定事实</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不裁决设备切换流程</a:t>
            </a:r>
          </a:p>
        </p:txBody>
      </p:sp>
      <p:sp>
        <p:nvSpPr>
          <p:cNvPr id="84" name="target-node-A">
            <a:extLst xmlns:a="http://schemas.openxmlformats.org/drawingml/2006/main">
              <a:ext uri="{FF2B5EF4-FFF2-40B4-BE49-F238E27FC236}">
                <a16:creationId xmlns:a16="http://schemas.microsoft.com/office/drawing/2014/main" id="{C2EC282F-8F21-4EC2-876B-690A18641DF2}"/>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85" name="target-title-A">
            <a:extLst xmlns:a="http://schemas.openxmlformats.org/drawingml/2006/main">
              <a:ext uri="{FF2B5EF4-FFF2-40B4-BE49-F238E27FC236}">
                <a16:creationId xmlns:a16="http://schemas.microsoft.com/office/drawing/2014/main" id="{5B2BB9D0-8014-419D-8865-E538B45E41D8}"/>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A 角色与资源</a:t>
            </a:r>
          </a:p>
        </p:txBody>
      </p:sp>
      <p:sp>
        <p:nvSpPr>
          <p:cNvPr id="86" name="target-alias-A">
            <a:extLst xmlns:a="http://schemas.openxmlformats.org/drawingml/2006/main">
              <a:ext uri="{FF2B5EF4-FFF2-40B4-BE49-F238E27FC236}">
                <a16:creationId xmlns:a16="http://schemas.microsoft.com/office/drawing/2014/main" id="{0FF00152-DE8E-449E-9D4E-951B0891235A}"/>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AssignmentService</a:t>
            </a:r>
          </a:p>
        </p:txBody>
      </p:sp>
      <p:sp>
        <p:nvSpPr>
          <p:cNvPr id="87" name="target-func-A">
            <a:extLst xmlns:a="http://schemas.openxmlformats.org/drawingml/2006/main">
              <a:ext uri="{FF2B5EF4-FFF2-40B4-BE49-F238E27FC236}">
                <a16:creationId xmlns:a16="http://schemas.microsoft.com/office/drawing/2014/main" id="{153964DC-604B-46B4-B510-91503566AEC8}"/>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Primary 意图与约束</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保留参数预写事实</a:t>
            </a:r>
          </a:p>
        </p:txBody>
      </p:sp>
      <p:sp>
        <p:nvSpPr>
          <p:cNvPr id="88" name="target-node-DO">
            <a:extLst xmlns:a="http://schemas.openxmlformats.org/drawingml/2006/main">
              <a:ext uri="{FF2B5EF4-FFF2-40B4-BE49-F238E27FC236}">
                <a16:creationId xmlns:a16="http://schemas.microsoft.com/office/drawing/2014/main" id="{8C94BF5A-D6D2-4A91-A27C-5D7965A09679}"/>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89" name="target-title-DO">
            <a:extLst xmlns:a="http://schemas.openxmlformats.org/drawingml/2006/main">
              <a:ext uri="{FF2B5EF4-FFF2-40B4-BE49-F238E27FC236}">
                <a16:creationId xmlns:a16="http://schemas.microsoft.com/office/drawing/2014/main" id="{40B4F458-E9E6-49FB-A5EE-48B76BA59E34}"/>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OperationContext</a:t>
            </a:r>
          </a:p>
        </p:txBody>
      </p:sp>
      <p:sp>
        <p:nvSpPr>
          <p:cNvPr id="90" name="target-func-DO">
            <a:extLst xmlns:a="http://schemas.openxmlformats.org/drawingml/2006/main">
              <a:ext uri="{FF2B5EF4-FFF2-40B4-BE49-F238E27FC236}">
                <a16:creationId xmlns:a16="http://schemas.microsoft.com/office/drawing/2014/main" id="{F113D886-B154-449A-A20A-EAF1526BB73B}"/>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纯操作状态 / 值对象</a:t>
            </a:r>
          </a:p>
        </p:txBody>
      </p:sp>
      <p:sp>
        <p:nvSpPr>
          <p:cNvPr id="91" name="target-node-DT">
            <a:extLst xmlns:a="http://schemas.openxmlformats.org/drawingml/2006/main">
              <a:ext uri="{FF2B5EF4-FFF2-40B4-BE49-F238E27FC236}">
                <a16:creationId xmlns:a16="http://schemas.microsoft.com/office/drawing/2014/main" id="{B9A029BF-8B6F-43A4-8E49-5EE31DDD02E6}"/>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92" name="target-title-DT">
            <a:extLst xmlns:a="http://schemas.openxmlformats.org/drawingml/2006/main">
              <a:ext uri="{FF2B5EF4-FFF2-40B4-BE49-F238E27FC236}">
                <a16:creationId xmlns:a16="http://schemas.microsoft.com/office/drawing/2014/main" id="{0DC3E589-5DA5-4931-8201-244B2DA21E83}"/>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TopologyAggregate</a:t>
            </a:r>
          </a:p>
        </p:txBody>
      </p:sp>
      <p:sp>
        <p:nvSpPr>
          <p:cNvPr id="93" name="target-func-DT">
            <a:extLst xmlns:a="http://schemas.openxmlformats.org/drawingml/2006/main">
              <a:ext uri="{FF2B5EF4-FFF2-40B4-BE49-F238E27FC236}">
                <a16:creationId xmlns:a16="http://schemas.microsoft.com/office/drawing/2014/main" id="{98E256DD-62D1-463A-814A-49DEAC328C37}"/>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纯账户 / 绑定规则</a:t>
            </a:r>
          </a:p>
        </p:txBody>
      </p:sp>
      <p:sp>
        <p:nvSpPr>
          <p:cNvPr id="94" name="target-node-DA">
            <a:extLst xmlns:a="http://schemas.openxmlformats.org/drawingml/2006/main">
              <a:ext uri="{FF2B5EF4-FFF2-40B4-BE49-F238E27FC236}">
                <a16:creationId xmlns:a16="http://schemas.microsoft.com/office/drawing/2014/main" id="{24C211E2-CA14-4266-A751-F11F9736FB80}"/>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95" name="target-title-DA">
            <a:extLst xmlns:a="http://schemas.openxmlformats.org/drawingml/2006/main">
              <a:ext uri="{FF2B5EF4-FFF2-40B4-BE49-F238E27FC236}">
                <a16:creationId xmlns:a16="http://schemas.microsoft.com/office/drawing/2014/main" id="{997E4514-B2FD-4BC1-8A3B-75C96075D0D9}"/>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AssignmentPolicy</a:t>
            </a:r>
          </a:p>
        </p:txBody>
      </p:sp>
      <p:sp>
        <p:nvSpPr>
          <p:cNvPr id="96" name="target-func-DA">
            <a:extLst xmlns:a="http://schemas.openxmlformats.org/drawingml/2006/main">
              <a:ext uri="{FF2B5EF4-FFF2-40B4-BE49-F238E27FC236}">
                <a16:creationId xmlns:a16="http://schemas.microsoft.com/office/drawing/2014/main" id="{302560D0-2199-4F25-89FE-83F416F19502}"/>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纯角色 / 资源约束</a:t>
            </a:r>
          </a:p>
        </p:txBody>
      </p:sp>
      <p:sp>
        <p:nvSpPr>
          <p:cNvPr id="97" name="target-node-R">
            <a:extLst xmlns:a="http://schemas.openxmlformats.org/drawingml/2006/main">
              <a:ext uri="{FF2B5EF4-FFF2-40B4-BE49-F238E27FC236}">
                <a16:creationId xmlns:a16="http://schemas.microsoft.com/office/drawing/2014/main" id="{E56383DF-DA1F-45F2-9E0C-5170DFC29432}"/>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98" name="target-title-R">
            <a:extLst xmlns:a="http://schemas.openxmlformats.org/drawingml/2006/main">
              <a:ext uri="{FF2B5EF4-FFF2-40B4-BE49-F238E27FC236}">
                <a16:creationId xmlns:a16="http://schemas.microsoft.com/office/drawing/2014/main" id="{919089BF-B2AC-413D-9D73-CB5648A25561}"/>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R 卡运行 · CardRuntime</a:t>
            </a:r>
          </a:p>
        </p:txBody>
      </p:sp>
      <p:sp>
        <p:nvSpPr>
          <p:cNvPr id="99" name="target-func-R">
            <a:extLst xmlns:a="http://schemas.openxmlformats.org/drawingml/2006/main">
              <a:ext uri="{FF2B5EF4-FFF2-40B4-BE49-F238E27FC236}">
                <a16:creationId xmlns:a16="http://schemas.microsoft.com/office/drawing/2014/main" id="{97E9D85F-784A-4131-81B4-597C25C59B63}"/>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Session / Request / 卡侧缓存</a:t>
            </a:r>
          </a:p>
        </p:txBody>
      </p:sp>
      <p:sp>
        <p:nvSpPr>
          <p:cNvPr id="100" name="target-node-I">
            <a:extLst xmlns:a="http://schemas.openxmlformats.org/drawingml/2006/main">
              <a:ext uri="{FF2B5EF4-FFF2-40B4-BE49-F238E27FC236}">
                <a16:creationId xmlns:a16="http://schemas.microsoft.com/office/drawing/2014/main" id="{92AB0E68-758A-4CFE-ABA3-2F2A7D071E4B}"/>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101" name="target-title-I">
            <a:extLst xmlns:a="http://schemas.openxmlformats.org/drawingml/2006/main">
              <a:ext uri="{FF2B5EF4-FFF2-40B4-BE49-F238E27FC236}">
                <a16:creationId xmlns:a16="http://schemas.microsoft.com/office/drawing/2014/main" id="{E1E7C397-115A-462B-A152-5E87ACAC8972}"/>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I 技术适配</a:t>
            </a:r>
          </a:p>
        </p:txBody>
      </p:sp>
      <p:sp>
        <p:nvSpPr>
          <p:cNvPr id="102" name="target-func-I">
            <a:extLst xmlns:a="http://schemas.openxmlformats.org/drawingml/2006/main">
              <a:ext uri="{FF2B5EF4-FFF2-40B4-BE49-F238E27FC236}">
                <a16:creationId xmlns:a16="http://schemas.microsoft.com/office/drawing/2014/main" id="{940744D1-FF90-4AF6-8450-A9452BDAABCC}"/>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预写主卡参数 / 原前置输出</a:t>
            </a:r>
          </a:p>
        </p:txBody>
      </p:sp>
      <p:sp>
        <p:nvSpPr>
          <p:cNvPr id="103" name="host-note">
            <a:extLst xmlns:a="http://schemas.openxmlformats.org/drawingml/2006/main">
              <a:ext uri="{FF2B5EF4-FFF2-40B4-BE49-F238E27FC236}">
                <a16:creationId xmlns:a16="http://schemas.microsoft.com/office/drawing/2014/main" id="{D72BFF15-CEA2-4863-81B2-ED0F4F007243}"/>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104" name="invariant-rule">
            <a:extLst xmlns:a="http://schemas.openxmlformats.org/drawingml/2006/main">
              <a:ext uri="{FF2B5EF4-FFF2-40B4-BE49-F238E27FC236}">
                <a16:creationId xmlns:a16="http://schemas.microsoft.com/office/drawing/2014/main" id="{E069FFED-6AAC-47E7-84F4-DB64E6A077A5}"/>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5" name="invariant">
            <a:extLst xmlns:a="http://schemas.openxmlformats.org/drawingml/2006/main">
              <a:ext uri="{FF2B5EF4-FFF2-40B4-BE49-F238E27FC236}">
                <a16:creationId xmlns:a16="http://schemas.microsoft.com/office/drawing/2014/main" id="{D56A9603-401E-43D0-BD5F-205984677649}"/>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保持：参数预写与有条件恢复、原重试节点、Primary → Data 联动；不承诺设备自动回滚。</a:t>
            </a:r>
          </a:p>
        </p:txBody>
      </p:sp>
      <p:sp>
        <p:nvSpPr>
          <p:cNvPr id="106" name="footer">
            <a:extLst xmlns:a="http://schemas.openxmlformats.org/drawingml/2006/main">
              <a:ext uri="{FF2B5EF4-FFF2-40B4-BE49-F238E27FC236}">
                <a16:creationId xmlns:a16="http://schemas.microsoft.com/office/drawing/2014/main" id="{2DA9C809-E90C-4208-86FF-7C39B84D6FF5}"/>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07" name="page-number">
            <a:extLst xmlns:a="http://schemas.openxmlformats.org/drawingml/2006/main">
              <a:ext uri="{FF2B5EF4-FFF2-40B4-BE49-F238E27FC236}">
                <a16:creationId xmlns:a16="http://schemas.microsoft.com/office/drawing/2014/main" id="{3CA158F1-CE9D-43C9-814E-45092DD81278}"/>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主卡 / ② 目标 / 规则</a:t>
            </a:r>
          </a:p>
        </p:txBody>
      </p:sp>
    </p:spTree>
    <p:extLst>
      <p:ext uri="{BB962C8B-B14F-4D97-AF65-F5344CB8AC3E}">
        <p14:creationId xmlns:p14="http://schemas.microsoft.com/office/powerpoint/2010/main" val="43492928"/>
      </p:ext>
    </p:extLst>
  </p:cSld>
  <p:transition spd="fast" advClick="0">
    <p:fade/>
  </p:transition>
</p:sld>
</file>

<file path=ppt/slides/slide35.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5" name="accent">
            <a:extLst xmlns:a="http://schemas.openxmlformats.org/drawingml/2006/main">
              <a:ext uri="{FF2B5EF4-FFF2-40B4-BE49-F238E27FC236}">
                <a16:creationId xmlns:a16="http://schemas.microsoft.com/office/drawing/2014/main" id="{A8F3C0A9-5D96-4F64-BB9A-BD5835A864D0}"/>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38B16BEE-7C23-43B9-86FA-E03E8D8148C8}"/>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5BDA5BD6-299B-4580-90EB-FC9476415005}"/>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EAFFD38E-A26D-4A22-A807-57D7B6DC295F}"/>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F6882B13-160B-4D26-80C4-CB4CD9641C00}"/>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652649D0-372C-4515-8F33-DA5BCA444A3B}"/>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3A043420-8854-4CEB-BF33-8236ABECA50D}"/>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50DBBD95-FD7E-4DAD-A8B3-98E1E0F0B6FD}"/>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2B31A613-836B-496C-AD39-924494D7AE50}"/>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F81FBDF9-01C1-4BCF-B769-6E254C6C427D}"/>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257D5DBC-8572-48BC-9C16-2DADF889652F}"/>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2592CBB5-D52E-438B-9710-AB0782BDE1D0}"/>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43628862-A9CD-40BC-87C0-0D166959C1CD}"/>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49A4863B-AB1B-4790-A0A1-9F81AB1D7D2C}"/>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C66706C6-3F34-4FB3-91F2-FD7EF77C3A6F}"/>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500C5E6D-603C-4785-9AE9-2B6DD79272B5}"/>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2FBBB7CC-A712-45BB-B837-5113FD59A949}"/>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C18D5CC6-4FD8-498B-954A-5B73E6409EB1}"/>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3535E42F-0072-440E-9F05-DE631092066B}"/>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6F3CEBDF-A60F-495E-8913-C7B8ECE033D0}"/>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③ 设备切换：R 复用 Radio 多阶段协议与已有 session；O 持有本轮步骤和唯一重试责任。</a:t>
            </a:r>
          </a:p>
        </p:txBody>
      </p:sp>
      <p:sp>
        <p:nvSpPr>
          <p:cNvPr id="21" name="top-rule">
            <a:extLst xmlns:a="http://schemas.openxmlformats.org/drawingml/2006/main">
              <a:ext uri="{FF2B5EF4-FFF2-40B4-BE49-F238E27FC236}">
                <a16:creationId xmlns:a16="http://schemas.microsoft.com/office/drawing/2014/main" id="{84017C8F-B240-4BB1-8302-1664250A0FE8}"/>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BBC76A3B-2E16-4B21-817B-351A942A1BDC}"/>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C2A2DB7D-928B-4F54-87D5-A7367E9E12E4}"/>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7B7AF4DF-7B04-4351-A211-71A533AC9F6E}"/>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KR">
            <a:extLst xmlns:a="http://schemas.openxmlformats.org/drawingml/2006/main">
              <a:ext uri="{FF2B5EF4-FFF2-40B4-BE49-F238E27FC236}">
                <a16:creationId xmlns:a16="http://schemas.microsoft.com/office/drawing/2014/main" id="{30467BE4-A5A1-4408-A521-A1C6E5995CB2}"/>
              </a:ext>
            </a:extLst>
          </p:cNvPr>
          <p:cNvSpPr>
            <a:spLocks xmlns:a="http://schemas.openxmlformats.org/drawingml/2006/main" noGrp="1"/>
          </p:cNvSpPr>
          <p:nvPr/>
        </p:nvSpPr>
        <p:spPr>
          <a:xfrm xmlns:a="http://schemas.openxmlformats.org/drawingml/2006/main">
            <a:off x="3009900" y="3748088"/>
            <a:ext cx="342900" cy="9525"/>
          </a:xfrm>
          <a:custGeom xmlns:a="http://schemas.openxmlformats.org/drawingml/2006/main">
            <a:pathLst>
              <a:path w="342900" h="9525">
                <a:moveTo>
                  <a:pt x="0" y="4763"/>
                </a:moveTo>
                <a:lnTo>
                  <a:pt x="342900" y="4763"/>
                </a:lnTo>
              </a:path>
            </a:pathLst>
          </a:custGeom>
          <a:noFill xmlns:a="http://schemas.openxmlformats.org/drawingml/2006/main"/>
          <a:ln xmlns:a="http://schemas.openxmlformats.org/drawingml/2006/main" w="17145">
            <a:solidFill>
              <a:srgbClr val="246AB8"/>
            </a:solidFill>
            <a:prstDash val="solid"/>
          </a:ln>
        </p:spPr>
      </p:sp>
      <p:sp>
        <p:nvSpPr>
          <p:cNvPr id="26" name="legacy-edge-KR-head">
            <a:extLst xmlns:a="http://schemas.openxmlformats.org/drawingml/2006/main">
              <a:ext uri="{FF2B5EF4-FFF2-40B4-BE49-F238E27FC236}">
                <a16:creationId xmlns:a16="http://schemas.microsoft.com/office/drawing/2014/main" id="{30323FEF-2505-4510-B7A0-42FD750D6FFF}"/>
              </a:ext>
            </a:extLst>
          </p:cNvPr>
          <p:cNvSpPr>
            <a:spLocks xmlns:a="http://schemas.openxmlformats.org/drawingml/2006/main" noGrp="1"/>
          </p:cNvSpPr>
          <p:nvPr/>
        </p:nvSpPr>
        <p:spPr>
          <a:xfrm xmlns:a="http://schemas.openxmlformats.org/drawingml/2006/main">
            <a:off x="3295650" y="37242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27" name="legacy-edge-label-KR">
            <a:extLst xmlns:a="http://schemas.openxmlformats.org/drawingml/2006/main">
              <a:ext uri="{FF2B5EF4-FFF2-40B4-BE49-F238E27FC236}">
                <a16:creationId xmlns:a16="http://schemas.microsoft.com/office/drawing/2014/main" id="{52A2466C-C138-474E-95CC-2BBF5D30A378}"/>
              </a:ext>
            </a:extLst>
          </p:cNvPr>
          <p:cNvSpPr>
            <a:spLocks xmlns:a="http://schemas.openxmlformats.org/drawingml/2006/main" noGrp="1"/>
          </p:cNvSpPr>
          <p:nvPr/>
        </p:nvSpPr>
        <p:spPr>
          <a:xfrm xmlns:a="http://schemas.openxmlformats.org/drawingml/2006/main">
            <a:off x="3057525" y="35242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③</a:t>
            </a:r>
          </a:p>
        </p:txBody>
      </p:sp>
      <p:sp>
        <p:nvSpPr>
          <p:cNvPr id="28" name="legacy-node-E">
            <a:extLst xmlns:a="http://schemas.openxmlformats.org/drawingml/2006/main">
              <a:ext uri="{FF2B5EF4-FFF2-40B4-BE49-F238E27FC236}">
                <a16:creationId xmlns:a16="http://schemas.microsoft.com/office/drawing/2014/main" id="{C3064F6A-1546-4361-9220-8D8BD8E393E0}"/>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29" name="legacy-title-E">
            <a:extLst xmlns:a="http://schemas.openxmlformats.org/drawingml/2006/main">
              <a:ext uri="{FF2B5EF4-FFF2-40B4-BE49-F238E27FC236}">
                <a16:creationId xmlns:a16="http://schemas.microsoft.com/office/drawing/2014/main" id="{984C17DD-4A0C-4787-9936-0B942E49D4AD}"/>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CoreServiceSim → SimManager</a:t>
            </a:r>
          </a:p>
        </p:txBody>
      </p:sp>
      <p:sp>
        <p:nvSpPr>
          <p:cNvPr id="30" name="legacy-line-E-0">
            <a:extLst xmlns:a="http://schemas.openxmlformats.org/drawingml/2006/main">
              <a:ext uri="{FF2B5EF4-FFF2-40B4-BE49-F238E27FC236}">
                <a16:creationId xmlns:a16="http://schemas.microsoft.com/office/drawing/2014/main" id="{4A431F19-51FD-44F4-9A89-617D7CC42BED}"/>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isUserSet；普通协议切换路径</a:t>
            </a:r>
          </a:p>
        </p:txBody>
      </p:sp>
      <p:sp>
        <p:nvSpPr>
          <p:cNvPr id="31" name="legacy-node-K">
            <a:extLst xmlns:a="http://schemas.openxmlformats.org/drawingml/2006/main">
              <a:ext uri="{FF2B5EF4-FFF2-40B4-BE49-F238E27FC236}">
                <a16:creationId xmlns:a16="http://schemas.microsoft.com/office/drawing/2014/main" id="{95B18DB7-8214-4CDC-A28A-5BDFCD21DD88}"/>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2" name="legacy-title-K">
            <a:extLst xmlns:a="http://schemas.openxmlformats.org/drawingml/2006/main">
              <a:ext uri="{FF2B5EF4-FFF2-40B4-BE49-F238E27FC236}">
                <a16:creationId xmlns:a16="http://schemas.microsoft.com/office/drawing/2014/main" id="{1F8D33F3-1813-4059-ABED-D6F8FECC7B86}"/>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3" name="legacy-alias-K">
            <a:extLst xmlns:a="http://schemas.openxmlformats.org/drawingml/2006/main">
              <a:ext uri="{FF2B5EF4-FFF2-40B4-BE49-F238E27FC236}">
                <a16:creationId xmlns:a16="http://schemas.microsoft.com/office/drawing/2014/main" id="{A4501EBA-A9CD-419E-92F9-498CDF2BD0E5}"/>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参数、协议、重试与 Data 同处</a:t>
            </a:r>
          </a:p>
        </p:txBody>
      </p:sp>
      <p:sp>
        <p:nvSpPr>
          <p:cNvPr id="34" name="legacy-line-K-0">
            <a:extLst xmlns:a="http://schemas.openxmlformats.org/drawingml/2006/main">
              <a:ext uri="{FF2B5EF4-FFF2-40B4-BE49-F238E27FC236}">
                <a16:creationId xmlns:a16="http://schemas.microsoft.com/office/drawing/2014/main" id="{FD56482E-105F-43CD-BBB3-BEB3426C08DE}"/>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SavePrimaryCardInfo</a:t>
            </a:r>
          </a:p>
        </p:txBody>
      </p:sp>
      <p:sp>
        <p:nvSpPr>
          <p:cNvPr id="35" name="legacy-line-K-1">
            <a:extLst xmlns:a="http://schemas.openxmlformats.org/drawingml/2006/main">
              <a:ext uri="{FF2B5EF4-FFF2-40B4-BE49-F238E27FC236}">
                <a16:creationId xmlns:a16="http://schemas.microsoft.com/office/drawing/2014/main" id="{87A4AD5F-2FC4-4D36-81F7-8E04ABAFC993}"/>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接收协议结果 / 维护进度</a:t>
            </a:r>
          </a:p>
        </p:txBody>
      </p:sp>
      <p:sp>
        <p:nvSpPr>
          <p:cNvPr id="36" name="legacy-line-K-2">
            <a:extLst xmlns:a="http://schemas.openxmlformats.org/drawingml/2006/main">
              <a:ext uri="{FF2B5EF4-FFF2-40B4-BE49-F238E27FC236}">
                <a16:creationId xmlns:a16="http://schemas.microsoft.com/office/drawing/2014/main" id="{761730E7-1167-464B-8286-F92D5EA54DB8}"/>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广播后联动默认 Data</a:t>
            </a:r>
          </a:p>
        </p:txBody>
      </p:sp>
      <p:sp>
        <p:nvSpPr>
          <p:cNvPr id="37" name="legacy-node-R">
            <a:extLst xmlns:a="http://schemas.openxmlformats.org/drawingml/2006/main">
              <a:ext uri="{FF2B5EF4-FFF2-40B4-BE49-F238E27FC236}">
                <a16:creationId xmlns:a16="http://schemas.microsoft.com/office/drawing/2014/main" id="{7BD238BC-39C8-4507-A35E-4B5D0770E455}"/>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8" name="legacy-title-R">
            <a:extLst xmlns:a="http://schemas.openxmlformats.org/drawingml/2006/main">
              <a:ext uri="{FF2B5EF4-FFF2-40B4-BE49-F238E27FC236}">
                <a16:creationId xmlns:a16="http://schemas.microsoft.com/office/drawing/2014/main" id="{E5E0704F-1C6B-4A97-BB16-DCC5517903ED}"/>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RadioProtocolController</a:t>
            </a:r>
          </a:p>
        </p:txBody>
      </p:sp>
      <p:sp>
        <p:nvSpPr>
          <p:cNvPr id="39" name="legacy-alias-R">
            <a:extLst xmlns:a="http://schemas.openxmlformats.org/drawingml/2006/main">
              <a:ext uri="{FF2B5EF4-FFF2-40B4-BE49-F238E27FC236}">
                <a16:creationId xmlns:a16="http://schemas.microsoft.com/office/drawing/2014/main" id="{6E162DB2-2A91-4C4F-A081-C1B4AA52827F}"/>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已有 phase / sessionId / RIL</a:t>
            </a:r>
          </a:p>
        </p:txBody>
      </p:sp>
      <p:sp>
        <p:nvSpPr>
          <p:cNvPr id="40" name="legacy-line-bg-R-0">
            <a:extLst xmlns:a="http://schemas.openxmlformats.org/drawingml/2006/main">
              <a:ext uri="{FF2B5EF4-FFF2-40B4-BE49-F238E27FC236}">
                <a16:creationId xmlns:a16="http://schemas.microsoft.com/office/drawing/2014/main" id="{1D7D5F41-A340-4A99-98FE-ED39CFF82619}"/>
              </a:ext>
            </a:extLst>
          </p:cNvPr>
          <p:cNvSpPr>
            <a:spLocks xmlns:a="http://schemas.openxmlformats.org/drawingml/2006/main" noGrp="1"/>
          </p:cNvSpPr>
          <p:nvPr/>
        </p:nvSpPr>
        <p:spPr>
          <a:xfrm xmlns:a="http://schemas.openxmlformats.org/drawingml/2006/main">
            <a:off x="3419475" y="3895725"/>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1" name="legacy-line-R-0">
            <a:extLst xmlns:a="http://schemas.openxmlformats.org/drawingml/2006/main">
              <a:ext uri="{FF2B5EF4-FFF2-40B4-BE49-F238E27FC236}">
                <a16:creationId xmlns:a16="http://schemas.microsoft.com/office/drawing/2014/main" id="{E5927173-E129-4B38-89B8-FE03023DFCD4}"/>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③ SetRadioProtocol</a:t>
            </a:r>
          </a:p>
        </p:txBody>
      </p:sp>
      <p:sp>
        <p:nvSpPr>
          <p:cNvPr id="42" name="legacy-line-R-1">
            <a:extLst xmlns:a="http://schemas.openxmlformats.org/drawingml/2006/main">
              <a:ext uri="{FF2B5EF4-FFF2-40B4-BE49-F238E27FC236}">
                <a16:creationId xmlns:a16="http://schemas.microsoft.com/office/drawing/2014/main" id="{50A03280-3B12-464B-9E1A-E52542B48B1D}"/>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成功 / 错误 / 超时回包</a:t>
            </a:r>
          </a:p>
        </p:txBody>
      </p:sp>
      <p:sp>
        <p:nvSpPr>
          <p:cNvPr id="43" name="legacy-line-R-2">
            <a:extLst xmlns:a="http://schemas.openxmlformats.org/drawingml/2006/main">
              <a:ext uri="{FF2B5EF4-FFF2-40B4-BE49-F238E27FC236}">
                <a16:creationId xmlns:a16="http://schemas.microsoft.com/office/drawing/2014/main" id="{7235115D-6FDE-4C95-8302-36B71F12AC65}"/>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失败恢复与重试由上层串起</a:t>
            </a:r>
          </a:p>
        </p:txBody>
      </p:sp>
      <p:sp>
        <p:nvSpPr>
          <p:cNvPr id="44" name="legacy-node-D">
            <a:extLst xmlns:a="http://schemas.openxmlformats.org/drawingml/2006/main">
              <a:ext uri="{FF2B5EF4-FFF2-40B4-BE49-F238E27FC236}">
                <a16:creationId xmlns:a16="http://schemas.microsoft.com/office/drawing/2014/main" id="{8F8FDF73-7BC2-4F2C-A0CD-792BA99A547B}"/>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5" name="legacy-title-D">
            <a:extLst xmlns:a="http://schemas.openxmlformats.org/drawingml/2006/main">
              <a:ext uri="{FF2B5EF4-FFF2-40B4-BE49-F238E27FC236}">
                <a16:creationId xmlns:a16="http://schemas.microsoft.com/office/drawing/2014/main" id="{331231B1-6DCD-4383-ABAF-B4C7EAEE5716}"/>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系统参数 / 旧值</a:t>
            </a:r>
          </a:p>
        </p:txBody>
      </p:sp>
      <p:sp>
        <p:nvSpPr>
          <p:cNvPr id="46" name="legacy-line-D-0">
            <a:extLst xmlns:a="http://schemas.openxmlformats.org/drawingml/2006/main">
              <a:ext uri="{FF2B5EF4-FFF2-40B4-BE49-F238E27FC236}">
                <a16:creationId xmlns:a16="http://schemas.microsoft.com/office/drawing/2014/main" id="{E80DD1CF-C94B-4F31-A669-1B7B0C8F0950}"/>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② 先写；失败时有条件恢复</a:t>
            </a:r>
          </a:p>
        </p:txBody>
      </p:sp>
      <p:sp>
        <p:nvSpPr>
          <p:cNvPr id="47" name="legacy-node-N">
            <a:extLst xmlns:a="http://schemas.openxmlformats.org/drawingml/2006/main">
              <a:ext uri="{FF2B5EF4-FFF2-40B4-BE49-F238E27FC236}">
                <a16:creationId xmlns:a16="http://schemas.microsoft.com/office/drawing/2014/main" id="{1F4C7004-88EF-41D9-8BFD-876E7B424ADA}"/>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8" name="legacy-title-N">
            <a:extLst xmlns:a="http://schemas.openxmlformats.org/drawingml/2006/main">
              <a:ext uri="{FF2B5EF4-FFF2-40B4-BE49-F238E27FC236}">
                <a16:creationId xmlns:a16="http://schemas.microsoft.com/office/drawing/2014/main" id="{F79641D7-372A-4717-A3EE-29F821BA2238}"/>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原输出与 Data 入口</a:t>
            </a:r>
          </a:p>
        </p:txBody>
      </p:sp>
      <p:sp>
        <p:nvSpPr>
          <p:cNvPr id="49" name="legacy-line-N-0">
            <a:extLst xmlns:a="http://schemas.openxmlformats.org/drawingml/2006/main">
              <a:ext uri="{FF2B5EF4-FFF2-40B4-BE49-F238E27FC236}">
                <a16:creationId xmlns:a16="http://schemas.microsoft.com/office/drawing/2014/main" id="{A63D823A-E0A2-4C90-956C-2711509C7885}"/>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主卡广播 → Data 设置</a:t>
            </a:r>
          </a:p>
        </p:txBody>
      </p:sp>
      <p:sp>
        <p:nvSpPr>
          <p:cNvPr id="50" name="legacy-line-N-1">
            <a:extLst xmlns:a="http://schemas.openxmlformats.org/drawingml/2006/main">
              <a:ext uri="{FF2B5EF4-FFF2-40B4-BE49-F238E27FC236}">
                <a16:creationId xmlns:a16="http://schemas.microsoft.com/office/drawing/2014/main" id="{06E152AD-B640-4891-BF14-D34A887E2983}"/>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初始迁移保留原联动</a:t>
            </a:r>
          </a:p>
        </p:txBody>
      </p:sp>
      <p:sp>
        <p:nvSpPr>
          <p:cNvPr id="51" name="legacy-flow-note">
            <a:extLst xmlns:a="http://schemas.openxmlformats.org/drawingml/2006/main">
              <a:ext uri="{FF2B5EF4-FFF2-40B4-BE49-F238E27FC236}">
                <a16:creationId xmlns:a16="http://schemas.microsoft.com/office/drawing/2014/main" id="{E6D2F5A2-98E4-452D-8357-93F694FB1EA5}"/>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SetPrimarySlotId · 普通协议切换；省略透传函数及中间调用栈</a:t>
            </a:r>
          </a:p>
        </p:txBody>
      </p:sp>
      <p:sp>
        <p:nvSpPr>
          <p:cNvPr id="52" name="application-label">
            <a:extLst xmlns:a="http://schemas.openxmlformats.org/drawingml/2006/main">
              <a:ext uri="{FF2B5EF4-FFF2-40B4-BE49-F238E27FC236}">
                <a16:creationId xmlns:a16="http://schemas.microsoft.com/office/drawing/2014/main" id="{A9879C3A-05BB-4980-A34C-4DA7BFAFDF0D}"/>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3" name="domain-label">
            <a:extLst xmlns:a="http://schemas.openxmlformats.org/drawingml/2006/main">
              <a:ext uri="{FF2B5EF4-FFF2-40B4-BE49-F238E27FC236}">
                <a16:creationId xmlns:a16="http://schemas.microsoft.com/office/drawing/2014/main" id="{89D632D1-C926-4939-B783-ADF9360EBF1E}"/>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4" name="target-edge-OR">
            <a:extLst xmlns:a="http://schemas.openxmlformats.org/drawingml/2006/main">
              <a:ext uri="{FF2B5EF4-FFF2-40B4-BE49-F238E27FC236}">
                <a16:creationId xmlns:a16="http://schemas.microsoft.com/office/drawing/2014/main" id="{E635102C-FF1C-48FC-8E21-B771DDECB756}"/>
              </a:ext>
            </a:extLst>
          </p:cNvPr>
          <p:cNvSpPr>
            <a:spLocks xmlns:a="http://schemas.openxmlformats.org/drawingml/2006/main" noGrp="1"/>
          </p:cNvSpPr>
          <p:nvPr/>
        </p:nvSpPr>
        <p:spPr>
          <a:xfrm xmlns:a="http://schemas.openxmlformats.org/drawingml/2006/main">
            <a:off x="6448425" y="3648075"/>
            <a:ext cx="142875" cy="1809750"/>
          </a:xfrm>
          <a:custGeom xmlns:a="http://schemas.openxmlformats.org/drawingml/2006/main">
            <a:pathLst>
              <a:path w="142875" h="1809750">
                <a:moveTo>
                  <a:pt x="142875" y="0"/>
                </a:moveTo>
                <a:lnTo>
                  <a:pt x="0" y="0"/>
                </a:lnTo>
                <a:lnTo>
                  <a:pt x="0" y="1809750"/>
                </a:lnTo>
                <a:lnTo>
                  <a:pt x="142875" y="1809750"/>
                </a:lnTo>
              </a:path>
            </a:pathLst>
          </a:custGeom>
          <a:noFill xmlns:a="http://schemas.openxmlformats.org/drawingml/2006/main"/>
          <a:ln xmlns:a="http://schemas.openxmlformats.org/drawingml/2006/main" w="16193">
            <a:solidFill>
              <a:srgbClr val="246AB8"/>
            </a:solidFill>
            <a:prstDash val="solid"/>
          </a:ln>
        </p:spPr>
      </p:sp>
      <p:sp>
        <p:nvSpPr>
          <p:cNvPr id="55" name="target-edge-OR-head">
            <a:extLst xmlns:a="http://schemas.openxmlformats.org/drawingml/2006/main">
              <a:ext uri="{FF2B5EF4-FFF2-40B4-BE49-F238E27FC236}">
                <a16:creationId xmlns:a16="http://schemas.microsoft.com/office/drawing/2014/main" id="{DBB5F2D4-F8B0-43FB-9B5E-9255880C12F7}"/>
              </a:ext>
            </a:extLst>
          </p:cNvPr>
          <p:cNvSpPr>
            <a:spLocks xmlns:a="http://schemas.openxmlformats.org/drawingml/2006/main" noGrp="1"/>
          </p:cNvSpPr>
          <p:nvPr/>
        </p:nvSpPr>
        <p:spPr>
          <a:xfrm xmlns:a="http://schemas.openxmlformats.org/drawingml/2006/main">
            <a:off x="6534150" y="5429250"/>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56" name="target-edge-label-OR">
            <a:extLst xmlns:a="http://schemas.openxmlformats.org/drawingml/2006/main">
              <a:ext uri="{FF2B5EF4-FFF2-40B4-BE49-F238E27FC236}">
                <a16:creationId xmlns:a16="http://schemas.microsoft.com/office/drawing/2014/main" id="{19F4B947-3279-4AED-80AA-D3570C3D7D0B}"/>
              </a:ext>
            </a:extLst>
          </p:cNvPr>
          <p:cNvSpPr>
            <a:spLocks xmlns:a="http://schemas.openxmlformats.org/drawingml/2006/main" noGrp="1"/>
          </p:cNvSpPr>
          <p:nvPr/>
        </p:nvSpPr>
        <p:spPr>
          <a:xfrm xmlns:a="http://schemas.openxmlformats.org/drawingml/2006/main">
            <a:off x="6134100" y="45720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执行</a:t>
            </a:r>
          </a:p>
        </p:txBody>
      </p:sp>
      <p:sp>
        <p:nvSpPr>
          <p:cNvPr id="57" name="target-edge-OD">
            <a:extLst xmlns:a="http://schemas.openxmlformats.org/drawingml/2006/main">
              <a:ext uri="{FF2B5EF4-FFF2-40B4-BE49-F238E27FC236}">
                <a16:creationId xmlns:a16="http://schemas.microsoft.com/office/drawing/2014/main" id="{49C2BF11-EF1B-4284-A493-28D913A1F8E8}"/>
              </a:ext>
            </a:extLst>
          </p:cNvPr>
          <p:cNvSpPr>
            <a:spLocks xmlns:a="http://schemas.openxmlformats.org/drawingml/2006/main" noGrp="1"/>
          </p:cNvSpPr>
          <p:nvPr/>
        </p:nvSpPr>
        <p:spPr>
          <a:xfrm xmlns:a="http://schemas.openxmlformats.org/drawingml/2006/main">
            <a:off x="737711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58" name="target-edge-OD-head">
            <a:extLst xmlns:a="http://schemas.openxmlformats.org/drawingml/2006/main">
              <a:ext uri="{FF2B5EF4-FFF2-40B4-BE49-F238E27FC236}">
                <a16:creationId xmlns:a16="http://schemas.microsoft.com/office/drawing/2014/main" id="{A1D76B28-7ADF-4764-9771-E2CB89D23BE5}"/>
              </a:ext>
            </a:extLst>
          </p:cNvPr>
          <p:cNvSpPr>
            <a:spLocks xmlns:a="http://schemas.openxmlformats.org/drawingml/2006/main" noGrp="1"/>
          </p:cNvSpPr>
          <p:nvPr/>
        </p:nvSpPr>
        <p:spPr>
          <a:xfrm xmlns:a="http://schemas.openxmlformats.org/drawingml/2006/main">
            <a:off x="735330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59" name="target-node-C">
            <a:extLst xmlns:a="http://schemas.openxmlformats.org/drawingml/2006/main">
              <a:ext uri="{FF2B5EF4-FFF2-40B4-BE49-F238E27FC236}">
                <a16:creationId xmlns:a16="http://schemas.microsoft.com/office/drawing/2014/main" id="{A50296F9-8A1B-4130-A0AC-400D87670518}"/>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DD8E6"/>
            </a:solidFill>
            <a:prstDash val="solid"/>
          </a:ln>
        </p:spPr>
      </p:sp>
      <p:sp>
        <p:nvSpPr>
          <p:cNvPr id="60" name="target-title-C">
            <a:extLst xmlns:a="http://schemas.openxmlformats.org/drawingml/2006/main">
              <a:ext uri="{FF2B5EF4-FFF2-40B4-BE49-F238E27FC236}">
                <a16:creationId xmlns:a16="http://schemas.microsoft.com/office/drawing/2014/main" id="{7346EB56-76F9-43BD-B8A0-4C3075F14677}"/>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78599"/>
                </a:solidFill>
                <a:latin typeface="Microsoft YaHei"/>
                <a:ea typeface="Microsoft YaHei"/>
                <a:cs typeface="Microsoft YaHei"/>
              </a:defRPr>
            </a:defPPr>
            <a:lvl1pPr algn="l">
              <a:defRPr sz="1575" b="1">
                <a:solidFill>
                  <a:srgbClr val="778599"/>
                </a:solidFill>
                <a:latin typeface="Microsoft YaHei"/>
                <a:ea typeface="Microsoft YaHei"/>
                <a:cs typeface="Microsoft YaHei"/>
              </a:defRPr>
            </a:lvl1pPr>
            <a:lvl2pPr algn="l">
              <a:defRPr sz="1575" b="1">
                <a:solidFill>
                  <a:srgbClr val="778599"/>
                </a:solidFill>
                <a:latin typeface="Microsoft YaHei"/>
                <a:ea typeface="Microsoft YaHei"/>
                <a:cs typeface="Microsoft YaHei"/>
              </a:defRPr>
            </a:lvl2pPr>
            <a:lvl3pPr algn="l">
              <a:defRPr sz="1575" b="1">
                <a:solidFill>
                  <a:srgbClr val="778599"/>
                </a:solidFill>
                <a:latin typeface="Microsoft YaHei"/>
                <a:ea typeface="Microsoft YaHei"/>
                <a:cs typeface="Microsoft YaHei"/>
              </a:defRPr>
            </a:lvl3pPr>
            <a:lvl4pPr algn="l">
              <a:defRPr sz="1575" b="1">
                <a:solidFill>
                  <a:srgbClr val="778599"/>
                </a:solidFill>
                <a:latin typeface="Microsoft YaHei"/>
                <a:ea typeface="Microsoft YaHei"/>
                <a:cs typeface="Microsoft YaHei"/>
              </a:defRPr>
            </a:lvl4pPr>
            <a:lvl5pPr algn="l">
              <a:defRPr sz="1575" b="1">
                <a:solidFill>
                  <a:srgbClr val="778599"/>
                </a:solidFill>
                <a:latin typeface="Microsoft YaHei"/>
                <a:ea typeface="Microsoft YaHei"/>
                <a:cs typeface="Microsoft YaHei"/>
              </a:defRPr>
            </a:lvl5pPr>
            <a:lvl6pPr algn="l">
              <a:defRPr sz="1575" b="1">
                <a:solidFill>
                  <a:srgbClr val="778599"/>
                </a:solidFill>
                <a:latin typeface="Microsoft YaHei"/>
                <a:ea typeface="Microsoft YaHei"/>
                <a:cs typeface="Microsoft YaHei"/>
              </a:defRPr>
            </a:lvl6pPr>
            <a:lvl7pPr algn="l">
              <a:defRPr sz="1575" b="1">
                <a:solidFill>
                  <a:srgbClr val="778599"/>
                </a:solidFill>
                <a:latin typeface="Microsoft YaHei"/>
                <a:ea typeface="Microsoft YaHei"/>
                <a:cs typeface="Microsoft YaHei"/>
              </a:defRPr>
            </a:lvl7pPr>
            <a:lvl8pPr algn="l">
              <a:defRPr sz="1575" b="1">
                <a:solidFill>
                  <a:srgbClr val="778599"/>
                </a:solidFill>
                <a:latin typeface="Microsoft YaHei"/>
                <a:ea typeface="Microsoft YaHei"/>
                <a:cs typeface="Microsoft YaHei"/>
              </a:defRPr>
            </a:lvl8pPr>
            <a:lvl9pPr algn="l">
              <a:defRPr sz="1575" b="1">
                <a:solidFill>
                  <a:srgbClr val="778599"/>
                </a:solidFill>
                <a:latin typeface="Microsoft YaHei"/>
                <a:ea typeface="Microsoft YaHei"/>
                <a:cs typeface="Microsoft YaHei"/>
              </a:defRPr>
            </a:lvl9pPr>
          </a:lstStyle>
          <a:p xmlns:a="http://schemas.openxmlformats.org/drawingml/2006/main">
            <a:pPr algn="l">
              <a:lnSpc>
                <a:spcPct val="102000"/>
              </a:lnSpc>
              <a:buNone/>
              <a:defRPr sz="1575" b="1">
                <a:solidFill>
                  <a:srgbClr val="778599"/>
                </a:solidFill>
                <a:latin typeface="Microsoft YaHei"/>
                <a:ea typeface="Microsoft YaHei"/>
                <a:cs typeface="Microsoft YaHei"/>
              </a:defRPr>
            </a:pPr>
            <a:r>
              <a:rPr sz="1575" b="1">
                <a:solidFill>
                  <a:srgbClr val="778599"/>
                </a:solidFill>
                <a:latin typeface="Microsoft YaHei"/>
                <a:ea typeface="Microsoft YaHei"/>
                <a:cs typeface="Microsoft YaHei"/>
              </a:rPr>
              <a:t>C 旧接口兼容</a:t>
            </a:r>
          </a:p>
        </p:txBody>
      </p:sp>
      <p:sp>
        <p:nvSpPr>
          <p:cNvPr id="61" name="target-alias-C">
            <a:extLst xmlns:a="http://schemas.openxmlformats.org/drawingml/2006/main">
              <a:ext uri="{FF2B5EF4-FFF2-40B4-BE49-F238E27FC236}">
                <a16:creationId xmlns:a16="http://schemas.microsoft.com/office/drawing/2014/main" id="{ABFACCF8-DA73-41FE-B392-7E1B51958745}"/>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旧签名 / 权限 / 错误 / 返回与回调</a:t>
            </a:r>
          </a:p>
        </p:txBody>
      </p:sp>
      <p:sp>
        <p:nvSpPr>
          <p:cNvPr id="62" name="target-func-C">
            <a:extLst xmlns:a="http://schemas.openxmlformats.org/drawingml/2006/main">
              <a:ext uri="{FF2B5EF4-FFF2-40B4-BE49-F238E27FC236}">
                <a16:creationId xmlns:a16="http://schemas.microsoft.com/office/drawing/2014/main" id="{57E56207-5E0A-43DF-AE94-AFF51B1E42F5}"/>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沿用原入口、解析点及完成出口</a:t>
            </a:r>
          </a:p>
        </p:txBody>
      </p:sp>
      <p:sp>
        <p:nvSpPr>
          <p:cNvPr id="63" name="target-node-O">
            <a:extLst xmlns:a="http://schemas.openxmlformats.org/drawingml/2006/main">
              <a:ext uri="{FF2B5EF4-FFF2-40B4-BE49-F238E27FC236}">
                <a16:creationId xmlns:a16="http://schemas.microsoft.com/office/drawing/2014/main" id="{F04FD379-22BA-4178-BED4-2825006FD890}"/>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64" name="target-title-O">
            <a:extLst xmlns:a="http://schemas.openxmlformats.org/drawingml/2006/main">
              <a:ext uri="{FF2B5EF4-FFF2-40B4-BE49-F238E27FC236}">
                <a16:creationId xmlns:a16="http://schemas.microsoft.com/office/drawing/2014/main" id="{B3B3D2E2-4F31-40E7-B52C-D9D92D64C112}"/>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65" name="target-alias-O">
            <a:extLst xmlns:a="http://schemas.openxmlformats.org/drawingml/2006/main">
              <a:ext uri="{FF2B5EF4-FFF2-40B4-BE49-F238E27FC236}">
                <a16:creationId xmlns:a16="http://schemas.microsoft.com/office/drawing/2014/main" id="{A9B255A3-6B0A-48CA-A945-C43AA5E49181}"/>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66" name="target-func-O">
            <a:extLst xmlns:a="http://schemas.openxmlformats.org/drawingml/2006/main">
              <a:ext uri="{FF2B5EF4-FFF2-40B4-BE49-F238E27FC236}">
                <a16:creationId xmlns:a16="http://schemas.microsoft.com/office/drawing/2014/main" id="{8F123C2F-0667-4348-BCE7-A42B3F8BFDC0}"/>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步骤 / 尝试 / 重试</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设备事实由 R 提供</a:t>
            </a:r>
          </a:p>
        </p:txBody>
      </p:sp>
      <p:sp>
        <p:nvSpPr>
          <p:cNvPr id="67" name="target-node-T">
            <a:extLst xmlns:a="http://schemas.openxmlformats.org/drawingml/2006/main">
              <a:ext uri="{FF2B5EF4-FFF2-40B4-BE49-F238E27FC236}">
                <a16:creationId xmlns:a16="http://schemas.microsoft.com/office/drawing/2014/main" id="{3ABC4477-A568-4C54-BA81-7A6E2612E054}"/>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68" name="target-title-T">
            <a:extLst xmlns:a="http://schemas.openxmlformats.org/drawingml/2006/main">
              <a:ext uri="{FF2B5EF4-FFF2-40B4-BE49-F238E27FC236}">
                <a16:creationId xmlns:a16="http://schemas.microsoft.com/office/drawing/2014/main" id="{8B25AEAF-3DE1-450B-A5AC-F379F50F8BC7}"/>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T 账户与绑定</a:t>
            </a:r>
          </a:p>
        </p:txBody>
      </p:sp>
      <p:sp>
        <p:nvSpPr>
          <p:cNvPr id="69" name="target-alias-T">
            <a:extLst xmlns:a="http://schemas.openxmlformats.org/drawingml/2006/main">
              <a:ext uri="{FF2B5EF4-FFF2-40B4-BE49-F238E27FC236}">
                <a16:creationId xmlns:a16="http://schemas.microsoft.com/office/drawing/2014/main" id="{D8587BF6-FCF0-45EF-8D3F-882340FEE580}"/>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TopologyService</a:t>
            </a:r>
          </a:p>
        </p:txBody>
      </p:sp>
      <p:sp>
        <p:nvSpPr>
          <p:cNvPr id="70" name="target-func-T">
            <a:extLst xmlns:a="http://schemas.openxmlformats.org/drawingml/2006/main">
              <a:ext uri="{FF2B5EF4-FFF2-40B4-BE49-F238E27FC236}">
                <a16:creationId xmlns:a16="http://schemas.microsoft.com/office/drawing/2014/main" id="{F50F76C4-C904-4FAD-9E41-D68D76D59232}"/>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账户资料与兼容投影</a:t>
            </a:r>
          </a:p>
        </p:txBody>
      </p:sp>
      <p:sp>
        <p:nvSpPr>
          <p:cNvPr id="71" name="target-node-A">
            <a:extLst xmlns:a="http://schemas.openxmlformats.org/drawingml/2006/main">
              <a:ext uri="{FF2B5EF4-FFF2-40B4-BE49-F238E27FC236}">
                <a16:creationId xmlns:a16="http://schemas.microsoft.com/office/drawing/2014/main" id="{A5E4E5D0-AA84-40BC-A596-238E334AAE2F}"/>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2" name="target-title-A">
            <a:extLst xmlns:a="http://schemas.openxmlformats.org/drawingml/2006/main">
              <a:ext uri="{FF2B5EF4-FFF2-40B4-BE49-F238E27FC236}">
                <a16:creationId xmlns:a16="http://schemas.microsoft.com/office/drawing/2014/main" id="{22C0FBFE-022C-4407-A570-3FF495143C72}"/>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73" name="target-alias-A">
            <a:extLst xmlns:a="http://schemas.openxmlformats.org/drawingml/2006/main">
              <a:ext uri="{FF2B5EF4-FFF2-40B4-BE49-F238E27FC236}">
                <a16:creationId xmlns:a16="http://schemas.microsoft.com/office/drawing/2014/main" id="{50F1F7E0-C79E-49A5-B539-AC5E479C2E8A}"/>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74" name="target-func-A">
            <a:extLst xmlns:a="http://schemas.openxmlformats.org/drawingml/2006/main">
              <a:ext uri="{FF2B5EF4-FFF2-40B4-BE49-F238E27FC236}">
                <a16:creationId xmlns:a16="http://schemas.microsoft.com/office/drawing/2014/main" id="{0161895E-52CA-48A4-97C3-BDF8CD1278D7}"/>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Primary / Data 角色</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意图 / 参数 / 观察</a:t>
            </a:r>
          </a:p>
        </p:txBody>
      </p:sp>
      <p:sp>
        <p:nvSpPr>
          <p:cNvPr id="75" name="target-node-DO">
            <a:extLst xmlns:a="http://schemas.openxmlformats.org/drawingml/2006/main">
              <a:ext uri="{FF2B5EF4-FFF2-40B4-BE49-F238E27FC236}">
                <a16:creationId xmlns:a16="http://schemas.microsoft.com/office/drawing/2014/main" id="{BF9922B5-B94C-4CEE-A8B9-70392ADB78E0}"/>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76" name="target-title-DO">
            <a:extLst xmlns:a="http://schemas.openxmlformats.org/drawingml/2006/main">
              <a:ext uri="{FF2B5EF4-FFF2-40B4-BE49-F238E27FC236}">
                <a16:creationId xmlns:a16="http://schemas.microsoft.com/office/drawing/2014/main" id="{A9DB96DA-0D90-4A08-99DA-43F5616A1F97}"/>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OperationContext</a:t>
            </a:r>
          </a:p>
        </p:txBody>
      </p:sp>
      <p:sp>
        <p:nvSpPr>
          <p:cNvPr id="77" name="target-func-DO">
            <a:extLst xmlns:a="http://schemas.openxmlformats.org/drawingml/2006/main">
              <a:ext uri="{FF2B5EF4-FFF2-40B4-BE49-F238E27FC236}">
                <a16:creationId xmlns:a16="http://schemas.microsoft.com/office/drawing/2014/main" id="{28B105A9-68A2-4BDC-886D-951DA5B2DD43}"/>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纯操作状态 / 值对象</a:t>
            </a:r>
          </a:p>
        </p:txBody>
      </p:sp>
      <p:sp>
        <p:nvSpPr>
          <p:cNvPr id="78" name="target-node-DT">
            <a:extLst xmlns:a="http://schemas.openxmlformats.org/drawingml/2006/main">
              <a:ext uri="{FF2B5EF4-FFF2-40B4-BE49-F238E27FC236}">
                <a16:creationId xmlns:a16="http://schemas.microsoft.com/office/drawing/2014/main" id="{EADE2467-C55C-49EA-BE67-B6B5A8DB0119}"/>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9" name="target-title-DT">
            <a:extLst xmlns:a="http://schemas.openxmlformats.org/drawingml/2006/main">
              <a:ext uri="{FF2B5EF4-FFF2-40B4-BE49-F238E27FC236}">
                <a16:creationId xmlns:a16="http://schemas.microsoft.com/office/drawing/2014/main" id="{FAFEAD78-F74C-4476-8062-AB6FFD0EF2B9}"/>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80" name="target-func-DT">
            <a:extLst xmlns:a="http://schemas.openxmlformats.org/drawingml/2006/main">
              <a:ext uri="{FF2B5EF4-FFF2-40B4-BE49-F238E27FC236}">
                <a16:creationId xmlns:a16="http://schemas.microsoft.com/office/drawing/2014/main" id="{E576B1F4-C0BA-4741-8A12-AADC12902A64}"/>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81" name="target-node-DA">
            <a:extLst xmlns:a="http://schemas.openxmlformats.org/drawingml/2006/main">
              <a:ext uri="{FF2B5EF4-FFF2-40B4-BE49-F238E27FC236}">
                <a16:creationId xmlns:a16="http://schemas.microsoft.com/office/drawing/2014/main" id="{7A8620CD-1A44-4104-A1C7-2BA68F5764AB}"/>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2" name="target-title-DA">
            <a:extLst xmlns:a="http://schemas.openxmlformats.org/drawingml/2006/main">
              <a:ext uri="{FF2B5EF4-FFF2-40B4-BE49-F238E27FC236}">
                <a16:creationId xmlns:a16="http://schemas.microsoft.com/office/drawing/2014/main" id="{3499E50D-0832-4ED7-881E-EBCDCF54672F}"/>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83" name="target-func-DA">
            <a:extLst xmlns:a="http://schemas.openxmlformats.org/drawingml/2006/main">
              <a:ext uri="{FF2B5EF4-FFF2-40B4-BE49-F238E27FC236}">
                <a16:creationId xmlns:a16="http://schemas.microsoft.com/office/drawing/2014/main" id="{461F9A62-02F2-42C2-99E4-45F5E5ADC57B}"/>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84" name="target-node-R">
            <a:extLst xmlns:a="http://schemas.openxmlformats.org/drawingml/2006/main">
              <a:ext uri="{FF2B5EF4-FFF2-40B4-BE49-F238E27FC236}">
                <a16:creationId xmlns:a16="http://schemas.microsoft.com/office/drawing/2014/main" id="{BC20F34D-81CB-4BA0-AAF0-9EB7B0DEDD0F}"/>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85" name="target-title-R">
            <a:extLst xmlns:a="http://schemas.openxmlformats.org/drawingml/2006/main">
              <a:ext uri="{FF2B5EF4-FFF2-40B4-BE49-F238E27FC236}">
                <a16:creationId xmlns:a16="http://schemas.microsoft.com/office/drawing/2014/main" id="{85BF26AA-7DC4-44A6-8EEC-61E660F200FD}"/>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86" name="target-func-R">
            <a:extLst xmlns:a="http://schemas.openxmlformats.org/drawingml/2006/main">
              <a:ext uri="{FF2B5EF4-FFF2-40B4-BE49-F238E27FC236}">
                <a16:creationId xmlns:a16="http://schemas.microsoft.com/office/drawing/2014/main" id="{1E0CFE7F-F17E-4186-91C5-D9EA4179FC3B}"/>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Radio 多 phase / 原 session</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按发起关联识别本轮</a:t>
            </a:r>
          </a:p>
        </p:txBody>
      </p:sp>
      <p:sp>
        <p:nvSpPr>
          <p:cNvPr id="87" name="target-node-I">
            <a:extLst xmlns:a="http://schemas.openxmlformats.org/drawingml/2006/main">
              <a:ext uri="{FF2B5EF4-FFF2-40B4-BE49-F238E27FC236}">
                <a16:creationId xmlns:a16="http://schemas.microsoft.com/office/drawing/2014/main" id="{91E67D56-CB81-428C-ABE0-BB6E9F9A173C}"/>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88" name="target-title-I">
            <a:extLst xmlns:a="http://schemas.openxmlformats.org/drawingml/2006/main">
              <a:ext uri="{FF2B5EF4-FFF2-40B4-BE49-F238E27FC236}">
                <a16:creationId xmlns:a16="http://schemas.microsoft.com/office/drawing/2014/main" id="{80E1D915-DE41-44B5-93C0-9BFB7F9AEB86}"/>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89" name="target-func-I">
            <a:extLst xmlns:a="http://schemas.openxmlformats.org/drawingml/2006/main">
              <a:ext uri="{FF2B5EF4-FFF2-40B4-BE49-F238E27FC236}">
                <a16:creationId xmlns:a16="http://schemas.microsoft.com/office/drawing/2014/main" id="{146A20A1-3929-4A97-9199-05E6AB673A90}"/>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DataShare / 参数 / Hook</a:t>
            </a:r>
          </a:p>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按原协议存储与输出</a:t>
            </a:r>
          </a:p>
        </p:txBody>
      </p:sp>
      <p:sp>
        <p:nvSpPr>
          <p:cNvPr id="90" name="host-note">
            <a:extLst xmlns:a="http://schemas.openxmlformats.org/drawingml/2006/main">
              <a:ext uri="{FF2B5EF4-FFF2-40B4-BE49-F238E27FC236}">
                <a16:creationId xmlns:a16="http://schemas.microsoft.com/office/drawing/2014/main" id="{A8291C0F-72FA-4C38-906C-94D2A30F15BD}"/>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91" name="invariant-rule">
            <a:extLst xmlns:a="http://schemas.openxmlformats.org/drawingml/2006/main">
              <a:ext uri="{FF2B5EF4-FFF2-40B4-BE49-F238E27FC236}">
                <a16:creationId xmlns:a16="http://schemas.microsoft.com/office/drawing/2014/main" id="{1029CE1F-95C9-4226-8935-AD34293FFAE2}"/>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2" name="invariant">
            <a:extLst xmlns:a="http://schemas.openxmlformats.org/drawingml/2006/main">
              <a:ext uri="{FF2B5EF4-FFF2-40B4-BE49-F238E27FC236}">
                <a16:creationId xmlns:a16="http://schemas.microsoft.com/office/drawing/2014/main" id="{4653B367-5AD9-4EB4-BD7D-EC942613965B}"/>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保持：参数预写与有条件恢复、原重试节点、Primary → Data 联动；不承诺设备自动回滚。</a:t>
            </a:r>
          </a:p>
        </p:txBody>
      </p:sp>
      <p:sp>
        <p:nvSpPr>
          <p:cNvPr id="93" name="footer">
            <a:extLst xmlns:a="http://schemas.openxmlformats.org/drawingml/2006/main">
              <a:ext uri="{FF2B5EF4-FFF2-40B4-BE49-F238E27FC236}">
                <a16:creationId xmlns:a16="http://schemas.microsoft.com/office/drawing/2014/main" id="{9209AF7A-A4DF-4E6A-81AC-5D587B07B2F9}"/>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94" name="page-number">
            <a:extLst xmlns:a="http://schemas.openxmlformats.org/drawingml/2006/main">
              <a:ext uri="{FF2B5EF4-FFF2-40B4-BE49-F238E27FC236}">
                <a16:creationId xmlns:a16="http://schemas.microsoft.com/office/drawing/2014/main" id="{87850174-2C3D-438C-BC8C-7F16201AD067}"/>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主卡 / ③ 设备执行</a:t>
            </a:r>
          </a:p>
        </p:txBody>
      </p:sp>
    </p:spTree>
    <p:extLst>
      <p:ext uri="{BB962C8B-B14F-4D97-AF65-F5344CB8AC3E}">
        <p14:creationId xmlns:p14="http://schemas.microsoft.com/office/powerpoint/2010/main" val="1444262490"/>
      </p:ext>
    </p:extLst>
  </p:cSld>
  <p:transition spd="fast" advClick="0">
    <p:fade/>
  </p:transition>
</p:sld>
</file>

<file path=ppt/slides/slide36.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9" name="accent">
            <a:extLst xmlns:a="http://schemas.openxmlformats.org/drawingml/2006/main">
              <a:ext uri="{FF2B5EF4-FFF2-40B4-BE49-F238E27FC236}">
                <a16:creationId xmlns:a16="http://schemas.microsoft.com/office/drawing/2014/main" id="{6BFAB66E-D871-43B4-8B50-24CAB5051D38}"/>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CDC0DC7F-EA5A-4E0F-AEC7-7128AFF28560}"/>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059F9926-4D41-44B7-9000-E4B3952F7A81}"/>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C65FDFCF-9623-4DD5-9249-5051012FFBD8}"/>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7B904198-07E5-4624-8BE8-16690D43A70E}"/>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E94B0EEA-8671-46D9-9BE0-44A8FF3C6F34}"/>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3CC3F492-D03B-4855-A03B-E9EC6F924E8D}"/>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B818974F-B06A-44D3-AA27-2A60B0025B9A}"/>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3DAA6652-F66E-4621-A0AF-EA355DECA74C}"/>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9AD8A79F-1277-4A33-BABF-A44BC5E7C238}"/>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EC388E52-BE1A-4E83-90B3-107179421F06}"/>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96D9313D-BAF7-419C-9784-572262C124F1}"/>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ACF3988B-8081-4473-9114-B21A096258FC}"/>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E9F01EA0-DDC3-4B59-A6CA-5DE80B1A12D6}"/>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809B7149-339D-446D-8861-9AF1BAF6DEF5}"/>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D85E0D83-50D7-49DF-BA83-37B30C28A307}"/>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FD0750B0-6021-4321-A61E-F3DC7E28F03C}"/>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325E636B-3BA2-4CF4-BE55-1A9278EDA9F0}"/>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D9B1D340-3C79-467F-AFD8-607A36ED69EB}"/>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CAACC4B9-B794-41E4-B1F6-C2BEE8D25FC6}"/>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④ 结果接纳：A 分开记录意图、参数投影和设备观察；R 对成功 / 错误均先校验本轮归属。</a:t>
            </a:r>
          </a:p>
        </p:txBody>
      </p:sp>
      <p:sp>
        <p:nvSpPr>
          <p:cNvPr id="21" name="top-rule">
            <a:extLst xmlns:a="http://schemas.openxmlformats.org/drawingml/2006/main">
              <a:ext uri="{FF2B5EF4-FFF2-40B4-BE49-F238E27FC236}">
                <a16:creationId xmlns:a16="http://schemas.microsoft.com/office/drawing/2014/main" id="{DA8C4C9C-94D3-426D-8902-1424F2AB184C}"/>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724E2626-5055-446F-B163-1CEDCFE481BB}"/>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5C5FAB0D-A13E-4C93-87A7-BCF27662D473}"/>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3E4001C9-2430-487F-9EBA-F02912AED7B6}"/>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RK">
            <a:extLst xmlns:a="http://schemas.openxmlformats.org/drawingml/2006/main">
              <a:ext uri="{FF2B5EF4-FFF2-40B4-BE49-F238E27FC236}">
                <a16:creationId xmlns:a16="http://schemas.microsoft.com/office/drawing/2014/main" id="{EF3A8193-3F1A-4C99-9A64-D0D188056954}"/>
              </a:ext>
            </a:extLst>
          </p:cNvPr>
          <p:cNvSpPr>
            <a:spLocks xmlns:a="http://schemas.openxmlformats.org/drawingml/2006/main" noGrp="1"/>
          </p:cNvSpPr>
          <p:nvPr/>
        </p:nvSpPr>
        <p:spPr>
          <a:xfrm xmlns:a="http://schemas.openxmlformats.org/drawingml/2006/main">
            <a:off x="3009900" y="4357688"/>
            <a:ext cx="342900" cy="9525"/>
          </a:xfrm>
          <a:custGeom xmlns:a="http://schemas.openxmlformats.org/drawingml/2006/main">
            <a:pathLst>
              <a:path w="342900" h="9525">
                <a:moveTo>
                  <a:pt x="342900" y="4763"/>
                </a:moveTo>
                <a:lnTo>
                  <a:pt x="0" y="4763"/>
                </a:lnTo>
              </a:path>
            </a:pathLst>
          </a:custGeom>
          <a:noFill xmlns:a="http://schemas.openxmlformats.org/drawingml/2006/main"/>
          <a:ln xmlns:a="http://schemas.openxmlformats.org/drawingml/2006/main" w="17145">
            <a:solidFill>
              <a:srgbClr val="246AB8"/>
            </a:solidFill>
            <a:prstDash val="solid"/>
          </a:ln>
        </p:spPr>
      </p:sp>
      <p:sp>
        <p:nvSpPr>
          <p:cNvPr id="26" name="legacy-edge-RK-head">
            <a:extLst xmlns:a="http://schemas.openxmlformats.org/drawingml/2006/main">
              <a:ext uri="{FF2B5EF4-FFF2-40B4-BE49-F238E27FC236}">
                <a16:creationId xmlns:a16="http://schemas.microsoft.com/office/drawing/2014/main" id="{77F1CF28-DE6B-4596-9778-9BA26BD3AEE7}"/>
              </a:ext>
            </a:extLst>
          </p:cNvPr>
          <p:cNvSpPr>
            <a:spLocks xmlns:a="http://schemas.openxmlformats.org/drawingml/2006/main" noGrp="1"/>
          </p:cNvSpPr>
          <p:nvPr/>
        </p:nvSpPr>
        <p:spPr>
          <a:xfrm xmlns:a="http://schemas.openxmlformats.org/drawingml/2006/main">
            <a:off x="3009900" y="43338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246AB8"/>
            </a:solidFill>
            <a:prstDash val="solid"/>
          </a:ln>
        </p:spPr>
      </p:sp>
      <p:sp>
        <p:nvSpPr>
          <p:cNvPr id="27" name="legacy-edge-label-RK">
            <a:extLst xmlns:a="http://schemas.openxmlformats.org/drawingml/2006/main">
              <a:ext uri="{FF2B5EF4-FFF2-40B4-BE49-F238E27FC236}">
                <a16:creationId xmlns:a16="http://schemas.microsoft.com/office/drawing/2014/main" id="{1D3AE9F9-0924-42B4-A490-87392C552712}"/>
              </a:ext>
            </a:extLst>
          </p:cNvPr>
          <p:cNvSpPr>
            <a:spLocks xmlns:a="http://schemas.openxmlformats.org/drawingml/2006/main" noGrp="1"/>
          </p:cNvSpPr>
          <p:nvPr/>
        </p:nvSpPr>
        <p:spPr>
          <a:xfrm xmlns:a="http://schemas.openxmlformats.org/drawingml/2006/main">
            <a:off x="3057525" y="41338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④</a:t>
            </a:r>
          </a:p>
        </p:txBody>
      </p:sp>
      <p:sp>
        <p:nvSpPr>
          <p:cNvPr id="28" name="legacy-node-E">
            <a:extLst xmlns:a="http://schemas.openxmlformats.org/drawingml/2006/main">
              <a:ext uri="{FF2B5EF4-FFF2-40B4-BE49-F238E27FC236}">
                <a16:creationId xmlns:a16="http://schemas.microsoft.com/office/drawing/2014/main" id="{47DF45E6-701D-40C4-BCBA-5AC0A6357567}"/>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29" name="legacy-title-E">
            <a:extLst xmlns:a="http://schemas.openxmlformats.org/drawingml/2006/main">
              <a:ext uri="{FF2B5EF4-FFF2-40B4-BE49-F238E27FC236}">
                <a16:creationId xmlns:a16="http://schemas.microsoft.com/office/drawing/2014/main" id="{E75998A4-399F-41E3-B762-287A9228C6B1}"/>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CoreServiceSim → SimManager</a:t>
            </a:r>
          </a:p>
        </p:txBody>
      </p:sp>
      <p:sp>
        <p:nvSpPr>
          <p:cNvPr id="30" name="legacy-line-E-0">
            <a:extLst xmlns:a="http://schemas.openxmlformats.org/drawingml/2006/main">
              <a:ext uri="{FF2B5EF4-FFF2-40B4-BE49-F238E27FC236}">
                <a16:creationId xmlns:a16="http://schemas.microsoft.com/office/drawing/2014/main" id="{54262ADF-6D7C-41C7-B0E8-0005778FA3FC}"/>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isUserSet；普通协议切换路径</a:t>
            </a:r>
          </a:p>
        </p:txBody>
      </p:sp>
      <p:sp>
        <p:nvSpPr>
          <p:cNvPr id="31" name="legacy-node-K">
            <a:extLst xmlns:a="http://schemas.openxmlformats.org/drawingml/2006/main">
              <a:ext uri="{FF2B5EF4-FFF2-40B4-BE49-F238E27FC236}">
                <a16:creationId xmlns:a16="http://schemas.microsoft.com/office/drawing/2014/main" id="{E842CBA1-E635-44D3-B079-EA952C6E4CD9}"/>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2" name="legacy-title-K">
            <a:extLst xmlns:a="http://schemas.openxmlformats.org/drawingml/2006/main">
              <a:ext uri="{FF2B5EF4-FFF2-40B4-BE49-F238E27FC236}">
                <a16:creationId xmlns:a16="http://schemas.microsoft.com/office/drawing/2014/main" id="{A55C294B-9918-4C97-95F0-C14DACB27A49}"/>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3" name="legacy-alias-K">
            <a:extLst xmlns:a="http://schemas.openxmlformats.org/drawingml/2006/main">
              <a:ext uri="{FF2B5EF4-FFF2-40B4-BE49-F238E27FC236}">
                <a16:creationId xmlns:a16="http://schemas.microsoft.com/office/drawing/2014/main" id="{3D42831F-A6AA-49F1-B497-5708B20979E0}"/>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参数、协议、重试与 Data 同处</a:t>
            </a:r>
          </a:p>
        </p:txBody>
      </p:sp>
      <p:sp>
        <p:nvSpPr>
          <p:cNvPr id="34" name="legacy-line-K-0">
            <a:extLst xmlns:a="http://schemas.openxmlformats.org/drawingml/2006/main">
              <a:ext uri="{FF2B5EF4-FFF2-40B4-BE49-F238E27FC236}">
                <a16:creationId xmlns:a16="http://schemas.microsoft.com/office/drawing/2014/main" id="{0A22BA9A-C7C0-4D33-9CDB-04390F05534E}"/>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SavePrimaryCardInfo</a:t>
            </a:r>
          </a:p>
        </p:txBody>
      </p:sp>
      <p:sp>
        <p:nvSpPr>
          <p:cNvPr id="35" name="legacy-line-bg-K-1">
            <a:extLst xmlns:a="http://schemas.openxmlformats.org/drawingml/2006/main">
              <a:ext uri="{FF2B5EF4-FFF2-40B4-BE49-F238E27FC236}">
                <a16:creationId xmlns:a16="http://schemas.microsoft.com/office/drawing/2014/main" id="{E2D4E220-C982-4F60-ACC5-D86A74D1E562}"/>
              </a:ext>
            </a:extLst>
          </p:cNvPr>
          <p:cNvSpPr>
            <a:spLocks xmlns:a="http://schemas.openxmlformats.org/drawingml/2006/main" noGrp="1"/>
          </p:cNvSpPr>
          <p:nvPr/>
        </p:nvSpPr>
        <p:spPr>
          <a:xfrm xmlns:a="http://schemas.openxmlformats.org/drawingml/2006/main">
            <a:off x="561975" y="4133850"/>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36" name="legacy-line-K-1">
            <a:extLst xmlns:a="http://schemas.openxmlformats.org/drawingml/2006/main">
              <a:ext uri="{FF2B5EF4-FFF2-40B4-BE49-F238E27FC236}">
                <a16:creationId xmlns:a16="http://schemas.microsoft.com/office/drawing/2014/main" id="{6B2FA123-AFEF-4838-8BBF-DC7FA8AA2A13}"/>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④ 接收协议结果 / 维护进度</a:t>
            </a:r>
          </a:p>
        </p:txBody>
      </p:sp>
      <p:sp>
        <p:nvSpPr>
          <p:cNvPr id="37" name="legacy-line-K-2">
            <a:extLst xmlns:a="http://schemas.openxmlformats.org/drawingml/2006/main">
              <a:ext uri="{FF2B5EF4-FFF2-40B4-BE49-F238E27FC236}">
                <a16:creationId xmlns:a16="http://schemas.microsoft.com/office/drawing/2014/main" id="{FF34B629-7F09-4BC4-B322-531CA7F76F7B}"/>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广播后联动默认 Data</a:t>
            </a:r>
          </a:p>
        </p:txBody>
      </p:sp>
      <p:sp>
        <p:nvSpPr>
          <p:cNvPr id="38" name="legacy-node-R">
            <a:extLst xmlns:a="http://schemas.openxmlformats.org/drawingml/2006/main">
              <a:ext uri="{FF2B5EF4-FFF2-40B4-BE49-F238E27FC236}">
                <a16:creationId xmlns:a16="http://schemas.microsoft.com/office/drawing/2014/main" id="{563FDE34-14AD-41EC-8C72-C5B585B612B7}"/>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9" name="legacy-title-R">
            <a:extLst xmlns:a="http://schemas.openxmlformats.org/drawingml/2006/main">
              <a:ext uri="{FF2B5EF4-FFF2-40B4-BE49-F238E27FC236}">
                <a16:creationId xmlns:a16="http://schemas.microsoft.com/office/drawing/2014/main" id="{7B7E74CD-1064-4432-92F9-17BDDFFF8BE8}"/>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RadioProtocolController</a:t>
            </a:r>
          </a:p>
        </p:txBody>
      </p:sp>
      <p:sp>
        <p:nvSpPr>
          <p:cNvPr id="40" name="legacy-alias-R">
            <a:extLst xmlns:a="http://schemas.openxmlformats.org/drawingml/2006/main">
              <a:ext uri="{FF2B5EF4-FFF2-40B4-BE49-F238E27FC236}">
                <a16:creationId xmlns:a16="http://schemas.microsoft.com/office/drawing/2014/main" id="{40F222E4-0BA6-4F1F-8688-06E65A559FE1}"/>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已有 phase / sessionId / RIL</a:t>
            </a:r>
          </a:p>
        </p:txBody>
      </p:sp>
      <p:sp>
        <p:nvSpPr>
          <p:cNvPr id="41" name="legacy-line-R-0">
            <a:extLst xmlns:a="http://schemas.openxmlformats.org/drawingml/2006/main">
              <a:ext uri="{FF2B5EF4-FFF2-40B4-BE49-F238E27FC236}">
                <a16:creationId xmlns:a16="http://schemas.microsoft.com/office/drawing/2014/main" id="{396610AB-53D4-4E1B-B93E-AA544B236B06}"/>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SetRadioProtocol</a:t>
            </a:r>
          </a:p>
        </p:txBody>
      </p:sp>
      <p:sp>
        <p:nvSpPr>
          <p:cNvPr id="42" name="legacy-line-bg-R-1">
            <a:extLst xmlns:a="http://schemas.openxmlformats.org/drawingml/2006/main">
              <a:ext uri="{FF2B5EF4-FFF2-40B4-BE49-F238E27FC236}">
                <a16:creationId xmlns:a16="http://schemas.microsoft.com/office/drawing/2014/main" id="{A233C5C6-D491-4B5E-B380-3D944E562EF4}"/>
              </a:ext>
            </a:extLst>
          </p:cNvPr>
          <p:cNvSpPr>
            <a:spLocks xmlns:a="http://schemas.openxmlformats.org/drawingml/2006/main" noGrp="1"/>
          </p:cNvSpPr>
          <p:nvPr/>
        </p:nvSpPr>
        <p:spPr>
          <a:xfrm xmlns:a="http://schemas.openxmlformats.org/drawingml/2006/main">
            <a:off x="3419475" y="4133850"/>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3" name="legacy-line-R-1">
            <a:extLst xmlns:a="http://schemas.openxmlformats.org/drawingml/2006/main">
              <a:ext uri="{FF2B5EF4-FFF2-40B4-BE49-F238E27FC236}">
                <a16:creationId xmlns:a16="http://schemas.microsoft.com/office/drawing/2014/main" id="{51679543-CA04-44BA-8FEA-EA08A4F2BDB0}"/>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④ 成功 / 错误 / 超时回包</a:t>
            </a:r>
          </a:p>
        </p:txBody>
      </p:sp>
      <p:sp>
        <p:nvSpPr>
          <p:cNvPr id="44" name="legacy-line-R-2">
            <a:extLst xmlns:a="http://schemas.openxmlformats.org/drawingml/2006/main">
              <a:ext uri="{FF2B5EF4-FFF2-40B4-BE49-F238E27FC236}">
                <a16:creationId xmlns:a16="http://schemas.microsoft.com/office/drawing/2014/main" id="{6F07169A-5655-409A-956D-7B9C2CCCF6D7}"/>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失败恢复与重试由上层串起</a:t>
            </a:r>
          </a:p>
        </p:txBody>
      </p:sp>
      <p:sp>
        <p:nvSpPr>
          <p:cNvPr id="45" name="legacy-node-D">
            <a:extLst xmlns:a="http://schemas.openxmlformats.org/drawingml/2006/main">
              <a:ext uri="{FF2B5EF4-FFF2-40B4-BE49-F238E27FC236}">
                <a16:creationId xmlns:a16="http://schemas.microsoft.com/office/drawing/2014/main" id="{FB9CBA0F-AB2F-421C-B40D-04CBD7BA26A1}"/>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6" name="legacy-title-D">
            <a:extLst xmlns:a="http://schemas.openxmlformats.org/drawingml/2006/main">
              <a:ext uri="{FF2B5EF4-FFF2-40B4-BE49-F238E27FC236}">
                <a16:creationId xmlns:a16="http://schemas.microsoft.com/office/drawing/2014/main" id="{091B888F-D498-47D6-9D83-1C321F1226A4}"/>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系统参数 / 旧值</a:t>
            </a:r>
          </a:p>
        </p:txBody>
      </p:sp>
      <p:sp>
        <p:nvSpPr>
          <p:cNvPr id="47" name="legacy-line-D-0">
            <a:extLst xmlns:a="http://schemas.openxmlformats.org/drawingml/2006/main">
              <a:ext uri="{FF2B5EF4-FFF2-40B4-BE49-F238E27FC236}">
                <a16:creationId xmlns:a16="http://schemas.microsoft.com/office/drawing/2014/main" id="{6F1F9F0D-DE3B-42AB-A5AD-9660EF3ECFAD}"/>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② 先写；失败时有条件恢复</a:t>
            </a:r>
          </a:p>
        </p:txBody>
      </p:sp>
      <p:sp>
        <p:nvSpPr>
          <p:cNvPr id="48" name="legacy-node-N">
            <a:extLst xmlns:a="http://schemas.openxmlformats.org/drawingml/2006/main">
              <a:ext uri="{FF2B5EF4-FFF2-40B4-BE49-F238E27FC236}">
                <a16:creationId xmlns:a16="http://schemas.microsoft.com/office/drawing/2014/main" id="{D4228225-BF5A-43B0-9BFC-F570A0BBBECF}"/>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9" name="legacy-title-N">
            <a:extLst xmlns:a="http://schemas.openxmlformats.org/drawingml/2006/main">
              <a:ext uri="{FF2B5EF4-FFF2-40B4-BE49-F238E27FC236}">
                <a16:creationId xmlns:a16="http://schemas.microsoft.com/office/drawing/2014/main" id="{DC91963A-8285-47AE-92EF-BDB8F7944565}"/>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原输出与 Data 入口</a:t>
            </a:r>
          </a:p>
        </p:txBody>
      </p:sp>
      <p:sp>
        <p:nvSpPr>
          <p:cNvPr id="50" name="legacy-line-N-0">
            <a:extLst xmlns:a="http://schemas.openxmlformats.org/drawingml/2006/main">
              <a:ext uri="{FF2B5EF4-FFF2-40B4-BE49-F238E27FC236}">
                <a16:creationId xmlns:a16="http://schemas.microsoft.com/office/drawing/2014/main" id="{DB33AE49-4B3D-4617-990B-81F863C0AB21}"/>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主卡广播 → Data 设置</a:t>
            </a:r>
          </a:p>
        </p:txBody>
      </p:sp>
      <p:sp>
        <p:nvSpPr>
          <p:cNvPr id="51" name="legacy-line-N-1">
            <a:extLst xmlns:a="http://schemas.openxmlformats.org/drawingml/2006/main">
              <a:ext uri="{FF2B5EF4-FFF2-40B4-BE49-F238E27FC236}">
                <a16:creationId xmlns:a16="http://schemas.microsoft.com/office/drawing/2014/main" id="{83B0CFA5-E3EA-43FC-9622-215C2F34638E}"/>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初始迁移保留原联动</a:t>
            </a:r>
          </a:p>
        </p:txBody>
      </p:sp>
      <p:sp>
        <p:nvSpPr>
          <p:cNvPr id="52" name="legacy-flow-note">
            <a:extLst xmlns:a="http://schemas.openxmlformats.org/drawingml/2006/main">
              <a:ext uri="{FF2B5EF4-FFF2-40B4-BE49-F238E27FC236}">
                <a16:creationId xmlns:a16="http://schemas.microsoft.com/office/drawing/2014/main" id="{E711EDB1-982F-4003-979F-B0AE889BE2A7}"/>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SetPrimarySlotId · 普通协议切换；省略透传函数及中间调用栈</a:t>
            </a:r>
          </a:p>
        </p:txBody>
      </p:sp>
      <p:sp>
        <p:nvSpPr>
          <p:cNvPr id="53" name="application-label">
            <a:extLst xmlns:a="http://schemas.openxmlformats.org/drawingml/2006/main">
              <a:ext uri="{FF2B5EF4-FFF2-40B4-BE49-F238E27FC236}">
                <a16:creationId xmlns:a16="http://schemas.microsoft.com/office/drawing/2014/main" id="{01075651-7360-4F23-A37A-0182929FF452}"/>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4" name="domain-label">
            <a:extLst xmlns:a="http://schemas.openxmlformats.org/drawingml/2006/main">
              <a:ext uri="{FF2B5EF4-FFF2-40B4-BE49-F238E27FC236}">
                <a16:creationId xmlns:a16="http://schemas.microsoft.com/office/drawing/2014/main" id="{D929A1B4-31C6-4587-83BB-5B6C54AB1E50}"/>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5" name="target-edge-RO">
            <a:extLst xmlns:a="http://schemas.openxmlformats.org/drawingml/2006/main">
              <a:ext uri="{FF2B5EF4-FFF2-40B4-BE49-F238E27FC236}">
                <a16:creationId xmlns:a16="http://schemas.microsoft.com/office/drawing/2014/main" id="{2814D5C2-C810-4A3E-96AE-8CDBC4CB3272}"/>
              </a:ext>
            </a:extLst>
          </p:cNvPr>
          <p:cNvSpPr>
            <a:spLocks xmlns:a="http://schemas.openxmlformats.org/drawingml/2006/main" noGrp="1"/>
          </p:cNvSpPr>
          <p:nvPr/>
        </p:nvSpPr>
        <p:spPr>
          <a:xfrm xmlns:a="http://schemas.openxmlformats.org/drawingml/2006/main">
            <a:off x="6334125" y="3943350"/>
            <a:ext cx="257175" cy="1752600"/>
          </a:xfrm>
          <a:custGeom xmlns:a="http://schemas.openxmlformats.org/drawingml/2006/main">
            <a:pathLst>
              <a:path w="257175" h="1752600">
                <a:moveTo>
                  <a:pt x="257175" y="1752600"/>
                </a:moveTo>
                <a:lnTo>
                  <a:pt x="0" y="1752600"/>
                </a:lnTo>
                <a:lnTo>
                  <a:pt x="0" y="0"/>
                </a:lnTo>
                <a:lnTo>
                  <a:pt x="257175" y="0"/>
                </a:lnTo>
              </a:path>
            </a:pathLst>
          </a:custGeom>
          <a:noFill xmlns:a="http://schemas.openxmlformats.org/drawingml/2006/main"/>
          <a:ln xmlns:a="http://schemas.openxmlformats.org/drawingml/2006/main" w="16193">
            <a:solidFill>
              <a:srgbClr val="246AB8"/>
            </a:solidFill>
            <a:prstDash val="solid"/>
          </a:ln>
        </p:spPr>
      </p:sp>
      <p:sp>
        <p:nvSpPr>
          <p:cNvPr id="56" name="target-edge-RO-head">
            <a:extLst xmlns:a="http://schemas.openxmlformats.org/drawingml/2006/main">
              <a:ext uri="{FF2B5EF4-FFF2-40B4-BE49-F238E27FC236}">
                <a16:creationId xmlns:a16="http://schemas.microsoft.com/office/drawing/2014/main" id="{EA729025-9375-458C-865B-043D55ED6ADF}"/>
              </a:ext>
            </a:extLst>
          </p:cNvPr>
          <p:cNvSpPr>
            <a:spLocks xmlns:a="http://schemas.openxmlformats.org/drawingml/2006/main" noGrp="1"/>
          </p:cNvSpPr>
          <p:nvPr/>
        </p:nvSpPr>
        <p:spPr>
          <a:xfrm xmlns:a="http://schemas.openxmlformats.org/drawingml/2006/main">
            <a:off x="6534150" y="39147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57" name="target-edge-label-RO">
            <a:extLst xmlns:a="http://schemas.openxmlformats.org/drawingml/2006/main">
              <a:ext uri="{FF2B5EF4-FFF2-40B4-BE49-F238E27FC236}">
                <a16:creationId xmlns:a16="http://schemas.microsoft.com/office/drawing/2014/main" id="{9D296AAA-9E06-44FD-9376-8E2715F204A8}"/>
              </a:ext>
            </a:extLst>
          </p:cNvPr>
          <p:cNvSpPr>
            <a:spLocks xmlns:a="http://schemas.openxmlformats.org/drawingml/2006/main" noGrp="1"/>
          </p:cNvSpPr>
          <p:nvPr/>
        </p:nvSpPr>
        <p:spPr>
          <a:xfrm xmlns:a="http://schemas.openxmlformats.org/drawingml/2006/main">
            <a:off x="6134100" y="49911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结果</a:t>
            </a:r>
          </a:p>
        </p:txBody>
      </p:sp>
      <p:sp>
        <p:nvSpPr>
          <p:cNvPr id="58" name="target-edge-OA">
            <a:extLst xmlns:a="http://schemas.openxmlformats.org/drawingml/2006/main">
              <a:ext uri="{FF2B5EF4-FFF2-40B4-BE49-F238E27FC236}">
                <a16:creationId xmlns:a16="http://schemas.microsoft.com/office/drawing/2014/main" id="{A3A29629-7467-42CE-B1AA-69C65225E8CD}"/>
              </a:ext>
            </a:extLst>
          </p:cNvPr>
          <p:cNvSpPr>
            <a:spLocks xmlns:a="http://schemas.openxmlformats.org/drawingml/2006/main" noGrp="1"/>
          </p:cNvSpPr>
          <p:nvPr/>
        </p:nvSpPr>
        <p:spPr>
          <a:xfrm xmlns:a="http://schemas.openxmlformats.org/drawingml/2006/main">
            <a:off x="8001000" y="3257550"/>
            <a:ext cx="3333750" cy="114300"/>
          </a:xfrm>
          <a:custGeom xmlns:a="http://schemas.openxmlformats.org/drawingml/2006/main">
            <a:pathLst>
              <a:path w="3333750" h="114300">
                <a:moveTo>
                  <a:pt x="0" y="114300"/>
                </a:moveTo>
                <a:lnTo>
                  <a:pt x="0" y="0"/>
                </a:lnTo>
                <a:lnTo>
                  <a:pt x="3333750" y="0"/>
                </a:lnTo>
                <a:lnTo>
                  <a:pt x="3333750" y="114300"/>
                </a:lnTo>
              </a:path>
            </a:pathLst>
          </a:custGeom>
          <a:noFill xmlns:a="http://schemas.openxmlformats.org/drawingml/2006/main"/>
          <a:ln xmlns:a="http://schemas.openxmlformats.org/drawingml/2006/main" w="16193">
            <a:solidFill>
              <a:srgbClr val="246AB8"/>
            </a:solidFill>
            <a:prstDash val="solid"/>
          </a:ln>
        </p:spPr>
      </p:sp>
      <p:sp>
        <p:nvSpPr>
          <p:cNvPr id="59" name="target-edge-OA-head">
            <a:extLst xmlns:a="http://schemas.openxmlformats.org/drawingml/2006/main">
              <a:ext uri="{FF2B5EF4-FFF2-40B4-BE49-F238E27FC236}">
                <a16:creationId xmlns:a16="http://schemas.microsoft.com/office/drawing/2014/main" id="{48E6ED80-6D23-49AE-AF9E-955C3E41AAC7}"/>
              </a:ext>
            </a:extLst>
          </p:cNvPr>
          <p:cNvSpPr>
            <a:spLocks xmlns:a="http://schemas.openxmlformats.org/drawingml/2006/main" noGrp="1"/>
          </p:cNvSpPr>
          <p:nvPr/>
        </p:nvSpPr>
        <p:spPr>
          <a:xfrm xmlns:a="http://schemas.openxmlformats.org/drawingml/2006/main">
            <a:off x="11306175" y="33147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0" name="target-edge-label-OA">
            <a:extLst xmlns:a="http://schemas.openxmlformats.org/drawingml/2006/main">
              <a:ext uri="{FF2B5EF4-FFF2-40B4-BE49-F238E27FC236}">
                <a16:creationId xmlns:a16="http://schemas.microsoft.com/office/drawing/2014/main" id="{F6F1F578-7C1F-4220-B48D-F5C111C9D5DB}"/>
              </a:ext>
            </a:extLst>
          </p:cNvPr>
          <p:cNvSpPr>
            <a:spLocks xmlns:a="http://schemas.openxmlformats.org/drawingml/2006/main" noGrp="1"/>
          </p:cNvSpPr>
          <p:nvPr/>
        </p:nvSpPr>
        <p:spPr>
          <a:xfrm xmlns:a="http://schemas.openxmlformats.org/drawingml/2006/main">
            <a:off x="9763125" y="3152775"/>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规则</a:t>
            </a:r>
          </a:p>
        </p:txBody>
      </p:sp>
      <p:sp>
        <p:nvSpPr>
          <p:cNvPr id="61" name="target-edge-AD">
            <a:extLst xmlns:a="http://schemas.openxmlformats.org/drawingml/2006/main">
              <a:ext uri="{FF2B5EF4-FFF2-40B4-BE49-F238E27FC236}">
                <a16:creationId xmlns:a16="http://schemas.microsoft.com/office/drawing/2014/main" id="{EF9275C7-2C90-42ED-9A60-60C8AB5B0753}"/>
              </a:ext>
            </a:extLst>
          </p:cNvPr>
          <p:cNvSpPr>
            <a:spLocks xmlns:a="http://schemas.openxmlformats.org/drawingml/2006/main" noGrp="1"/>
          </p:cNvSpPr>
          <p:nvPr/>
        </p:nvSpPr>
        <p:spPr>
          <a:xfrm xmlns:a="http://schemas.openxmlformats.org/drawingml/2006/main">
            <a:off x="1090136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62" name="target-edge-AD-head">
            <a:extLst xmlns:a="http://schemas.openxmlformats.org/drawingml/2006/main">
              <a:ext uri="{FF2B5EF4-FFF2-40B4-BE49-F238E27FC236}">
                <a16:creationId xmlns:a16="http://schemas.microsoft.com/office/drawing/2014/main" id="{60B6212F-4968-413C-BA59-93AB7B57B476}"/>
              </a:ext>
            </a:extLst>
          </p:cNvPr>
          <p:cNvSpPr>
            <a:spLocks xmlns:a="http://schemas.openxmlformats.org/drawingml/2006/main" noGrp="1"/>
          </p:cNvSpPr>
          <p:nvPr/>
        </p:nvSpPr>
        <p:spPr>
          <a:xfrm xmlns:a="http://schemas.openxmlformats.org/drawingml/2006/main">
            <a:off x="1087755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3" name="target-node-C">
            <a:extLst xmlns:a="http://schemas.openxmlformats.org/drawingml/2006/main">
              <a:ext uri="{FF2B5EF4-FFF2-40B4-BE49-F238E27FC236}">
                <a16:creationId xmlns:a16="http://schemas.microsoft.com/office/drawing/2014/main" id="{E50627B2-69ED-4D2D-9BAB-BC06FBD8452A}"/>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DD8E6"/>
            </a:solidFill>
            <a:prstDash val="solid"/>
          </a:ln>
        </p:spPr>
      </p:sp>
      <p:sp>
        <p:nvSpPr>
          <p:cNvPr id="64" name="target-title-C">
            <a:extLst xmlns:a="http://schemas.openxmlformats.org/drawingml/2006/main">
              <a:ext uri="{FF2B5EF4-FFF2-40B4-BE49-F238E27FC236}">
                <a16:creationId xmlns:a16="http://schemas.microsoft.com/office/drawing/2014/main" id="{A6DEFDA6-94A6-4B0E-9E2F-19937D7FEFBA}"/>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78599"/>
                </a:solidFill>
                <a:latin typeface="Microsoft YaHei"/>
                <a:ea typeface="Microsoft YaHei"/>
                <a:cs typeface="Microsoft YaHei"/>
              </a:defRPr>
            </a:defPPr>
            <a:lvl1pPr algn="l">
              <a:defRPr sz="1575" b="1">
                <a:solidFill>
                  <a:srgbClr val="778599"/>
                </a:solidFill>
                <a:latin typeface="Microsoft YaHei"/>
                <a:ea typeface="Microsoft YaHei"/>
                <a:cs typeface="Microsoft YaHei"/>
              </a:defRPr>
            </a:lvl1pPr>
            <a:lvl2pPr algn="l">
              <a:defRPr sz="1575" b="1">
                <a:solidFill>
                  <a:srgbClr val="778599"/>
                </a:solidFill>
                <a:latin typeface="Microsoft YaHei"/>
                <a:ea typeface="Microsoft YaHei"/>
                <a:cs typeface="Microsoft YaHei"/>
              </a:defRPr>
            </a:lvl2pPr>
            <a:lvl3pPr algn="l">
              <a:defRPr sz="1575" b="1">
                <a:solidFill>
                  <a:srgbClr val="778599"/>
                </a:solidFill>
                <a:latin typeface="Microsoft YaHei"/>
                <a:ea typeface="Microsoft YaHei"/>
                <a:cs typeface="Microsoft YaHei"/>
              </a:defRPr>
            </a:lvl3pPr>
            <a:lvl4pPr algn="l">
              <a:defRPr sz="1575" b="1">
                <a:solidFill>
                  <a:srgbClr val="778599"/>
                </a:solidFill>
                <a:latin typeface="Microsoft YaHei"/>
                <a:ea typeface="Microsoft YaHei"/>
                <a:cs typeface="Microsoft YaHei"/>
              </a:defRPr>
            </a:lvl4pPr>
            <a:lvl5pPr algn="l">
              <a:defRPr sz="1575" b="1">
                <a:solidFill>
                  <a:srgbClr val="778599"/>
                </a:solidFill>
                <a:latin typeface="Microsoft YaHei"/>
                <a:ea typeface="Microsoft YaHei"/>
                <a:cs typeface="Microsoft YaHei"/>
              </a:defRPr>
            </a:lvl5pPr>
            <a:lvl6pPr algn="l">
              <a:defRPr sz="1575" b="1">
                <a:solidFill>
                  <a:srgbClr val="778599"/>
                </a:solidFill>
                <a:latin typeface="Microsoft YaHei"/>
                <a:ea typeface="Microsoft YaHei"/>
                <a:cs typeface="Microsoft YaHei"/>
              </a:defRPr>
            </a:lvl6pPr>
            <a:lvl7pPr algn="l">
              <a:defRPr sz="1575" b="1">
                <a:solidFill>
                  <a:srgbClr val="778599"/>
                </a:solidFill>
                <a:latin typeface="Microsoft YaHei"/>
                <a:ea typeface="Microsoft YaHei"/>
                <a:cs typeface="Microsoft YaHei"/>
              </a:defRPr>
            </a:lvl7pPr>
            <a:lvl8pPr algn="l">
              <a:defRPr sz="1575" b="1">
                <a:solidFill>
                  <a:srgbClr val="778599"/>
                </a:solidFill>
                <a:latin typeface="Microsoft YaHei"/>
                <a:ea typeface="Microsoft YaHei"/>
                <a:cs typeface="Microsoft YaHei"/>
              </a:defRPr>
            </a:lvl8pPr>
            <a:lvl9pPr algn="l">
              <a:defRPr sz="1575" b="1">
                <a:solidFill>
                  <a:srgbClr val="778599"/>
                </a:solidFill>
                <a:latin typeface="Microsoft YaHei"/>
                <a:ea typeface="Microsoft YaHei"/>
                <a:cs typeface="Microsoft YaHei"/>
              </a:defRPr>
            </a:lvl9pPr>
          </a:lstStyle>
          <a:p xmlns:a="http://schemas.openxmlformats.org/drawingml/2006/main">
            <a:pPr algn="l">
              <a:lnSpc>
                <a:spcPct val="102000"/>
              </a:lnSpc>
              <a:buNone/>
              <a:defRPr sz="1575" b="1">
                <a:solidFill>
                  <a:srgbClr val="778599"/>
                </a:solidFill>
                <a:latin typeface="Microsoft YaHei"/>
                <a:ea typeface="Microsoft YaHei"/>
                <a:cs typeface="Microsoft YaHei"/>
              </a:defRPr>
            </a:pPr>
            <a:r>
              <a:rPr sz="1575" b="1">
                <a:solidFill>
                  <a:srgbClr val="778599"/>
                </a:solidFill>
                <a:latin typeface="Microsoft YaHei"/>
                <a:ea typeface="Microsoft YaHei"/>
                <a:cs typeface="Microsoft YaHei"/>
              </a:rPr>
              <a:t>C 旧接口兼容</a:t>
            </a:r>
          </a:p>
        </p:txBody>
      </p:sp>
      <p:sp>
        <p:nvSpPr>
          <p:cNvPr id="65" name="target-alias-C">
            <a:extLst xmlns:a="http://schemas.openxmlformats.org/drawingml/2006/main">
              <a:ext uri="{FF2B5EF4-FFF2-40B4-BE49-F238E27FC236}">
                <a16:creationId xmlns:a16="http://schemas.microsoft.com/office/drawing/2014/main" id="{7E0DCD9D-763E-444D-B959-8D5CBE73038E}"/>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旧签名 / 权限 / 错误 / 返回与回调</a:t>
            </a:r>
          </a:p>
        </p:txBody>
      </p:sp>
      <p:sp>
        <p:nvSpPr>
          <p:cNvPr id="66" name="target-func-C">
            <a:extLst xmlns:a="http://schemas.openxmlformats.org/drawingml/2006/main">
              <a:ext uri="{FF2B5EF4-FFF2-40B4-BE49-F238E27FC236}">
                <a16:creationId xmlns:a16="http://schemas.microsoft.com/office/drawing/2014/main" id="{0A1D8955-3638-4EBC-A0E9-CD6E761A5B83}"/>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沿用原入口、解析点及完成出口</a:t>
            </a:r>
          </a:p>
        </p:txBody>
      </p:sp>
      <p:sp>
        <p:nvSpPr>
          <p:cNvPr id="67" name="target-node-O">
            <a:extLst xmlns:a="http://schemas.openxmlformats.org/drawingml/2006/main">
              <a:ext uri="{FF2B5EF4-FFF2-40B4-BE49-F238E27FC236}">
                <a16:creationId xmlns:a16="http://schemas.microsoft.com/office/drawing/2014/main" id="{445DB465-98C9-4EBA-9219-200012FEC3CB}"/>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68" name="target-title-O">
            <a:extLst xmlns:a="http://schemas.openxmlformats.org/drawingml/2006/main">
              <a:ext uri="{FF2B5EF4-FFF2-40B4-BE49-F238E27FC236}">
                <a16:creationId xmlns:a16="http://schemas.microsoft.com/office/drawing/2014/main" id="{BFECE77C-7F0D-43E9-856F-C8B61F6FCDE8}"/>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69" name="target-alias-O">
            <a:extLst xmlns:a="http://schemas.openxmlformats.org/drawingml/2006/main">
              <a:ext uri="{FF2B5EF4-FFF2-40B4-BE49-F238E27FC236}">
                <a16:creationId xmlns:a16="http://schemas.microsoft.com/office/drawing/2014/main" id="{FE537C8E-7DEA-491B-B0E4-250DCFA4C8AD}"/>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70" name="target-func-O">
            <a:extLst xmlns:a="http://schemas.openxmlformats.org/drawingml/2006/main">
              <a:ext uri="{FF2B5EF4-FFF2-40B4-BE49-F238E27FC236}">
                <a16:creationId xmlns:a16="http://schemas.microsoft.com/office/drawing/2014/main" id="{678FBA05-31A7-42A6-BA2E-54F79F486B5C}"/>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接纳本步骤结果</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不把参数当设备事实</a:t>
            </a:r>
          </a:p>
        </p:txBody>
      </p:sp>
      <p:sp>
        <p:nvSpPr>
          <p:cNvPr id="71" name="target-node-T">
            <a:extLst xmlns:a="http://schemas.openxmlformats.org/drawingml/2006/main">
              <a:ext uri="{FF2B5EF4-FFF2-40B4-BE49-F238E27FC236}">
                <a16:creationId xmlns:a16="http://schemas.microsoft.com/office/drawing/2014/main" id="{D2F25412-0EC4-4617-ADAC-6B8D5430E072}"/>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2" name="target-title-T">
            <a:extLst xmlns:a="http://schemas.openxmlformats.org/drawingml/2006/main">
              <a:ext uri="{FF2B5EF4-FFF2-40B4-BE49-F238E27FC236}">
                <a16:creationId xmlns:a16="http://schemas.microsoft.com/office/drawing/2014/main" id="{E512702E-3257-4840-8997-9A4984A678B1}"/>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T 账户与绑定</a:t>
            </a:r>
          </a:p>
        </p:txBody>
      </p:sp>
      <p:sp>
        <p:nvSpPr>
          <p:cNvPr id="73" name="target-alias-T">
            <a:extLst xmlns:a="http://schemas.openxmlformats.org/drawingml/2006/main">
              <a:ext uri="{FF2B5EF4-FFF2-40B4-BE49-F238E27FC236}">
                <a16:creationId xmlns:a16="http://schemas.microsoft.com/office/drawing/2014/main" id="{E68BCC6C-4E53-467E-82D6-A69441064022}"/>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TopologyService</a:t>
            </a:r>
          </a:p>
        </p:txBody>
      </p:sp>
      <p:sp>
        <p:nvSpPr>
          <p:cNvPr id="74" name="target-func-T">
            <a:extLst xmlns:a="http://schemas.openxmlformats.org/drawingml/2006/main">
              <a:ext uri="{FF2B5EF4-FFF2-40B4-BE49-F238E27FC236}">
                <a16:creationId xmlns:a16="http://schemas.microsoft.com/office/drawing/2014/main" id="{B48EEB12-D068-462E-9771-5E357471CCBD}"/>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账户资料与兼容投影</a:t>
            </a:r>
          </a:p>
        </p:txBody>
      </p:sp>
      <p:sp>
        <p:nvSpPr>
          <p:cNvPr id="75" name="target-node-A">
            <a:extLst xmlns:a="http://schemas.openxmlformats.org/drawingml/2006/main">
              <a:ext uri="{FF2B5EF4-FFF2-40B4-BE49-F238E27FC236}">
                <a16:creationId xmlns:a16="http://schemas.microsoft.com/office/drawing/2014/main" id="{1550C64E-FA2E-41E9-A6E7-40DE7D914019}"/>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76" name="target-title-A">
            <a:extLst xmlns:a="http://schemas.openxmlformats.org/drawingml/2006/main">
              <a:ext uri="{FF2B5EF4-FFF2-40B4-BE49-F238E27FC236}">
                <a16:creationId xmlns:a16="http://schemas.microsoft.com/office/drawing/2014/main" id="{C1EE6305-0209-477D-8C41-674BBDD6A595}"/>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A 角色与资源</a:t>
            </a:r>
          </a:p>
        </p:txBody>
      </p:sp>
      <p:sp>
        <p:nvSpPr>
          <p:cNvPr id="77" name="target-alias-A">
            <a:extLst xmlns:a="http://schemas.openxmlformats.org/drawingml/2006/main">
              <a:ext uri="{FF2B5EF4-FFF2-40B4-BE49-F238E27FC236}">
                <a16:creationId xmlns:a16="http://schemas.microsoft.com/office/drawing/2014/main" id="{A6E71679-1F3A-43AD-9925-B4613A38963E}"/>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AssignmentService</a:t>
            </a:r>
          </a:p>
        </p:txBody>
      </p:sp>
      <p:sp>
        <p:nvSpPr>
          <p:cNvPr id="78" name="target-func-A">
            <a:extLst xmlns:a="http://schemas.openxmlformats.org/drawingml/2006/main">
              <a:ext uri="{FF2B5EF4-FFF2-40B4-BE49-F238E27FC236}">
                <a16:creationId xmlns:a16="http://schemas.microsoft.com/office/drawing/2014/main" id="{ADA1F277-7719-45BA-9FF7-60C3462AB502}"/>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意图 ≠ 参数 ≠ 观察</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接纳设备结果证据</a:t>
            </a:r>
          </a:p>
        </p:txBody>
      </p:sp>
      <p:sp>
        <p:nvSpPr>
          <p:cNvPr id="79" name="target-node-DO">
            <a:extLst xmlns:a="http://schemas.openxmlformats.org/drawingml/2006/main">
              <a:ext uri="{FF2B5EF4-FFF2-40B4-BE49-F238E27FC236}">
                <a16:creationId xmlns:a16="http://schemas.microsoft.com/office/drawing/2014/main" id="{9CDBD66C-8B42-4EA0-BD69-A2CBA78CAB02}"/>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80" name="target-title-DO">
            <a:extLst xmlns:a="http://schemas.openxmlformats.org/drawingml/2006/main">
              <a:ext uri="{FF2B5EF4-FFF2-40B4-BE49-F238E27FC236}">
                <a16:creationId xmlns:a16="http://schemas.microsoft.com/office/drawing/2014/main" id="{AFF1691E-81E3-449C-A5FC-AE1AC75ACC3A}"/>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OperationContext</a:t>
            </a:r>
          </a:p>
        </p:txBody>
      </p:sp>
      <p:sp>
        <p:nvSpPr>
          <p:cNvPr id="81" name="target-func-DO">
            <a:extLst xmlns:a="http://schemas.openxmlformats.org/drawingml/2006/main">
              <a:ext uri="{FF2B5EF4-FFF2-40B4-BE49-F238E27FC236}">
                <a16:creationId xmlns:a16="http://schemas.microsoft.com/office/drawing/2014/main" id="{34E471AD-0DDE-42B1-9C61-199B6DDA507D}"/>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纯操作状态 / 值对象</a:t>
            </a:r>
          </a:p>
        </p:txBody>
      </p:sp>
      <p:sp>
        <p:nvSpPr>
          <p:cNvPr id="82" name="target-node-DT">
            <a:extLst xmlns:a="http://schemas.openxmlformats.org/drawingml/2006/main">
              <a:ext uri="{FF2B5EF4-FFF2-40B4-BE49-F238E27FC236}">
                <a16:creationId xmlns:a16="http://schemas.microsoft.com/office/drawing/2014/main" id="{C93053FD-4A8C-4BBB-B906-2DABF974E808}"/>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3" name="target-title-DT">
            <a:extLst xmlns:a="http://schemas.openxmlformats.org/drawingml/2006/main">
              <a:ext uri="{FF2B5EF4-FFF2-40B4-BE49-F238E27FC236}">
                <a16:creationId xmlns:a16="http://schemas.microsoft.com/office/drawing/2014/main" id="{8B048FFD-AA80-4319-83E8-BF52CF406982}"/>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84" name="target-func-DT">
            <a:extLst xmlns:a="http://schemas.openxmlformats.org/drawingml/2006/main">
              <a:ext uri="{FF2B5EF4-FFF2-40B4-BE49-F238E27FC236}">
                <a16:creationId xmlns:a16="http://schemas.microsoft.com/office/drawing/2014/main" id="{CA050668-F584-413C-BFA2-169036A226A8}"/>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85" name="target-node-DA">
            <a:extLst xmlns:a="http://schemas.openxmlformats.org/drawingml/2006/main">
              <a:ext uri="{FF2B5EF4-FFF2-40B4-BE49-F238E27FC236}">
                <a16:creationId xmlns:a16="http://schemas.microsoft.com/office/drawing/2014/main" id="{234526CA-C9B6-4183-928E-86A2349E0728}"/>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86" name="target-title-DA">
            <a:extLst xmlns:a="http://schemas.openxmlformats.org/drawingml/2006/main">
              <a:ext uri="{FF2B5EF4-FFF2-40B4-BE49-F238E27FC236}">
                <a16:creationId xmlns:a16="http://schemas.microsoft.com/office/drawing/2014/main" id="{0AFA9799-3FB7-44B6-A752-C09325D60937}"/>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AssignmentPolicy</a:t>
            </a:r>
          </a:p>
        </p:txBody>
      </p:sp>
      <p:sp>
        <p:nvSpPr>
          <p:cNvPr id="87" name="target-func-DA">
            <a:extLst xmlns:a="http://schemas.openxmlformats.org/drawingml/2006/main">
              <a:ext uri="{FF2B5EF4-FFF2-40B4-BE49-F238E27FC236}">
                <a16:creationId xmlns:a16="http://schemas.microsoft.com/office/drawing/2014/main" id="{92993C08-047A-432D-9267-2EF3E660A146}"/>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纯角色 / 资源约束</a:t>
            </a:r>
          </a:p>
        </p:txBody>
      </p:sp>
      <p:sp>
        <p:nvSpPr>
          <p:cNvPr id="88" name="target-node-R">
            <a:extLst xmlns:a="http://schemas.openxmlformats.org/drawingml/2006/main">
              <a:ext uri="{FF2B5EF4-FFF2-40B4-BE49-F238E27FC236}">
                <a16:creationId xmlns:a16="http://schemas.microsoft.com/office/drawing/2014/main" id="{DD6D03C9-60C8-4807-8543-CCED1FBE404D}"/>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89" name="target-title-R">
            <a:extLst xmlns:a="http://schemas.openxmlformats.org/drawingml/2006/main">
              <a:ext uri="{FF2B5EF4-FFF2-40B4-BE49-F238E27FC236}">
                <a16:creationId xmlns:a16="http://schemas.microsoft.com/office/drawing/2014/main" id="{312738CC-BC92-46DD-AED9-FD775708C339}"/>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90" name="target-func-R">
            <a:extLst xmlns:a="http://schemas.openxmlformats.org/drawingml/2006/main">
              <a:ext uri="{FF2B5EF4-FFF2-40B4-BE49-F238E27FC236}">
                <a16:creationId xmlns:a16="http://schemas.microsoft.com/office/drawing/2014/main" id="{FBF0A831-3502-465A-9A28-04A48A8C1DF9}"/>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成功 / 错误同样做准入</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阶段 / 槽 / 成员只消费一次</a:t>
            </a:r>
          </a:p>
        </p:txBody>
      </p:sp>
      <p:sp>
        <p:nvSpPr>
          <p:cNvPr id="91" name="target-node-I">
            <a:extLst xmlns:a="http://schemas.openxmlformats.org/drawingml/2006/main">
              <a:ext uri="{FF2B5EF4-FFF2-40B4-BE49-F238E27FC236}">
                <a16:creationId xmlns:a16="http://schemas.microsoft.com/office/drawing/2014/main" id="{97EBF408-2C2B-4125-BC0D-9FDE6315130C}"/>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92" name="target-title-I">
            <a:extLst xmlns:a="http://schemas.openxmlformats.org/drawingml/2006/main">
              <a:ext uri="{FF2B5EF4-FFF2-40B4-BE49-F238E27FC236}">
                <a16:creationId xmlns:a16="http://schemas.microsoft.com/office/drawing/2014/main" id="{65229B4D-E523-496D-99C1-D53E92837BF5}"/>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93" name="target-func-I">
            <a:extLst xmlns:a="http://schemas.openxmlformats.org/drawingml/2006/main">
              <a:ext uri="{FF2B5EF4-FFF2-40B4-BE49-F238E27FC236}">
                <a16:creationId xmlns:a16="http://schemas.microsoft.com/office/drawing/2014/main" id="{211383A1-F0A5-40DD-8278-85CC9E2D29FE}"/>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DataShare / 参数 / Hook</a:t>
            </a:r>
          </a:p>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按原协议存储与输出</a:t>
            </a:r>
          </a:p>
        </p:txBody>
      </p:sp>
      <p:sp>
        <p:nvSpPr>
          <p:cNvPr id="94" name="host-note">
            <a:extLst xmlns:a="http://schemas.openxmlformats.org/drawingml/2006/main">
              <a:ext uri="{FF2B5EF4-FFF2-40B4-BE49-F238E27FC236}">
                <a16:creationId xmlns:a16="http://schemas.microsoft.com/office/drawing/2014/main" id="{20457F81-7C2C-4DC2-956D-05E3880B3F5E}"/>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95" name="invariant-rule">
            <a:extLst xmlns:a="http://schemas.openxmlformats.org/drawingml/2006/main">
              <a:ext uri="{FF2B5EF4-FFF2-40B4-BE49-F238E27FC236}">
                <a16:creationId xmlns:a16="http://schemas.microsoft.com/office/drawing/2014/main" id="{69596AF9-2986-47A4-B12A-081446F66F47}"/>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6" name="invariant">
            <a:extLst xmlns:a="http://schemas.openxmlformats.org/drawingml/2006/main">
              <a:ext uri="{FF2B5EF4-FFF2-40B4-BE49-F238E27FC236}">
                <a16:creationId xmlns:a16="http://schemas.microsoft.com/office/drawing/2014/main" id="{6CA08F4B-7169-4EFE-B3B4-45F4792698E3}"/>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保持：参数预写与有条件恢复、原重试节点、Primary → Data 联动；不承诺设备自动回滚。</a:t>
            </a:r>
          </a:p>
        </p:txBody>
      </p:sp>
      <p:sp>
        <p:nvSpPr>
          <p:cNvPr id="97" name="footer">
            <a:extLst xmlns:a="http://schemas.openxmlformats.org/drawingml/2006/main">
              <a:ext uri="{FF2B5EF4-FFF2-40B4-BE49-F238E27FC236}">
                <a16:creationId xmlns:a16="http://schemas.microsoft.com/office/drawing/2014/main" id="{9E3A1E5B-A03C-46D7-9427-B03886FD0D20}"/>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98" name="page-number">
            <a:extLst xmlns:a="http://schemas.openxmlformats.org/drawingml/2006/main">
              <a:ext uri="{FF2B5EF4-FFF2-40B4-BE49-F238E27FC236}">
                <a16:creationId xmlns:a16="http://schemas.microsoft.com/office/drawing/2014/main" id="{95215036-A060-4CFB-961D-7C208A2BACB1}"/>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主卡 / ④ 接纳结果</a:t>
            </a:r>
          </a:p>
        </p:txBody>
      </p:sp>
    </p:spTree>
    <p:extLst>
      <p:ext uri="{BB962C8B-B14F-4D97-AF65-F5344CB8AC3E}">
        <p14:creationId xmlns:p14="http://schemas.microsoft.com/office/powerpoint/2010/main" val="1141797920"/>
      </p:ext>
    </p:extLst>
  </p:cSld>
  <p:transition spd="fast" advClick="0">
    <p:fade/>
  </p:transition>
</p:sld>
</file>

<file path=ppt/slides/slide37.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6" name="accent">
            <a:extLst xmlns:a="http://schemas.openxmlformats.org/drawingml/2006/main">
              <a:ext uri="{FF2B5EF4-FFF2-40B4-BE49-F238E27FC236}">
                <a16:creationId xmlns:a16="http://schemas.microsoft.com/office/drawing/2014/main" id="{CD772022-F974-4A6D-AF79-5439BEBBACBB}"/>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06881F5C-8A55-4754-B4ED-74B06083D252}"/>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E28B9683-8ECE-4DCC-B1F3-501941319788}"/>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3B5FBC58-8292-41D2-A453-03D9F00D13D6}"/>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79539758-00ED-43E1-B8F2-8B399B79AE3F}"/>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A4B2C7A2-9255-49C7-B67A-E9A204644B06}"/>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8A0BF8AC-2448-43E7-B4A9-C3B7012BAE32}"/>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3D61806A-8C8E-4959-9E58-AE4615DCCA18}"/>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283468B1-9574-4FFE-AFEA-7043A64F2719}"/>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82EB0073-2C70-4F0A-B51E-592F9A4D8623}"/>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0EB92FFF-04FF-4684-B847-29CF2CB5312E}"/>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8E220529-F92B-45F4-84F2-EF1BEC832462}"/>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092804DA-6322-4B0B-A18C-4425BEC51958}"/>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D8599372-147C-4312-8D2B-5777105AEAA1}"/>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2879048D-A1AD-45CE-8B7E-D0072A6A2897}"/>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F1BD0D0E-F69D-44FD-AD2E-FBF673C3FC10}"/>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A1685940-F461-4D91-BAD7-598AC353CA38}"/>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CF188083-EC84-48A1-BD26-6DF042DC6120}"/>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D4BBB186-3651-4F79-8FED-C1C8476FD0FF}"/>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F4E7F56D-D9A2-4D54-80D4-3E5E21CDFDE6}"/>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⑤ 成功后：沿用主卡广播 → 默认 Data 联动；初始迁移不把两项操作改成一个原子事务。</a:t>
            </a:r>
          </a:p>
        </p:txBody>
      </p:sp>
      <p:sp>
        <p:nvSpPr>
          <p:cNvPr id="21" name="top-rule">
            <a:extLst xmlns:a="http://schemas.openxmlformats.org/drawingml/2006/main">
              <a:ext uri="{FF2B5EF4-FFF2-40B4-BE49-F238E27FC236}">
                <a16:creationId xmlns:a16="http://schemas.microsoft.com/office/drawing/2014/main" id="{86C9D6C3-4F8B-40EF-9B18-86A83EE4E5FF}"/>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4B4CB892-15CF-49DE-9FE3-39BD1074ED6D}"/>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6F47B67E-55B2-47C8-97F7-62DD97FDA8AD}"/>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C3B46AC7-C7BE-4A30-9A9E-CD28D2934EA1}"/>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KN">
            <a:extLst xmlns:a="http://schemas.openxmlformats.org/drawingml/2006/main">
              <a:ext uri="{FF2B5EF4-FFF2-40B4-BE49-F238E27FC236}">
                <a16:creationId xmlns:a16="http://schemas.microsoft.com/office/drawing/2014/main" id="{5D64925B-CE12-4C73-A2CE-A8C5003EACF6}"/>
              </a:ext>
            </a:extLst>
          </p:cNvPr>
          <p:cNvSpPr>
            <a:spLocks xmlns:a="http://schemas.openxmlformats.org/drawingml/2006/main" noGrp="1"/>
          </p:cNvSpPr>
          <p:nvPr/>
        </p:nvSpPr>
        <p:spPr>
          <a:xfrm xmlns:a="http://schemas.openxmlformats.org/drawingml/2006/main">
            <a:off x="3009900" y="4591050"/>
            <a:ext cx="342900" cy="819150"/>
          </a:xfrm>
          <a:custGeom xmlns:a="http://schemas.openxmlformats.org/drawingml/2006/main">
            <a:pathLst>
              <a:path w="342900" h="819150">
                <a:moveTo>
                  <a:pt x="0" y="0"/>
                </a:moveTo>
                <a:lnTo>
                  <a:pt x="171450" y="0"/>
                </a:lnTo>
                <a:lnTo>
                  <a:pt x="171450" y="819150"/>
                </a:lnTo>
                <a:lnTo>
                  <a:pt x="342900" y="819150"/>
                </a:lnTo>
              </a:path>
            </a:pathLst>
          </a:custGeom>
          <a:noFill xmlns:a="http://schemas.openxmlformats.org/drawingml/2006/main"/>
          <a:ln xmlns:a="http://schemas.openxmlformats.org/drawingml/2006/main" w="17145">
            <a:solidFill>
              <a:srgbClr val="246AB8"/>
            </a:solidFill>
            <a:prstDash val="solid"/>
          </a:ln>
        </p:spPr>
      </p:sp>
      <p:sp>
        <p:nvSpPr>
          <p:cNvPr id="26" name="legacy-edge-KN-head">
            <a:extLst xmlns:a="http://schemas.openxmlformats.org/drawingml/2006/main">
              <a:ext uri="{FF2B5EF4-FFF2-40B4-BE49-F238E27FC236}">
                <a16:creationId xmlns:a16="http://schemas.microsoft.com/office/drawing/2014/main" id="{0724EA79-5342-4A05-89F1-910EC8D44DC3}"/>
              </a:ext>
            </a:extLst>
          </p:cNvPr>
          <p:cNvSpPr>
            <a:spLocks xmlns:a="http://schemas.openxmlformats.org/drawingml/2006/main" noGrp="1"/>
          </p:cNvSpPr>
          <p:nvPr/>
        </p:nvSpPr>
        <p:spPr>
          <a:xfrm xmlns:a="http://schemas.openxmlformats.org/drawingml/2006/main">
            <a:off x="3295650" y="538162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27" name="legacy-edge-label-KN">
            <a:extLst xmlns:a="http://schemas.openxmlformats.org/drawingml/2006/main">
              <a:ext uri="{FF2B5EF4-FFF2-40B4-BE49-F238E27FC236}">
                <a16:creationId xmlns:a16="http://schemas.microsoft.com/office/drawing/2014/main" id="{5D61D30E-B4BB-4E40-B71A-12FF401076E4}"/>
              </a:ext>
            </a:extLst>
          </p:cNvPr>
          <p:cNvSpPr>
            <a:spLocks xmlns:a="http://schemas.openxmlformats.org/drawingml/2006/main" noGrp="1"/>
          </p:cNvSpPr>
          <p:nvPr/>
        </p:nvSpPr>
        <p:spPr>
          <a:xfrm xmlns:a="http://schemas.openxmlformats.org/drawingml/2006/main">
            <a:off x="3038475" y="5476875"/>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28" name="legacy-edge-NE">
            <a:extLst xmlns:a="http://schemas.openxmlformats.org/drawingml/2006/main">
              <a:ext uri="{FF2B5EF4-FFF2-40B4-BE49-F238E27FC236}">
                <a16:creationId xmlns:a16="http://schemas.microsoft.com/office/drawing/2014/main" id="{31CD54E6-5F4B-414F-AA2D-3AE300C0B8F9}"/>
              </a:ext>
            </a:extLst>
          </p:cNvPr>
          <p:cNvSpPr>
            <a:spLocks xmlns:a="http://schemas.openxmlformats.org/drawingml/2006/main" noGrp="1"/>
          </p:cNvSpPr>
          <p:nvPr/>
        </p:nvSpPr>
        <p:spPr>
          <a:xfrm xmlns:a="http://schemas.openxmlformats.org/drawingml/2006/main">
            <a:off x="5753100" y="2905125"/>
            <a:ext cx="171450" cy="2524125"/>
          </a:xfrm>
          <a:custGeom xmlns:a="http://schemas.openxmlformats.org/drawingml/2006/main">
            <a:pathLst>
              <a:path w="171450" h="2524125">
                <a:moveTo>
                  <a:pt x="0" y="2524125"/>
                </a:moveTo>
                <a:lnTo>
                  <a:pt x="171450" y="2524125"/>
                </a:lnTo>
                <a:lnTo>
                  <a:pt x="171450" y="0"/>
                </a:lnTo>
                <a:lnTo>
                  <a:pt x="0" y="0"/>
                </a:lnTo>
              </a:path>
            </a:pathLst>
          </a:custGeom>
          <a:noFill xmlns:a="http://schemas.openxmlformats.org/drawingml/2006/main"/>
          <a:ln xmlns:a="http://schemas.openxmlformats.org/drawingml/2006/main" w="17145">
            <a:solidFill>
              <a:srgbClr val="246AB8"/>
            </a:solidFill>
            <a:prstDash val="solid"/>
          </a:ln>
        </p:spPr>
      </p:sp>
      <p:sp>
        <p:nvSpPr>
          <p:cNvPr id="29" name="legacy-edge-NE-head">
            <a:extLst xmlns:a="http://schemas.openxmlformats.org/drawingml/2006/main">
              <a:ext uri="{FF2B5EF4-FFF2-40B4-BE49-F238E27FC236}">
                <a16:creationId xmlns:a16="http://schemas.microsoft.com/office/drawing/2014/main" id="{DE0F0140-C464-4706-81A9-CA81CF96734C}"/>
              </a:ext>
            </a:extLst>
          </p:cNvPr>
          <p:cNvSpPr>
            <a:spLocks xmlns:a="http://schemas.openxmlformats.org/drawingml/2006/main" noGrp="1"/>
          </p:cNvSpPr>
          <p:nvPr/>
        </p:nvSpPr>
        <p:spPr>
          <a:xfrm xmlns:a="http://schemas.openxmlformats.org/drawingml/2006/main">
            <a:off x="5753100" y="2876550"/>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246AB8"/>
            </a:solidFill>
            <a:prstDash val="solid"/>
          </a:ln>
        </p:spPr>
      </p:sp>
      <p:sp>
        <p:nvSpPr>
          <p:cNvPr id="30" name="legacy-edge-label-NE">
            <a:extLst xmlns:a="http://schemas.openxmlformats.org/drawingml/2006/main">
              <a:ext uri="{FF2B5EF4-FFF2-40B4-BE49-F238E27FC236}">
                <a16:creationId xmlns:a16="http://schemas.microsoft.com/office/drawing/2014/main" id="{C088FD1F-420E-419E-87DF-FEE274003D83}"/>
              </a:ext>
            </a:extLst>
          </p:cNvPr>
          <p:cNvSpPr>
            <a:spLocks xmlns:a="http://schemas.openxmlformats.org/drawingml/2006/main" noGrp="1"/>
          </p:cNvSpPr>
          <p:nvPr/>
        </p:nvSpPr>
        <p:spPr>
          <a:xfrm xmlns:a="http://schemas.openxmlformats.org/drawingml/2006/main">
            <a:off x="5791200" y="3171825"/>
            <a:ext cx="2571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1" name="legacy-node-E">
            <a:extLst xmlns:a="http://schemas.openxmlformats.org/drawingml/2006/main">
              <a:ext uri="{FF2B5EF4-FFF2-40B4-BE49-F238E27FC236}">
                <a16:creationId xmlns:a16="http://schemas.microsoft.com/office/drawing/2014/main" id="{9976D589-2B95-4526-8301-CEF71624DF56}"/>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EAF1FB"/>
          </a:solidFill>
          <a:ln xmlns:a="http://schemas.openxmlformats.org/drawingml/2006/main" w="14288">
            <a:solidFill>
              <a:srgbClr val="246AB8"/>
            </a:solidFill>
            <a:prstDash val="solid"/>
          </a:ln>
        </p:spPr>
      </p:sp>
      <p:sp>
        <p:nvSpPr>
          <p:cNvPr id="32" name="legacy-title-E">
            <a:extLst xmlns:a="http://schemas.openxmlformats.org/drawingml/2006/main">
              <a:ext uri="{FF2B5EF4-FFF2-40B4-BE49-F238E27FC236}">
                <a16:creationId xmlns:a16="http://schemas.microsoft.com/office/drawing/2014/main" id="{353EDA89-FBF6-43BD-9D53-9B1BB48FE4BE}"/>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7263A"/>
                </a:solidFill>
                <a:latin typeface="Microsoft YaHei"/>
                <a:ea typeface="Microsoft YaHei"/>
                <a:cs typeface="Microsoft YaHei"/>
              </a:defRPr>
            </a:defPPr>
            <a:lvl1pPr algn="l">
              <a:defRPr sz="1650" b="1">
                <a:solidFill>
                  <a:srgbClr val="17263A"/>
                </a:solidFill>
                <a:latin typeface="Microsoft YaHei"/>
                <a:ea typeface="Microsoft YaHei"/>
                <a:cs typeface="Microsoft YaHei"/>
              </a:defRPr>
            </a:lvl1pPr>
            <a:lvl2pPr algn="l">
              <a:defRPr sz="1650" b="1">
                <a:solidFill>
                  <a:srgbClr val="17263A"/>
                </a:solidFill>
                <a:latin typeface="Microsoft YaHei"/>
                <a:ea typeface="Microsoft YaHei"/>
                <a:cs typeface="Microsoft YaHei"/>
              </a:defRPr>
            </a:lvl2pPr>
            <a:lvl3pPr algn="l">
              <a:defRPr sz="1650" b="1">
                <a:solidFill>
                  <a:srgbClr val="17263A"/>
                </a:solidFill>
                <a:latin typeface="Microsoft YaHei"/>
                <a:ea typeface="Microsoft YaHei"/>
                <a:cs typeface="Microsoft YaHei"/>
              </a:defRPr>
            </a:lvl3pPr>
            <a:lvl4pPr algn="l">
              <a:defRPr sz="1650" b="1">
                <a:solidFill>
                  <a:srgbClr val="17263A"/>
                </a:solidFill>
                <a:latin typeface="Microsoft YaHei"/>
                <a:ea typeface="Microsoft YaHei"/>
                <a:cs typeface="Microsoft YaHei"/>
              </a:defRPr>
            </a:lvl4pPr>
            <a:lvl5pPr algn="l">
              <a:defRPr sz="1650" b="1">
                <a:solidFill>
                  <a:srgbClr val="17263A"/>
                </a:solidFill>
                <a:latin typeface="Microsoft YaHei"/>
                <a:ea typeface="Microsoft YaHei"/>
                <a:cs typeface="Microsoft YaHei"/>
              </a:defRPr>
            </a:lvl5pPr>
            <a:lvl6pPr algn="l">
              <a:defRPr sz="1650" b="1">
                <a:solidFill>
                  <a:srgbClr val="17263A"/>
                </a:solidFill>
                <a:latin typeface="Microsoft YaHei"/>
                <a:ea typeface="Microsoft YaHei"/>
                <a:cs typeface="Microsoft YaHei"/>
              </a:defRPr>
            </a:lvl6pPr>
            <a:lvl7pPr algn="l">
              <a:defRPr sz="1650" b="1">
                <a:solidFill>
                  <a:srgbClr val="17263A"/>
                </a:solidFill>
                <a:latin typeface="Microsoft YaHei"/>
                <a:ea typeface="Microsoft YaHei"/>
                <a:cs typeface="Microsoft YaHei"/>
              </a:defRPr>
            </a:lvl7pPr>
            <a:lvl8pPr algn="l">
              <a:defRPr sz="1650" b="1">
                <a:solidFill>
                  <a:srgbClr val="17263A"/>
                </a:solidFill>
                <a:latin typeface="Microsoft YaHei"/>
                <a:ea typeface="Microsoft YaHei"/>
                <a:cs typeface="Microsoft YaHei"/>
              </a:defRPr>
            </a:lvl8pPr>
            <a:lvl9pPr algn="l">
              <a:defRPr sz="1650" b="1">
                <a:solidFill>
                  <a:srgbClr val="17263A"/>
                </a:solidFill>
                <a:latin typeface="Microsoft YaHei"/>
                <a:ea typeface="Microsoft YaHei"/>
                <a:cs typeface="Microsoft YaHei"/>
              </a:defRPr>
            </a:lvl9pPr>
          </a:lstStyle>
          <a:p xmlns:a="http://schemas.openxmlformats.org/drawingml/2006/main">
            <a:pPr algn="l">
              <a:lnSpc>
                <a:spcPct val="102000"/>
              </a:lnSpc>
              <a:buNone/>
              <a:defRPr sz="1650" b="1">
                <a:solidFill>
                  <a:srgbClr val="17263A"/>
                </a:solidFill>
                <a:latin typeface="Microsoft YaHei"/>
                <a:ea typeface="Microsoft YaHei"/>
                <a:cs typeface="Microsoft YaHei"/>
              </a:defRPr>
            </a:pPr>
            <a:r>
              <a:rPr sz="1650" b="1">
                <a:solidFill>
                  <a:srgbClr val="17263A"/>
                </a:solidFill>
                <a:latin typeface="Microsoft YaHei"/>
                <a:ea typeface="Microsoft YaHei"/>
                <a:cs typeface="Microsoft YaHei"/>
              </a:rPr>
              <a:t>CoreServiceSim → SimManager</a:t>
            </a:r>
          </a:p>
        </p:txBody>
      </p:sp>
      <p:sp>
        <p:nvSpPr>
          <p:cNvPr id="33" name="legacy-line-E-0">
            <a:extLst xmlns:a="http://schemas.openxmlformats.org/drawingml/2006/main">
              <a:ext uri="{FF2B5EF4-FFF2-40B4-BE49-F238E27FC236}">
                <a16:creationId xmlns:a16="http://schemas.microsoft.com/office/drawing/2014/main" id="{EC577E1D-E167-42A7-9DD4-9C03C912449E}"/>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isUserSet；普通协议切换路径</a:t>
            </a:r>
          </a:p>
        </p:txBody>
      </p:sp>
      <p:sp>
        <p:nvSpPr>
          <p:cNvPr id="34" name="legacy-node-K">
            <a:extLst xmlns:a="http://schemas.openxmlformats.org/drawingml/2006/main">
              <a:ext uri="{FF2B5EF4-FFF2-40B4-BE49-F238E27FC236}">
                <a16:creationId xmlns:a16="http://schemas.microsoft.com/office/drawing/2014/main" id="{0D04834A-D3D3-46D0-B7F6-43A8143747D3}"/>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5" name="legacy-title-K">
            <a:extLst xmlns:a="http://schemas.openxmlformats.org/drawingml/2006/main">
              <a:ext uri="{FF2B5EF4-FFF2-40B4-BE49-F238E27FC236}">
                <a16:creationId xmlns:a16="http://schemas.microsoft.com/office/drawing/2014/main" id="{BFB045DE-0ABB-42D3-9CB2-A5C38C28994A}"/>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6" name="legacy-alias-K">
            <a:extLst xmlns:a="http://schemas.openxmlformats.org/drawingml/2006/main">
              <a:ext uri="{FF2B5EF4-FFF2-40B4-BE49-F238E27FC236}">
                <a16:creationId xmlns:a16="http://schemas.microsoft.com/office/drawing/2014/main" id="{391CB884-2A39-47CB-9067-5115801A7D15}"/>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参数、协议、重试与 Data 同处</a:t>
            </a:r>
          </a:p>
        </p:txBody>
      </p:sp>
      <p:sp>
        <p:nvSpPr>
          <p:cNvPr id="37" name="legacy-line-K-0">
            <a:extLst xmlns:a="http://schemas.openxmlformats.org/drawingml/2006/main">
              <a:ext uri="{FF2B5EF4-FFF2-40B4-BE49-F238E27FC236}">
                <a16:creationId xmlns:a16="http://schemas.microsoft.com/office/drawing/2014/main" id="{BDAC780A-6EBE-4067-BEF0-7D3A43E3A7FA}"/>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SavePrimaryCardInfo</a:t>
            </a:r>
          </a:p>
        </p:txBody>
      </p:sp>
      <p:sp>
        <p:nvSpPr>
          <p:cNvPr id="38" name="legacy-line-K-1">
            <a:extLst xmlns:a="http://schemas.openxmlformats.org/drawingml/2006/main">
              <a:ext uri="{FF2B5EF4-FFF2-40B4-BE49-F238E27FC236}">
                <a16:creationId xmlns:a16="http://schemas.microsoft.com/office/drawing/2014/main" id="{67649205-2C8C-4A06-A8E3-ADA03D1571BE}"/>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接收协议结果 / 维护进度</a:t>
            </a:r>
          </a:p>
        </p:txBody>
      </p:sp>
      <p:sp>
        <p:nvSpPr>
          <p:cNvPr id="39" name="legacy-line-bg-K-2">
            <a:extLst xmlns:a="http://schemas.openxmlformats.org/drawingml/2006/main">
              <a:ext uri="{FF2B5EF4-FFF2-40B4-BE49-F238E27FC236}">
                <a16:creationId xmlns:a16="http://schemas.microsoft.com/office/drawing/2014/main" id="{B6F0C11D-8665-467A-9A1C-5BCD40F14BEE}"/>
              </a:ext>
            </a:extLst>
          </p:cNvPr>
          <p:cNvSpPr>
            <a:spLocks xmlns:a="http://schemas.openxmlformats.org/drawingml/2006/main" noGrp="1"/>
          </p:cNvSpPr>
          <p:nvPr/>
        </p:nvSpPr>
        <p:spPr>
          <a:xfrm xmlns:a="http://schemas.openxmlformats.org/drawingml/2006/main">
            <a:off x="561975" y="4371975"/>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0" name="legacy-line-K-2">
            <a:extLst xmlns:a="http://schemas.openxmlformats.org/drawingml/2006/main">
              <a:ext uri="{FF2B5EF4-FFF2-40B4-BE49-F238E27FC236}">
                <a16:creationId xmlns:a16="http://schemas.microsoft.com/office/drawing/2014/main" id="{BEFEB21E-A252-4930-897B-463D250FE1FB}"/>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⑤ 广播后联动默认 Data</a:t>
            </a:r>
          </a:p>
        </p:txBody>
      </p:sp>
      <p:sp>
        <p:nvSpPr>
          <p:cNvPr id="41" name="legacy-node-R">
            <a:extLst xmlns:a="http://schemas.openxmlformats.org/drawingml/2006/main">
              <a:ext uri="{FF2B5EF4-FFF2-40B4-BE49-F238E27FC236}">
                <a16:creationId xmlns:a16="http://schemas.microsoft.com/office/drawing/2014/main" id="{38F84724-138B-404B-9C56-1A832499136E}"/>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9525">
            <a:solidFill>
              <a:srgbClr val="CDD8E6"/>
            </a:solidFill>
            <a:prstDash val="solid"/>
          </a:ln>
        </p:spPr>
      </p:sp>
      <p:sp>
        <p:nvSpPr>
          <p:cNvPr id="42" name="legacy-title-R">
            <a:extLst xmlns:a="http://schemas.openxmlformats.org/drawingml/2006/main">
              <a:ext uri="{FF2B5EF4-FFF2-40B4-BE49-F238E27FC236}">
                <a16:creationId xmlns:a16="http://schemas.microsoft.com/office/drawing/2014/main" id="{78AEAC57-D782-4488-A8B6-F1AD14A2C46D}"/>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778599"/>
                </a:solidFill>
                <a:latin typeface="Microsoft YaHei"/>
                <a:ea typeface="Microsoft YaHei"/>
                <a:cs typeface="Microsoft YaHei"/>
              </a:defRPr>
            </a:defPPr>
            <a:lvl1pPr algn="l">
              <a:defRPr sz="1380" b="1">
                <a:solidFill>
                  <a:srgbClr val="778599"/>
                </a:solidFill>
                <a:latin typeface="Microsoft YaHei"/>
                <a:ea typeface="Microsoft YaHei"/>
                <a:cs typeface="Microsoft YaHei"/>
              </a:defRPr>
            </a:lvl1pPr>
            <a:lvl2pPr algn="l">
              <a:defRPr sz="1380" b="1">
                <a:solidFill>
                  <a:srgbClr val="778599"/>
                </a:solidFill>
                <a:latin typeface="Microsoft YaHei"/>
                <a:ea typeface="Microsoft YaHei"/>
                <a:cs typeface="Microsoft YaHei"/>
              </a:defRPr>
            </a:lvl2pPr>
            <a:lvl3pPr algn="l">
              <a:defRPr sz="1380" b="1">
                <a:solidFill>
                  <a:srgbClr val="778599"/>
                </a:solidFill>
                <a:latin typeface="Microsoft YaHei"/>
                <a:ea typeface="Microsoft YaHei"/>
                <a:cs typeface="Microsoft YaHei"/>
              </a:defRPr>
            </a:lvl3pPr>
            <a:lvl4pPr algn="l">
              <a:defRPr sz="1380" b="1">
                <a:solidFill>
                  <a:srgbClr val="778599"/>
                </a:solidFill>
                <a:latin typeface="Microsoft YaHei"/>
                <a:ea typeface="Microsoft YaHei"/>
                <a:cs typeface="Microsoft YaHei"/>
              </a:defRPr>
            </a:lvl4pPr>
            <a:lvl5pPr algn="l">
              <a:defRPr sz="1380" b="1">
                <a:solidFill>
                  <a:srgbClr val="778599"/>
                </a:solidFill>
                <a:latin typeface="Microsoft YaHei"/>
                <a:ea typeface="Microsoft YaHei"/>
                <a:cs typeface="Microsoft YaHei"/>
              </a:defRPr>
            </a:lvl5pPr>
            <a:lvl6pPr algn="l">
              <a:defRPr sz="1380" b="1">
                <a:solidFill>
                  <a:srgbClr val="778599"/>
                </a:solidFill>
                <a:latin typeface="Microsoft YaHei"/>
                <a:ea typeface="Microsoft YaHei"/>
                <a:cs typeface="Microsoft YaHei"/>
              </a:defRPr>
            </a:lvl6pPr>
            <a:lvl7pPr algn="l">
              <a:defRPr sz="1380" b="1">
                <a:solidFill>
                  <a:srgbClr val="778599"/>
                </a:solidFill>
                <a:latin typeface="Microsoft YaHei"/>
                <a:ea typeface="Microsoft YaHei"/>
                <a:cs typeface="Microsoft YaHei"/>
              </a:defRPr>
            </a:lvl7pPr>
            <a:lvl8pPr algn="l">
              <a:defRPr sz="1380" b="1">
                <a:solidFill>
                  <a:srgbClr val="778599"/>
                </a:solidFill>
                <a:latin typeface="Microsoft YaHei"/>
                <a:ea typeface="Microsoft YaHei"/>
                <a:cs typeface="Microsoft YaHei"/>
              </a:defRPr>
            </a:lvl8pPr>
            <a:lvl9pPr algn="l">
              <a:defRPr sz="1380" b="1">
                <a:solidFill>
                  <a:srgbClr val="778599"/>
                </a:solidFill>
                <a:latin typeface="Microsoft YaHei"/>
                <a:ea typeface="Microsoft YaHei"/>
                <a:cs typeface="Microsoft YaHei"/>
              </a:defRPr>
            </a:lvl9pPr>
          </a:lstStyle>
          <a:p xmlns:a="http://schemas.openxmlformats.org/drawingml/2006/main">
            <a:pPr algn="l">
              <a:lnSpc>
                <a:spcPct val="102000"/>
              </a:lnSpc>
              <a:buNone/>
              <a:defRPr sz="1380" b="1">
                <a:solidFill>
                  <a:srgbClr val="778599"/>
                </a:solidFill>
                <a:latin typeface="Microsoft YaHei"/>
                <a:ea typeface="Microsoft YaHei"/>
                <a:cs typeface="Microsoft YaHei"/>
              </a:defRPr>
            </a:pPr>
            <a:r>
              <a:rPr sz="1380" b="1">
                <a:solidFill>
                  <a:srgbClr val="778599"/>
                </a:solidFill>
                <a:latin typeface="Microsoft YaHei"/>
                <a:ea typeface="Microsoft YaHei"/>
                <a:cs typeface="Microsoft YaHei"/>
              </a:rPr>
              <a:t>RadioProtocolController</a:t>
            </a:r>
          </a:p>
        </p:txBody>
      </p:sp>
      <p:sp>
        <p:nvSpPr>
          <p:cNvPr id="43" name="legacy-alias-R">
            <a:extLst xmlns:a="http://schemas.openxmlformats.org/drawingml/2006/main">
              <a:ext uri="{FF2B5EF4-FFF2-40B4-BE49-F238E27FC236}">
                <a16:creationId xmlns:a16="http://schemas.microsoft.com/office/drawing/2014/main" id="{BA9ED2CE-B26B-468D-8739-CE7396C8AC9F}"/>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778599"/>
                </a:solidFill>
                <a:latin typeface="Microsoft YaHei"/>
                <a:ea typeface="Microsoft YaHei"/>
                <a:cs typeface="Microsoft YaHei"/>
              </a:defRPr>
            </a:defPPr>
            <a:lvl1pPr algn="l">
              <a:defRPr sz="1088" b="0">
                <a:solidFill>
                  <a:srgbClr val="778599"/>
                </a:solidFill>
                <a:latin typeface="Microsoft YaHei"/>
                <a:ea typeface="Microsoft YaHei"/>
                <a:cs typeface="Microsoft YaHei"/>
              </a:defRPr>
            </a:lvl1pPr>
            <a:lvl2pPr algn="l">
              <a:defRPr sz="1088" b="0">
                <a:solidFill>
                  <a:srgbClr val="778599"/>
                </a:solidFill>
                <a:latin typeface="Microsoft YaHei"/>
                <a:ea typeface="Microsoft YaHei"/>
                <a:cs typeface="Microsoft YaHei"/>
              </a:defRPr>
            </a:lvl2pPr>
            <a:lvl3pPr algn="l">
              <a:defRPr sz="1088" b="0">
                <a:solidFill>
                  <a:srgbClr val="778599"/>
                </a:solidFill>
                <a:latin typeface="Microsoft YaHei"/>
                <a:ea typeface="Microsoft YaHei"/>
                <a:cs typeface="Microsoft YaHei"/>
              </a:defRPr>
            </a:lvl3pPr>
            <a:lvl4pPr algn="l">
              <a:defRPr sz="1088" b="0">
                <a:solidFill>
                  <a:srgbClr val="778599"/>
                </a:solidFill>
                <a:latin typeface="Microsoft YaHei"/>
                <a:ea typeface="Microsoft YaHei"/>
                <a:cs typeface="Microsoft YaHei"/>
              </a:defRPr>
            </a:lvl4pPr>
            <a:lvl5pPr algn="l">
              <a:defRPr sz="1088" b="0">
                <a:solidFill>
                  <a:srgbClr val="778599"/>
                </a:solidFill>
                <a:latin typeface="Microsoft YaHei"/>
                <a:ea typeface="Microsoft YaHei"/>
                <a:cs typeface="Microsoft YaHei"/>
              </a:defRPr>
            </a:lvl5pPr>
            <a:lvl6pPr algn="l">
              <a:defRPr sz="1088" b="0">
                <a:solidFill>
                  <a:srgbClr val="778599"/>
                </a:solidFill>
                <a:latin typeface="Microsoft YaHei"/>
                <a:ea typeface="Microsoft YaHei"/>
                <a:cs typeface="Microsoft YaHei"/>
              </a:defRPr>
            </a:lvl6pPr>
            <a:lvl7pPr algn="l">
              <a:defRPr sz="1088" b="0">
                <a:solidFill>
                  <a:srgbClr val="778599"/>
                </a:solidFill>
                <a:latin typeface="Microsoft YaHei"/>
                <a:ea typeface="Microsoft YaHei"/>
                <a:cs typeface="Microsoft YaHei"/>
              </a:defRPr>
            </a:lvl7pPr>
            <a:lvl8pPr algn="l">
              <a:defRPr sz="1088" b="0">
                <a:solidFill>
                  <a:srgbClr val="778599"/>
                </a:solidFill>
                <a:latin typeface="Microsoft YaHei"/>
                <a:ea typeface="Microsoft YaHei"/>
                <a:cs typeface="Microsoft YaHei"/>
              </a:defRPr>
            </a:lvl8pPr>
            <a:lvl9pPr algn="l">
              <a:defRPr sz="1088" b="0">
                <a:solidFill>
                  <a:srgbClr val="778599"/>
                </a:solidFill>
                <a:latin typeface="Microsoft YaHei"/>
                <a:ea typeface="Microsoft YaHei"/>
                <a:cs typeface="Microsoft YaHei"/>
              </a:defRPr>
            </a:lvl9pPr>
          </a:lstStyle>
          <a:p xmlns:a="http://schemas.openxmlformats.org/drawingml/2006/main">
            <a:pPr algn="l">
              <a:lnSpc>
                <a:spcPct val="102000"/>
              </a:lnSpc>
              <a:buNone/>
              <a:defRPr sz="1088" b="0">
                <a:solidFill>
                  <a:srgbClr val="778599"/>
                </a:solidFill>
                <a:latin typeface="Microsoft YaHei"/>
                <a:ea typeface="Microsoft YaHei"/>
                <a:cs typeface="Microsoft YaHei"/>
              </a:defRPr>
            </a:pPr>
            <a:r>
              <a:rPr sz="1088" b="0">
                <a:solidFill>
                  <a:srgbClr val="778599"/>
                </a:solidFill>
                <a:latin typeface="Microsoft YaHei"/>
                <a:ea typeface="Microsoft YaHei"/>
                <a:cs typeface="Microsoft YaHei"/>
              </a:rPr>
              <a:t>已有 phase / sessionId / RIL</a:t>
            </a:r>
          </a:p>
        </p:txBody>
      </p:sp>
      <p:sp>
        <p:nvSpPr>
          <p:cNvPr id="44" name="legacy-line-R-0">
            <a:extLst xmlns:a="http://schemas.openxmlformats.org/drawingml/2006/main">
              <a:ext uri="{FF2B5EF4-FFF2-40B4-BE49-F238E27FC236}">
                <a16:creationId xmlns:a16="http://schemas.microsoft.com/office/drawing/2014/main" id="{06D2B8D7-55F5-4387-A582-89635EEC639B}"/>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SetRadioProtocol</a:t>
            </a:r>
          </a:p>
        </p:txBody>
      </p:sp>
      <p:sp>
        <p:nvSpPr>
          <p:cNvPr id="45" name="legacy-line-R-1">
            <a:extLst xmlns:a="http://schemas.openxmlformats.org/drawingml/2006/main">
              <a:ext uri="{FF2B5EF4-FFF2-40B4-BE49-F238E27FC236}">
                <a16:creationId xmlns:a16="http://schemas.microsoft.com/office/drawing/2014/main" id="{EE83D610-C8A8-4B98-A7A5-189D19CF6F34}"/>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成功 / 错误 / 超时回包</a:t>
            </a:r>
          </a:p>
        </p:txBody>
      </p:sp>
      <p:sp>
        <p:nvSpPr>
          <p:cNvPr id="46" name="legacy-line-R-2">
            <a:extLst xmlns:a="http://schemas.openxmlformats.org/drawingml/2006/main">
              <a:ext uri="{FF2B5EF4-FFF2-40B4-BE49-F238E27FC236}">
                <a16:creationId xmlns:a16="http://schemas.microsoft.com/office/drawing/2014/main" id="{B9D7FBA2-1C07-483A-B602-2B94A856EAB3}"/>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失败恢复与重试由上层串起</a:t>
            </a:r>
          </a:p>
        </p:txBody>
      </p:sp>
      <p:sp>
        <p:nvSpPr>
          <p:cNvPr id="47" name="legacy-node-D">
            <a:extLst xmlns:a="http://schemas.openxmlformats.org/drawingml/2006/main">
              <a:ext uri="{FF2B5EF4-FFF2-40B4-BE49-F238E27FC236}">
                <a16:creationId xmlns:a16="http://schemas.microsoft.com/office/drawing/2014/main" id="{AD593B72-914C-4A97-B00F-9DC8069AFE53}"/>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8" name="legacy-title-D">
            <a:extLst xmlns:a="http://schemas.openxmlformats.org/drawingml/2006/main">
              <a:ext uri="{FF2B5EF4-FFF2-40B4-BE49-F238E27FC236}">
                <a16:creationId xmlns:a16="http://schemas.microsoft.com/office/drawing/2014/main" id="{207C5340-1E40-4D61-8C4B-2D3149C7A505}"/>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系统参数 / 旧值</a:t>
            </a:r>
          </a:p>
        </p:txBody>
      </p:sp>
      <p:sp>
        <p:nvSpPr>
          <p:cNvPr id="49" name="legacy-line-D-0">
            <a:extLst xmlns:a="http://schemas.openxmlformats.org/drawingml/2006/main">
              <a:ext uri="{FF2B5EF4-FFF2-40B4-BE49-F238E27FC236}">
                <a16:creationId xmlns:a16="http://schemas.microsoft.com/office/drawing/2014/main" id="{EA51D85D-4258-474C-9B19-B7E75C2938F5}"/>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② 先写；失败时有条件恢复</a:t>
            </a:r>
          </a:p>
        </p:txBody>
      </p:sp>
      <p:sp>
        <p:nvSpPr>
          <p:cNvPr id="50" name="legacy-node-N">
            <a:extLst xmlns:a="http://schemas.openxmlformats.org/drawingml/2006/main">
              <a:ext uri="{FF2B5EF4-FFF2-40B4-BE49-F238E27FC236}">
                <a16:creationId xmlns:a16="http://schemas.microsoft.com/office/drawing/2014/main" id="{59E21F9F-4366-4495-9518-793B55F1A809}"/>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51" name="legacy-title-N">
            <a:extLst xmlns:a="http://schemas.openxmlformats.org/drawingml/2006/main">
              <a:ext uri="{FF2B5EF4-FFF2-40B4-BE49-F238E27FC236}">
                <a16:creationId xmlns:a16="http://schemas.microsoft.com/office/drawing/2014/main" id="{DD3AE6C9-A97A-46B9-A6D7-B30ABE9C45F8}"/>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原输出与 Data 入口</a:t>
            </a:r>
          </a:p>
        </p:txBody>
      </p:sp>
      <p:sp>
        <p:nvSpPr>
          <p:cNvPr id="52" name="legacy-line-bg-N-0">
            <a:extLst xmlns:a="http://schemas.openxmlformats.org/drawingml/2006/main">
              <a:ext uri="{FF2B5EF4-FFF2-40B4-BE49-F238E27FC236}">
                <a16:creationId xmlns:a16="http://schemas.microsoft.com/office/drawing/2014/main" id="{38651B8D-96EC-4A41-81CA-8401F96006B2}"/>
              </a:ext>
            </a:extLst>
          </p:cNvPr>
          <p:cNvSpPr>
            <a:spLocks xmlns:a="http://schemas.openxmlformats.org/drawingml/2006/main" noGrp="1"/>
          </p:cNvSpPr>
          <p:nvPr/>
        </p:nvSpPr>
        <p:spPr>
          <a:xfrm xmlns:a="http://schemas.openxmlformats.org/drawingml/2006/main">
            <a:off x="3419475" y="5381625"/>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53" name="legacy-line-N-0">
            <a:extLst xmlns:a="http://schemas.openxmlformats.org/drawingml/2006/main">
              <a:ext uri="{FF2B5EF4-FFF2-40B4-BE49-F238E27FC236}">
                <a16:creationId xmlns:a16="http://schemas.microsoft.com/office/drawing/2014/main" id="{414282CA-03C9-41DE-BEE9-AA5092616FAA}"/>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⑤ 主卡广播 → Data 设置</a:t>
            </a:r>
          </a:p>
        </p:txBody>
      </p:sp>
      <p:sp>
        <p:nvSpPr>
          <p:cNvPr id="54" name="legacy-line-bg-N-1">
            <a:extLst xmlns:a="http://schemas.openxmlformats.org/drawingml/2006/main">
              <a:ext uri="{FF2B5EF4-FFF2-40B4-BE49-F238E27FC236}">
                <a16:creationId xmlns:a16="http://schemas.microsoft.com/office/drawing/2014/main" id="{7ED6CEB0-00D7-41DE-A228-046CF67A28E9}"/>
              </a:ext>
            </a:extLst>
          </p:cNvPr>
          <p:cNvSpPr>
            <a:spLocks xmlns:a="http://schemas.openxmlformats.org/drawingml/2006/main" noGrp="1"/>
          </p:cNvSpPr>
          <p:nvPr/>
        </p:nvSpPr>
        <p:spPr>
          <a:xfrm xmlns:a="http://schemas.openxmlformats.org/drawingml/2006/main">
            <a:off x="3419475" y="5619750"/>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55" name="legacy-line-N-1">
            <a:extLst xmlns:a="http://schemas.openxmlformats.org/drawingml/2006/main">
              <a:ext uri="{FF2B5EF4-FFF2-40B4-BE49-F238E27FC236}">
                <a16:creationId xmlns:a16="http://schemas.microsoft.com/office/drawing/2014/main" id="{0A292C2E-A150-49B2-B9AF-BF11D185640C}"/>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初始迁移保留原联动</a:t>
            </a:r>
          </a:p>
        </p:txBody>
      </p:sp>
      <p:sp>
        <p:nvSpPr>
          <p:cNvPr id="56" name="legacy-flow-note">
            <a:extLst xmlns:a="http://schemas.openxmlformats.org/drawingml/2006/main">
              <a:ext uri="{FF2B5EF4-FFF2-40B4-BE49-F238E27FC236}">
                <a16:creationId xmlns:a16="http://schemas.microsoft.com/office/drawing/2014/main" id="{D7F13E2C-4178-4E32-95DF-159B3F66FAB3}"/>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SetPrimarySlotId · 普通协议切换；省略透传函数及中间调用栈</a:t>
            </a:r>
          </a:p>
        </p:txBody>
      </p:sp>
      <p:sp>
        <p:nvSpPr>
          <p:cNvPr id="57" name="application-label">
            <a:extLst xmlns:a="http://schemas.openxmlformats.org/drawingml/2006/main">
              <a:ext uri="{FF2B5EF4-FFF2-40B4-BE49-F238E27FC236}">
                <a16:creationId xmlns:a16="http://schemas.microsoft.com/office/drawing/2014/main" id="{AA8D3AB0-7EBA-40DA-99CF-C4E515B52928}"/>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8" name="domain-label">
            <a:extLst xmlns:a="http://schemas.openxmlformats.org/drawingml/2006/main">
              <a:ext uri="{FF2B5EF4-FFF2-40B4-BE49-F238E27FC236}">
                <a16:creationId xmlns:a16="http://schemas.microsoft.com/office/drawing/2014/main" id="{AF592FA6-F083-4126-B3A2-0CFAFCF3E050}"/>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9" name="target-edge-OA">
            <a:extLst xmlns:a="http://schemas.openxmlformats.org/drawingml/2006/main">
              <a:ext uri="{FF2B5EF4-FFF2-40B4-BE49-F238E27FC236}">
                <a16:creationId xmlns:a16="http://schemas.microsoft.com/office/drawing/2014/main" id="{39F4ABB9-4FFF-42A2-8E7B-BE096395DA9C}"/>
              </a:ext>
            </a:extLst>
          </p:cNvPr>
          <p:cNvSpPr>
            <a:spLocks xmlns:a="http://schemas.openxmlformats.org/drawingml/2006/main" noGrp="1"/>
          </p:cNvSpPr>
          <p:nvPr/>
        </p:nvSpPr>
        <p:spPr>
          <a:xfrm xmlns:a="http://schemas.openxmlformats.org/drawingml/2006/main">
            <a:off x="8001000" y="3257550"/>
            <a:ext cx="3333750" cy="114300"/>
          </a:xfrm>
          <a:custGeom xmlns:a="http://schemas.openxmlformats.org/drawingml/2006/main">
            <a:pathLst>
              <a:path w="3333750" h="114300">
                <a:moveTo>
                  <a:pt x="0" y="114300"/>
                </a:moveTo>
                <a:lnTo>
                  <a:pt x="0" y="0"/>
                </a:lnTo>
                <a:lnTo>
                  <a:pt x="3333750" y="0"/>
                </a:lnTo>
                <a:lnTo>
                  <a:pt x="3333750" y="114300"/>
                </a:lnTo>
              </a:path>
            </a:pathLst>
          </a:custGeom>
          <a:noFill xmlns:a="http://schemas.openxmlformats.org/drawingml/2006/main"/>
          <a:ln xmlns:a="http://schemas.openxmlformats.org/drawingml/2006/main" w="16193">
            <a:solidFill>
              <a:srgbClr val="246AB8"/>
            </a:solidFill>
            <a:prstDash val="solid"/>
          </a:ln>
        </p:spPr>
      </p:sp>
      <p:sp>
        <p:nvSpPr>
          <p:cNvPr id="60" name="target-edge-OA-head">
            <a:extLst xmlns:a="http://schemas.openxmlformats.org/drawingml/2006/main">
              <a:ext uri="{FF2B5EF4-FFF2-40B4-BE49-F238E27FC236}">
                <a16:creationId xmlns:a16="http://schemas.microsoft.com/office/drawing/2014/main" id="{90F240C0-B9C1-49B7-B435-F575D5BB0B06}"/>
              </a:ext>
            </a:extLst>
          </p:cNvPr>
          <p:cNvSpPr>
            <a:spLocks xmlns:a="http://schemas.openxmlformats.org/drawingml/2006/main" noGrp="1"/>
          </p:cNvSpPr>
          <p:nvPr/>
        </p:nvSpPr>
        <p:spPr>
          <a:xfrm xmlns:a="http://schemas.openxmlformats.org/drawingml/2006/main">
            <a:off x="11306175" y="33147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1" name="target-edge-label-OA">
            <a:extLst xmlns:a="http://schemas.openxmlformats.org/drawingml/2006/main">
              <a:ext uri="{FF2B5EF4-FFF2-40B4-BE49-F238E27FC236}">
                <a16:creationId xmlns:a16="http://schemas.microsoft.com/office/drawing/2014/main" id="{0ACC2407-208E-4A29-95DA-D86D46F5274F}"/>
              </a:ext>
            </a:extLst>
          </p:cNvPr>
          <p:cNvSpPr>
            <a:spLocks xmlns:a="http://schemas.openxmlformats.org/drawingml/2006/main" noGrp="1"/>
          </p:cNvSpPr>
          <p:nvPr/>
        </p:nvSpPr>
        <p:spPr>
          <a:xfrm xmlns:a="http://schemas.openxmlformats.org/drawingml/2006/main">
            <a:off x="9763125" y="3152775"/>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规则</a:t>
            </a:r>
          </a:p>
        </p:txBody>
      </p:sp>
      <p:sp>
        <p:nvSpPr>
          <p:cNvPr id="62" name="target-edge-AD">
            <a:extLst xmlns:a="http://schemas.openxmlformats.org/drawingml/2006/main">
              <a:ext uri="{FF2B5EF4-FFF2-40B4-BE49-F238E27FC236}">
                <a16:creationId xmlns:a16="http://schemas.microsoft.com/office/drawing/2014/main" id="{57127B56-00FB-4A2E-ABF8-6C62F85DBA9C}"/>
              </a:ext>
            </a:extLst>
          </p:cNvPr>
          <p:cNvSpPr>
            <a:spLocks xmlns:a="http://schemas.openxmlformats.org/drawingml/2006/main" noGrp="1"/>
          </p:cNvSpPr>
          <p:nvPr/>
        </p:nvSpPr>
        <p:spPr>
          <a:xfrm xmlns:a="http://schemas.openxmlformats.org/drawingml/2006/main">
            <a:off x="1090136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63" name="target-edge-AD-head">
            <a:extLst xmlns:a="http://schemas.openxmlformats.org/drawingml/2006/main">
              <a:ext uri="{FF2B5EF4-FFF2-40B4-BE49-F238E27FC236}">
                <a16:creationId xmlns:a16="http://schemas.microsoft.com/office/drawing/2014/main" id="{3231FEAB-8712-4CEF-955B-FBCF0F6D98F9}"/>
              </a:ext>
            </a:extLst>
          </p:cNvPr>
          <p:cNvSpPr>
            <a:spLocks xmlns:a="http://schemas.openxmlformats.org/drawingml/2006/main" noGrp="1"/>
          </p:cNvSpPr>
          <p:nvPr/>
        </p:nvSpPr>
        <p:spPr>
          <a:xfrm xmlns:a="http://schemas.openxmlformats.org/drawingml/2006/main">
            <a:off x="1087755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4" name="target-edge-AI">
            <a:extLst xmlns:a="http://schemas.openxmlformats.org/drawingml/2006/main">
              <a:ext uri="{FF2B5EF4-FFF2-40B4-BE49-F238E27FC236}">
                <a16:creationId xmlns:a16="http://schemas.microsoft.com/office/drawing/2014/main" id="{01B2BDC1-1F63-446C-AA51-94722E0F95CC}"/>
              </a:ext>
            </a:extLst>
          </p:cNvPr>
          <p:cNvSpPr>
            <a:spLocks xmlns:a="http://schemas.openxmlformats.org/drawingml/2006/main" noGrp="1"/>
          </p:cNvSpPr>
          <p:nvPr/>
        </p:nvSpPr>
        <p:spPr>
          <a:xfrm xmlns:a="http://schemas.openxmlformats.org/drawingml/2006/main">
            <a:off x="11696700" y="3800475"/>
            <a:ext cx="171450" cy="1743075"/>
          </a:xfrm>
          <a:custGeom xmlns:a="http://schemas.openxmlformats.org/drawingml/2006/main">
            <a:pathLst>
              <a:path w="171450" h="1743075">
                <a:moveTo>
                  <a:pt x="0" y="0"/>
                </a:moveTo>
                <a:lnTo>
                  <a:pt x="171450" y="0"/>
                </a:lnTo>
                <a:lnTo>
                  <a:pt x="171450" y="1743075"/>
                </a:lnTo>
                <a:lnTo>
                  <a:pt x="0" y="1743075"/>
                </a:lnTo>
              </a:path>
            </a:pathLst>
          </a:custGeom>
          <a:noFill xmlns:a="http://schemas.openxmlformats.org/drawingml/2006/main"/>
          <a:ln xmlns:a="http://schemas.openxmlformats.org/drawingml/2006/main" w="16193">
            <a:solidFill>
              <a:srgbClr val="246AB8"/>
            </a:solidFill>
            <a:prstDash val="solid"/>
          </a:ln>
        </p:spPr>
      </p:sp>
      <p:sp>
        <p:nvSpPr>
          <p:cNvPr id="65" name="target-edge-AI-head">
            <a:extLst xmlns:a="http://schemas.openxmlformats.org/drawingml/2006/main">
              <a:ext uri="{FF2B5EF4-FFF2-40B4-BE49-F238E27FC236}">
                <a16:creationId xmlns:a16="http://schemas.microsoft.com/office/drawing/2014/main" id="{36485532-B1E3-484D-BC71-4104A9277CC6}"/>
              </a:ext>
            </a:extLst>
          </p:cNvPr>
          <p:cNvSpPr>
            <a:spLocks xmlns:a="http://schemas.openxmlformats.org/drawingml/2006/main" noGrp="1"/>
          </p:cNvSpPr>
          <p:nvPr/>
        </p:nvSpPr>
        <p:spPr>
          <a:xfrm xmlns:a="http://schemas.openxmlformats.org/drawingml/2006/main">
            <a:off x="11696700" y="55149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6193">
            <a:solidFill>
              <a:srgbClr val="246AB8"/>
            </a:solidFill>
            <a:prstDash val="solid"/>
          </a:ln>
        </p:spPr>
      </p:sp>
      <p:sp>
        <p:nvSpPr>
          <p:cNvPr id="66" name="target-edge-label-AI">
            <a:extLst xmlns:a="http://schemas.openxmlformats.org/drawingml/2006/main">
              <a:ext uri="{FF2B5EF4-FFF2-40B4-BE49-F238E27FC236}">
                <a16:creationId xmlns:a16="http://schemas.microsoft.com/office/drawing/2014/main" id="{2730335D-85FD-4F69-A7D3-BCBC96DB73FB}"/>
              </a:ext>
            </a:extLst>
          </p:cNvPr>
          <p:cNvSpPr>
            <a:spLocks xmlns:a="http://schemas.openxmlformats.org/drawingml/2006/main" noGrp="1"/>
          </p:cNvSpPr>
          <p:nvPr/>
        </p:nvSpPr>
        <p:spPr>
          <a:xfrm xmlns:a="http://schemas.openxmlformats.org/drawingml/2006/main">
            <a:off x="11715750" y="4572000"/>
            <a:ext cx="3619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适配</a:t>
            </a:r>
          </a:p>
        </p:txBody>
      </p:sp>
      <p:sp>
        <p:nvSpPr>
          <p:cNvPr id="67" name="target-edge-OC">
            <a:extLst xmlns:a="http://schemas.openxmlformats.org/drawingml/2006/main">
              <a:ext uri="{FF2B5EF4-FFF2-40B4-BE49-F238E27FC236}">
                <a16:creationId xmlns:a16="http://schemas.microsoft.com/office/drawing/2014/main" id="{8C2FD5EE-09A5-4987-8375-CA8F51D919CB}"/>
              </a:ext>
            </a:extLst>
          </p:cNvPr>
          <p:cNvSpPr>
            <a:spLocks xmlns:a="http://schemas.openxmlformats.org/drawingml/2006/main" noGrp="1"/>
          </p:cNvSpPr>
          <p:nvPr/>
        </p:nvSpPr>
        <p:spPr>
          <a:xfrm xmlns:a="http://schemas.openxmlformats.org/drawingml/2006/main">
            <a:off x="6219825" y="2876550"/>
            <a:ext cx="371475" cy="600075"/>
          </a:xfrm>
          <a:custGeom xmlns:a="http://schemas.openxmlformats.org/drawingml/2006/main">
            <a:pathLst>
              <a:path w="371475" h="600075">
                <a:moveTo>
                  <a:pt x="371475" y="600075"/>
                </a:moveTo>
                <a:lnTo>
                  <a:pt x="0" y="600075"/>
                </a:lnTo>
                <a:lnTo>
                  <a:pt x="0" y="0"/>
                </a:lnTo>
                <a:lnTo>
                  <a:pt x="371475" y="0"/>
                </a:lnTo>
              </a:path>
            </a:pathLst>
          </a:custGeom>
          <a:noFill xmlns:a="http://schemas.openxmlformats.org/drawingml/2006/main"/>
          <a:ln xmlns:a="http://schemas.openxmlformats.org/drawingml/2006/main" w="16193">
            <a:solidFill>
              <a:srgbClr val="246AB8"/>
            </a:solidFill>
            <a:prstDash val="solid"/>
          </a:ln>
        </p:spPr>
      </p:sp>
      <p:sp>
        <p:nvSpPr>
          <p:cNvPr id="68" name="target-edge-OC-head">
            <a:extLst xmlns:a="http://schemas.openxmlformats.org/drawingml/2006/main">
              <a:ext uri="{FF2B5EF4-FFF2-40B4-BE49-F238E27FC236}">
                <a16:creationId xmlns:a16="http://schemas.microsoft.com/office/drawing/2014/main" id="{3A11CAB1-500B-464E-AE48-86B9F671F8BB}"/>
              </a:ext>
            </a:extLst>
          </p:cNvPr>
          <p:cNvSpPr>
            <a:spLocks xmlns:a="http://schemas.openxmlformats.org/drawingml/2006/main" noGrp="1"/>
          </p:cNvSpPr>
          <p:nvPr/>
        </p:nvSpPr>
        <p:spPr>
          <a:xfrm xmlns:a="http://schemas.openxmlformats.org/drawingml/2006/main">
            <a:off x="6534150" y="2847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69" name="target-edge-label-OC">
            <a:extLst xmlns:a="http://schemas.openxmlformats.org/drawingml/2006/main">
              <a:ext uri="{FF2B5EF4-FFF2-40B4-BE49-F238E27FC236}">
                <a16:creationId xmlns:a16="http://schemas.microsoft.com/office/drawing/2014/main" id="{B0C166AD-4CC6-4BE9-9236-61EBD8721A73}"/>
              </a:ext>
            </a:extLst>
          </p:cNvPr>
          <p:cNvSpPr>
            <a:spLocks xmlns:a="http://schemas.openxmlformats.org/drawingml/2006/main" noGrp="1"/>
          </p:cNvSpPr>
          <p:nvPr/>
        </p:nvSpPr>
        <p:spPr>
          <a:xfrm xmlns:a="http://schemas.openxmlformats.org/drawingml/2006/main">
            <a:off x="6143625" y="3200400"/>
            <a:ext cx="3619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完成</a:t>
            </a:r>
          </a:p>
        </p:txBody>
      </p:sp>
      <p:sp>
        <p:nvSpPr>
          <p:cNvPr id="70" name="target-node-C">
            <a:extLst xmlns:a="http://schemas.openxmlformats.org/drawingml/2006/main">
              <a:ext uri="{FF2B5EF4-FFF2-40B4-BE49-F238E27FC236}">
                <a16:creationId xmlns:a16="http://schemas.microsoft.com/office/drawing/2014/main" id="{89539763-86DA-4E69-933C-F0881E731B2A}"/>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EAF1FB"/>
          </a:solidFill>
          <a:ln xmlns:a="http://schemas.openxmlformats.org/drawingml/2006/main" w="14288">
            <a:solidFill>
              <a:srgbClr val="246AB8"/>
            </a:solidFill>
            <a:prstDash val="solid"/>
          </a:ln>
        </p:spPr>
      </p:sp>
      <p:sp>
        <p:nvSpPr>
          <p:cNvPr id="71" name="target-title-C">
            <a:extLst xmlns:a="http://schemas.openxmlformats.org/drawingml/2006/main">
              <a:ext uri="{FF2B5EF4-FFF2-40B4-BE49-F238E27FC236}">
                <a16:creationId xmlns:a16="http://schemas.microsoft.com/office/drawing/2014/main" id="{B8A42FEC-6A86-4E85-ACBD-DB760AF41A84}"/>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C 旧接口兼容</a:t>
            </a:r>
          </a:p>
        </p:txBody>
      </p:sp>
      <p:sp>
        <p:nvSpPr>
          <p:cNvPr id="72" name="target-alias-C">
            <a:extLst xmlns:a="http://schemas.openxmlformats.org/drawingml/2006/main">
              <a:ext uri="{FF2B5EF4-FFF2-40B4-BE49-F238E27FC236}">
                <a16:creationId xmlns:a16="http://schemas.microsoft.com/office/drawing/2014/main" id="{A247E7D9-F808-4D2E-B6D2-7B6BE6474983}"/>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56657A"/>
                </a:solidFill>
                <a:latin typeface="Microsoft YaHei"/>
                <a:ea typeface="Microsoft YaHei"/>
                <a:cs typeface="Microsoft YaHei"/>
              </a:defRPr>
            </a:defPPr>
            <a:lvl1pPr algn="l">
              <a:defRPr sz="1238" b="0">
                <a:solidFill>
                  <a:srgbClr val="56657A"/>
                </a:solidFill>
                <a:latin typeface="Microsoft YaHei"/>
                <a:ea typeface="Microsoft YaHei"/>
                <a:cs typeface="Microsoft YaHei"/>
              </a:defRPr>
            </a:lvl1pPr>
            <a:lvl2pPr algn="l">
              <a:defRPr sz="1238" b="0">
                <a:solidFill>
                  <a:srgbClr val="56657A"/>
                </a:solidFill>
                <a:latin typeface="Microsoft YaHei"/>
                <a:ea typeface="Microsoft YaHei"/>
                <a:cs typeface="Microsoft YaHei"/>
              </a:defRPr>
            </a:lvl2pPr>
            <a:lvl3pPr algn="l">
              <a:defRPr sz="1238" b="0">
                <a:solidFill>
                  <a:srgbClr val="56657A"/>
                </a:solidFill>
                <a:latin typeface="Microsoft YaHei"/>
                <a:ea typeface="Microsoft YaHei"/>
                <a:cs typeface="Microsoft YaHei"/>
              </a:defRPr>
            </a:lvl3pPr>
            <a:lvl4pPr algn="l">
              <a:defRPr sz="1238" b="0">
                <a:solidFill>
                  <a:srgbClr val="56657A"/>
                </a:solidFill>
                <a:latin typeface="Microsoft YaHei"/>
                <a:ea typeface="Microsoft YaHei"/>
                <a:cs typeface="Microsoft YaHei"/>
              </a:defRPr>
            </a:lvl4pPr>
            <a:lvl5pPr algn="l">
              <a:defRPr sz="1238" b="0">
                <a:solidFill>
                  <a:srgbClr val="56657A"/>
                </a:solidFill>
                <a:latin typeface="Microsoft YaHei"/>
                <a:ea typeface="Microsoft YaHei"/>
                <a:cs typeface="Microsoft YaHei"/>
              </a:defRPr>
            </a:lvl5pPr>
            <a:lvl6pPr algn="l">
              <a:defRPr sz="1238" b="0">
                <a:solidFill>
                  <a:srgbClr val="56657A"/>
                </a:solidFill>
                <a:latin typeface="Microsoft YaHei"/>
                <a:ea typeface="Microsoft YaHei"/>
                <a:cs typeface="Microsoft YaHei"/>
              </a:defRPr>
            </a:lvl6pPr>
            <a:lvl7pPr algn="l">
              <a:defRPr sz="1238" b="0">
                <a:solidFill>
                  <a:srgbClr val="56657A"/>
                </a:solidFill>
                <a:latin typeface="Microsoft YaHei"/>
                <a:ea typeface="Microsoft YaHei"/>
                <a:cs typeface="Microsoft YaHei"/>
              </a:defRPr>
            </a:lvl7pPr>
            <a:lvl8pPr algn="l">
              <a:defRPr sz="1238" b="0">
                <a:solidFill>
                  <a:srgbClr val="56657A"/>
                </a:solidFill>
                <a:latin typeface="Microsoft YaHei"/>
                <a:ea typeface="Microsoft YaHei"/>
                <a:cs typeface="Microsoft YaHei"/>
              </a:defRPr>
            </a:lvl8pPr>
            <a:lvl9pPr algn="l">
              <a:defRPr sz="1238" b="0">
                <a:solidFill>
                  <a:srgbClr val="56657A"/>
                </a:solidFill>
                <a:latin typeface="Microsoft YaHei"/>
                <a:ea typeface="Microsoft YaHei"/>
                <a:cs typeface="Microsoft YaHei"/>
              </a:defRPr>
            </a:lvl9pPr>
          </a:lstStyle>
          <a:p xmlns:a="http://schemas.openxmlformats.org/drawingml/2006/main">
            <a:pPr algn="l">
              <a:lnSpc>
                <a:spcPct val="102000"/>
              </a:lnSpc>
              <a:buNone/>
              <a:defRPr sz="1238" b="0">
                <a:solidFill>
                  <a:srgbClr val="56657A"/>
                </a:solidFill>
                <a:latin typeface="Microsoft YaHei"/>
                <a:ea typeface="Microsoft YaHei"/>
                <a:cs typeface="Microsoft YaHei"/>
              </a:defRPr>
            </a:pPr>
            <a:r>
              <a:rPr sz="1238" b="0">
                <a:solidFill>
                  <a:srgbClr val="56657A"/>
                </a:solidFill>
                <a:latin typeface="Microsoft YaHei"/>
                <a:ea typeface="Microsoft YaHei"/>
                <a:cs typeface="Microsoft YaHei"/>
              </a:rPr>
              <a:t>旧签名 / 权限 / 错误 / 返回与回调</a:t>
            </a:r>
          </a:p>
        </p:txBody>
      </p:sp>
      <p:sp>
        <p:nvSpPr>
          <p:cNvPr id="73" name="target-func-C">
            <a:extLst xmlns:a="http://schemas.openxmlformats.org/drawingml/2006/main">
              <a:ext uri="{FF2B5EF4-FFF2-40B4-BE49-F238E27FC236}">
                <a16:creationId xmlns:a16="http://schemas.microsoft.com/office/drawing/2014/main" id="{E1D09B1C-B773-4772-A1E7-7F35B1B0492B}"/>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沿用原返回及输出节点；Data 不并成原子成功</a:t>
            </a:r>
          </a:p>
        </p:txBody>
      </p:sp>
      <p:sp>
        <p:nvSpPr>
          <p:cNvPr id="74" name="target-node-O">
            <a:extLst xmlns:a="http://schemas.openxmlformats.org/drawingml/2006/main">
              <a:ext uri="{FF2B5EF4-FFF2-40B4-BE49-F238E27FC236}">
                <a16:creationId xmlns:a16="http://schemas.microsoft.com/office/drawing/2014/main" id="{AA001D15-708F-451C-80E0-0399AB287C09}"/>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75" name="target-title-O">
            <a:extLst xmlns:a="http://schemas.openxmlformats.org/drawingml/2006/main">
              <a:ext uri="{FF2B5EF4-FFF2-40B4-BE49-F238E27FC236}">
                <a16:creationId xmlns:a16="http://schemas.microsoft.com/office/drawing/2014/main" id="{8E777725-F3ED-4EE2-A3B7-8539C8AD797D}"/>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76" name="target-alias-O">
            <a:extLst xmlns:a="http://schemas.openxmlformats.org/drawingml/2006/main">
              <a:ext uri="{FF2B5EF4-FFF2-40B4-BE49-F238E27FC236}">
                <a16:creationId xmlns:a16="http://schemas.microsoft.com/office/drawing/2014/main" id="{BE19AD13-62C4-4172-AD63-E3C18D29370B}"/>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77" name="target-func-O">
            <a:extLst xmlns:a="http://schemas.openxmlformats.org/drawingml/2006/main">
              <a:ext uri="{FF2B5EF4-FFF2-40B4-BE49-F238E27FC236}">
                <a16:creationId xmlns:a16="http://schemas.microsoft.com/office/drawing/2014/main" id="{145081CF-81DB-4ABC-AAA5-E611D4C80983}"/>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按旧路径推进 Data</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不新增全局回滚承诺</a:t>
            </a:r>
          </a:p>
        </p:txBody>
      </p:sp>
      <p:sp>
        <p:nvSpPr>
          <p:cNvPr id="78" name="target-node-T">
            <a:extLst xmlns:a="http://schemas.openxmlformats.org/drawingml/2006/main">
              <a:ext uri="{FF2B5EF4-FFF2-40B4-BE49-F238E27FC236}">
                <a16:creationId xmlns:a16="http://schemas.microsoft.com/office/drawing/2014/main" id="{7B01EA75-4340-4032-98CB-3B9357BD1F94}"/>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9" name="target-title-T">
            <a:extLst xmlns:a="http://schemas.openxmlformats.org/drawingml/2006/main">
              <a:ext uri="{FF2B5EF4-FFF2-40B4-BE49-F238E27FC236}">
                <a16:creationId xmlns:a16="http://schemas.microsoft.com/office/drawing/2014/main" id="{B8DABFD0-B299-454A-AA4E-263E6046DD22}"/>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T 账户与绑定</a:t>
            </a:r>
          </a:p>
        </p:txBody>
      </p:sp>
      <p:sp>
        <p:nvSpPr>
          <p:cNvPr id="80" name="target-alias-T">
            <a:extLst xmlns:a="http://schemas.openxmlformats.org/drawingml/2006/main">
              <a:ext uri="{FF2B5EF4-FFF2-40B4-BE49-F238E27FC236}">
                <a16:creationId xmlns:a16="http://schemas.microsoft.com/office/drawing/2014/main" id="{7295AA5B-9A9A-4DE1-BF96-AD0800A06D92}"/>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TopologyService</a:t>
            </a:r>
          </a:p>
        </p:txBody>
      </p:sp>
      <p:sp>
        <p:nvSpPr>
          <p:cNvPr id="81" name="target-func-T">
            <a:extLst xmlns:a="http://schemas.openxmlformats.org/drawingml/2006/main">
              <a:ext uri="{FF2B5EF4-FFF2-40B4-BE49-F238E27FC236}">
                <a16:creationId xmlns:a16="http://schemas.microsoft.com/office/drawing/2014/main" id="{17DE0519-55F9-4555-AB53-E9848AC5B3D2}"/>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账户资料与兼容投影</a:t>
            </a:r>
          </a:p>
        </p:txBody>
      </p:sp>
      <p:sp>
        <p:nvSpPr>
          <p:cNvPr id="82" name="target-node-A">
            <a:extLst xmlns:a="http://schemas.openxmlformats.org/drawingml/2006/main">
              <a:ext uri="{FF2B5EF4-FFF2-40B4-BE49-F238E27FC236}">
                <a16:creationId xmlns:a16="http://schemas.microsoft.com/office/drawing/2014/main" id="{DE136812-5A38-4554-9456-82E697219309}"/>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83" name="target-title-A">
            <a:extLst xmlns:a="http://schemas.openxmlformats.org/drawingml/2006/main">
              <a:ext uri="{FF2B5EF4-FFF2-40B4-BE49-F238E27FC236}">
                <a16:creationId xmlns:a16="http://schemas.microsoft.com/office/drawing/2014/main" id="{9D240ECD-EF9D-49F5-AE77-C8E7D7792BA5}"/>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A 角色与资源</a:t>
            </a:r>
          </a:p>
        </p:txBody>
      </p:sp>
      <p:sp>
        <p:nvSpPr>
          <p:cNvPr id="84" name="target-alias-A">
            <a:extLst xmlns:a="http://schemas.openxmlformats.org/drawingml/2006/main">
              <a:ext uri="{FF2B5EF4-FFF2-40B4-BE49-F238E27FC236}">
                <a16:creationId xmlns:a16="http://schemas.microsoft.com/office/drawing/2014/main" id="{EB7A4EC2-106F-4D96-9F54-4468316F0000}"/>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AssignmentService</a:t>
            </a:r>
          </a:p>
        </p:txBody>
      </p:sp>
      <p:sp>
        <p:nvSpPr>
          <p:cNvPr id="85" name="target-func-A">
            <a:extLst xmlns:a="http://schemas.openxmlformats.org/drawingml/2006/main">
              <a:ext uri="{FF2B5EF4-FFF2-40B4-BE49-F238E27FC236}">
                <a16:creationId xmlns:a16="http://schemas.microsoft.com/office/drawing/2014/main" id="{7479D6FF-2736-4F57-B690-9F121B4087F7}"/>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Primary / Data 分记</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保持原 Data 联动</a:t>
            </a:r>
          </a:p>
        </p:txBody>
      </p:sp>
      <p:sp>
        <p:nvSpPr>
          <p:cNvPr id="86" name="target-node-DO">
            <a:extLst xmlns:a="http://schemas.openxmlformats.org/drawingml/2006/main">
              <a:ext uri="{FF2B5EF4-FFF2-40B4-BE49-F238E27FC236}">
                <a16:creationId xmlns:a16="http://schemas.microsoft.com/office/drawing/2014/main" id="{D68E04BC-3A1D-4A95-A6D7-0362C478843D}"/>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7" name="target-title-DO">
            <a:extLst xmlns:a="http://schemas.openxmlformats.org/drawingml/2006/main">
              <a:ext uri="{FF2B5EF4-FFF2-40B4-BE49-F238E27FC236}">
                <a16:creationId xmlns:a16="http://schemas.microsoft.com/office/drawing/2014/main" id="{27C0BB67-0C56-43A2-8478-07998ABF217F}"/>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OperationContext</a:t>
            </a:r>
          </a:p>
        </p:txBody>
      </p:sp>
      <p:sp>
        <p:nvSpPr>
          <p:cNvPr id="88" name="target-func-DO">
            <a:extLst xmlns:a="http://schemas.openxmlformats.org/drawingml/2006/main">
              <a:ext uri="{FF2B5EF4-FFF2-40B4-BE49-F238E27FC236}">
                <a16:creationId xmlns:a16="http://schemas.microsoft.com/office/drawing/2014/main" id="{B1B7B80F-B855-4EC9-85CA-170F955E3E99}"/>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纯操作状态 / 值对象</a:t>
            </a:r>
          </a:p>
        </p:txBody>
      </p:sp>
      <p:sp>
        <p:nvSpPr>
          <p:cNvPr id="89" name="target-node-DT">
            <a:extLst xmlns:a="http://schemas.openxmlformats.org/drawingml/2006/main">
              <a:ext uri="{FF2B5EF4-FFF2-40B4-BE49-F238E27FC236}">
                <a16:creationId xmlns:a16="http://schemas.microsoft.com/office/drawing/2014/main" id="{9797D635-725B-48C0-82F0-51F660C95878}"/>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90" name="target-title-DT">
            <a:extLst xmlns:a="http://schemas.openxmlformats.org/drawingml/2006/main">
              <a:ext uri="{FF2B5EF4-FFF2-40B4-BE49-F238E27FC236}">
                <a16:creationId xmlns:a16="http://schemas.microsoft.com/office/drawing/2014/main" id="{F92B64BD-87DF-4818-9F6C-9CFACED2CC60}"/>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91" name="target-func-DT">
            <a:extLst xmlns:a="http://schemas.openxmlformats.org/drawingml/2006/main">
              <a:ext uri="{FF2B5EF4-FFF2-40B4-BE49-F238E27FC236}">
                <a16:creationId xmlns:a16="http://schemas.microsoft.com/office/drawing/2014/main" id="{17A6B96D-951B-46F8-8778-D91B5D4D2B7A}"/>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92" name="target-node-DA">
            <a:extLst xmlns:a="http://schemas.openxmlformats.org/drawingml/2006/main">
              <a:ext uri="{FF2B5EF4-FFF2-40B4-BE49-F238E27FC236}">
                <a16:creationId xmlns:a16="http://schemas.microsoft.com/office/drawing/2014/main" id="{59841968-99E1-4A12-9E23-C18D8E572F7F}"/>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93" name="target-title-DA">
            <a:extLst xmlns:a="http://schemas.openxmlformats.org/drawingml/2006/main">
              <a:ext uri="{FF2B5EF4-FFF2-40B4-BE49-F238E27FC236}">
                <a16:creationId xmlns:a16="http://schemas.microsoft.com/office/drawing/2014/main" id="{46449CDD-A148-4722-9481-F50A31775FE0}"/>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AssignmentPolicy</a:t>
            </a:r>
          </a:p>
        </p:txBody>
      </p:sp>
      <p:sp>
        <p:nvSpPr>
          <p:cNvPr id="94" name="target-func-DA">
            <a:extLst xmlns:a="http://schemas.openxmlformats.org/drawingml/2006/main">
              <a:ext uri="{FF2B5EF4-FFF2-40B4-BE49-F238E27FC236}">
                <a16:creationId xmlns:a16="http://schemas.microsoft.com/office/drawing/2014/main" id="{D361E5F7-48E9-43F9-91D2-DCB31EE2EBBA}"/>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纯角色 / 资源约束</a:t>
            </a:r>
          </a:p>
        </p:txBody>
      </p:sp>
      <p:sp>
        <p:nvSpPr>
          <p:cNvPr id="95" name="target-node-R">
            <a:extLst xmlns:a="http://schemas.openxmlformats.org/drawingml/2006/main">
              <a:ext uri="{FF2B5EF4-FFF2-40B4-BE49-F238E27FC236}">
                <a16:creationId xmlns:a16="http://schemas.microsoft.com/office/drawing/2014/main" id="{B1B3B64B-6DB8-4F31-A1B0-3E4CFDDD0898}"/>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96" name="target-title-R">
            <a:extLst xmlns:a="http://schemas.openxmlformats.org/drawingml/2006/main">
              <a:ext uri="{FF2B5EF4-FFF2-40B4-BE49-F238E27FC236}">
                <a16:creationId xmlns:a16="http://schemas.microsoft.com/office/drawing/2014/main" id="{44D54521-F3B7-42AA-A6A0-7125B5E0D08D}"/>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R 卡运行 · CardRuntime</a:t>
            </a:r>
          </a:p>
        </p:txBody>
      </p:sp>
      <p:sp>
        <p:nvSpPr>
          <p:cNvPr id="97" name="target-func-R">
            <a:extLst xmlns:a="http://schemas.openxmlformats.org/drawingml/2006/main">
              <a:ext uri="{FF2B5EF4-FFF2-40B4-BE49-F238E27FC236}">
                <a16:creationId xmlns:a16="http://schemas.microsoft.com/office/drawing/2014/main" id="{6C3888B6-2F77-43DF-A946-F6FF57EB07B2}"/>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Session / Request / 卡侧缓存</a:t>
            </a:r>
          </a:p>
        </p:txBody>
      </p:sp>
      <p:sp>
        <p:nvSpPr>
          <p:cNvPr id="98" name="target-node-I">
            <a:extLst xmlns:a="http://schemas.openxmlformats.org/drawingml/2006/main">
              <a:ext uri="{FF2B5EF4-FFF2-40B4-BE49-F238E27FC236}">
                <a16:creationId xmlns:a16="http://schemas.microsoft.com/office/drawing/2014/main" id="{22D517F3-6D3F-4C24-AD03-4F4C4DBBEC37}"/>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99" name="target-title-I">
            <a:extLst xmlns:a="http://schemas.openxmlformats.org/drawingml/2006/main">
              <a:ext uri="{FF2B5EF4-FFF2-40B4-BE49-F238E27FC236}">
                <a16:creationId xmlns:a16="http://schemas.microsoft.com/office/drawing/2014/main" id="{6FF2CC5E-EF00-4C6E-B3E2-19A5E8035068}"/>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I 技术适配</a:t>
            </a:r>
          </a:p>
        </p:txBody>
      </p:sp>
      <p:sp>
        <p:nvSpPr>
          <p:cNvPr id="100" name="target-func-I">
            <a:extLst xmlns:a="http://schemas.openxmlformats.org/drawingml/2006/main">
              <a:ext uri="{FF2B5EF4-FFF2-40B4-BE49-F238E27FC236}">
                <a16:creationId xmlns:a16="http://schemas.microsoft.com/office/drawing/2014/main" id="{2C64999F-C1CC-43C6-8D68-E90E17CD7F3C}"/>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主卡广播 → 默认 Data 入口</a:t>
            </a:r>
          </a:p>
        </p:txBody>
      </p:sp>
      <p:sp>
        <p:nvSpPr>
          <p:cNvPr id="101" name="host-note">
            <a:extLst xmlns:a="http://schemas.openxmlformats.org/drawingml/2006/main">
              <a:ext uri="{FF2B5EF4-FFF2-40B4-BE49-F238E27FC236}">
                <a16:creationId xmlns:a16="http://schemas.microsoft.com/office/drawing/2014/main" id="{43DE21C7-6BD4-47FF-8666-96431500C5DF}"/>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102" name="invariant-rule">
            <a:extLst xmlns:a="http://schemas.openxmlformats.org/drawingml/2006/main">
              <a:ext uri="{FF2B5EF4-FFF2-40B4-BE49-F238E27FC236}">
                <a16:creationId xmlns:a16="http://schemas.microsoft.com/office/drawing/2014/main" id="{FEC1C3F0-3F80-49CC-A41C-6D4C60E15622}"/>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3" name="invariant">
            <a:extLst xmlns:a="http://schemas.openxmlformats.org/drawingml/2006/main">
              <a:ext uri="{FF2B5EF4-FFF2-40B4-BE49-F238E27FC236}">
                <a16:creationId xmlns:a16="http://schemas.microsoft.com/office/drawing/2014/main" id="{BEEA8CDE-F9C5-4825-B018-E1A88AE06FAA}"/>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保持：参数预写与有条件恢复、原重试节点、Primary → Data 联动；不承诺设备自动回滚。</a:t>
            </a:r>
          </a:p>
        </p:txBody>
      </p:sp>
      <p:sp>
        <p:nvSpPr>
          <p:cNvPr id="104" name="footer">
            <a:extLst xmlns:a="http://schemas.openxmlformats.org/drawingml/2006/main">
              <a:ext uri="{FF2B5EF4-FFF2-40B4-BE49-F238E27FC236}">
                <a16:creationId xmlns:a16="http://schemas.microsoft.com/office/drawing/2014/main" id="{A3D25EBD-F063-4F0C-947B-05F5207B1F60}"/>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05" name="page-number">
            <a:extLst xmlns:a="http://schemas.openxmlformats.org/drawingml/2006/main">
              <a:ext uri="{FF2B5EF4-FFF2-40B4-BE49-F238E27FC236}">
                <a16:creationId xmlns:a16="http://schemas.microsoft.com/office/drawing/2014/main" id="{9B450EFC-C8FA-425C-AB9D-5548AEAB10A4}"/>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主卡 / ⑤ 资料 / 完成</a:t>
            </a:r>
          </a:p>
        </p:txBody>
      </p:sp>
    </p:spTree>
    <p:extLst>
      <p:ext uri="{BB962C8B-B14F-4D97-AF65-F5344CB8AC3E}">
        <p14:creationId xmlns:p14="http://schemas.microsoft.com/office/powerpoint/2010/main" val="1990067656"/>
      </p:ext>
    </p:extLst>
  </p:cSld>
  <p:transition spd="fast" advClick="0">
    <p:fade/>
  </p:transition>
</p:sld>
</file>

<file path=ppt/slides/slide38.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1" name="accent">
            <a:extLst xmlns:a="http://schemas.openxmlformats.org/drawingml/2006/main">
              <a:ext uri="{FF2B5EF4-FFF2-40B4-BE49-F238E27FC236}">
                <a16:creationId xmlns:a16="http://schemas.microsoft.com/office/drawing/2014/main" id="{E166F842-A6A7-4F10-AA06-D5A234AF99E5}"/>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4E503E09-86C2-46A0-9A1A-FC03BE56DC84}"/>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B5CAE455-F2B5-4F39-9F40-82A1984F52F7}"/>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7F058661-C980-4CE7-A9B7-D9CCBEB176E1}"/>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DCF1EA4F-2344-4E4C-862F-D84F8F100B79}"/>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5B25F084-3181-4602-ACE7-AB3B9830791C}"/>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1F30E3DA-B49A-4135-B27A-60FBF4FAC9DF}"/>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3FFBBD09-E69F-431B-A8BF-6C026ABCD68A}"/>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B7AA09CD-D5CB-4ECD-BC3E-89E73895E8CF}"/>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915B8880-2CAD-4D66-AAB0-3C8F9974CCC8}"/>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7309F7E9-7F5C-4EBF-99FC-99C23638AFCC}"/>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AF1D86DB-BFB8-4E33-A098-6048AC2EC041}"/>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BDFB229A-FADC-4C3F-A084-B9A35C8F653E}"/>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497E07FF-2B9D-4A9C-BAF3-93841A2024FE}"/>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6BC4B949-6E15-4C99-9C00-02FE5177EB71}"/>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681843F5-4EC5-4DA4-B0D6-C9B6C151BAB8}"/>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8A48D091-73E2-4815-9728-B41513D7FB00}"/>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66A5F6ED-78FB-49C7-A9AE-8C163F3F4E93}"/>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回概览"/>
            <a:extLst xmlns:a="http://schemas.openxmlformats.org/drawingml/2006/main">
              <a:ext uri="{FF2B5EF4-FFF2-40B4-BE49-F238E27FC236}">
                <a16:creationId xmlns:a16="http://schemas.microsoft.com/office/drawing/2014/main" id="{99B17088-034B-457B-88E0-256F1BACBB31}"/>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回概览</a:t>
            </a:r>
          </a:p>
        </p:txBody>
      </p:sp>
      <p:sp>
        <p:nvSpPr>
          <p:cNvPr id="20" name="stage-caption">
            <a:extLst xmlns:a="http://schemas.openxmlformats.org/drawingml/2006/main">
              <a:ext uri="{FF2B5EF4-FFF2-40B4-BE49-F238E27FC236}">
                <a16:creationId xmlns:a16="http://schemas.microsoft.com/office/drawing/2014/main" id="{2A81CACA-4A6D-4D01-8064-1BDBA2D21491}"/>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B56812"/>
                </a:solidFill>
                <a:latin typeface="Microsoft YaHei"/>
                <a:ea typeface="Microsoft YaHei"/>
                <a:cs typeface="Microsoft YaHei"/>
              </a:defRPr>
            </a:defPPr>
            <a:lvl1pPr algn="l">
              <a:defRPr sz="1500" b="0">
                <a:solidFill>
                  <a:srgbClr val="B56812"/>
                </a:solidFill>
                <a:latin typeface="Microsoft YaHei"/>
                <a:ea typeface="Microsoft YaHei"/>
                <a:cs typeface="Microsoft YaHei"/>
              </a:defRPr>
            </a:lvl1pPr>
            <a:lvl2pPr algn="l">
              <a:defRPr sz="1500" b="0">
                <a:solidFill>
                  <a:srgbClr val="B56812"/>
                </a:solidFill>
                <a:latin typeface="Microsoft YaHei"/>
                <a:ea typeface="Microsoft YaHei"/>
                <a:cs typeface="Microsoft YaHei"/>
              </a:defRPr>
            </a:lvl2pPr>
            <a:lvl3pPr algn="l">
              <a:defRPr sz="1500" b="0">
                <a:solidFill>
                  <a:srgbClr val="B56812"/>
                </a:solidFill>
                <a:latin typeface="Microsoft YaHei"/>
                <a:ea typeface="Microsoft YaHei"/>
                <a:cs typeface="Microsoft YaHei"/>
              </a:defRPr>
            </a:lvl3pPr>
            <a:lvl4pPr algn="l">
              <a:defRPr sz="1500" b="0">
                <a:solidFill>
                  <a:srgbClr val="B56812"/>
                </a:solidFill>
                <a:latin typeface="Microsoft YaHei"/>
                <a:ea typeface="Microsoft YaHei"/>
                <a:cs typeface="Microsoft YaHei"/>
              </a:defRPr>
            </a:lvl4pPr>
            <a:lvl5pPr algn="l">
              <a:defRPr sz="1500" b="0">
                <a:solidFill>
                  <a:srgbClr val="B56812"/>
                </a:solidFill>
                <a:latin typeface="Microsoft YaHei"/>
                <a:ea typeface="Microsoft YaHei"/>
                <a:cs typeface="Microsoft YaHei"/>
              </a:defRPr>
            </a:lvl5pPr>
            <a:lvl6pPr algn="l">
              <a:defRPr sz="1500" b="0">
                <a:solidFill>
                  <a:srgbClr val="B56812"/>
                </a:solidFill>
                <a:latin typeface="Microsoft YaHei"/>
                <a:ea typeface="Microsoft YaHei"/>
                <a:cs typeface="Microsoft YaHei"/>
              </a:defRPr>
            </a:lvl6pPr>
            <a:lvl7pPr algn="l">
              <a:defRPr sz="1500" b="0">
                <a:solidFill>
                  <a:srgbClr val="B56812"/>
                </a:solidFill>
                <a:latin typeface="Microsoft YaHei"/>
                <a:ea typeface="Microsoft YaHei"/>
                <a:cs typeface="Microsoft YaHei"/>
              </a:defRPr>
            </a:lvl7pPr>
            <a:lvl8pPr algn="l">
              <a:defRPr sz="1500" b="0">
                <a:solidFill>
                  <a:srgbClr val="B56812"/>
                </a:solidFill>
                <a:latin typeface="Microsoft YaHei"/>
                <a:ea typeface="Microsoft YaHei"/>
                <a:cs typeface="Microsoft YaHei"/>
              </a:defRPr>
            </a:lvl8pPr>
            <a:lvl9pPr algn="l">
              <a:defRPr sz="1500" b="0">
                <a:solidFill>
                  <a:srgbClr val="B56812"/>
                </a:solidFill>
                <a:latin typeface="Microsoft YaHei"/>
                <a:ea typeface="Microsoft YaHei"/>
                <a:cs typeface="Microsoft YaHei"/>
              </a:defRPr>
            </a:lvl9pPr>
          </a:lstStyle>
          <a:p xmlns:a="http://schemas.openxmlformats.org/drawingml/2006/main">
            <a:pPr algn="l">
              <a:lnSpc>
                <a:spcPct val="102000"/>
              </a:lnSpc>
              <a:buNone/>
              <a:defRPr sz="1500" b="0">
                <a:solidFill>
                  <a:srgbClr val="B56812"/>
                </a:solidFill>
                <a:latin typeface="Microsoft YaHei"/>
                <a:ea typeface="Microsoft YaHei"/>
                <a:cs typeface="Microsoft YaHei"/>
              </a:defRPr>
            </a:pPr>
            <a:r>
              <a:rPr sz="1500" b="0">
                <a:solidFill>
                  <a:srgbClr val="B56812"/>
                </a:solidFill>
                <a:latin typeface="Microsoft YaHei"/>
                <a:ea typeface="Microsoft YaHei"/>
                <a:cs typeface="Microsoft YaHei"/>
              </a:rPr>
              <a:t>异常：参数恢复有旧值 / 格式条件，不能证明设备已回滚；O 统一重试，R 核对旧轮与重复结果。</a:t>
            </a:r>
          </a:p>
        </p:txBody>
      </p:sp>
      <p:sp>
        <p:nvSpPr>
          <p:cNvPr id="21" name="top-rule">
            <a:extLst xmlns:a="http://schemas.openxmlformats.org/drawingml/2006/main">
              <a:ext uri="{FF2B5EF4-FFF2-40B4-BE49-F238E27FC236}">
                <a16:creationId xmlns:a16="http://schemas.microsoft.com/office/drawing/2014/main" id="{534BE1AA-DDD9-4439-879E-D395EC676D23}"/>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65E58B59-9A93-48E8-B1EA-36BD63FFB03C}"/>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E888A882-4FCF-49E2-A4E5-8A30B24B8957}"/>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939B22F4-F1A1-4D04-9E34-ABA76C0DAC01}"/>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RK">
            <a:extLst xmlns:a="http://schemas.openxmlformats.org/drawingml/2006/main">
              <a:ext uri="{FF2B5EF4-FFF2-40B4-BE49-F238E27FC236}">
                <a16:creationId xmlns:a16="http://schemas.microsoft.com/office/drawing/2014/main" id="{FCFBD824-1FB8-401B-84CA-F299491C5CB9}"/>
              </a:ext>
            </a:extLst>
          </p:cNvPr>
          <p:cNvSpPr>
            <a:spLocks xmlns:a="http://schemas.openxmlformats.org/drawingml/2006/main" noGrp="1"/>
          </p:cNvSpPr>
          <p:nvPr/>
        </p:nvSpPr>
        <p:spPr>
          <a:xfrm xmlns:a="http://schemas.openxmlformats.org/drawingml/2006/main">
            <a:off x="3009900" y="4357688"/>
            <a:ext cx="342900" cy="9525"/>
          </a:xfrm>
          <a:custGeom xmlns:a="http://schemas.openxmlformats.org/drawingml/2006/main">
            <a:pathLst>
              <a:path w="342900" h="9525">
                <a:moveTo>
                  <a:pt x="342900" y="4763"/>
                </a:moveTo>
                <a:lnTo>
                  <a:pt x="0" y="4763"/>
                </a:lnTo>
              </a:path>
            </a:pathLst>
          </a:custGeom>
          <a:noFill xmlns:a="http://schemas.openxmlformats.org/drawingml/2006/main"/>
          <a:ln xmlns:a="http://schemas.openxmlformats.org/drawingml/2006/main" w="17145">
            <a:solidFill>
              <a:srgbClr val="B56812"/>
            </a:solidFill>
            <a:prstDash val="dash"/>
          </a:ln>
        </p:spPr>
      </p:sp>
      <p:sp>
        <p:nvSpPr>
          <p:cNvPr id="26" name="legacy-edge-RK-head">
            <a:extLst xmlns:a="http://schemas.openxmlformats.org/drawingml/2006/main">
              <a:ext uri="{FF2B5EF4-FFF2-40B4-BE49-F238E27FC236}">
                <a16:creationId xmlns:a16="http://schemas.microsoft.com/office/drawing/2014/main" id="{0685AB86-E74B-4C8E-B1CB-2C6300420CC8}"/>
              </a:ext>
            </a:extLst>
          </p:cNvPr>
          <p:cNvSpPr>
            <a:spLocks xmlns:a="http://schemas.openxmlformats.org/drawingml/2006/main" noGrp="1"/>
          </p:cNvSpPr>
          <p:nvPr/>
        </p:nvSpPr>
        <p:spPr>
          <a:xfrm xmlns:a="http://schemas.openxmlformats.org/drawingml/2006/main">
            <a:off x="3009900" y="43338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B56812"/>
            </a:solidFill>
            <a:prstDash val="solid"/>
          </a:ln>
        </p:spPr>
      </p:sp>
      <p:sp>
        <p:nvSpPr>
          <p:cNvPr id="27" name="legacy-edge-label-RK">
            <a:extLst xmlns:a="http://schemas.openxmlformats.org/drawingml/2006/main">
              <a:ext uri="{FF2B5EF4-FFF2-40B4-BE49-F238E27FC236}">
                <a16:creationId xmlns:a16="http://schemas.microsoft.com/office/drawing/2014/main" id="{AD254EDA-9BAE-4EF7-AE4C-3955E97AE138}"/>
              </a:ext>
            </a:extLst>
          </p:cNvPr>
          <p:cNvSpPr>
            <a:spLocks xmlns:a="http://schemas.openxmlformats.org/drawingml/2006/main" noGrp="1"/>
          </p:cNvSpPr>
          <p:nvPr/>
        </p:nvSpPr>
        <p:spPr>
          <a:xfrm xmlns:a="http://schemas.openxmlformats.org/drawingml/2006/main">
            <a:off x="3057525" y="41338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B56812"/>
                </a:solidFill>
                <a:latin typeface="Microsoft YaHei"/>
                <a:ea typeface="Microsoft YaHei"/>
                <a:cs typeface="Microsoft YaHei"/>
              </a:defRPr>
            </a:defPPr>
            <a:lvl1pPr algn="ctr">
              <a:defRPr sz="1125" b="0">
                <a:solidFill>
                  <a:srgbClr val="B56812"/>
                </a:solidFill>
                <a:latin typeface="Microsoft YaHei"/>
                <a:ea typeface="Microsoft YaHei"/>
                <a:cs typeface="Microsoft YaHei"/>
              </a:defRPr>
            </a:lvl1pPr>
            <a:lvl2pPr algn="ctr">
              <a:defRPr sz="1125" b="0">
                <a:solidFill>
                  <a:srgbClr val="B56812"/>
                </a:solidFill>
                <a:latin typeface="Microsoft YaHei"/>
                <a:ea typeface="Microsoft YaHei"/>
                <a:cs typeface="Microsoft YaHei"/>
              </a:defRPr>
            </a:lvl2pPr>
            <a:lvl3pPr algn="ctr">
              <a:defRPr sz="1125" b="0">
                <a:solidFill>
                  <a:srgbClr val="B56812"/>
                </a:solidFill>
                <a:latin typeface="Microsoft YaHei"/>
                <a:ea typeface="Microsoft YaHei"/>
                <a:cs typeface="Microsoft YaHei"/>
              </a:defRPr>
            </a:lvl3pPr>
            <a:lvl4pPr algn="ctr">
              <a:defRPr sz="1125" b="0">
                <a:solidFill>
                  <a:srgbClr val="B56812"/>
                </a:solidFill>
                <a:latin typeface="Microsoft YaHei"/>
                <a:ea typeface="Microsoft YaHei"/>
                <a:cs typeface="Microsoft YaHei"/>
              </a:defRPr>
            </a:lvl4pPr>
            <a:lvl5pPr algn="ctr">
              <a:defRPr sz="1125" b="0">
                <a:solidFill>
                  <a:srgbClr val="B56812"/>
                </a:solidFill>
                <a:latin typeface="Microsoft YaHei"/>
                <a:ea typeface="Microsoft YaHei"/>
                <a:cs typeface="Microsoft YaHei"/>
              </a:defRPr>
            </a:lvl5pPr>
            <a:lvl6pPr algn="ctr">
              <a:defRPr sz="1125" b="0">
                <a:solidFill>
                  <a:srgbClr val="B56812"/>
                </a:solidFill>
                <a:latin typeface="Microsoft YaHei"/>
                <a:ea typeface="Microsoft YaHei"/>
                <a:cs typeface="Microsoft YaHei"/>
              </a:defRPr>
            </a:lvl6pPr>
            <a:lvl7pPr algn="ctr">
              <a:defRPr sz="1125" b="0">
                <a:solidFill>
                  <a:srgbClr val="B56812"/>
                </a:solidFill>
                <a:latin typeface="Microsoft YaHei"/>
                <a:ea typeface="Microsoft YaHei"/>
                <a:cs typeface="Microsoft YaHei"/>
              </a:defRPr>
            </a:lvl7pPr>
            <a:lvl8pPr algn="ctr">
              <a:defRPr sz="1125" b="0">
                <a:solidFill>
                  <a:srgbClr val="B56812"/>
                </a:solidFill>
                <a:latin typeface="Microsoft YaHei"/>
                <a:ea typeface="Microsoft YaHei"/>
                <a:cs typeface="Microsoft YaHei"/>
              </a:defRPr>
            </a:lvl8pPr>
            <a:lvl9pPr algn="ctr">
              <a:defRPr sz="1125" b="0">
                <a:solidFill>
                  <a:srgbClr val="B56812"/>
                </a:solidFill>
                <a:latin typeface="Microsoft YaHei"/>
                <a:ea typeface="Microsoft YaHei"/>
                <a:cs typeface="Microsoft YaHei"/>
              </a:defRPr>
            </a:lvl9pPr>
          </a:lstStyle>
          <a:p xmlns:a="http://schemas.openxmlformats.org/drawingml/2006/main">
            <a:pPr algn="ctr">
              <a:lnSpc>
                <a:spcPct val="102000"/>
              </a:lnSpc>
              <a:buNone/>
              <a:defRPr sz="1125" b="0">
                <a:solidFill>
                  <a:srgbClr val="B56812"/>
                </a:solidFill>
                <a:latin typeface="Microsoft YaHei"/>
                <a:ea typeface="Microsoft YaHei"/>
                <a:cs typeface="Microsoft YaHei"/>
              </a:defRPr>
            </a:pPr>
            <a:r>
              <a:rPr sz="1125" b="0">
                <a:solidFill>
                  <a:srgbClr val="B56812"/>
                </a:solidFill>
                <a:latin typeface="Microsoft YaHei"/>
                <a:ea typeface="Microsoft YaHei"/>
                <a:cs typeface="Microsoft YaHei"/>
              </a:rPr>
              <a:t>④</a:t>
            </a:r>
          </a:p>
        </p:txBody>
      </p:sp>
      <p:sp>
        <p:nvSpPr>
          <p:cNvPr id="28" name="legacy-edge-KD">
            <a:extLst xmlns:a="http://schemas.openxmlformats.org/drawingml/2006/main">
              <a:ext uri="{FF2B5EF4-FFF2-40B4-BE49-F238E27FC236}">
                <a16:creationId xmlns:a16="http://schemas.microsoft.com/office/drawing/2014/main" id="{A77BCE9D-C69F-42D4-AFFA-18CFC5A18115}"/>
              </a:ext>
            </a:extLst>
          </p:cNvPr>
          <p:cNvSpPr>
            <a:spLocks xmlns:a="http://schemas.openxmlformats.org/drawingml/2006/main" noGrp="1"/>
          </p:cNvSpPr>
          <p:nvPr/>
        </p:nvSpPr>
        <p:spPr>
          <a:xfrm xmlns:a="http://schemas.openxmlformats.org/drawingml/2006/main">
            <a:off x="1328738" y="4743450"/>
            <a:ext cx="9525" cy="342900"/>
          </a:xfrm>
          <a:custGeom xmlns:a="http://schemas.openxmlformats.org/drawingml/2006/main">
            <a:pathLst>
              <a:path w="9525" h="342900">
                <a:moveTo>
                  <a:pt x="4763" y="0"/>
                </a:moveTo>
                <a:lnTo>
                  <a:pt x="4763" y="342900"/>
                </a:lnTo>
              </a:path>
            </a:pathLst>
          </a:custGeom>
          <a:noFill xmlns:a="http://schemas.openxmlformats.org/drawingml/2006/main"/>
          <a:ln xmlns:a="http://schemas.openxmlformats.org/drawingml/2006/main" w="17145">
            <a:solidFill>
              <a:srgbClr val="B56812"/>
            </a:solidFill>
            <a:prstDash val="dash"/>
          </a:ln>
        </p:spPr>
      </p:sp>
      <p:sp>
        <p:nvSpPr>
          <p:cNvPr id="29" name="legacy-edge-KD-head">
            <a:extLst xmlns:a="http://schemas.openxmlformats.org/drawingml/2006/main">
              <a:ext uri="{FF2B5EF4-FFF2-40B4-BE49-F238E27FC236}">
                <a16:creationId xmlns:a16="http://schemas.microsoft.com/office/drawing/2014/main" id="{73E79721-7CCD-4906-B394-C4C6673F6F88}"/>
              </a:ext>
            </a:extLst>
          </p:cNvPr>
          <p:cNvSpPr>
            <a:spLocks xmlns:a="http://schemas.openxmlformats.org/drawingml/2006/main" noGrp="1"/>
          </p:cNvSpPr>
          <p:nvPr/>
        </p:nvSpPr>
        <p:spPr>
          <a:xfrm xmlns:a="http://schemas.openxmlformats.org/drawingml/2006/main">
            <a:off x="1304925" y="50292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B56812"/>
            </a:solidFill>
            <a:prstDash val="solid"/>
          </a:ln>
        </p:spPr>
      </p:sp>
      <p:sp>
        <p:nvSpPr>
          <p:cNvPr id="30" name="legacy-edge-label-KD">
            <a:extLst xmlns:a="http://schemas.openxmlformats.org/drawingml/2006/main">
              <a:ext uri="{FF2B5EF4-FFF2-40B4-BE49-F238E27FC236}">
                <a16:creationId xmlns:a16="http://schemas.microsoft.com/office/drawing/2014/main" id="{F2F74638-D162-4393-96F9-C36C1698F447}"/>
              </a:ext>
            </a:extLst>
          </p:cNvPr>
          <p:cNvSpPr>
            <a:spLocks xmlns:a="http://schemas.openxmlformats.org/drawingml/2006/main" noGrp="1"/>
          </p:cNvSpPr>
          <p:nvPr/>
        </p:nvSpPr>
        <p:spPr>
          <a:xfrm xmlns:a="http://schemas.openxmlformats.org/drawingml/2006/main">
            <a:off x="14097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B56812"/>
                </a:solidFill>
                <a:latin typeface="Microsoft YaHei"/>
                <a:ea typeface="Microsoft YaHei"/>
                <a:cs typeface="Microsoft YaHei"/>
              </a:defRPr>
            </a:defPPr>
            <a:lvl1pPr algn="ctr">
              <a:defRPr sz="1125" b="0">
                <a:solidFill>
                  <a:srgbClr val="B56812"/>
                </a:solidFill>
                <a:latin typeface="Microsoft YaHei"/>
                <a:ea typeface="Microsoft YaHei"/>
                <a:cs typeface="Microsoft YaHei"/>
              </a:defRPr>
            </a:lvl1pPr>
            <a:lvl2pPr algn="ctr">
              <a:defRPr sz="1125" b="0">
                <a:solidFill>
                  <a:srgbClr val="B56812"/>
                </a:solidFill>
                <a:latin typeface="Microsoft YaHei"/>
                <a:ea typeface="Microsoft YaHei"/>
                <a:cs typeface="Microsoft YaHei"/>
              </a:defRPr>
            </a:lvl2pPr>
            <a:lvl3pPr algn="ctr">
              <a:defRPr sz="1125" b="0">
                <a:solidFill>
                  <a:srgbClr val="B56812"/>
                </a:solidFill>
                <a:latin typeface="Microsoft YaHei"/>
                <a:ea typeface="Microsoft YaHei"/>
                <a:cs typeface="Microsoft YaHei"/>
              </a:defRPr>
            </a:lvl3pPr>
            <a:lvl4pPr algn="ctr">
              <a:defRPr sz="1125" b="0">
                <a:solidFill>
                  <a:srgbClr val="B56812"/>
                </a:solidFill>
                <a:latin typeface="Microsoft YaHei"/>
                <a:ea typeface="Microsoft YaHei"/>
                <a:cs typeface="Microsoft YaHei"/>
              </a:defRPr>
            </a:lvl4pPr>
            <a:lvl5pPr algn="ctr">
              <a:defRPr sz="1125" b="0">
                <a:solidFill>
                  <a:srgbClr val="B56812"/>
                </a:solidFill>
                <a:latin typeface="Microsoft YaHei"/>
                <a:ea typeface="Microsoft YaHei"/>
                <a:cs typeface="Microsoft YaHei"/>
              </a:defRPr>
            </a:lvl5pPr>
            <a:lvl6pPr algn="ctr">
              <a:defRPr sz="1125" b="0">
                <a:solidFill>
                  <a:srgbClr val="B56812"/>
                </a:solidFill>
                <a:latin typeface="Microsoft YaHei"/>
                <a:ea typeface="Microsoft YaHei"/>
                <a:cs typeface="Microsoft YaHei"/>
              </a:defRPr>
            </a:lvl6pPr>
            <a:lvl7pPr algn="ctr">
              <a:defRPr sz="1125" b="0">
                <a:solidFill>
                  <a:srgbClr val="B56812"/>
                </a:solidFill>
                <a:latin typeface="Microsoft YaHei"/>
                <a:ea typeface="Microsoft YaHei"/>
                <a:cs typeface="Microsoft YaHei"/>
              </a:defRPr>
            </a:lvl7pPr>
            <a:lvl8pPr algn="ctr">
              <a:defRPr sz="1125" b="0">
                <a:solidFill>
                  <a:srgbClr val="B56812"/>
                </a:solidFill>
                <a:latin typeface="Microsoft YaHei"/>
                <a:ea typeface="Microsoft YaHei"/>
                <a:cs typeface="Microsoft YaHei"/>
              </a:defRPr>
            </a:lvl8pPr>
            <a:lvl9pPr algn="ctr">
              <a:defRPr sz="1125" b="0">
                <a:solidFill>
                  <a:srgbClr val="B56812"/>
                </a:solidFill>
                <a:latin typeface="Microsoft YaHei"/>
                <a:ea typeface="Microsoft YaHei"/>
                <a:cs typeface="Microsoft YaHei"/>
              </a:defRPr>
            </a:lvl9pPr>
          </a:lstStyle>
          <a:p xmlns:a="http://schemas.openxmlformats.org/drawingml/2006/main">
            <a:pPr algn="ctr">
              <a:lnSpc>
                <a:spcPct val="102000"/>
              </a:lnSpc>
              <a:buNone/>
              <a:defRPr sz="1125" b="0">
                <a:solidFill>
                  <a:srgbClr val="B56812"/>
                </a:solidFill>
                <a:latin typeface="Microsoft YaHei"/>
                <a:ea typeface="Microsoft YaHei"/>
                <a:cs typeface="Microsoft YaHei"/>
              </a:defRPr>
            </a:pPr>
            <a:r>
              <a:rPr sz="1125" b="0">
                <a:solidFill>
                  <a:srgbClr val="B56812"/>
                </a:solidFill>
                <a:latin typeface="Microsoft YaHei"/>
                <a:ea typeface="Microsoft YaHei"/>
                <a:cs typeface="Microsoft YaHei"/>
              </a:rPr>
              <a:t>⑤</a:t>
            </a:r>
          </a:p>
        </p:txBody>
      </p:sp>
      <p:sp>
        <p:nvSpPr>
          <p:cNvPr id="31" name="legacy-edge-DK">
            <a:extLst xmlns:a="http://schemas.openxmlformats.org/drawingml/2006/main">
              <a:ext uri="{FF2B5EF4-FFF2-40B4-BE49-F238E27FC236}">
                <a16:creationId xmlns:a16="http://schemas.microsoft.com/office/drawing/2014/main" id="{80641F82-16CD-495E-814D-7B5BC1A8DB80}"/>
              </a:ext>
            </a:extLst>
          </p:cNvPr>
          <p:cNvSpPr>
            <a:spLocks xmlns:a="http://schemas.openxmlformats.org/drawingml/2006/main" noGrp="1"/>
          </p:cNvSpPr>
          <p:nvPr/>
        </p:nvSpPr>
        <p:spPr>
          <a:xfrm xmlns:a="http://schemas.openxmlformats.org/drawingml/2006/main">
            <a:off x="2433638" y="4743450"/>
            <a:ext cx="9525" cy="342900"/>
          </a:xfrm>
          <a:custGeom xmlns:a="http://schemas.openxmlformats.org/drawingml/2006/main">
            <a:pathLst>
              <a:path w="9525" h="342900">
                <a:moveTo>
                  <a:pt x="4763" y="342900"/>
                </a:moveTo>
                <a:lnTo>
                  <a:pt x="4763" y="0"/>
                </a:lnTo>
              </a:path>
            </a:pathLst>
          </a:custGeom>
          <a:noFill xmlns:a="http://schemas.openxmlformats.org/drawingml/2006/main"/>
          <a:ln xmlns:a="http://schemas.openxmlformats.org/drawingml/2006/main" w="17145">
            <a:solidFill>
              <a:srgbClr val="B56812"/>
            </a:solidFill>
            <a:prstDash val="dash"/>
          </a:ln>
        </p:spPr>
      </p:sp>
      <p:sp>
        <p:nvSpPr>
          <p:cNvPr id="32" name="legacy-edge-DK-head">
            <a:extLst xmlns:a="http://schemas.openxmlformats.org/drawingml/2006/main">
              <a:ext uri="{FF2B5EF4-FFF2-40B4-BE49-F238E27FC236}">
                <a16:creationId xmlns:a16="http://schemas.microsoft.com/office/drawing/2014/main" id="{B8B79187-6069-4FAB-9FEB-227F6587DF43}"/>
              </a:ext>
            </a:extLst>
          </p:cNvPr>
          <p:cNvSpPr>
            <a:spLocks xmlns:a="http://schemas.openxmlformats.org/drawingml/2006/main" noGrp="1"/>
          </p:cNvSpPr>
          <p:nvPr/>
        </p:nvSpPr>
        <p:spPr>
          <a:xfrm xmlns:a="http://schemas.openxmlformats.org/drawingml/2006/main">
            <a:off x="2409825" y="4743450"/>
            <a:ext cx="57150" cy="57150"/>
          </a:xfrm>
          <a:custGeom xmlns:a="http://schemas.openxmlformats.org/drawingml/2006/main">
            <a:pathLst>
              <a:path w="57150" h="57150">
                <a:moveTo>
                  <a:pt x="57150" y="57150"/>
                </a:moveTo>
                <a:lnTo>
                  <a:pt x="28575" y="0"/>
                </a:lnTo>
                <a:lnTo>
                  <a:pt x="0" y="57150"/>
                </a:lnTo>
              </a:path>
            </a:pathLst>
          </a:custGeom>
          <a:noFill xmlns:a="http://schemas.openxmlformats.org/drawingml/2006/main"/>
          <a:ln xmlns:a="http://schemas.openxmlformats.org/drawingml/2006/main" w="17145">
            <a:solidFill>
              <a:srgbClr val="B56812"/>
            </a:solidFill>
            <a:prstDash val="solid"/>
          </a:ln>
        </p:spPr>
      </p:sp>
      <p:sp>
        <p:nvSpPr>
          <p:cNvPr id="33" name="legacy-edge-label-DK">
            <a:extLst xmlns:a="http://schemas.openxmlformats.org/drawingml/2006/main">
              <a:ext uri="{FF2B5EF4-FFF2-40B4-BE49-F238E27FC236}">
                <a16:creationId xmlns:a16="http://schemas.microsoft.com/office/drawing/2014/main" id="{93AC759A-8C65-4573-A29D-1136541F3BE3}"/>
              </a:ext>
            </a:extLst>
          </p:cNvPr>
          <p:cNvSpPr>
            <a:spLocks xmlns:a="http://schemas.openxmlformats.org/drawingml/2006/main" noGrp="1"/>
          </p:cNvSpPr>
          <p:nvPr/>
        </p:nvSpPr>
        <p:spPr>
          <a:xfrm xmlns:a="http://schemas.openxmlformats.org/drawingml/2006/main">
            <a:off x="25146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B56812"/>
                </a:solidFill>
                <a:latin typeface="Microsoft YaHei"/>
                <a:ea typeface="Microsoft YaHei"/>
                <a:cs typeface="Microsoft YaHei"/>
              </a:defRPr>
            </a:defPPr>
            <a:lvl1pPr algn="ctr">
              <a:defRPr sz="1125" b="0">
                <a:solidFill>
                  <a:srgbClr val="B56812"/>
                </a:solidFill>
                <a:latin typeface="Microsoft YaHei"/>
                <a:ea typeface="Microsoft YaHei"/>
                <a:cs typeface="Microsoft YaHei"/>
              </a:defRPr>
            </a:lvl1pPr>
            <a:lvl2pPr algn="ctr">
              <a:defRPr sz="1125" b="0">
                <a:solidFill>
                  <a:srgbClr val="B56812"/>
                </a:solidFill>
                <a:latin typeface="Microsoft YaHei"/>
                <a:ea typeface="Microsoft YaHei"/>
                <a:cs typeface="Microsoft YaHei"/>
              </a:defRPr>
            </a:lvl2pPr>
            <a:lvl3pPr algn="ctr">
              <a:defRPr sz="1125" b="0">
                <a:solidFill>
                  <a:srgbClr val="B56812"/>
                </a:solidFill>
                <a:latin typeface="Microsoft YaHei"/>
                <a:ea typeface="Microsoft YaHei"/>
                <a:cs typeface="Microsoft YaHei"/>
              </a:defRPr>
            </a:lvl3pPr>
            <a:lvl4pPr algn="ctr">
              <a:defRPr sz="1125" b="0">
                <a:solidFill>
                  <a:srgbClr val="B56812"/>
                </a:solidFill>
                <a:latin typeface="Microsoft YaHei"/>
                <a:ea typeface="Microsoft YaHei"/>
                <a:cs typeface="Microsoft YaHei"/>
              </a:defRPr>
            </a:lvl4pPr>
            <a:lvl5pPr algn="ctr">
              <a:defRPr sz="1125" b="0">
                <a:solidFill>
                  <a:srgbClr val="B56812"/>
                </a:solidFill>
                <a:latin typeface="Microsoft YaHei"/>
                <a:ea typeface="Microsoft YaHei"/>
                <a:cs typeface="Microsoft YaHei"/>
              </a:defRPr>
            </a:lvl5pPr>
            <a:lvl6pPr algn="ctr">
              <a:defRPr sz="1125" b="0">
                <a:solidFill>
                  <a:srgbClr val="B56812"/>
                </a:solidFill>
                <a:latin typeface="Microsoft YaHei"/>
                <a:ea typeface="Microsoft YaHei"/>
                <a:cs typeface="Microsoft YaHei"/>
              </a:defRPr>
            </a:lvl6pPr>
            <a:lvl7pPr algn="ctr">
              <a:defRPr sz="1125" b="0">
                <a:solidFill>
                  <a:srgbClr val="B56812"/>
                </a:solidFill>
                <a:latin typeface="Microsoft YaHei"/>
                <a:ea typeface="Microsoft YaHei"/>
                <a:cs typeface="Microsoft YaHei"/>
              </a:defRPr>
            </a:lvl7pPr>
            <a:lvl8pPr algn="ctr">
              <a:defRPr sz="1125" b="0">
                <a:solidFill>
                  <a:srgbClr val="B56812"/>
                </a:solidFill>
                <a:latin typeface="Microsoft YaHei"/>
                <a:ea typeface="Microsoft YaHei"/>
                <a:cs typeface="Microsoft YaHei"/>
              </a:defRPr>
            </a:lvl8pPr>
            <a:lvl9pPr algn="ctr">
              <a:defRPr sz="1125" b="0">
                <a:solidFill>
                  <a:srgbClr val="B56812"/>
                </a:solidFill>
                <a:latin typeface="Microsoft YaHei"/>
                <a:ea typeface="Microsoft YaHei"/>
                <a:cs typeface="Microsoft YaHei"/>
              </a:defRPr>
            </a:lvl9pPr>
          </a:lstStyle>
          <a:p xmlns:a="http://schemas.openxmlformats.org/drawingml/2006/main">
            <a:pPr algn="ctr">
              <a:lnSpc>
                <a:spcPct val="102000"/>
              </a:lnSpc>
              <a:buNone/>
              <a:defRPr sz="1125" b="0">
                <a:solidFill>
                  <a:srgbClr val="B56812"/>
                </a:solidFill>
                <a:latin typeface="Microsoft YaHei"/>
                <a:ea typeface="Microsoft YaHei"/>
                <a:cs typeface="Microsoft YaHei"/>
              </a:defRPr>
            </a:pPr>
            <a:r>
              <a:rPr sz="1125" b="0">
                <a:solidFill>
                  <a:srgbClr val="B56812"/>
                </a:solidFill>
                <a:latin typeface="Microsoft YaHei"/>
                <a:ea typeface="Microsoft YaHei"/>
                <a:cs typeface="Microsoft YaHei"/>
              </a:rPr>
              <a:t>⑤</a:t>
            </a:r>
          </a:p>
        </p:txBody>
      </p:sp>
      <p:sp>
        <p:nvSpPr>
          <p:cNvPr id="34" name="legacy-node-E">
            <a:extLst xmlns:a="http://schemas.openxmlformats.org/drawingml/2006/main">
              <a:ext uri="{FF2B5EF4-FFF2-40B4-BE49-F238E27FC236}">
                <a16:creationId xmlns:a16="http://schemas.microsoft.com/office/drawing/2014/main" id="{5C3D482A-A940-42D0-B960-C7214040271F}"/>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35" name="legacy-title-E">
            <a:extLst xmlns:a="http://schemas.openxmlformats.org/drawingml/2006/main">
              <a:ext uri="{FF2B5EF4-FFF2-40B4-BE49-F238E27FC236}">
                <a16:creationId xmlns:a16="http://schemas.microsoft.com/office/drawing/2014/main" id="{079CB22B-3765-499A-9A4B-FBC0929AE363}"/>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CoreServiceSim → SimManager</a:t>
            </a:r>
          </a:p>
        </p:txBody>
      </p:sp>
      <p:sp>
        <p:nvSpPr>
          <p:cNvPr id="36" name="legacy-line-E-0">
            <a:extLst xmlns:a="http://schemas.openxmlformats.org/drawingml/2006/main">
              <a:ext uri="{FF2B5EF4-FFF2-40B4-BE49-F238E27FC236}">
                <a16:creationId xmlns:a16="http://schemas.microsoft.com/office/drawing/2014/main" id="{DC5F67E9-88AE-4E28-84C7-C6516E046F8F}"/>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slotId / isUserSet；普通协议切换路径</a:t>
            </a:r>
          </a:p>
        </p:txBody>
      </p:sp>
      <p:sp>
        <p:nvSpPr>
          <p:cNvPr id="37" name="legacy-node-K">
            <a:extLst xmlns:a="http://schemas.openxmlformats.org/drawingml/2006/main">
              <a:ext uri="{FF2B5EF4-FFF2-40B4-BE49-F238E27FC236}">
                <a16:creationId xmlns:a16="http://schemas.microsoft.com/office/drawing/2014/main" id="{D36F5D9F-D97F-432A-8A8E-B106670ADCDA}"/>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FFF4DF"/>
          </a:solidFill>
          <a:ln xmlns:a="http://schemas.openxmlformats.org/drawingml/2006/main" w="14288">
            <a:solidFill>
              <a:srgbClr val="B56812"/>
            </a:solidFill>
            <a:prstDash val="solid"/>
          </a:ln>
        </p:spPr>
      </p:sp>
      <p:sp>
        <p:nvSpPr>
          <p:cNvPr id="38" name="legacy-title-K">
            <a:extLst xmlns:a="http://schemas.openxmlformats.org/drawingml/2006/main">
              <a:ext uri="{FF2B5EF4-FFF2-40B4-BE49-F238E27FC236}">
                <a16:creationId xmlns:a16="http://schemas.microsoft.com/office/drawing/2014/main" id="{2B12AD99-2A96-4537-A0CD-2B9F2484A061}"/>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MultiSimController</a:t>
            </a:r>
          </a:p>
        </p:txBody>
      </p:sp>
      <p:sp>
        <p:nvSpPr>
          <p:cNvPr id="39" name="legacy-alias-K">
            <a:extLst xmlns:a="http://schemas.openxmlformats.org/drawingml/2006/main">
              <a:ext uri="{FF2B5EF4-FFF2-40B4-BE49-F238E27FC236}">
                <a16:creationId xmlns:a16="http://schemas.microsoft.com/office/drawing/2014/main" id="{A0D6169F-2104-40CB-BB01-337F6624C098}"/>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参数、协议、重试与 Data 同处</a:t>
            </a:r>
          </a:p>
        </p:txBody>
      </p:sp>
      <p:sp>
        <p:nvSpPr>
          <p:cNvPr id="40" name="legacy-line-K-0">
            <a:extLst xmlns:a="http://schemas.openxmlformats.org/drawingml/2006/main">
              <a:ext uri="{FF2B5EF4-FFF2-40B4-BE49-F238E27FC236}">
                <a16:creationId xmlns:a16="http://schemas.microsoft.com/office/drawing/2014/main" id="{9645B2CE-AE5E-4DD5-9C3C-C162F5629E3B}"/>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SavePrimaryCardInfo</a:t>
            </a:r>
          </a:p>
        </p:txBody>
      </p:sp>
      <p:sp>
        <p:nvSpPr>
          <p:cNvPr id="41" name="legacy-line-K-1">
            <a:extLst xmlns:a="http://schemas.openxmlformats.org/drawingml/2006/main">
              <a:ext uri="{FF2B5EF4-FFF2-40B4-BE49-F238E27FC236}">
                <a16:creationId xmlns:a16="http://schemas.microsoft.com/office/drawing/2014/main" id="{2A8BECCC-5019-44C1-9996-5C5BB40FD13D}"/>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接收协议结果 / 维护进度</a:t>
            </a:r>
          </a:p>
        </p:txBody>
      </p:sp>
      <p:sp>
        <p:nvSpPr>
          <p:cNvPr id="42" name="legacy-line-K-2">
            <a:extLst xmlns:a="http://schemas.openxmlformats.org/drawingml/2006/main">
              <a:ext uri="{FF2B5EF4-FFF2-40B4-BE49-F238E27FC236}">
                <a16:creationId xmlns:a16="http://schemas.microsoft.com/office/drawing/2014/main" id="{B7992A8A-58C4-4E37-BDDD-74D856DCCEE3}"/>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广播后联动默认 Data</a:t>
            </a:r>
          </a:p>
        </p:txBody>
      </p:sp>
      <p:sp>
        <p:nvSpPr>
          <p:cNvPr id="43" name="legacy-node-R">
            <a:extLst xmlns:a="http://schemas.openxmlformats.org/drawingml/2006/main">
              <a:ext uri="{FF2B5EF4-FFF2-40B4-BE49-F238E27FC236}">
                <a16:creationId xmlns:a16="http://schemas.microsoft.com/office/drawing/2014/main" id="{EFEDA2F3-EC6B-4470-A038-556909615A34}"/>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FFF4DF"/>
          </a:solidFill>
          <a:ln xmlns:a="http://schemas.openxmlformats.org/drawingml/2006/main" w="14288">
            <a:solidFill>
              <a:srgbClr val="B56812"/>
            </a:solidFill>
            <a:prstDash val="solid"/>
          </a:ln>
        </p:spPr>
      </p:sp>
      <p:sp>
        <p:nvSpPr>
          <p:cNvPr id="44" name="legacy-title-R">
            <a:extLst xmlns:a="http://schemas.openxmlformats.org/drawingml/2006/main">
              <a:ext uri="{FF2B5EF4-FFF2-40B4-BE49-F238E27FC236}">
                <a16:creationId xmlns:a16="http://schemas.microsoft.com/office/drawing/2014/main" id="{24FC11D1-B0C4-4DD1-B384-716F77EBDE03}"/>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RadioProtocolController</a:t>
            </a:r>
          </a:p>
        </p:txBody>
      </p:sp>
      <p:sp>
        <p:nvSpPr>
          <p:cNvPr id="45" name="legacy-alias-R">
            <a:extLst xmlns:a="http://schemas.openxmlformats.org/drawingml/2006/main">
              <a:ext uri="{FF2B5EF4-FFF2-40B4-BE49-F238E27FC236}">
                <a16:creationId xmlns:a16="http://schemas.microsoft.com/office/drawing/2014/main" id="{95B8E5C3-F277-4226-A5DF-269111BA555B}"/>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已有 phase / sessionId / RIL</a:t>
            </a:r>
          </a:p>
        </p:txBody>
      </p:sp>
      <p:sp>
        <p:nvSpPr>
          <p:cNvPr id="46" name="legacy-line-R-0">
            <a:extLst xmlns:a="http://schemas.openxmlformats.org/drawingml/2006/main">
              <a:ext uri="{FF2B5EF4-FFF2-40B4-BE49-F238E27FC236}">
                <a16:creationId xmlns:a16="http://schemas.microsoft.com/office/drawing/2014/main" id="{F407E72D-4310-4842-BC1E-2E4F4A49A48A}"/>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SetRadioProtocol</a:t>
            </a:r>
          </a:p>
        </p:txBody>
      </p:sp>
      <p:sp>
        <p:nvSpPr>
          <p:cNvPr id="47" name="legacy-line-R-1">
            <a:extLst xmlns:a="http://schemas.openxmlformats.org/drawingml/2006/main">
              <a:ext uri="{FF2B5EF4-FFF2-40B4-BE49-F238E27FC236}">
                <a16:creationId xmlns:a16="http://schemas.microsoft.com/office/drawing/2014/main" id="{06DC347E-03F9-4B35-B9CE-527BA0C11936}"/>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成功 / 错误 / 超时回包</a:t>
            </a:r>
          </a:p>
        </p:txBody>
      </p:sp>
      <p:sp>
        <p:nvSpPr>
          <p:cNvPr id="48" name="legacy-line-bg-R-2">
            <a:extLst xmlns:a="http://schemas.openxmlformats.org/drawingml/2006/main">
              <a:ext uri="{FF2B5EF4-FFF2-40B4-BE49-F238E27FC236}">
                <a16:creationId xmlns:a16="http://schemas.microsoft.com/office/drawing/2014/main" id="{448A4F3A-73E1-4DE2-A3A3-8AB16DC64F84}"/>
              </a:ext>
            </a:extLst>
          </p:cNvPr>
          <p:cNvSpPr>
            <a:spLocks xmlns:a="http://schemas.openxmlformats.org/drawingml/2006/main" noGrp="1"/>
          </p:cNvSpPr>
          <p:nvPr/>
        </p:nvSpPr>
        <p:spPr>
          <a:xfrm xmlns:a="http://schemas.openxmlformats.org/drawingml/2006/main">
            <a:off x="3419475" y="4371975"/>
            <a:ext cx="2266950" cy="209550"/>
          </a:xfrm>
          <a:prstGeom xmlns:a="http://schemas.openxmlformats.org/drawingml/2006/main" prst="rect">
            <a:avLst/>
          </a:prstGeom>
          <a:solidFill xmlns:a="http://schemas.openxmlformats.org/drawingml/2006/main">
            <a:srgbClr val="FFF4DF"/>
          </a:solidFill>
          <a:ln xmlns:a="http://schemas.openxmlformats.org/drawingml/2006/main" w="0">
            <a:noFill/>
            <a:prstDash val="solid"/>
          </a:ln>
        </p:spPr>
      </p:sp>
      <p:sp>
        <p:nvSpPr>
          <p:cNvPr id="49" name="legacy-line-R-2">
            <a:extLst xmlns:a="http://schemas.openxmlformats.org/drawingml/2006/main">
              <a:ext uri="{FF2B5EF4-FFF2-40B4-BE49-F238E27FC236}">
                <a16:creationId xmlns:a16="http://schemas.microsoft.com/office/drawing/2014/main" id="{A9C3F744-283A-4424-989B-C1F830BD0088}"/>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失败恢复与重试由上层串起</a:t>
            </a:r>
          </a:p>
        </p:txBody>
      </p:sp>
      <p:sp>
        <p:nvSpPr>
          <p:cNvPr id="50" name="legacy-node-D">
            <a:extLst xmlns:a="http://schemas.openxmlformats.org/drawingml/2006/main">
              <a:ext uri="{FF2B5EF4-FFF2-40B4-BE49-F238E27FC236}">
                <a16:creationId xmlns:a16="http://schemas.microsoft.com/office/drawing/2014/main" id="{A8872D0C-8BD5-4598-95B6-1AEB74EF170C}"/>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4DF"/>
          </a:solidFill>
          <a:ln xmlns:a="http://schemas.openxmlformats.org/drawingml/2006/main" w="14288">
            <a:solidFill>
              <a:srgbClr val="B56812"/>
            </a:solidFill>
            <a:prstDash val="solid"/>
          </a:ln>
        </p:spPr>
      </p:sp>
      <p:sp>
        <p:nvSpPr>
          <p:cNvPr id="51" name="legacy-title-D">
            <a:extLst xmlns:a="http://schemas.openxmlformats.org/drawingml/2006/main">
              <a:ext uri="{FF2B5EF4-FFF2-40B4-BE49-F238E27FC236}">
                <a16:creationId xmlns:a16="http://schemas.microsoft.com/office/drawing/2014/main" id="{257C34DA-6421-48DE-BCE9-2561A9E4745E}"/>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系统参数 / 旧值</a:t>
            </a:r>
          </a:p>
        </p:txBody>
      </p:sp>
      <p:sp>
        <p:nvSpPr>
          <p:cNvPr id="52" name="legacy-line-bg-D-0">
            <a:extLst xmlns:a="http://schemas.openxmlformats.org/drawingml/2006/main">
              <a:ext uri="{FF2B5EF4-FFF2-40B4-BE49-F238E27FC236}">
                <a16:creationId xmlns:a16="http://schemas.microsoft.com/office/drawing/2014/main" id="{EA6BA27E-412A-41DC-9850-72C34BC7C427}"/>
              </a:ext>
            </a:extLst>
          </p:cNvPr>
          <p:cNvSpPr>
            <a:spLocks xmlns:a="http://schemas.openxmlformats.org/drawingml/2006/main" noGrp="1"/>
          </p:cNvSpPr>
          <p:nvPr/>
        </p:nvSpPr>
        <p:spPr>
          <a:xfrm xmlns:a="http://schemas.openxmlformats.org/drawingml/2006/main">
            <a:off x="561975" y="5381625"/>
            <a:ext cx="2381250" cy="209550"/>
          </a:xfrm>
          <a:prstGeom xmlns:a="http://schemas.openxmlformats.org/drawingml/2006/main" prst="rect">
            <a:avLst/>
          </a:prstGeom>
          <a:solidFill xmlns:a="http://schemas.openxmlformats.org/drawingml/2006/main">
            <a:srgbClr val="FFF4DF"/>
          </a:solidFill>
          <a:ln xmlns:a="http://schemas.openxmlformats.org/drawingml/2006/main" w="0">
            <a:noFill/>
            <a:prstDash val="solid"/>
          </a:ln>
        </p:spPr>
      </p:sp>
      <p:sp>
        <p:nvSpPr>
          <p:cNvPr id="53" name="legacy-line-D-0">
            <a:extLst xmlns:a="http://schemas.openxmlformats.org/drawingml/2006/main">
              <a:ext uri="{FF2B5EF4-FFF2-40B4-BE49-F238E27FC236}">
                <a16:creationId xmlns:a16="http://schemas.microsoft.com/office/drawing/2014/main" id="{7E0E481E-7584-4C66-8559-B2B3CC6510AF}"/>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1">
                <a:solidFill>
                  <a:srgbClr val="17263A"/>
                </a:solidFill>
                <a:latin typeface="Microsoft YaHei"/>
                <a:ea typeface="Microsoft YaHei"/>
                <a:cs typeface="Microsoft YaHei"/>
              </a:defRPr>
            </a:defPPr>
            <a:lvl1pPr algn="l">
              <a:defRPr sz="1238" b="1">
                <a:solidFill>
                  <a:srgbClr val="17263A"/>
                </a:solidFill>
                <a:latin typeface="Microsoft YaHei"/>
                <a:ea typeface="Microsoft YaHei"/>
                <a:cs typeface="Microsoft YaHei"/>
              </a:defRPr>
            </a:lvl1pPr>
            <a:lvl2pPr algn="l">
              <a:defRPr sz="1238" b="1">
                <a:solidFill>
                  <a:srgbClr val="17263A"/>
                </a:solidFill>
                <a:latin typeface="Microsoft YaHei"/>
                <a:ea typeface="Microsoft YaHei"/>
                <a:cs typeface="Microsoft YaHei"/>
              </a:defRPr>
            </a:lvl2pPr>
            <a:lvl3pPr algn="l">
              <a:defRPr sz="1238" b="1">
                <a:solidFill>
                  <a:srgbClr val="17263A"/>
                </a:solidFill>
                <a:latin typeface="Microsoft YaHei"/>
                <a:ea typeface="Microsoft YaHei"/>
                <a:cs typeface="Microsoft YaHei"/>
              </a:defRPr>
            </a:lvl3pPr>
            <a:lvl4pPr algn="l">
              <a:defRPr sz="1238" b="1">
                <a:solidFill>
                  <a:srgbClr val="17263A"/>
                </a:solidFill>
                <a:latin typeface="Microsoft YaHei"/>
                <a:ea typeface="Microsoft YaHei"/>
                <a:cs typeface="Microsoft YaHei"/>
              </a:defRPr>
            </a:lvl4pPr>
            <a:lvl5pPr algn="l">
              <a:defRPr sz="1238" b="1">
                <a:solidFill>
                  <a:srgbClr val="17263A"/>
                </a:solidFill>
                <a:latin typeface="Microsoft YaHei"/>
                <a:ea typeface="Microsoft YaHei"/>
                <a:cs typeface="Microsoft YaHei"/>
              </a:defRPr>
            </a:lvl5pPr>
            <a:lvl6pPr algn="l">
              <a:defRPr sz="1238" b="1">
                <a:solidFill>
                  <a:srgbClr val="17263A"/>
                </a:solidFill>
                <a:latin typeface="Microsoft YaHei"/>
                <a:ea typeface="Microsoft YaHei"/>
                <a:cs typeface="Microsoft YaHei"/>
              </a:defRPr>
            </a:lvl6pPr>
            <a:lvl7pPr algn="l">
              <a:defRPr sz="1238" b="1">
                <a:solidFill>
                  <a:srgbClr val="17263A"/>
                </a:solidFill>
                <a:latin typeface="Microsoft YaHei"/>
                <a:ea typeface="Microsoft YaHei"/>
                <a:cs typeface="Microsoft YaHei"/>
              </a:defRPr>
            </a:lvl7pPr>
            <a:lvl8pPr algn="l">
              <a:defRPr sz="1238" b="1">
                <a:solidFill>
                  <a:srgbClr val="17263A"/>
                </a:solidFill>
                <a:latin typeface="Microsoft YaHei"/>
                <a:ea typeface="Microsoft YaHei"/>
                <a:cs typeface="Microsoft YaHei"/>
              </a:defRPr>
            </a:lvl8pPr>
            <a:lvl9pPr algn="l">
              <a:defRPr sz="1238" b="1">
                <a:solidFill>
                  <a:srgbClr val="17263A"/>
                </a:solidFill>
                <a:latin typeface="Microsoft YaHei"/>
                <a:ea typeface="Microsoft YaHei"/>
                <a:cs typeface="Microsoft YaHei"/>
              </a:defRPr>
            </a:lvl9pPr>
          </a:lstStyle>
          <a:p xmlns:a="http://schemas.openxmlformats.org/drawingml/2006/main">
            <a:pPr algn="l">
              <a:lnSpc>
                <a:spcPct val="102000"/>
              </a:lnSpc>
              <a:buNone/>
              <a:defRPr sz="1238" b="1">
                <a:solidFill>
                  <a:srgbClr val="17263A"/>
                </a:solidFill>
                <a:latin typeface="Microsoft YaHei"/>
                <a:ea typeface="Microsoft YaHei"/>
                <a:cs typeface="Microsoft YaHei"/>
              </a:defRPr>
            </a:pPr>
            <a:r>
              <a:rPr sz="1238" b="1">
                <a:solidFill>
                  <a:srgbClr val="17263A"/>
                </a:solidFill>
                <a:latin typeface="Microsoft YaHei"/>
                <a:ea typeface="Microsoft YaHei"/>
                <a:cs typeface="Microsoft YaHei"/>
              </a:rPr>
              <a:t>② 先写；失败时有条件恢复</a:t>
            </a:r>
          </a:p>
        </p:txBody>
      </p:sp>
      <p:sp>
        <p:nvSpPr>
          <p:cNvPr id="54" name="legacy-node-N">
            <a:extLst xmlns:a="http://schemas.openxmlformats.org/drawingml/2006/main">
              <a:ext uri="{FF2B5EF4-FFF2-40B4-BE49-F238E27FC236}">
                <a16:creationId xmlns:a16="http://schemas.microsoft.com/office/drawing/2014/main" id="{293AFC8C-6C59-48DE-916C-FB4F54523A1E}"/>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55" name="legacy-title-N">
            <a:extLst xmlns:a="http://schemas.openxmlformats.org/drawingml/2006/main">
              <a:ext uri="{FF2B5EF4-FFF2-40B4-BE49-F238E27FC236}">
                <a16:creationId xmlns:a16="http://schemas.microsoft.com/office/drawing/2014/main" id="{26FA41CA-72DC-4001-85B2-963CDFD963F2}"/>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原输出与 Data 入口</a:t>
            </a:r>
          </a:p>
        </p:txBody>
      </p:sp>
      <p:sp>
        <p:nvSpPr>
          <p:cNvPr id="56" name="legacy-line-N-0">
            <a:extLst xmlns:a="http://schemas.openxmlformats.org/drawingml/2006/main">
              <a:ext uri="{FF2B5EF4-FFF2-40B4-BE49-F238E27FC236}">
                <a16:creationId xmlns:a16="http://schemas.microsoft.com/office/drawing/2014/main" id="{FC1AD47A-DC97-4757-93BC-D9E00ECBF088}"/>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主卡广播 → Data 设置</a:t>
            </a:r>
          </a:p>
        </p:txBody>
      </p:sp>
      <p:sp>
        <p:nvSpPr>
          <p:cNvPr id="57" name="legacy-line-N-1">
            <a:extLst xmlns:a="http://schemas.openxmlformats.org/drawingml/2006/main">
              <a:ext uri="{FF2B5EF4-FFF2-40B4-BE49-F238E27FC236}">
                <a16:creationId xmlns:a16="http://schemas.microsoft.com/office/drawing/2014/main" id="{A1493368-6572-4731-B793-EB17AD5EF376}"/>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初始迁移保留原联动</a:t>
            </a:r>
          </a:p>
        </p:txBody>
      </p:sp>
      <p:sp>
        <p:nvSpPr>
          <p:cNvPr id="58" name="legacy-flow-note">
            <a:extLst xmlns:a="http://schemas.openxmlformats.org/drawingml/2006/main">
              <a:ext uri="{FF2B5EF4-FFF2-40B4-BE49-F238E27FC236}">
                <a16:creationId xmlns:a16="http://schemas.microsoft.com/office/drawing/2014/main" id="{D6C2089D-18EA-4729-BD39-FCC35BA424E1}"/>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SetPrimarySlotId · 普通协议切换；省略透传函数及中间调用栈</a:t>
            </a:r>
          </a:p>
        </p:txBody>
      </p:sp>
      <p:sp>
        <p:nvSpPr>
          <p:cNvPr id="59" name="application-label">
            <a:extLst xmlns:a="http://schemas.openxmlformats.org/drawingml/2006/main">
              <a:ext uri="{FF2B5EF4-FFF2-40B4-BE49-F238E27FC236}">
                <a16:creationId xmlns:a16="http://schemas.microsoft.com/office/drawing/2014/main" id="{880E49CF-1505-4802-8C10-7037AB2F9996}"/>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60" name="domain-label">
            <a:extLst xmlns:a="http://schemas.openxmlformats.org/drawingml/2006/main">
              <a:ext uri="{FF2B5EF4-FFF2-40B4-BE49-F238E27FC236}">
                <a16:creationId xmlns:a16="http://schemas.microsoft.com/office/drawing/2014/main" id="{BB2A7FAB-3A2E-4758-A2B7-359E597F0149}"/>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61" name="target-edge-RO">
            <a:extLst xmlns:a="http://schemas.openxmlformats.org/drawingml/2006/main">
              <a:ext uri="{FF2B5EF4-FFF2-40B4-BE49-F238E27FC236}">
                <a16:creationId xmlns:a16="http://schemas.microsoft.com/office/drawing/2014/main" id="{041132A7-0D3B-441E-874A-33A95D2C0CA8}"/>
              </a:ext>
            </a:extLst>
          </p:cNvPr>
          <p:cNvSpPr>
            <a:spLocks xmlns:a="http://schemas.openxmlformats.org/drawingml/2006/main" noGrp="1"/>
          </p:cNvSpPr>
          <p:nvPr/>
        </p:nvSpPr>
        <p:spPr>
          <a:xfrm xmlns:a="http://schemas.openxmlformats.org/drawingml/2006/main">
            <a:off x="6334125" y="3943350"/>
            <a:ext cx="257175" cy="1752600"/>
          </a:xfrm>
          <a:custGeom xmlns:a="http://schemas.openxmlformats.org/drawingml/2006/main">
            <a:pathLst>
              <a:path w="257175" h="1752600">
                <a:moveTo>
                  <a:pt x="257175" y="1752600"/>
                </a:moveTo>
                <a:lnTo>
                  <a:pt x="0" y="1752600"/>
                </a:lnTo>
                <a:lnTo>
                  <a:pt x="0" y="0"/>
                </a:lnTo>
                <a:lnTo>
                  <a:pt x="257175" y="0"/>
                </a:lnTo>
              </a:path>
            </a:pathLst>
          </a:custGeom>
          <a:noFill xmlns:a="http://schemas.openxmlformats.org/drawingml/2006/main"/>
          <a:ln xmlns:a="http://schemas.openxmlformats.org/drawingml/2006/main" w="16193">
            <a:solidFill>
              <a:srgbClr val="B56812"/>
            </a:solidFill>
            <a:prstDash val="dash"/>
          </a:ln>
        </p:spPr>
      </p:sp>
      <p:sp>
        <p:nvSpPr>
          <p:cNvPr id="62" name="target-edge-RO-head">
            <a:extLst xmlns:a="http://schemas.openxmlformats.org/drawingml/2006/main">
              <a:ext uri="{FF2B5EF4-FFF2-40B4-BE49-F238E27FC236}">
                <a16:creationId xmlns:a16="http://schemas.microsoft.com/office/drawing/2014/main" id="{95260FB4-8378-45A8-8C37-77B2C7A7F610}"/>
              </a:ext>
            </a:extLst>
          </p:cNvPr>
          <p:cNvSpPr>
            <a:spLocks xmlns:a="http://schemas.openxmlformats.org/drawingml/2006/main" noGrp="1"/>
          </p:cNvSpPr>
          <p:nvPr/>
        </p:nvSpPr>
        <p:spPr>
          <a:xfrm xmlns:a="http://schemas.openxmlformats.org/drawingml/2006/main">
            <a:off x="6534150" y="39147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B56812"/>
            </a:solidFill>
            <a:prstDash val="solid"/>
          </a:ln>
        </p:spPr>
      </p:sp>
      <p:sp>
        <p:nvSpPr>
          <p:cNvPr id="63" name="target-edge-label-RO">
            <a:extLst xmlns:a="http://schemas.openxmlformats.org/drawingml/2006/main">
              <a:ext uri="{FF2B5EF4-FFF2-40B4-BE49-F238E27FC236}">
                <a16:creationId xmlns:a16="http://schemas.microsoft.com/office/drawing/2014/main" id="{9CC8D650-DD57-435A-B012-BBD5C64AA782}"/>
              </a:ext>
            </a:extLst>
          </p:cNvPr>
          <p:cNvSpPr>
            <a:spLocks xmlns:a="http://schemas.openxmlformats.org/drawingml/2006/main" noGrp="1"/>
          </p:cNvSpPr>
          <p:nvPr/>
        </p:nvSpPr>
        <p:spPr>
          <a:xfrm xmlns:a="http://schemas.openxmlformats.org/drawingml/2006/main">
            <a:off x="6134100" y="4991100"/>
            <a:ext cx="29527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B56812"/>
                </a:solidFill>
                <a:latin typeface="Microsoft YaHei"/>
                <a:ea typeface="Microsoft YaHei"/>
                <a:cs typeface="Microsoft YaHei"/>
              </a:defRPr>
            </a:defPPr>
            <a:lvl1pPr algn="ctr">
              <a:defRPr sz="1050" b="0">
                <a:solidFill>
                  <a:srgbClr val="B56812"/>
                </a:solidFill>
                <a:latin typeface="Microsoft YaHei"/>
                <a:ea typeface="Microsoft YaHei"/>
                <a:cs typeface="Microsoft YaHei"/>
              </a:defRPr>
            </a:lvl1pPr>
            <a:lvl2pPr algn="ctr">
              <a:defRPr sz="1050" b="0">
                <a:solidFill>
                  <a:srgbClr val="B56812"/>
                </a:solidFill>
                <a:latin typeface="Microsoft YaHei"/>
                <a:ea typeface="Microsoft YaHei"/>
                <a:cs typeface="Microsoft YaHei"/>
              </a:defRPr>
            </a:lvl2pPr>
            <a:lvl3pPr algn="ctr">
              <a:defRPr sz="1050" b="0">
                <a:solidFill>
                  <a:srgbClr val="B56812"/>
                </a:solidFill>
                <a:latin typeface="Microsoft YaHei"/>
                <a:ea typeface="Microsoft YaHei"/>
                <a:cs typeface="Microsoft YaHei"/>
              </a:defRPr>
            </a:lvl3pPr>
            <a:lvl4pPr algn="ctr">
              <a:defRPr sz="1050" b="0">
                <a:solidFill>
                  <a:srgbClr val="B56812"/>
                </a:solidFill>
                <a:latin typeface="Microsoft YaHei"/>
                <a:ea typeface="Microsoft YaHei"/>
                <a:cs typeface="Microsoft YaHei"/>
              </a:defRPr>
            </a:lvl4pPr>
            <a:lvl5pPr algn="ctr">
              <a:defRPr sz="1050" b="0">
                <a:solidFill>
                  <a:srgbClr val="B56812"/>
                </a:solidFill>
                <a:latin typeface="Microsoft YaHei"/>
                <a:ea typeface="Microsoft YaHei"/>
                <a:cs typeface="Microsoft YaHei"/>
              </a:defRPr>
            </a:lvl5pPr>
            <a:lvl6pPr algn="ctr">
              <a:defRPr sz="1050" b="0">
                <a:solidFill>
                  <a:srgbClr val="B56812"/>
                </a:solidFill>
                <a:latin typeface="Microsoft YaHei"/>
                <a:ea typeface="Microsoft YaHei"/>
                <a:cs typeface="Microsoft YaHei"/>
              </a:defRPr>
            </a:lvl6pPr>
            <a:lvl7pPr algn="ctr">
              <a:defRPr sz="1050" b="0">
                <a:solidFill>
                  <a:srgbClr val="B56812"/>
                </a:solidFill>
                <a:latin typeface="Microsoft YaHei"/>
                <a:ea typeface="Microsoft YaHei"/>
                <a:cs typeface="Microsoft YaHei"/>
              </a:defRPr>
            </a:lvl7pPr>
            <a:lvl8pPr algn="ctr">
              <a:defRPr sz="1050" b="0">
                <a:solidFill>
                  <a:srgbClr val="B56812"/>
                </a:solidFill>
                <a:latin typeface="Microsoft YaHei"/>
                <a:ea typeface="Microsoft YaHei"/>
                <a:cs typeface="Microsoft YaHei"/>
              </a:defRPr>
            </a:lvl8pPr>
            <a:lvl9pPr algn="ctr">
              <a:defRPr sz="1050" b="0">
                <a:solidFill>
                  <a:srgbClr val="B56812"/>
                </a:solidFill>
                <a:latin typeface="Microsoft YaHei"/>
                <a:ea typeface="Microsoft YaHei"/>
                <a:cs typeface="Microsoft YaHei"/>
              </a:defRPr>
            </a:lvl9pPr>
          </a:lstStyle>
          <a:p xmlns:a="http://schemas.openxmlformats.org/drawingml/2006/main">
            <a:pPr algn="ctr">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结果</a:t>
            </a:r>
          </a:p>
        </p:txBody>
      </p:sp>
      <p:sp>
        <p:nvSpPr>
          <p:cNvPr id="64" name="target-edge-OD">
            <a:extLst xmlns:a="http://schemas.openxmlformats.org/drawingml/2006/main">
              <a:ext uri="{FF2B5EF4-FFF2-40B4-BE49-F238E27FC236}">
                <a16:creationId xmlns:a16="http://schemas.microsoft.com/office/drawing/2014/main" id="{9554592D-923F-4EBB-96BA-09CE7661999F}"/>
              </a:ext>
            </a:extLst>
          </p:cNvPr>
          <p:cNvSpPr>
            <a:spLocks xmlns:a="http://schemas.openxmlformats.org/drawingml/2006/main" noGrp="1"/>
          </p:cNvSpPr>
          <p:nvPr/>
        </p:nvSpPr>
        <p:spPr>
          <a:xfrm xmlns:a="http://schemas.openxmlformats.org/drawingml/2006/main">
            <a:off x="7377113"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B56812"/>
            </a:solidFill>
            <a:prstDash val="dash"/>
          </a:ln>
        </p:spPr>
      </p:sp>
      <p:sp>
        <p:nvSpPr>
          <p:cNvPr id="65" name="target-edge-OD-head">
            <a:extLst xmlns:a="http://schemas.openxmlformats.org/drawingml/2006/main">
              <a:ext uri="{FF2B5EF4-FFF2-40B4-BE49-F238E27FC236}">
                <a16:creationId xmlns:a16="http://schemas.microsoft.com/office/drawing/2014/main" id="{154A1545-F167-4F3E-B397-08BE9B063DDA}"/>
              </a:ext>
            </a:extLst>
          </p:cNvPr>
          <p:cNvSpPr>
            <a:spLocks xmlns:a="http://schemas.openxmlformats.org/drawingml/2006/main" noGrp="1"/>
          </p:cNvSpPr>
          <p:nvPr/>
        </p:nvSpPr>
        <p:spPr>
          <a:xfrm xmlns:a="http://schemas.openxmlformats.org/drawingml/2006/main">
            <a:off x="7353300"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B56812"/>
            </a:solidFill>
            <a:prstDash val="solid"/>
          </a:ln>
        </p:spPr>
      </p:sp>
      <p:sp>
        <p:nvSpPr>
          <p:cNvPr id="66" name="target-edge-OA">
            <a:extLst xmlns:a="http://schemas.openxmlformats.org/drawingml/2006/main">
              <a:ext uri="{FF2B5EF4-FFF2-40B4-BE49-F238E27FC236}">
                <a16:creationId xmlns:a16="http://schemas.microsoft.com/office/drawing/2014/main" id="{8C8E5F7F-4040-4C43-A196-25B21B43FFFE}"/>
              </a:ext>
            </a:extLst>
          </p:cNvPr>
          <p:cNvSpPr>
            <a:spLocks xmlns:a="http://schemas.openxmlformats.org/drawingml/2006/main" noGrp="1"/>
          </p:cNvSpPr>
          <p:nvPr/>
        </p:nvSpPr>
        <p:spPr>
          <a:xfrm xmlns:a="http://schemas.openxmlformats.org/drawingml/2006/main">
            <a:off x="8001000" y="3257550"/>
            <a:ext cx="3333750" cy="114300"/>
          </a:xfrm>
          <a:custGeom xmlns:a="http://schemas.openxmlformats.org/drawingml/2006/main">
            <a:pathLst>
              <a:path w="3333750" h="114300">
                <a:moveTo>
                  <a:pt x="0" y="114300"/>
                </a:moveTo>
                <a:lnTo>
                  <a:pt x="0" y="0"/>
                </a:lnTo>
                <a:lnTo>
                  <a:pt x="3333750" y="0"/>
                </a:lnTo>
                <a:lnTo>
                  <a:pt x="3333750" y="114300"/>
                </a:lnTo>
              </a:path>
            </a:pathLst>
          </a:custGeom>
          <a:noFill xmlns:a="http://schemas.openxmlformats.org/drawingml/2006/main"/>
          <a:ln xmlns:a="http://schemas.openxmlformats.org/drawingml/2006/main" w="16193">
            <a:solidFill>
              <a:srgbClr val="B56812"/>
            </a:solidFill>
            <a:prstDash val="dash"/>
          </a:ln>
        </p:spPr>
      </p:sp>
      <p:sp>
        <p:nvSpPr>
          <p:cNvPr id="67" name="target-edge-OA-head">
            <a:extLst xmlns:a="http://schemas.openxmlformats.org/drawingml/2006/main">
              <a:ext uri="{FF2B5EF4-FFF2-40B4-BE49-F238E27FC236}">
                <a16:creationId xmlns:a16="http://schemas.microsoft.com/office/drawing/2014/main" id="{4BC5F6BD-0264-4929-BBDC-D22EB38583D8}"/>
              </a:ext>
            </a:extLst>
          </p:cNvPr>
          <p:cNvSpPr>
            <a:spLocks xmlns:a="http://schemas.openxmlformats.org/drawingml/2006/main" noGrp="1"/>
          </p:cNvSpPr>
          <p:nvPr/>
        </p:nvSpPr>
        <p:spPr>
          <a:xfrm xmlns:a="http://schemas.openxmlformats.org/drawingml/2006/main">
            <a:off x="11306175" y="33147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B56812"/>
            </a:solidFill>
            <a:prstDash val="solid"/>
          </a:ln>
        </p:spPr>
      </p:sp>
      <p:sp>
        <p:nvSpPr>
          <p:cNvPr id="68" name="target-edge-label-OA">
            <a:extLst xmlns:a="http://schemas.openxmlformats.org/drawingml/2006/main">
              <a:ext uri="{FF2B5EF4-FFF2-40B4-BE49-F238E27FC236}">
                <a16:creationId xmlns:a16="http://schemas.microsoft.com/office/drawing/2014/main" id="{57A51764-3D62-4805-9FB3-9F57504E2A91}"/>
              </a:ext>
            </a:extLst>
          </p:cNvPr>
          <p:cNvSpPr>
            <a:spLocks xmlns:a="http://schemas.openxmlformats.org/drawingml/2006/main" noGrp="1"/>
          </p:cNvSpPr>
          <p:nvPr/>
        </p:nvSpPr>
        <p:spPr>
          <a:xfrm xmlns:a="http://schemas.openxmlformats.org/drawingml/2006/main">
            <a:off x="9763125" y="3152775"/>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B56812"/>
                </a:solidFill>
                <a:latin typeface="Microsoft YaHei"/>
                <a:ea typeface="Microsoft YaHei"/>
                <a:cs typeface="Microsoft YaHei"/>
              </a:defRPr>
            </a:defPPr>
            <a:lvl1pPr algn="ctr">
              <a:defRPr sz="1050" b="0">
                <a:solidFill>
                  <a:srgbClr val="B56812"/>
                </a:solidFill>
                <a:latin typeface="Microsoft YaHei"/>
                <a:ea typeface="Microsoft YaHei"/>
                <a:cs typeface="Microsoft YaHei"/>
              </a:defRPr>
            </a:lvl1pPr>
            <a:lvl2pPr algn="ctr">
              <a:defRPr sz="1050" b="0">
                <a:solidFill>
                  <a:srgbClr val="B56812"/>
                </a:solidFill>
                <a:latin typeface="Microsoft YaHei"/>
                <a:ea typeface="Microsoft YaHei"/>
                <a:cs typeface="Microsoft YaHei"/>
              </a:defRPr>
            </a:lvl2pPr>
            <a:lvl3pPr algn="ctr">
              <a:defRPr sz="1050" b="0">
                <a:solidFill>
                  <a:srgbClr val="B56812"/>
                </a:solidFill>
                <a:latin typeface="Microsoft YaHei"/>
                <a:ea typeface="Microsoft YaHei"/>
                <a:cs typeface="Microsoft YaHei"/>
              </a:defRPr>
            </a:lvl3pPr>
            <a:lvl4pPr algn="ctr">
              <a:defRPr sz="1050" b="0">
                <a:solidFill>
                  <a:srgbClr val="B56812"/>
                </a:solidFill>
                <a:latin typeface="Microsoft YaHei"/>
                <a:ea typeface="Microsoft YaHei"/>
                <a:cs typeface="Microsoft YaHei"/>
              </a:defRPr>
            </a:lvl4pPr>
            <a:lvl5pPr algn="ctr">
              <a:defRPr sz="1050" b="0">
                <a:solidFill>
                  <a:srgbClr val="B56812"/>
                </a:solidFill>
                <a:latin typeface="Microsoft YaHei"/>
                <a:ea typeface="Microsoft YaHei"/>
                <a:cs typeface="Microsoft YaHei"/>
              </a:defRPr>
            </a:lvl5pPr>
            <a:lvl6pPr algn="ctr">
              <a:defRPr sz="1050" b="0">
                <a:solidFill>
                  <a:srgbClr val="B56812"/>
                </a:solidFill>
                <a:latin typeface="Microsoft YaHei"/>
                <a:ea typeface="Microsoft YaHei"/>
                <a:cs typeface="Microsoft YaHei"/>
              </a:defRPr>
            </a:lvl6pPr>
            <a:lvl7pPr algn="ctr">
              <a:defRPr sz="1050" b="0">
                <a:solidFill>
                  <a:srgbClr val="B56812"/>
                </a:solidFill>
                <a:latin typeface="Microsoft YaHei"/>
                <a:ea typeface="Microsoft YaHei"/>
                <a:cs typeface="Microsoft YaHei"/>
              </a:defRPr>
            </a:lvl7pPr>
            <a:lvl8pPr algn="ctr">
              <a:defRPr sz="1050" b="0">
                <a:solidFill>
                  <a:srgbClr val="B56812"/>
                </a:solidFill>
                <a:latin typeface="Microsoft YaHei"/>
                <a:ea typeface="Microsoft YaHei"/>
                <a:cs typeface="Microsoft YaHei"/>
              </a:defRPr>
            </a:lvl8pPr>
            <a:lvl9pPr algn="ctr">
              <a:defRPr sz="1050" b="0">
                <a:solidFill>
                  <a:srgbClr val="B56812"/>
                </a:solidFill>
                <a:latin typeface="Microsoft YaHei"/>
                <a:ea typeface="Microsoft YaHei"/>
                <a:cs typeface="Microsoft YaHei"/>
              </a:defRPr>
            </a:lvl9pPr>
          </a:lstStyle>
          <a:p xmlns:a="http://schemas.openxmlformats.org/drawingml/2006/main">
            <a:pPr algn="ctr">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规则</a:t>
            </a:r>
          </a:p>
        </p:txBody>
      </p:sp>
      <p:sp>
        <p:nvSpPr>
          <p:cNvPr id="69" name="target-edge-AI">
            <a:extLst xmlns:a="http://schemas.openxmlformats.org/drawingml/2006/main">
              <a:ext uri="{FF2B5EF4-FFF2-40B4-BE49-F238E27FC236}">
                <a16:creationId xmlns:a16="http://schemas.microsoft.com/office/drawing/2014/main" id="{58449313-0AEA-426B-9BFE-499E4590D070}"/>
              </a:ext>
            </a:extLst>
          </p:cNvPr>
          <p:cNvSpPr>
            <a:spLocks xmlns:a="http://schemas.openxmlformats.org/drawingml/2006/main" noGrp="1"/>
          </p:cNvSpPr>
          <p:nvPr/>
        </p:nvSpPr>
        <p:spPr>
          <a:xfrm xmlns:a="http://schemas.openxmlformats.org/drawingml/2006/main">
            <a:off x="11696700" y="3800475"/>
            <a:ext cx="171450" cy="1743075"/>
          </a:xfrm>
          <a:custGeom xmlns:a="http://schemas.openxmlformats.org/drawingml/2006/main">
            <a:pathLst>
              <a:path w="171450" h="1743075">
                <a:moveTo>
                  <a:pt x="0" y="0"/>
                </a:moveTo>
                <a:lnTo>
                  <a:pt x="171450" y="0"/>
                </a:lnTo>
                <a:lnTo>
                  <a:pt x="171450" y="1743075"/>
                </a:lnTo>
                <a:lnTo>
                  <a:pt x="0" y="1743075"/>
                </a:lnTo>
              </a:path>
            </a:pathLst>
          </a:custGeom>
          <a:noFill xmlns:a="http://schemas.openxmlformats.org/drawingml/2006/main"/>
          <a:ln xmlns:a="http://schemas.openxmlformats.org/drawingml/2006/main" w="16193">
            <a:solidFill>
              <a:srgbClr val="B56812"/>
            </a:solidFill>
            <a:prstDash val="dash"/>
          </a:ln>
        </p:spPr>
      </p:sp>
      <p:sp>
        <p:nvSpPr>
          <p:cNvPr id="70" name="target-edge-AI-head">
            <a:extLst xmlns:a="http://schemas.openxmlformats.org/drawingml/2006/main">
              <a:ext uri="{FF2B5EF4-FFF2-40B4-BE49-F238E27FC236}">
                <a16:creationId xmlns:a16="http://schemas.microsoft.com/office/drawing/2014/main" id="{55E05CF7-7299-449B-A5D2-6565D0A48519}"/>
              </a:ext>
            </a:extLst>
          </p:cNvPr>
          <p:cNvSpPr>
            <a:spLocks xmlns:a="http://schemas.openxmlformats.org/drawingml/2006/main" noGrp="1"/>
          </p:cNvSpPr>
          <p:nvPr/>
        </p:nvSpPr>
        <p:spPr>
          <a:xfrm xmlns:a="http://schemas.openxmlformats.org/drawingml/2006/main">
            <a:off x="11696700" y="55149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6193">
            <a:solidFill>
              <a:srgbClr val="B56812"/>
            </a:solidFill>
            <a:prstDash val="solid"/>
          </a:ln>
        </p:spPr>
      </p:sp>
      <p:sp>
        <p:nvSpPr>
          <p:cNvPr id="71" name="target-edge-label-AI">
            <a:extLst xmlns:a="http://schemas.openxmlformats.org/drawingml/2006/main">
              <a:ext uri="{FF2B5EF4-FFF2-40B4-BE49-F238E27FC236}">
                <a16:creationId xmlns:a16="http://schemas.microsoft.com/office/drawing/2014/main" id="{79DF4FAF-2738-4155-A2F1-4C46449C9531}"/>
              </a:ext>
            </a:extLst>
          </p:cNvPr>
          <p:cNvSpPr>
            <a:spLocks xmlns:a="http://schemas.openxmlformats.org/drawingml/2006/main" noGrp="1"/>
          </p:cNvSpPr>
          <p:nvPr/>
        </p:nvSpPr>
        <p:spPr>
          <a:xfrm xmlns:a="http://schemas.openxmlformats.org/drawingml/2006/main">
            <a:off x="11715750" y="4572000"/>
            <a:ext cx="3619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B56812"/>
                </a:solidFill>
                <a:latin typeface="Microsoft YaHei"/>
                <a:ea typeface="Microsoft YaHei"/>
                <a:cs typeface="Microsoft YaHei"/>
              </a:defRPr>
            </a:defPPr>
            <a:lvl1pPr algn="ctr">
              <a:defRPr sz="1050" b="0">
                <a:solidFill>
                  <a:srgbClr val="B56812"/>
                </a:solidFill>
                <a:latin typeface="Microsoft YaHei"/>
                <a:ea typeface="Microsoft YaHei"/>
                <a:cs typeface="Microsoft YaHei"/>
              </a:defRPr>
            </a:lvl1pPr>
            <a:lvl2pPr algn="ctr">
              <a:defRPr sz="1050" b="0">
                <a:solidFill>
                  <a:srgbClr val="B56812"/>
                </a:solidFill>
                <a:latin typeface="Microsoft YaHei"/>
                <a:ea typeface="Microsoft YaHei"/>
                <a:cs typeface="Microsoft YaHei"/>
              </a:defRPr>
            </a:lvl2pPr>
            <a:lvl3pPr algn="ctr">
              <a:defRPr sz="1050" b="0">
                <a:solidFill>
                  <a:srgbClr val="B56812"/>
                </a:solidFill>
                <a:latin typeface="Microsoft YaHei"/>
                <a:ea typeface="Microsoft YaHei"/>
                <a:cs typeface="Microsoft YaHei"/>
              </a:defRPr>
            </a:lvl3pPr>
            <a:lvl4pPr algn="ctr">
              <a:defRPr sz="1050" b="0">
                <a:solidFill>
                  <a:srgbClr val="B56812"/>
                </a:solidFill>
                <a:latin typeface="Microsoft YaHei"/>
                <a:ea typeface="Microsoft YaHei"/>
                <a:cs typeface="Microsoft YaHei"/>
              </a:defRPr>
            </a:lvl4pPr>
            <a:lvl5pPr algn="ctr">
              <a:defRPr sz="1050" b="0">
                <a:solidFill>
                  <a:srgbClr val="B56812"/>
                </a:solidFill>
                <a:latin typeface="Microsoft YaHei"/>
                <a:ea typeface="Microsoft YaHei"/>
                <a:cs typeface="Microsoft YaHei"/>
              </a:defRPr>
            </a:lvl5pPr>
            <a:lvl6pPr algn="ctr">
              <a:defRPr sz="1050" b="0">
                <a:solidFill>
                  <a:srgbClr val="B56812"/>
                </a:solidFill>
                <a:latin typeface="Microsoft YaHei"/>
                <a:ea typeface="Microsoft YaHei"/>
                <a:cs typeface="Microsoft YaHei"/>
              </a:defRPr>
            </a:lvl6pPr>
            <a:lvl7pPr algn="ctr">
              <a:defRPr sz="1050" b="0">
                <a:solidFill>
                  <a:srgbClr val="B56812"/>
                </a:solidFill>
                <a:latin typeface="Microsoft YaHei"/>
                <a:ea typeface="Microsoft YaHei"/>
                <a:cs typeface="Microsoft YaHei"/>
              </a:defRPr>
            </a:lvl7pPr>
            <a:lvl8pPr algn="ctr">
              <a:defRPr sz="1050" b="0">
                <a:solidFill>
                  <a:srgbClr val="B56812"/>
                </a:solidFill>
                <a:latin typeface="Microsoft YaHei"/>
                <a:ea typeface="Microsoft YaHei"/>
                <a:cs typeface="Microsoft YaHei"/>
              </a:defRPr>
            </a:lvl8pPr>
            <a:lvl9pPr algn="ctr">
              <a:defRPr sz="1050" b="0">
                <a:solidFill>
                  <a:srgbClr val="B56812"/>
                </a:solidFill>
                <a:latin typeface="Microsoft YaHei"/>
                <a:ea typeface="Microsoft YaHei"/>
                <a:cs typeface="Microsoft YaHei"/>
              </a:defRPr>
            </a:lvl9pPr>
          </a:lstStyle>
          <a:p xmlns:a="http://schemas.openxmlformats.org/drawingml/2006/main">
            <a:pPr algn="ctr">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适配</a:t>
            </a:r>
          </a:p>
        </p:txBody>
      </p:sp>
      <p:sp>
        <p:nvSpPr>
          <p:cNvPr id="72" name="target-edge-OC">
            <a:extLst xmlns:a="http://schemas.openxmlformats.org/drawingml/2006/main">
              <a:ext uri="{FF2B5EF4-FFF2-40B4-BE49-F238E27FC236}">
                <a16:creationId xmlns:a16="http://schemas.microsoft.com/office/drawing/2014/main" id="{F2F8D4E4-0FD9-4822-88D2-A73063DCD6A4}"/>
              </a:ext>
            </a:extLst>
          </p:cNvPr>
          <p:cNvSpPr>
            <a:spLocks xmlns:a="http://schemas.openxmlformats.org/drawingml/2006/main" noGrp="1"/>
          </p:cNvSpPr>
          <p:nvPr/>
        </p:nvSpPr>
        <p:spPr>
          <a:xfrm xmlns:a="http://schemas.openxmlformats.org/drawingml/2006/main">
            <a:off x="6219825" y="2876550"/>
            <a:ext cx="371475" cy="600075"/>
          </a:xfrm>
          <a:custGeom xmlns:a="http://schemas.openxmlformats.org/drawingml/2006/main">
            <a:pathLst>
              <a:path w="371475" h="600075">
                <a:moveTo>
                  <a:pt x="371475" y="600075"/>
                </a:moveTo>
                <a:lnTo>
                  <a:pt x="0" y="600075"/>
                </a:lnTo>
                <a:lnTo>
                  <a:pt x="0" y="0"/>
                </a:lnTo>
                <a:lnTo>
                  <a:pt x="371475" y="0"/>
                </a:lnTo>
              </a:path>
            </a:pathLst>
          </a:custGeom>
          <a:noFill xmlns:a="http://schemas.openxmlformats.org/drawingml/2006/main"/>
          <a:ln xmlns:a="http://schemas.openxmlformats.org/drawingml/2006/main" w="16193">
            <a:solidFill>
              <a:srgbClr val="B56812"/>
            </a:solidFill>
            <a:prstDash val="dash"/>
          </a:ln>
        </p:spPr>
      </p:sp>
      <p:sp>
        <p:nvSpPr>
          <p:cNvPr id="73" name="target-edge-OC-head">
            <a:extLst xmlns:a="http://schemas.openxmlformats.org/drawingml/2006/main">
              <a:ext uri="{FF2B5EF4-FFF2-40B4-BE49-F238E27FC236}">
                <a16:creationId xmlns:a16="http://schemas.microsoft.com/office/drawing/2014/main" id="{B45D5DDC-3414-4223-A123-65D9D568B3B4}"/>
              </a:ext>
            </a:extLst>
          </p:cNvPr>
          <p:cNvSpPr>
            <a:spLocks xmlns:a="http://schemas.openxmlformats.org/drawingml/2006/main" noGrp="1"/>
          </p:cNvSpPr>
          <p:nvPr/>
        </p:nvSpPr>
        <p:spPr>
          <a:xfrm xmlns:a="http://schemas.openxmlformats.org/drawingml/2006/main">
            <a:off x="6534150" y="28479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B56812"/>
            </a:solidFill>
            <a:prstDash val="solid"/>
          </a:ln>
        </p:spPr>
      </p:sp>
      <p:sp>
        <p:nvSpPr>
          <p:cNvPr id="74" name="target-edge-label-OC">
            <a:extLst xmlns:a="http://schemas.openxmlformats.org/drawingml/2006/main">
              <a:ext uri="{FF2B5EF4-FFF2-40B4-BE49-F238E27FC236}">
                <a16:creationId xmlns:a16="http://schemas.microsoft.com/office/drawing/2014/main" id="{C8A06060-40A4-40AD-876E-6B3D2E86414C}"/>
              </a:ext>
            </a:extLst>
          </p:cNvPr>
          <p:cNvSpPr>
            <a:spLocks xmlns:a="http://schemas.openxmlformats.org/drawingml/2006/main" noGrp="1"/>
          </p:cNvSpPr>
          <p:nvPr/>
        </p:nvSpPr>
        <p:spPr>
          <a:xfrm xmlns:a="http://schemas.openxmlformats.org/drawingml/2006/main">
            <a:off x="6143625" y="3200400"/>
            <a:ext cx="36195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B56812"/>
                </a:solidFill>
                <a:latin typeface="Microsoft YaHei"/>
                <a:ea typeface="Microsoft YaHei"/>
                <a:cs typeface="Microsoft YaHei"/>
              </a:defRPr>
            </a:defPPr>
            <a:lvl1pPr algn="ctr">
              <a:defRPr sz="1050" b="0">
                <a:solidFill>
                  <a:srgbClr val="B56812"/>
                </a:solidFill>
                <a:latin typeface="Microsoft YaHei"/>
                <a:ea typeface="Microsoft YaHei"/>
                <a:cs typeface="Microsoft YaHei"/>
              </a:defRPr>
            </a:lvl1pPr>
            <a:lvl2pPr algn="ctr">
              <a:defRPr sz="1050" b="0">
                <a:solidFill>
                  <a:srgbClr val="B56812"/>
                </a:solidFill>
                <a:latin typeface="Microsoft YaHei"/>
                <a:ea typeface="Microsoft YaHei"/>
                <a:cs typeface="Microsoft YaHei"/>
              </a:defRPr>
            </a:lvl2pPr>
            <a:lvl3pPr algn="ctr">
              <a:defRPr sz="1050" b="0">
                <a:solidFill>
                  <a:srgbClr val="B56812"/>
                </a:solidFill>
                <a:latin typeface="Microsoft YaHei"/>
                <a:ea typeface="Microsoft YaHei"/>
                <a:cs typeface="Microsoft YaHei"/>
              </a:defRPr>
            </a:lvl3pPr>
            <a:lvl4pPr algn="ctr">
              <a:defRPr sz="1050" b="0">
                <a:solidFill>
                  <a:srgbClr val="B56812"/>
                </a:solidFill>
                <a:latin typeface="Microsoft YaHei"/>
                <a:ea typeface="Microsoft YaHei"/>
                <a:cs typeface="Microsoft YaHei"/>
              </a:defRPr>
            </a:lvl4pPr>
            <a:lvl5pPr algn="ctr">
              <a:defRPr sz="1050" b="0">
                <a:solidFill>
                  <a:srgbClr val="B56812"/>
                </a:solidFill>
                <a:latin typeface="Microsoft YaHei"/>
                <a:ea typeface="Microsoft YaHei"/>
                <a:cs typeface="Microsoft YaHei"/>
              </a:defRPr>
            </a:lvl5pPr>
            <a:lvl6pPr algn="ctr">
              <a:defRPr sz="1050" b="0">
                <a:solidFill>
                  <a:srgbClr val="B56812"/>
                </a:solidFill>
                <a:latin typeface="Microsoft YaHei"/>
                <a:ea typeface="Microsoft YaHei"/>
                <a:cs typeface="Microsoft YaHei"/>
              </a:defRPr>
            </a:lvl6pPr>
            <a:lvl7pPr algn="ctr">
              <a:defRPr sz="1050" b="0">
                <a:solidFill>
                  <a:srgbClr val="B56812"/>
                </a:solidFill>
                <a:latin typeface="Microsoft YaHei"/>
                <a:ea typeface="Microsoft YaHei"/>
                <a:cs typeface="Microsoft YaHei"/>
              </a:defRPr>
            </a:lvl7pPr>
            <a:lvl8pPr algn="ctr">
              <a:defRPr sz="1050" b="0">
                <a:solidFill>
                  <a:srgbClr val="B56812"/>
                </a:solidFill>
                <a:latin typeface="Microsoft YaHei"/>
                <a:ea typeface="Microsoft YaHei"/>
                <a:cs typeface="Microsoft YaHei"/>
              </a:defRPr>
            </a:lvl8pPr>
            <a:lvl9pPr algn="ctr">
              <a:defRPr sz="1050" b="0">
                <a:solidFill>
                  <a:srgbClr val="B56812"/>
                </a:solidFill>
                <a:latin typeface="Microsoft YaHei"/>
                <a:ea typeface="Microsoft YaHei"/>
                <a:cs typeface="Microsoft YaHei"/>
              </a:defRPr>
            </a:lvl9pPr>
          </a:lstStyle>
          <a:p xmlns:a="http://schemas.openxmlformats.org/drawingml/2006/main">
            <a:pPr algn="ctr">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完成</a:t>
            </a:r>
          </a:p>
        </p:txBody>
      </p:sp>
      <p:sp>
        <p:nvSpPr>
          <p:cNvPr id="75" name="target-node-C">
            <a:extLst xmlns:a="http://schemas.openxmlformats.org/drawingml/2006/main">
              <a:ext uri="{FF2B5EF4-FFF2-40B4-BE49-F238E27FC236}">
                <a16:creationId xmlns:a16="http://schemas.microsoft.com/office/drawing/2014/main" id="{50392FEB-141A-4401-9ED4-22A0F300E9BD}"/>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4DF"/>
          </a:solidFill>
          <a:ln xmlns:a="http://schemas.openxmlformats.org/drawingml/2006/main" w="14288">
            <a:solidFill>
              <a:srgbClr val="B56812"/>
            </a:solidFill>
            <a:prstDash val="solid"/>
          </a:ln>
        </p:spPr>
      </p:sp>
      <p:sp>
        <p:nvSpPr>
          <p:cNvPr id="76" name="target-title-C">
            <a:extLst xmlns:a="http://schemas.openxmlformats.org/drawingml/2006/main">
              <a:ext uri="{FF2B5EF4-FFF2-40B4-BE49-F238E27FC236}">
                <a16:creationId xmlns:a16="http://schemas.microsoft.com/office/drawing/2014/main" id="{9CB9D5B8-4806-4785-8BC2-88D37796A2E8}"/>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C 旧接口兼容</a:t>
            </a:r>
          </a:p>
        </p:txBody>
      </p:sp>
      <p:sp>
        <p:nvSpPr>
          <p:cNvPr id="77" name="target-alias-C">
            <a:extLst xmlns:a="http://schemas.openxmlformats.org/drawingml/2006/main">
              <a:ext uri="{FF2B5EF4-FFF2-40B4-BE49-F238E27FC236}">
                <a16:creationId xmlns:a16="http://schemas.microsoft.com/office/drawing/2014/main" id="{B090264F-BC5C-42A7-B941-F0558E6ABD23}"/>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56657A"/>
                </a:solidFill>
                <a:latin typeface="Microsoft YaHei"/>
                <a:ea typeface="Microsoft YaHei"/>
                <a:cs typeface="Microsoft YaHei"/>
              </a:defRPr>
            </a:defPPr>
            <a:lvl1pPr algn="l">
              <a:defRPr sz="1238" b="0">
                <a:solidFill>
                  <a:srgbClr val="56657A"/>
                </a:solidFill>
                <a:latin typeface="Microsoft YaHei"/>
                <a:ea typeface="Microsoft YaHei"/>
                <a:cs typeface="Microsoft YaHei"/>
              </a:defRPr>
            </a:lvl1pPr>
            <a:lvl2pPr algn="l">
              <a:defRPr sz="1238" b="0">
                <a:solidFill>
                  <a:srgbClr val="56657A"/>
                </a:solidFill>
                <a:latin typeface="Microsoft YaHei"/>
                <a:ea typeface="Microsoft YaHei"/>
                <a:cs typeface="Microsoft YaHei"/>
              </a:defRPr>
            </a:lvl2pPr>
            <a:lvl3pPr algn="l">
              <a:defRPr sz="1238" b="0">
                <a:solidFill>
                  <a:srgbClr val="56657A"/>
                </a:solidFill>
                <a:latin typeface="Microsoft YaHei"/>
                <a:ea typeface="Microsoft YaHei"/>
                <a:cs typeface="Microsoft YaHei"/>
              </a:defRPr>
            </a:lvl3pPr>
            <a:lvl4pPr algn="l">
              <a:defRPr sz="1238" b="0">
                <a:solidFill>
                  <a:srgbClr val="56657A"/>
                </a:solidFill>
                <a:latin typeface="Microsoft YaHei"/>
                <a:ea typeface="Microsoft YaHei"/>
                <a:cs typeface="Microsoft YaHei"/>
              </a:defRPr>
            </a:lvl4pPr>
            <a:lvl5pPr algn="l">
              <a:defRPr sz="1238" b="0">
                <a:solidFill>
                  <a:srgbClr val="56657A"/>
                </a:solidFill>
                <a:latin typeface="Microsoft YaHei"/>
                <a:ea typeface="Microsoft YaHei"/>
                <a:cs typeface="Microsoft YaHei"/>
              </a:defRPr>
            </a:lvl5pPr>
            <a:lvl6pPr algn="l">
              <a:defRPr sz="1238" b="0">
                <a:solidFill>
                  <a:srgbClr val="56657A"/>
                </a:solidFill>
                <a:latin typeface="Microsoft YaHei"/>
                <a:ea typeface="Microsoft YaHei"/>
                <a:cs typeface="Microsoft YaHei"/>
              </a:defRPr>
            </a:lvl6pPr>
            <a:lvl7pPr algn="l">
              <a:defRPr sz="1238" b="0">
                <a:solidFill>
                  <a:srgbClr val="56657A"/>
                </a:solidFill>
                <a:latin typeface="Microsoft YaHei"/>
                <a:ea typeface="Microsoft YaHei"/>
                <a:cs typeface="Microsoft YaHei"/>
              </a:defRPr>
            </a:lvl7pPr>
            <a:lvl8pPr algn="l">
              <a:defRPr sz="1238" b="0">
                <a:solidFill>
                  <a:srgbClr val="56657A"/>
                </a:solidFill>
                <a:latin typeface="Microsoft YaHei"/>
                <a:ea typeface="Microsoft YaHei"/>
                <a:cs typeface="Microsoft YaHei"/>
              </a:defRPr>
            </a:lvl8pPr>
            <a:lvl9pPr algn="l">
              <a:defRPr sz="1238" b="0">
                <a:solidFill>
                  <a:srgbClr val="56657A"/>
                </a:solidFill>
                <a:latin typeface="Microsoft YaHei"/>
                <a:ea typeface="Microsoft YaHei"/>
                <a:cs typeface="Microsoft YaHei"/>
              </a:defRPr>
            </a:lvl9pPr>
          </a:lstStyle>
          <a:p xmlns:a="http://schemas.openxmlformats.org/drawingml/2006/main">
            <a:pPr algn="l">
              <a:lnSpc>
                <a:spcPct val="102000"/>
              </a:lnSpc>
              <a:buNone/>
              <a:defRPr sz="1238" b="0">
                <a:solidFill>
                  <a:srgbClr val="56657A"/>
                </a:solidFill>
                <a:latin typeface="Microsoft YaHei"/>
                <a:ea typeface="Microsoft YaHei"/>
                <a:cs typeface="Microsoft YaHei"/>
              </a:defRPr>
            </a:pPr>
            <a:r>
              <a:rPr sz="1238" b="0">
                <a:solidFill>
                  <a:srgbClr val="56657A"/>
                </a:solidFill>
                <a:latin typeface="Microsoft YaHei"/>
                <a:ea typeface="Microsoft YaHei"/>
                <a:cs typeface="Microsoft YaHei"/>
              </a:rPr>
              <a:t>旧签名 / 权限 / 错误 / 返回与回调</a:t>
            </a:r>
          </a:p>
        </p:txBody>
      </p:sp>
      <p:sp>
        <p:nvSpPr>
          <p:cNvPr id="78" name="target-func-C">
            <a:extLst xmlns:a="http://schemas.openxmlformats.org/drawingml/2006/main">
              <a:ext uri="{FF2B5EF4-FFF2-40B4-BE49-F238E27FC236}">
                <a16:creationId xmlns:a16="http://schemas.microsoft.com/office/drawing/2014/main" id="{C0251485-F8CC-44E1-8DDD-0E714F26CB82}"/>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沿用原入口、解析点及完成出口</a:t>
            </a:r>
          </a:p>
        </p:txBody>
      </p:sp>
      <p:sp>
        <p:nvSpPr>
          <p:cNvPr id="79" name="target-node-O">
            <a:extLst xmlns:a="http://schemas.openxmlformats.org/drawingml/2006/main">
              <a:ext uri="{FF2B5EF4-FFF2-40B4-BE49-F238E27FC236}">
                <a16:creationId xmlns:a16="http://schemas.microsoft.com/office/drawing/2014/main" id="{80538084-096B-46BD-8B1A-05D57E36D3AB}"/>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FFF4DF"/>
          </a:solidFill>
          <a:ln xmlns:a="http://schemas.openxmlformats.org/drawingml/2006/main" w="14288">
            <a:solidFill>
              <a:srgbClr val="B56812"/>
            </a:solidFill>
            <a:prstDash val="solid"/>
          </a:ln>
        </p:spPr>
      </p:sp>
      <p:sp>
        <p:nvSpPr>
          <p:cNvPr id="80" name="target-title-O">
            <a:extLst xmlns:a="http://schemas.openxmlformats.org/drawingml/2006/main">
              <a:ext uri="{FF2B5EF4-FFF2-40B4-BE49-F238E27FC236}">
                <a16:creationId xmlns:a16="http://schemas.microsoft.com/office/drawing/2014/main" id="{5113B9C6-6074-46C8-840C-509D6648573F}"/>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O 本地操作</a:t>
            </a:r>
          </a:p>
        </p:txBody>
      </p:sp>
      <p:sp>
        <p:nvSpPr>
          <p:cNvPr id="81" name="target-alias-O">
            <a:extLst xmlns:a="http://schemas.openxmlformats.org/drawingml/2006/main">
              <a:ext uri="{FF2B5EF4-FFF2-40B4-BE49-F238E27FC236}">
                <a16:creationId xmlns:a16="http://schemas.microsoft.com/office/drawing/2014/main" id="{13849F03-2ED5-4C7B-B6F5-CAAB67D63595}"/>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56657A"/>
                </a:solidFill>
                <a:latin typeface="Microsoft YaHei"/>
                <a:ea typeface="Microsoft YaHei"/>
                <a:cs typeface="Microsoft YaHei"/>
              </a:defRPr>
            </a:defPPr>
            <a:lvl1pPr algn="l">
              <a:defRPr sz="1075" b="0">
                <a:solidFill>
                  <a:srgbClr val="56657A"/>
                </a:solidFill>
                <a:latin typeface="Microsoft YaHei"/>
                <a:ea typeface="Microsoft YaHei"/>
                <a:cs typeface="Microsoft YaHei"/>
              </a:defRPr>
            </a:lvl1pPr>
            <a:lvl2pPr algn="l">
              <a:defRPr sz="1075" b="0">
                <a:solidFill>
                  <a:srgbClr val="56657A"/>
                </a:solidFill>
                <a:latin typeface="Microsoft YaHei"/>
                <a:ea typeface="Microsoft YaHei"/>
                <a:cs typeface="Microsoft YaHei"/>
              </a:defRPr>
            </a:lvl2pPr>
            <a:lvl3pPr algn="l">
              <a:defRPr sz="1075" b="0">
                <a:solidFill>
                  <a:srgbClr val="56657A"/>
                </a:solidFill>
                <a:latin typeface="Microsoft YaHei"/>
                <a:ea typeface="Microsoft YaHei"/>
                <a:cs typeface="Microsoft YaHei"/>
              </a:defRPr>
            </a:lvl3pPr>
            <a:lvl4pPr algn="l">
              <a:defRPr sz="1075" b="0">
                <a:solidFill>
                  <a:srgbClr val="56657A"/>
                </a:solidFill>
                <a:latin typeface="Microsoft YaHei"/>
                <a:ea typeface="Microsoft YaHei"/>
                <a:cs typeface="Microsoft YaHei"/>
              </a:defRPr>
            </a:lvl4pPr>
            <a:lvl5pPr algn="l">
              <a:defRPr sz="1075" b="0">
                <a:solidFill>
                  <a:srgbClr val="56657A"/>
                </a:solidFill>
                <a:latin typeface="Microsoft YaHei"/>
                <a:ea typeface="Microsoft YaHei"/>
                <a:cs typeface="Microsoft YaHei"/>
              </a:defRPr>
            </a:lvl5pPr>
            <a:lvl6pPr algn="l">
              <a:defRPr sz="1075" b="0">
                <a:solidFill>
                  <a:srgbClr val="56657A"/>
                </a:solidFill>
                <a:latin typeface="Microsoft YaHei"/>
                <a:ea typeface="Microsoft YaHei"/>
                <a:cs typeface="Microsoft YaHei"/>
              </a:defRPr>
            </a:lvl6pPr>
            <a:lvl7pPr algn="l">
              <a:defRPr sz="1075" b="0">
                <a:solidFill>
                  <a:srgbClr val="56657A"/>
                </a:solidFill>
                <a:latin typeface="Microsoft YaHei"/>
                <a:ea typeface="Microsoft YaHei"/>
                <a:cs typeface="Microsoft YaHei"/>
              </a:defRPr>
            </a:lvl7pPr>
            <a:lvl8pPr algn="l">
              <a:defRPr sz="1075" b="0">
                <a:solidFill>
                  <a:srgbClr val="56657A"/>
                </a:solidFill>
                <a:latin typeface="Microsoft YaHei"/>
                <a:ea typeface="Microsoft YaHei"/>
                <a:cs typeface="Microsoft YaHei"/>
              </a:defRPr>
            </a:lvl8pPr>
            <a:lvl9pPr algn="l">
              <a:defRPr sz="1075" b="0">
                <a:solidFill>
                  <a:srgbClr val="56657A"/>
                </a:solidFill>
                <a:latin typeface="Microsoft YaHei"/>
                <a:ea typeface="Microsoft YaHei"/>
                <a:cs typeface="Microsoft YaHei"/>
              </a:defRPr>
            </a:lvl9pPr>
          </a:lstStyle>
          <a:p xmlns:a="http://schemas.openxmlformats.org/drawingml/2006/main">
            <a:pPr algn="l">
              <a:lnSpc>
                <a:spcPct val="102000"/>
              </a:lnSpc>
              <a:buNone/>
              <a:defRPr sz="1075" b="0">
                <a:solidFill>
                  <a:srgbClr val="56657A"/>
                </a:solidFill>
                <a:latin typeface="Microsoft YaHei"/>
                <a:ea typeface="Microsoft YaHei"/>
                <a:cs typeface="Microsoft YaHei"/>
              </a:defRPr>
            </a:pPr>
            <a:r>
              <a:rPr sz="1075" b="0">
                <a:solidFill>
                  <a:srgbClr val="56657A"/>
                </a:solidFill>
                <a:latin typeface="Microsoft YaHei"/>
                <a:ea typeface="Microsoft YaHei"/>
                <a:cs typeface="Microsoft YaHei"/>
              </a:rPr>
              <a:t>OperationCoordinator</a:t>
            </a:r>
          </a:p>
        </p:txBody>
      </p:sp>
      <p:sp>
        <p:nvSpPr>
          <p:cNvPr id="82" name="target-func-O">
            <a:extLst xmlns:a="http://schemas.openxmlformats.org/drawingml/2006/main">
              <a:ext uri="{FF2B5EF4-FFF2-40B4-BE49-F238E27FC236}">
                <a16:creationId xmlns:a16="http://schemas.microsoft.com/office/drawing/2014/main" id="{57380A63-DAAB-49A6-BCF5-CE69729B9A07}"/>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唯一重试 / 效果核对</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旧轮无新轮写权</a:t>
            </a:r>
          </a:p>
        </p:txBody>
      </p:sp>
      <p:sp>
        <p:nvSpPr>
          <p:cNvPr id="83" name="target-node-T">
            <a:extLst xmlns:a="http://schemas.openxmlformats.org/drawingml/2006/main">
              <a:ext uri="{FF2B5EF4-FFF2-40B4-BE49-F238E27FC236}">
                <a16:creationId xmlns:a16="http://schemas.microsoft.com/office/drawing/2014/main" id="{7D85A0B3-5CE4-404F-940C-89F1DE4E699F}"/>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84" name="target-title-T">
            <a:extLst xmlns:a="http://schemas.openxmlformats.org/drawingml/2006/main">
              <a:ext uri="{FF2B5EF4-FFF2-40B4-BE49-F238E27FC236}">
                <a16:creationId xmlns:a16="http://schemas.microsoft.com/office/drawing/2014/main" id="{187C3761-0143-4528-97B7-CC80CD31DEBD}"/>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T 账户与绑定</a:t>
            </a:r>
          </a:p>
        </p:txBody>
      </p:sp>
      <p:sp>
        <p:nvSpPr>
          <p:cNvPr id="85" name="target-alias-T">
            <a:extLst xmlns:a="http://schemas.openxmlformats.org/drawingml/2006/main">
              <a:ext uri="{FF2B5EF4-FFF2-40B4-BE49-F238E27FC236}">
                <a16:creationId xmlns:a16="http://schemas.microsoft.com/office/drawing/2014/main" id="{4DA0E1DB-5E33-4712-B549-4D096829E70B}"/>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TopologyService</a:t>
            </a:r>
          </a:p>
        </p:txBody>
      </p:sp>
      <p:sp>
        <p:nvSpPr>
          <p:cNvPr id="86" name="target-func-T">
            <a:extLst xmlns:a="http://schemas.openxmlformats.org/drawingml/2006/main">
              <a:ext uri="{FF2B5EF4-FFF2-40B4-BE49-F238E27FC236}">
                <a16:creationId xmlns:a16="http://schemas.microsoft.com/office/drawing/2014/main" id="{3FF68EA4-8FD9-4EB3-B8D8-10F3693A17FB}"/>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账户资料与兼容投影</a:t>
            </a:r>
          </a:p>
        </p:txBody>
      </p:sp>
      <p:sp>
        <p:nvSpPr>
          <p:cNvPr id="87" name="target-node-A">
            <a:extLst xmlns:a="http://schemas.openxmlformats.org/drawingml/2006/main">
              <a:ext uri="{FF2B5EF4-FFF2-40B4-BE49-F238E27FC236}">
                <a16:creationId xmlns:a16="http://schemas.microsoft.com/office/drawing/2014/main" id="{A2A4C7EB-A6F6-499A-9940-3F4BFBF5150E}"/>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4DF"/>
          </a:solidFill>
          <a:ln xmlns:a="http://schemas.openxmlformats.org/drawingml/2006/main" w="14288">
            <a:solidFill>
              <a:srgbClr val="B56812"/>
            </a:solidFill>
            <a:prstDash val="solid"/>
          </a:ln>
        </p:spPr>
      </p:sp>
      <p:sp>
        <p:nvSpPr>
          <p:cNvPr id="88" name="target-title-A">
            <a:extLst xmlns:a="http://schemas.openxmlformats.org/drawingml/2006/main">
              <a:ext uri="{FF2B5EF4-FFF2-40B4-BE49-F238E27FC236}">
                <a16:creationId xmlns:a16="http://schemas.microsoft.com/office/drawing/2014/main" id="{5E9E4284-BC74-40A8-A3B5-FF493F584F60}"/>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A 角色与资源</a:t>
            </a:r>
          </a:p>
        </p:txBody>
      </p:sp>
      <p:sp>
        <p:nvSpPr>
          <p:cNvPr id="89" name="target-alias-A">
            <a:extLst xmlns:a="http://schemas.openxmlformats.org/drawingml/2006/main">
              <a:ext uri="{FF2B5EF4-FFF2-40B4-BE49-F238E27FC236}">
                <a16:creationId xmlns:a16="http://schemas.microsoft.com/office/drawing/2014/main" id="{F5E71A9C-D0FA-4FE8-BE50-DFFD0F7E64FA}"/>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AssignmentService</a:t>
            </a:r>
          </a:p>
        </p:txBody>
      </p:sp>
      <p:sp>
        <p:nvSpPr>
          <p:cNvPr id="90" name="target-func-A">
            <a:extLst xmlns:a="http://schemas.openxmlformats.org/drawingml/2006/main">
              <a:ext uri="{FF2B5EF4-FFF2-40B4-BE49-F238E27FC236}">
                <a16:creationId xmlns:a16="http://schemas.microsoft.com/office/drawing/2014/main" id="{C4CECA64-A69E-44BF-9AB6-1F4C4FD98ADC}"/>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参数恢复 ≠ 设备回滚</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凭实际证据更新观察</a:t>
            </a:r>
          </a:p>
        </p:txBody>
      </p:sp>
      <p:sp>
        <p:nvSpPr>
          <p:cNvPr id="91" name="target-node-DO">
            <a:extLst xmlns:a="http://schemas.openxmlformats.org/drawingml/2006/main">
              <a:ext uri="{FF2B5EF4-FFF2-40B4-BE49-F238E27FC236}">
                <a16:creationId xmlns:a16="http://schemas.microsoft.com/office/drawing/2014/main" id="{E86AB69B-277F-4CE7-93DE-DF1EECCE413B}"/>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B56812"/>
            </a:solidFill>
            <a:prstDash val="solid"/>
          </a:ln>
        </p:spPr>
      </p:sp>
      <p:sp>
        <p:nvSpPr>
          <p:cNvPr id="92" name="target-title-DO">
            <a:extLst xmlns:a="http://schemas.openxmlformats.org/drawingml/2006/main">
              <a:ext uri="{FF2B5EF4-FFF2-40B4-BE49-F238E27FC236}">
                <a16:creationId xmlns:a16="http://schemas.microsoft.com/office/drawing/2014/main" id="{81E670FC-8378-4A2E-B9AA-C4C6D92EFE03}"/>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OperationContext</a:t>
            </a:r>
          </a:p>
        </p:txBody>
      </p:sp>
      <p:sp>
        <p:nvSpPr>
          <p:cNvPr id="93" name="target-func-DO">
            <a:extLst xmlns:a="http://schemas.openxmlformats.org/drawingml/2006/main">
              <a:ext uri="{FF2B5EF4-FFF2-40B4-BE49-F238E27FC236}">
                <a16:creationId xmlns:a16="http://schemas.microsoft.com/office/drawing/2014/main" id="{82345259-F47D-4574-BDCC-67893BCA167A}"/>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纯操作状态 / 值对象</a:t>
            </a:r>
          </a:p>
        </p:txBody>
      </p:sp>
      <p:sp>
        <p:nvSpPr>
          <p:cNvPr id="94" name="target-node-DT">
            <a:extLst xmlns:a="http://schemas.openxmlformats.org/drawingml/2006/main">
              <a:ext uri="{FF2B5EF4-FFF2-40B4-BE49-F238E27FC236}">
                <a16:creationId xmlns:a16="http://schemas.microsoft.com/office/drawing/2014/main" id="{E7E85DB1-6B93-4A72-BB2C-FA5A27798438}"/>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95" name="target-title-DT">
            <a:extLst xmlns:a="http://schemas.openxmlformats.org/drawingml/2006/main">
              <a:ext uri="{FF2B5EF4-FFF2-40B4-BE49-F238E27FC236}">
                <a16:creationId xmlns:a16="http://schemas.microsoft.com/office/drawing/2014/main" id="{753CB256-A556-4B22-B933-06B8F39100DF}"/>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96" name="target-func-DT">
            <a:extLst xmlns:a="http://schemas.openxmlformats.org/drawingml/2006/main">
              <a:ext uri="{FF2B5EF4-FFF2-40B4-BE49-F238E27FC236}">
                <a16:creationId xmlns:a16="http://schemas.microsoft.com/office/drawing/2014/main" id="{64C322D8-8C27-4E07-93CC-389E08154D2A}"/>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97" name="target-node-DA">
            <a:extLst xmlns:a="http://schemas.openxmlformats.org/drawingml/2006/main">
              <a:ext uri="{FF2B5EF4-FFF2-40B4-BE49-F238E27FC236}">
                <a16:creationId xmlns:a16="http://schemas.microsoft.com/office/drawing/2014/main" id="{517C973D-8927-4309-A693-9064A18A9912}"/>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98" name="target-title-DA">
            <a:extLst xmlns:a="http://schemas.openxmlformats.org/drawingml/2006/main">
              <a:ext uri="{FF2B5EF4-FFF2-40B4-BE49-F238E27FC236}">
                <a16:creationId xmlns:a16="http://schemas.microsoft.com/office/drawing/2014/main" id="{2A9A85E3-4468-45C4-94C3-4233682F98CE}"/>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99" name="target-func-DA">
            <a:extLst xmlns:a="http://schemas.openxmlformats.org/drawingml/2006/main">
              <a:ext uri="{FF2B5EF4-FFF2-40B4-BE49-F238E27FC236}">
                <a16:creationId xmlns:a16="http://schemas.microsoft.com/office/drawing/2014/main" id="{BEC42BCC-826F-4FF8-BA2F-55D99CD1E89E}"/>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100" name="target-node-R">
            <a:extLst xmlns:a="http://schemas.openxmlformats.org/drawingml/2006/main">
              <a:ext uri="{FF2B5EF4-FFF2-40B4-BE49-F238E27FC236}">
                <a16:creationId xmlns:a16="http://schemas.microsoft.com/office/drawing/2014/main" id="{90742DA2-8BC8-43D4-B3BC-99CAF52BFA8F}"/>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FFF4DF"/>
          </a:solidFill>
          <a:ln xmlns:a="http://schemas.openxmlformats.org/drawingml/2006/main" w="14288">
            <a:solidFill>
              <a:srgbClr val="B56812"/>
            </a:solidFill>
            <a:prstDash val="solid"/>
          </a:ln>
        </p:spPr>
      </p:sp>
      <p:sp>
        <p:nvSpPr>
          <p:cNvPr id="101" name="target-title-R">
            <a:extLst xmlns:a="http://schemas.openxmlformats.org/drawingml/2006/main">
              <a:ext uri="{FF2B5EF4-FFF2-40B4-BE49-F238E27FC236}">
                <a16:creationId xmlns:a16="http://schemas.microsoft.com/office/drawing/2014/main" id="{0CE4A80B-6CED-4922-8B9D-C6180AA71699}"/>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102" name="target-func-R">
            <a:extLst xmlns:a="http://schemas.openxmlformats.org/drawingml/2006/main">
              <a:ext uri="{FF2B5EF4-FFF2-40B4-BE49-F238E27FC236}">
                <a16:creationId xmlns:a16="http://schemas.microsoft.com/office/drawing/2014/main" id="{585A31CB-10F5-4501-A17F-53EDA42B2CDF}"/>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错误回包也先核对本轮</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风险需交错测试证实</a:t>
            </a:r>
          </a:p>
        </p:txBody>
      </p:sp>
      <p:sp>
        <p:nvSpPr>
          <p:cNvPr id="103" name="target-node-I">
            <a:extLst xmlns:a="http://schemas.openxmlformats.org/drawingml/2006/main">
              <a:ext uri="{FF2B5EF4-FFF2-40B4-BE49-F238E27FC236}">
                <a16:creationId xmlns:a16="http://schemas.microsoft.com/office/drawing/2014/main" id="{1F934422-81A2-410F-A103-AD73DAE2C309}"/>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4DF"/>
          </a:solidFill>
          <a:ln xmlns:a="http://schemas.openxmlformats.org/drawingml/2006/main" w="14288">
            <a:solidFill>
              <a:srgbClr val="B56812"/>
            </a:solidFill>
            <a:prstDash val="solid"/>
          </a:ln>
        </p:spPr>
      </p:sp>
      <p:sp>
        <p:nvSpPr>
          <p:cNvPr id="104" name="target-title-I">
            <a:extLst xmlns:a="http://schemas.openxmlformats.org/drawingml/2006/main">
              <a:ext uri="{FF2B5EF4-FFF2-40B4-BE49-F238E27FC236}">
                <a16:creationId xmlns:a16="http://schemas.microsoft.com/office/drawing/2014/main" id="{3AFD4B26-DD85-46A3-85D7-C114FD29556C}"/>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I 技术适配</a:t>
            </a:r>
          </a:p>
        </p:txBody>
      </p:sp>
      <p:sp>
        <p:nvSpPr>
          <p:cNvPr id="105" name="target-func-I">
            <a:extLst xmlns:a="http://schemas.openxmlformats.org/drawingml/2006/main">
              <a:ext uri="{FF2B5EF4-FFF2-40B4-BE49-F238E27FC236}">
                <a16:creationId xmlns:a16="http://schemas.microsoft.com/office/drawing/2014/main" id="{F730B91F-1B5E-4C5E-B5DC-350DE2D215A3}"/>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旧值有效时按原条件恢复参数</a:t>
            </a:r>
          </a:p>
        </p:txBody>
      </p:sp>
      <p:sp>
        <p:nvSpPr>
          <p:cNvPr id="106" name="host-note">
            <a:extLst xmlns:a="http://schemas.openxmlformats.org/drawingml/2006/main">
              <a:ext uri="{FF2B5EF4-FFF2-40B4-BE49-F238E27FC236}">
                <a16:creationId xmlns:a16="http://schemas.microsoft.com/office/drawing/2014/main" id="{19697A42-1B1E-4FFC-8AE6-BACE2A38480E}"/>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107" name="invariant-rule">
            <a:extLst xmlns:a="http://schemas.openxmlformats.org/drawingml/2006/main">
              <a:ext uri="{FF2B5EF4-FFF2-40B4-BE49-F238E27FC236}">
                <a16:creationId xmlns:a16="http://schemas.microsoft.com/office/drawing/2014/main" id="{9F4E389C-F5D6-4500-8E0C-E5F5CAAA99B0}"/>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8" name="invariant">
            <a:extLst xmlns:a="http://schemas.openxmlformats.org/drawingml/2006/main">
              <a:ext uri="{FF2B5EF4-FFF2-40B4-BE49-F238E27FC236}">
                <a16:creationId xmlns:a16="http://schemas.microsoft.com/office/drawing/2014/main" id="{CFBA3710-D08A-43DD-AF86-DBC7CCDC7823}"/>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保持：参数预写与有条件恢复、原重试节点、Primary → Data 联动；不承诺设备自动回滚。</a:t>
            </a:r>
          </a:p>
        </p:txBody>
      </p:sp>
      <p:sp>
        <p:nvSpPr>
          <p:cNvPr id="109" name="footer">
            <a:extLst xmlns:a="http://schemas.openxmlformats.org/drawingml/2006/main">
              <a:ext uri="{FF2B5EF4-FFF2-40B4-BE49-F238E27FC236}">
                <a16:creationId xmlns:a16="http://schemas.microsoft.com/office/drawing/2014/main" id="{61E7AB5D-D54A-4130-853A-C72DB2B78156}"/>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10" name="page-number">
            <a:extLst xmlns:a="http://schemas.openxmlformats.org/drawingml/2006/main">
              <a:ext uri="{FF2B5EF4-FFF2-40B4-BE49-F238E27FC236}">
                <a16:creationId xmlns:a16="http://schemas.microsoft.com/office/drawing/2014/main" id="{689043E7-2E44-4082-891A-2357E0AFB2A2}"/>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主卡 / 异常 / 恢复</a:t>
            </a:r>
          </a:p>
        </p:txBody>
      </p:sp>
    </p:spTree>
    <p:extLst>
      <p:ext uri="{BB962C8B-B14F-4D97-AF65-F5344CB8AC3E}">
        <p14:creationId xmlns:p14="http://schemas.microsoft.com/office/powerpoint/2010/main" val="1613621156"/>
      </p:ext>
    </p:extLst>
  </p:cSld>
  <p:transition spd="fast" advClick="0">
    <p:fade/>
  </p:transition>
</p:sld>
</file>

<file path=ppt/slides/slide39.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1" name="accent">
            <a:extLst xmlns:a="http://schemas.openxmlformats.org/drawingml/2006/main">
              <a:ext uri="{FF2B5EF4-FFF2-40B4-BE49-F238E27FC236}">
                <a16:creationId xmlns:a16="http://schemas.microsoft.com/office/drawing/2014/main" id="{8A52E6FC-787E-49AE-8E7B-EC200D0115B2}"/>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6FEF625E-7044-4F9A-A057-66275B78C685}"/>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3C7675FB-13A0-4DF9-A956-04DAFEC510A5}"/>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C767545B-943D-4BF6-B08A-9A0CB90F384C}"/>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63B2FED4-8DED-44B6-B311-AD0E639D4A58}"/>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D16F6C2E-5389-42A7-810C-674C93BA18C6}"/>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C44672FA-210F-4DC9-A6B1-2C5E83B643A6}"/>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1DE6DF80-988B-48D4-962A-B94D5376C862}"/>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F6F1E5CB-1181-4E45-AD29-32680988112B}"/>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31F07254-7470-447A-A195-3D59C9C618AB}"/>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8E2D6C81-7B3D-4F8E-812E-805D51AF327D}"/>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783A7161-885A-4B06-9EF0-A8942D344DB1}"/>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CD308D35-2405-4774-BC99-24B445FA33E2}"/>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8AA704AD-62E0-4A58-9B22-A839DB8A9700}"/>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BC120BCB-2C35-43B9-AE62-4FEF2BEF9469}"/>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74E90B3F-7998-4FCD-8800-B94883A7847F}"/>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9D2C4D80-4C01-49AA-A4A9-4EBF36830E4F}"/>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3F68707A-CBB0-4AF0-8FD7-AE0FBC94872B}"/>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8B5345BB-E63E-499F-B97F-0D44AF7DFCF2}"/>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92B47AB8-6721-46B0-8C3D-31D5A41E8ACC}"/>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Records 加载：主要职责继续留在 R；T 只接纳相关身份 / 绑定观察，简单文件加载无需强制经过 O / A。</a:t>
            </a:r>
          </a:p>
        </p:txBody>
      </p:sp>
      <p:sp>
        <p:nvSpPr>
          <p:cNvPr id="21" name="top-rule">
            <a:extLst xmlns:a="http://schemas.openxmlformats.org/drawingml/2006/main">
              <a:ext uri="{FF2B5EF4-FFF2-40B4-BE49-F238E27FC236}">
                <a16:creationId xmlns:a16="http://schemas.microsoft.com/office/drawing/2014/main" id="{67D77842-75A9-421A-99E0-3F53539078CF}"/>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AC67D1E1-8FF1-4907-A7A3-0FAB130C91DB}"/>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78081EB8-F14F-45D7-9C17-71E90A0C9DF6}"/>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F4F8DBA3-07AF-44B6-B6E5-A6CA6BE53295}"/>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EK">
            <a:extLst xmlns:a="http://schemas.openxmlformats.org/drawingml/2006/main">
              <a:ext uri="{FF2B5EF4-FFF2-40B4-BE49-F238E27FC236}">
                <a16:creationId xmlns:a16="http://schemas.microsoft.com/office/drawing/2014/main" id="{5445D05F-F80C-4D2E-B0F6-FF508251AF3F}"/>
              </a:ext>
            </a:extLst>
          </p:cNvPr>
          <p:cNvSpPr>
            <a:spLocks xmlns:a="http://schemas.openxmlformats.org/drawingml/2006/main" noGrp="1"/>
          </p:cNvSpPr>
          <p:nvPr/>
        </p:nvSpPr>
        <p:spPr>
          <a:xfrm xmlns:a="http://schemas.openxmlformats.org/drawingml/2006/main">
            <a:off x="1747838" y="3190875"/>
            <a:ext cx="9525" cy="200025"/>
          </a:xfrm>
          <a:custGeom xmlns:a="http://schemas.openxmlformats.org/drawingml/2006/main">
            <a:pathLst>
              <a:path w="9525" h="200025">
                <a:moveTo>
                  <a:pt x="4763" y="0"/>
                </a:moveTo>
                <a:lnTo>
                  <a:pt x="4763" y="200025"/>
                </a:lnTo>
              </a:path>
            </a:pathLst>
          </a:custGeom>
          <a:noFill xmlns:a="http://schemas.openxmlformats.org/drawingml/2006/main"/>
          <a:ln xmlns:a="http://schemas.openxmlformats.org/drawingml/2006/main" w="17145">
            <a:solidFill>
              <a:srgbClr val="246AB8"/>
            </a:solidFill>
            <a:prstDash val="solid"/>
          </a:ln>
        </p:spPr>
      </p:sp>
      <p:sp>
        <p:nvSpPr>
          <p:cNvPr id="26" name="legacy-edge-EK-head">
            <a:extLst xmlns:a="http://schemas.openxmlformats.org/drawingml/2006/main">
              <a:ext uri="{FF2B5EF4-FFF2-40B4-BE49-F238E27FC236}">
                <a16:creationId xmlns:a16="http://schemas.microsoft.com/office/drawing/2014/main" id="{CF4CE974-2D8C-4D90-B2DD-A4B4C0101E96}"/>
              </a:ext>
            </a:extLst>
          </p:cNvPr>
          <p:cNvSpPr>
            <a:spLocks xmlns:a="http://schemas.openxmlformats.org/drawingml/2006/main" noGrp="1"/>
          </p:cNvSpPr>
          <p:nvPr/>
        </p:nvSpPr>
        <p:spPr>
          <a:xfrm xmlns:a="http://schemas.openxmlformats.org/drawingml/2006/main">
            <a:off x="1724025" y="33337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EK">
            <a:extLst xmlns:a="http://schemas.openxmlformats.org/drawingml/2006/main">
              <a:ext uri="{FF2B5EF4-FFF2-40B4-BE49-F238E27FC236}">
                <a16:creationId xmlns:a16="http://schemas.microsoft.com/office/drawing/2014/main" id="{A2A030E5-8210-481B-A000-5CD15FA8DEE6}"/>
              </a:ext>
            </a:extLst>
          </p:cNvPr>
          <p:cNvSpPr>
            <a:spLocks xmlns:a="http://schemas.openxmlformats.org/drawingml/2006/main" noGrp="1"/>
          </p:cNvSpPr>
          <p:nvPr/>
        </p:nvSpPr>
        <p:spPr>
          <a:xfrm xmlns:a="http://schemas.openxmlformats.org/drawingml/2006/main">
            <a:off x="1838325" y="3190875"/>
            <a:ext cx="4572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①②</a:t>
            </a:r>
          </a:p>
        </p:txBody>
      </p:sp>
      <p:sp>
        <p:nvSpPr>
          <p:cNvPr id="28" name="legacy-edge-KR">
            <a:extLst xmlns:a="http://schemas.openxmlformats.org/drawingml/2006/main">
              <a:ext uri="{FF2B5EF4-FFF2-40B4-BE49-F238E27FC236}">
                <a16:creationId xmlns:a16="http://schemas.microsoft.com/office/drawing/2014/main" id="{3579F44B-6AB0-42ED-A2E7-75CC7F8ADC4F}"/>
              </a:ext>
            </a:extLst>
          </p:cNvPr>
          <p:cNvSpPr>
            <a:spLocks xmlns:a="http://schemas.openxmlformats.org/drawingml/2006/main" noGrp="1"/>
          </p:cNvSpPr>
          <p:nvPr/>
        </p:nvSpPr>
        <p:spPr>
          <a:xfrm xmlns:a="http://schemas.openxmlformats.org/drawingml/2006/main">
            <a:off x="3009900" y="3748088"/>
            <a:ext cx="342900" cy="9525"/>
          </a:xfrm>
          <a:custGeom xmlns:a="http://schemas.openxmlformats.org/drawingml/2006/main">
            <a:pathLst>
              <a:path w="342900" h="9525">
                <a:moveTo>
                  <a:pt x="0" y="4763"/>
                </a:moveTo>
                <a:lnTo>
                  <a:pt x="342900" y="4763"/>
                </a:lnTo>
              </a:path>
            </a:pathLst>
          </a:custGeom>
          <a:noFill xmlns:a="http://schemas.openxmlformats.org/drawingml/2006/main"/>
          <a:ln xmlns:a="http://schemas.openxmlformats.org/drawingml/2006/main" w="17145">
            <a:solidFill>
              <a:srgbClr val="246AB8"/>
            </a:solidFill>
            <a:prstDash val="solid"/>
          </a:ln>
        </p:spPr>
      </p:sp>
      <p:sp>
        <p:nvSpPr>
          <p:cNvPr id="29" name="legacy-edge-KR-head">
            <a:extLst xmlns:a="http://schemas.openxmlformats.org/drawingml/2006/main">
              <a:ext uri="{FF2B5EF4-FFF2-40B4-BE49-F238E27FC236}">
                <a16:creationId xmlns:a16="http://schemas.microsoft.com/office/drawing/2014/main" id="{FA1EFDCE-467E-48F1-86AB-C22F2FD6AF50}"/>
              </a:ext>
            </a:extLst>
          </p:cNvPr>
          <p:cNvSpPr>
            <a:spLocks xmlns:a="http://schemas.openxmlformats.org/drawingml/2006/main" noGrp="1"/>
          </p:cNvSpPr>
          <p:nvPr/>
        </p:nvSpPr>
        <p:spPr>
          <a:xfrm xmlns:a="http://schemas.openxmlformats.org/drawingml/2006/main">
            <a:off x="3295650" y="37242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30" name="legacy-edge-label-KR">
            <a:extLst xmlns:a="http://schemas.openxmlformats.org/drawingml/2006/main">
              <a:ext uri="{FF2B5EF4-FFF2-40B4-BE49-F238E27FC236}">
                <a16:creationId xmlns:a16="http://schemas.microsoft.com/office/drawing/2014/main" id="{80A68944-9F9A-4221-9033-19A516729159}"/>
              </a:ext>
            </a:extLst>
          </p:cNvPr>
          <p:cNvSpPr>
            <a:spLocks xmlns:a="http://schemas.openxmlformats.org/drawingml/2006/main" noGrp="1"/>
          </p:cNvSpPr>
          <p:nvPr/>
        </p:nvSpPr>
        <p:spPr>
          <a:xfrm xmlns:a="http://schemas.openxmlformats.org/drawingml/2006/main">
            <a:off x="3057525" y="35242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③</a:t>
            </a:r>
          </a:p>
        </p:txBody>
      </p:sp>
      <p:sp>
        <p:nvSpPr>
          <p:cNvPr id="31" name="legacy-edge-RK">
            <a:extLst xmlns:a="http://schemas.openxmlformats.org/drawingml/2006/main">
              <a:ext uri="{FF2B5EF4-FFF2-40B4-BE49-F238E27FC236}">
                <a16:creationId xmlns:a16="http://schemas.microsoft.com/office/drawing/2014/main" id="{D850C796-D3AA-409C-8891-4F4647CB2AD3}"/>
              </a:ext>
            </a:extLst>
          </p:cNvPr>
          <p:cNvSpPr>
            <a:spLocks xmlns:a="http://schemas.openxmlformats.org/drawingml/2006/main" noGrp="1"/>
          </p:cNvSpPr>
          <p:nvPr/>
        </p:nvSpPr>
        <p:spPr>
          <a:xfrm xmlns:a="http://schemas.openxmlformats.org/drawingml/2006/main">
            <a:off x="3009900" y="4357688"/>
            <a:ext cx="342900" cy="9525"/>
          </a:xfrm>
          <a:custGeom xmlns:a="http://schemas.openxmlformats.org/drawingml/2006/main">
            <a:pathLst>
              <a:path w="342900" h="9525">
                <a:moveTo>
                  <a:pt x="342900" y="4763"/>
                </a:moveTo>
                <a:lnTo>
                  <a:pt x="0" y="4763"/>
                </a:lnTo>
              </a:path>
            </a:pathLst>
          </a:custGeom>
          <a:noFill xmlns:a="http://schemas.openxmlformats.org/drawingml/2006/main"/>
          <a:ln xmlns:a="http://schemas.openxmlformats.org/drawingml/2006/main" w="17145">
            <a:solidFill>
              <a:srgbClr val="246AB8"/>
            </a:solidFill>
            <a:prstDash val="solid"/>
          </a:ln>
        </p:spPr>
      </p:sp>
      <p:sp>
        <p:nvSpPr>
          <p:cNvPr id="32" name="legacy-edge-RK-head">
            <a:extLst xmlns:a="http://schemas.openxmlformats.org/drawingml/2006/main">
              <a:ext uri="{FF2B5EF4-FFF2-40B4-BE49-F238E27FC236}">
                <a16:creationId xmlns:a16="http://schemas.microsoft.com/office/drawing/2014/main" id="{438214C8-E2DB-4C48-8225-ACFEB3C77C90}"/>
              </a:ext>
            </a:extLst>
          </p:cNvPr>
          <p:cNvSpPr>
            <a:spLocks xmlns:a="http://schemas.openxmlformats.org/drawingml/2006/main" noGrp="1"/>
          </p:cNvSpPr>
          <p:nvPr/>
        </p:nvSpPr>
        <p:spPr>
          <a:xfrm xmlns:a="http://schemas.openxmlformats.org/drawingml/2006/main">
            <a:off x="3009900" y="43338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246AB8"/>
            </a:solidFill>
            <a:prstDash val="solid"/>
          </a:ln>
        </p:spPr>
      </p:sp>
      <p:sp>
        <p:nvSpPr>
          <p:cNvPr id="33" name="legacy-edge-label-RK">
            <a:extLst xmlns:a="http://schemas.openxmlformats.org/drawingml/2006/main">
              <a:ext uri="{FF2B5EF4-FFF2-40B4-BE49-F238E27FC236}">
                <a16:creationId xmlns:a16="http://schemas.microsoft.com/office/drawing/2014/main" id="{F9FF8E05-00B4-4E88-8204-34D220423D61}"/>
              </a:ext>
            </a:extLst>
          </p:cNvPr>
          <p:cNvSpPr>
            <a:spLocks xmlns:a="http://schemas.openxmlformats.org/drawingml/2006/main" noGrp="1"/>
          </p:cNvSpPr>
          <p:nvPr/>
        </p:nvSpPr>
        <p:spPr>
          <a:xfrm xmlns:a="http://schemas.openxmlformats.org/drawingml/2006/main">
            <a:off x="3057525" y="41338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④</a:t>
            </a:r>
          </a:p>
        </p:txBody>
      </p:sp>
      <p:sp>
        <p:nvSpPr>
          <p:cNvPr id="34" name="legacy-edge-KD">
            <a:extLst xmlns:a="http://schemas.openxmlformats.org/drawingml/2006/main">
              <a:ext uri="{FF2B5EF4-FFF2-40B4-BE49-F238E27FC236}">
                <a16:creationId xmlns:a16="http://schemas.microsoft.com/office/drawing/2014/main" id="{203E5BD6-6505-4444-9CDB-AECC8A6F0D79}"/>
              </a:ext>
            </a:extLst>
          </p:cNvPr>
          <p:cNvSpPr>
            <a:spLocks xmlns:a="http://schemas.openxmlformats.org/drawingml/2006/main" noGrp="1"/>
          </p:cNvSpPr>
          <p:nvPr/>
        </p:nvSpPr>
        <p:spPr>
          <a:xfrm xmlns:a="http://schemas.openxmlformats.org/drawingml/2006/main">
            <a:off x="1328738" y="4743450"/>
            <a:ext cx="9525" cy="342900"/>
          </a:xfrm>
          <a:custGeom xmlns:a="http://schemas.openxmlformats.org/drawingml/2006/main">
            <a:pathLst>
              <a:path w="9525" h="342900">
                <a:moveTo>
                  <a:pt x="4763" y="0"/>
                </a:moveTo>
                <a:lnTo>
                  <a:pt x="4763" y="342900"/>
                </a:lnTo>
              </a:path>
            </a:pathLst>
          </a:custGeom>
          <a:noFill xmlns:a="http://schemas.openxmlformats.org/drawingml/2006/main"/>
          <a:ln xmlns:a="http://schemas.openxmlformats.org/drawingml/2006/main" w="17145">
            <a:solidFill>
              <a:srgbClr val="246AB8"/>
            </a:solidFill>
            <a:prstDash val="solid"/>
          </a:ln>
        </p:spPr>
      </p:sp>
      <p:sp>
        <p:nvSpPr>
          <p:cNvPr id="35" name="legacy-edge-KD-head">
            <a:extLst xmlns:a="http://schemas.openxmlformats.org/drawingml/2006/main">
              <a:ext uri="{FF2B5EF4-FFF2-40B4-BE49-F238E27FC236}">
                <a16:creationId xmlns:a16="http://schemas.microsoft.com/office/drawing/2014/main" id="{78828AE9-9FD2-4F00-B36D-E86B1E08E108}"/>
              </a:ext>
            </a:extLst>
          </p:cNvPr>
          <p:cNvSpPr>
            <a:spLocks xmlns:a="http://schemas.openxmlformats.org/drawingml/2006/main" noGrp="1"/>
          </p:cNvSpPr>
          <p:nvPr/>
        </p:nvSpPr>
        <p:spPr>
          <a:xfrm xmlns:a="http://schemas.openxmlformats.org/drawingml/2006/main">
            <a:off x="1304925" y="50292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36" name="legacy-edge-label-KD">
            <a:extLst xmlns:a="http://schemas.openxmlformats.org/drawingml/2006/main">
              <a:ext uri="{FF2B5EF4-FFF2-40B4-BE49-F238E27FC236}">
                <a16:creationId xmlns:a16="http://schemas.microsoft.com/office/drawing/2014/main" id="{2CF4A1FC-1D0E-402B-97BE-A59B1E8A750E}"/>
              </a:ext>
            </a:extLst>
          </p:cNvPr>
          <p:cNvSpPr>
            <a:spLocks xmlns:a="http://schemas.openxmlformats.org/drawingml/2006/main" noGrp="1"/>
          </p:cNvSpPr>
          <p:nvPr/>
        </p:nvSpPr>
        <p:spPr>
          <a:xfrm xmlns:a="http://schemas.openxmlformats.org/drawingml/2006/main">
            <a:off x="14097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7" name="legacy-edge-KN">
            <a:extLst xmlns:a="http://schemas.openxmlformats.org/drawingml/2006/main">
              <a:ext uri="{FF2B5EF4-FFF2-40B4-BE49-F238E27FC236}">
                <a16:creationId xmlns:a16="http://schemas.microsoft.com/office/drawing/2014/main" id="{2105718C-7C25-43AE-8B05-35214154EEC7}"/>
              </a:ext>
            </a:extLst>
          </p:cNvPr>
          <p:cNvSpPr>
            <a:spLocks xmlns:a="http://schemas.openxmlformats.org/drawingml/2006/main" noGrp="1"/>
          </p:cNvSpPr>
          <p:nvPr/>
        </p:nvSpPr>
        <p:spPr>
          <a:xfrm xmlns:a="http://schemas.openxmlformats.org/drawingml/2006/main">
            <a:off x="3009900" y="4591050"/>
            <a:ext cx="342900" cy="819150"/>
          </a:xfrm>
          <a:custGeom xmlns:a="http://schemas.openxmlformats.org/drawingml/2006/main">
            <a:pathLst>
              <a:path w="342900" h="819150">
                <a:moveTo>
                  <a:pt x="0" y="0"/>
                </a:moveTo>
                <a:lnTo>
                  <a:pt x="171450" y="0"/>
                </a:lnTo>
                <a:lnTo>
                  <a:pt x="171450" y="819150"/>
                </a:lnTo>
                <a:lnTo>
                  <a:pt x="342900" y="819150"/>
                </a:lnTo>
              </a:path>
            </a:pathLst>
          </a:custGeom>
          <a:noFill xmlns:a="http://schemas.openxmlformats.org/drawingml/2006/main"/>
          <a:ln xmlns:a="http://schemas.openxmlformats.org/drawingml/2006/main" w="17145">
            <a:solidFill>
              <a:srgbClr val="246AB8"/>
            </a:solidFill>
            <a:prstDash val="solid"/>
          </a:ln>
        </p:spPr>
      </p:sp>
      <p:sp>
        <p:nvSpPr>
          <p:cNvPr id="38" name="legacy-edge-KN-head">
            <a:extLst xmlns:a="http://schemas.openxmlformats.org/drawingml/2006/main">
              <a:ext uri="{FF2B5EF4-FFF2-40B4-BE49-F238E27FC236}">
                <a16:creationId xmlns:a16="http://schemas.microsoft.com/office/drawing/2014/main" id="{29D8C3E2-EF50-438D-AC1F-5A5C15354FC7}"/>
              </a:ext>
            </a:extLst>
          </p:cNvPr>
          <p:cNvSpPr>
            <a:spLocks xmlns:a="http://schemas.openxmlformats.org/drawingml/2006/main" noGrp="1"/>
          </p:cNvSpPr>
          <p:nvPr/>
        </p:nvSpPr>
        <p:spPr>
          <a:xfrm xmlns:a="http://schemas.openxmlformats.org/drawingml/2006/main">
            <a:off x="3295650" y="538162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39" name="legacy-edge-label-KN">
            <a:extLst xmlns:a="http://schemas.openxmlformats.org/drawingml/2006/main">
              <a:ext uri="{FF2B5EF4-FFF2-40B4-BE49-F238E27FC236}">
                <a16:creationId xmlns:a16="http://schemas.microsoft.com/office/drawing/2014/main" id="{CDCE39EC-65F2-40DF-B2F3-AB7A4C9B25AE}"/>
              </a:ext>
            </a:extLst>
          </p:cNvPr>
          <p:cNvSpPr>
            <a:spLocks xmlns:a="http://schemas.openxmlformats.org/drawingml/2006/main" noGrp="1"/>
          </p:cNvSpPr>
          <p:nvPr/>
        </p:nvSpPr>
        <p:spPr>
          <a:xfrm xmlns:a="http://schemas.openxmlformats.org/drawingml/2006/main">
            <a:off x="3038475" y="5476875"/>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40" name="legacy-node-E">
            <a:extLst xmlns:a="http://schemas.openxmlformats.org/drawingml/2006/main">
              <a:ext uri="{FF2B5EF4-FFF2-40B4-BE49-F238E27FC236}">
                <a16:creationId xmlns:a16="http://schemas.microsoft.com/office/drawing/2014/main" id="{20BAAAC4-3E18-40B2-B928-85488FCFF483}"/>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EAF1FB"/>
          </a:solidFill>
          <a:ln xmlns:a="http://schemas.openxmlformats.org/drawingml/2006/main" w="14288">
            <a:solidFill>
              <a:srgbClr val="246AB8"/>
            </a:solidFill>
            <a:prstDash val="solid"/>
          </a:ln>
        </p:spPr>
      </p:sp>
      <p:sp>
        <p:nvSpPr>
          <p:cNvPr id="41" name="legacy-title-E">
            <a:extLst xmlns:a="http://schemas.openxmlformats.org/drawingml/2006/main">
              <a:ext uri="{FF2B5EF4-FFF2-40B4-BE49-F238E27FC236}">
                <a16:creationId xmlns:a16="http://schemas.microsoft.com/office/drawing/2014/main" id="{A71D220D-F5E1-4AA0-AE5D-62FDFF0FD2B3}"/>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7263A"/>
                </a:solidFill>
                <a:latin typeface="Microsoft YaHei"/>
                <a:ea typeface="Microsoft YaHei"/>
                <a:cs typeface="Microsoft YaHei"/>
              </a:defRPr>
            </a:defPPr>
            <a:lvl1pPr algn="l">
              <a:defRPr sz="1650" b="1">
                <a:solidFill>
                  <a:srgbClr val="17263A"/>
                </a:solidFill>
                <a:latin typeface="Microsoft YaHei"/>
                <a:ea typeface="Microsoft YaHei"/>
                <a:cs typeface="Microsoft YaHei"/>
              </a:defRPr>
            </a:lvl1pPr>
            <a:lvl2pPr algn="l">
              <a:defRPr sz="1650" b="1">
                <a:solidFill>
                  <a:srgbClr val="17263A"/>
                </a:solidFill>
                <a:latin typeface="Microsoft YaHei"/>
                <a:ea typeface="Microsoft YaHei"/>
                <a:cs typeface="Microsoft YaHei"/>
              </a:defRPr>
            </a:lvl2pPr>
            <a:lvl3pPr algn="l">
              <a:defRPr sz="1650" b="1">
                <a:solidFill>
                  <a:srgbClr val="17263A"/>
                </a:solidFill>
                <a:latin typeface="Microsoft YaHei"/>
                <a:ea typeface="Microsoft YaHei"/>
                <a:cs typeface="Microsoft YaHei"/>
              </a:defRPr>
            </a:lvl3pPr>
            <a:lvl4pPr algn="l">
              <a:defRPr sz="1650" b="1">
                <a:solidFill>
                  <a:srgbClr val="17263A"/>
                </a:solidFill>
                <a:latin typeface="Microsoft YaHei"/>
                <a:ea typeface="Microsoft YaHei"/>
                <a:cs typeface="Microsoft YaHei"/>
              </a:defRPr>
            </a:lvl4pPr>
            <a:lvl5pPr algn="l">
              <a:defRPr sz="1650" b="1">
                <a:solidFill>
                  <a:srgbClr val="17263A"/>
                </a:solidFill>
                <a:latin typeface="Microsoft YaHei"/>
                <a:ea typeface="Microsoft YaHei"/>
                <a:cs typeface="Microsoft YaHei"/>
              </a:defRPr>
            </a:lvl5pPr>
            <a:lvl6pPr algn="l">
              <a:defRPr sz="1650" b="1">
                <a:solidFill>
                  <a:srgbClr val="17263A"/>
                </a:solidFill>
                <a:latin typeface="Microsoft YaHei"/>
                <a:ea typeface="Microsoft YaHei"/>
                <a:cs typeface="Microsoft YaHei"/>
              </a:defRPr>
            </a:lvl6pPr>
            <a:lvl7pPr algn="l">
              <a:defRPr sz="1650" b="1">
                <a:solidFill>
                  <a:srgbClr val="17263A"/>
                </a:solidFill>
                <a:latin typeface="Microsoft YaHei"/>
                <a:ea typeface="Microsoft YaHei"/>
                <a:cs typeface="Microsoft YaHei"/>
              </a:defRPr>
            </a:lvl7pPr>
            <a:lvl8pPr algn="l">
              <a:defRPr sz="1650" b="1">
                <a:solidFill>
                  <a:srgbClr val="17263A"/>
                </a:solidFill>
                <a:latin typeface="Microsoft YaHei"/>
                <a:ea typeface="Microsoft YaHei"/>
                <a:cs typeface="Microsoft YaHei"/>
              </a:defRPr>
            </a:lvl8pPr>
            <a:lvl9pPr algn="l">
              <a:defRPr sz="1650" b="1">
                <a:solidFill>
                  <a:srgbClr val="17263A"/>
                </a:solidFill>
                <a:latin typeface="Microsoft YaHei"/>
                <a:ea typeface="Microsoft YaHei"/>
                <a:cs typeface="Microsoft YaHei"/>
              </a:defRPr>
            </a:lvl9pPr>
          </a:lstStyle>
          <a:p xmlns:a="http://schemas.openxmlformats.org/drawingml/2006/main">
            <a:pPr algn="l">
              <a:lnSpc>
                <a:spcPct val="102000"/>
              </a:lnSpc>
              <a:buNone/>
              <a:defRPr sz="1650" b="1">
                <a:solidFill>
                  <a:srgbClr val="17263A"/>
                </a:solidFill>
                <a:latin typeface="Microsoft YaHei"/>
                <a:ea typeface="Microsoft YaHei"/>
                <a:cs typeface="Microsoft YaHei"/>
              </a:defRPr>
            </a:pPr>
            <a:r>
              <a:rPr sz="1650" b="1">
                <a:solidFill>
                  <a:srgbClr val="17263A"/>
                </a:solidFill>
                <a:latin typeface="Microsoft YaHei"/>
                <a:ea typeface="Microsoft YaHei"/>
                <a:cs typeface="Microsoft YaHei"/>
              </a:rPr>
              <a:t>SimStateManager / SimFileManager</a:t>
            </a:r>
          </a:p>
        </p:txBody>
      </p:sp>
      <p:sp>
        <p:nvSpPr>
          <p:cNvPr id="42" name="legacy-line-E-0">
            <a:extLst xmlns:a="http://schemas.openxmlformats.org/drawingml/2006/main">
              <a:ext uri="{FF2B5EF4-FFF2-40B4-BE49-F238E27FC236}">
                <a16:creationId xmlns:a16="http://schemas.microsoft.com/office/drawing/2014/main" id="{2E04E0F5-9C26-4DDF-A96D-64DE65D97D44}"/>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READY / ICC_REFRESH 等事件驱动生产文件加载</a:t>
            </a:r>
          </a:p>
        </p:txBody>
      </p:sp>
      <p:sp>
        <p:nvSpPr>
          <p:cNvPr id="43" name="legacy-node-K">
            <a:extLst xmlns:a="http://schemas.openxmlformats.org/drawingml/2006/main">
              <a:ext uri="{FF2B5EF4-FFF2-40B4-BE49-F238E27FC236}">
                <a16:creationId xmlns:a16="http://schemas.microsoft.com/office/drawing/2014/main" id="{814B5707-6E35-4C2F-9C83-92A243F2AD27}"/>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44" name="legacy-title-K">
            <a:extLst xmlns:a="http://schemas.openxmlformats.org/drawingml/2006/main">
              <a:ext uri="{FF2B5EF4-FFF2-40B4-BE49-F238E27FC236}">
                <a16:creationId xmlns:a16="http://schemas.microsoft.com/office/drawing/2014/main" id="{B1E8784E-8B41-4D50-A6C1-61B3A0939C59}"/>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SimFile / IccFile</a:t>
            </a:r>
          </a:p>
        </p:txBody>
      </p:sp>
      <p:sp>
        <p:nvSpPr>
          <p:cNvPr id="45" name="legacy-alias-K">
            <a:extLst xmlns:a="http://schemas.openxmlformats.org/drawingml/2006/main">
              <a:ext uri="{FF2B5EF4-FFF2-40B4-BE49-F238E27FC236}">
                <a16:creationId xmlns:a16="http://schemas.microsoft.com/office/drawing/2014/main" id="{61F5E9F8-4A22-4564-A3EC-DEE13E562B70}"/>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按卡型处理文件与加载状态</a:t>
            </a:r>
          </a:p>
        </p:txBody>
      </p:sp>
      <p:sp>
        <p:nvSpPr>
          <p:cNvPr id="46" name="legacy-line-K-0">
            <a:extLst xmlns:a="http://schemas.openxmlformats.org/drawingml/2006/main">
              <a:ext uri="{FF2B5EF4-FFF2-40B4-BE49-F238E27FC236}">
                <a16:creationId xmlns:a16="http://schemas.microsoft.com/office/drawing/2014/main" id="{8D6977D0-27AE-4049-9CA8-F256A08C8C49}"/>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② LoadSimFiles / Refresh 选择</a:t>
            </a:r>
          </a:p>
        </p:txBody>
      </p:sp>
      <p:sp>
        <p:nvSpPr>
          <p:cNvPr id="47" name="legacy-line-K-1">
            <a:extLst xmlns:a="http://schemas.openxmlformats.org/drawingml/2006/main">
              <a:ext uri="{FF2B5EF4-FFF2-40B4-BE49-F238E27FC236}">
                <a16:creationId xmlns:a16="http://schemas.microsoft.com/office/drawing/2014/main" id="{0BEFEFDB-5A7B-41AB-BDC5-69C9D663E3D4}"/>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④ ProcessEvent → 解析字段</a:t>
            </a:r>
          </a:p>
        </p:txBody>
      </p:sp>
      <p:sp>
        <p:nvSpPr>
          <p:cNvPr id="48" name="legacy-line-K-2">
            <a:extLst xmlns:a="http://schemas.openxmlformats.org/drawingml/2006/main">
              <a:ext uri="{FF2B5EF4-FFF2-40B4-BE49-F238E27FC236}">
                <a16:creationId xmlns:a16="http://schemas.microsoft.com/office/drawing/2014/main" id="{40CD0E12-AB23-4F44-B666-FBA41C01C272}"/>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⑤ ProcessFileLoaded 完成判定</a:t>
            </a:r>
          </a:p>
        </p:txBody>
      </p:sp>
      <p:sp>
        <p:nvSpPr>
          <p:cNvPr id="49" name="legacy-node-R">
            <a:extLst xmlns:a="http://schemas.openxmlformats.org/drawingml/2006/main">
              <a:ext uri="{FF2B5EF4-FFF2-40B4-BE49-F238E27FC236}">
                <a16:creationId xmlns:a16="http://schemas.microsoft.com/office/drawing/2014/main" id="{86EE6191-2F80-421F-AE20-DBCCFC1C5DC7}"/>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50" name="legacy-title-R">
            <a:extLst xmlns:a="http://schemas.openxmlformats.org/drawingml/2006/main">
              <a:ext uri="{FF2B5EF4-FFF2-40B4-BE49-F238E27FC236}">
                <a16:creationId xmlns:a16="http://schemas.microsoft.com/office/drawing/2014/main" id="{90AE8386-CF40-42DE-9F66-E9D903F99266}"/>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IccFileController / TelRil</a:t>
            </a:r>
          </a:p>
        </p:txBody>
      </p:sp>
      <p:sp>
        <p:nvSpPr>
          <p:cNvPr id="51" name="legacy-alias-R">
            <a:extLst xmlns:a="http://schemas.openxmlformats.org/drawingml/2006/main">
              <a:ext uri="{FF2B5EF4-FFF2-40B4-BE49-F238E27FC236}">
                <a16:creationId xmlns:a16="http://schemas.microsoft.com/office/drawing/2014/main" id="{8DFD5C65-FCAB-4A86-9FCB-1DBF7B20AC84}"/>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EF 请求 / 异步回包</a:t>
            </a:r>
          </a:p>
        </p:txBody>
      </p:sp>
      <p:sp>
        <p:nvSpPr>
          <p:cNvPr id="52" name="legacy-line-R-0">
            <a:extLst xmlns:a="http://schemas.openxmlformats.org/drawingml/2006/main">
              <a:ext uri="{FF2B5EF4-FFF2-40B4-BE49-F238E27FC236}">
                <a16:creationId xmlns:a16="http://schemas.microsoft.com/office/drawing/2014/main" id="{7CA39A37-E2FF-4789-8CCF-24524451A227}"/>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③ 复用 EF / APDU 生产协议</a:t>
            </a:r>
          </a:p>
        </p:txBody>
      </p:sp>
      <p:sp>
        <p:nvSpPr>
          <p:cNvPr id="53" name="legacy-line-R-1">
            <a:extLst xmlns:a="http://schemas.openxmlformats.org/drawingml/2006/main">
              <a:ext uri="{FF2B5EF4-FFF2-40B4-BE49-F238E27FC236}">
                <a16:creationId xmlns:a16="http://schemas.microsoft.com/office/drawing/2014/main" id="{19F3637A-3AC1-4E75-BA49-18AC3B1FBB06}"/>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④ 按原事件回到文件对象</a:t>
            </a:r>
          </a:p>
        </p:txBody>
      </p:sp>
      <p:sp>
        <p:nvSpPr>
          <p:cNvPr id="54" name="legacy-line-R-2">
            <a:extLst xmlns:a="http://schemas.openxmlformats.org/drawingml/2006/main">
              <a:ext uri="{FF2B5EF4-FFF2-40B4-BE49-F238E27FC236}">
                <a16:creationId xmlns:a16="http://schemas.microsoft.com/office/drawing/2014/main" id="{5D6515E6-AF12-4E68-BC1E-EA963DA5BD37}"/>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已有保护需逐分支核实</a:t>
            </a:r>
          </a:p>
        </p:txBody>
      </p:sp>
      <p:sp>
        <p:nvSpPr>
          <p:cNvPr id="55" name="legacy-node-D">
            <a:extLst xmlns:a="http://schemas.openxmlformats.org/drawingml/2006/main">
              <a:ext uri="{FF2B5EF4-FFF2-40B4-BE49-F238E27FC236}">
                <a16:creationId xmlns:a16="http://schemas.microsoft.com/office/drawing/2014/main" id="{5298549A-BEC5-4B51-B4D1-C87B36572E57}"/>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56" name="legacy-title-D">
            <a:extLst xmlns:a="http://schemas.openxmlformats.org/drawingml/2006/main">
              <a:ext uri="{FF2B5EF4-FFF2-40B4-BE49-F238E27FC236}">
                <a16:creationId xmlns:a16="http://schemas.microsoft.com/office/drawing/2014/main" id="{CC77EE20-22C6-4EC4-940F-CF0DEB9C7030}"/>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Records / 本地缓存</a:t>
            </a:r>
          </a:p>
        </p:txBody>
      </p:sp>
      <p:sp>
        <p:nvSpPr>
          <p:cNvPr id="57" name="legacy-line-D-0">
            <a:extLst xmlns:a="http://schemas.openxmlformats.org/drawingml/2006/main">
              <a:ext uri="{FF2B5EF4-FFF2-40B4-BE49-F238E27FC236}">
                <a16:creationId xmlns:a16="http://schemas.microsoft.com/office/drawing/2014/main" id="{96922619-2327-4A61-BBBD-DE42C1A27069}"/>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17263A"/>
                </a:solidFill>
                <a:latin typeface="Microsoft YaHei"/>
                <a:ea typeface="Microsoft YaHei"/>
                <a:cs typeface="Microsoft YaHei"/>
              </a:defRPr>
            </a:defPPr>
            <a:lvl1pPr algn="l">
              <a:defRPr sz="1238" b="0">
                <a:solidFill>
                  <a:srgbClr val="17263A"/>
                </a:solidFill>
                <a:latin typeface="Microsoft YaHei"/>
                <a:ea typeface="Microsoft YaHei"/>
                <a:cs typeface="Microsoft YaHei"/>
              </a:defRPr>
            </a:lvl1pPr>
            <a:lvl2pPr algn="l">
              <a:defRPr sz="1238" b="0">
                <a:solidFill>
                  <a:srgbClr val="17263A"/>
                </a:solidFill>
                <a:latin typeface="Microsoft YaHei"/>
                <a:ea typeface="Microsoft YaHei"/>
                <a:cs typeface="Microsoft YaHei"/>
              </a:defRPr>
            </a:lvl2pPr>
            <a:lvl3pPr algn="l">
              <a:defRPr sz="1238" b="0">
                <a:solidFill>
                  <a:srgbClr val="17263A"/>
                </a:solidFill>
                <a:latin typeface="Microsoft YaHei"/>
                <a:ea typeface="Microsoft YaHei"/>
                <a:cs typeface="Microsoft YaHei"/>
              </a:defRPr>
            </a:lvl3pPr>
            <a:lvl4pPr algn="l">
              <a:defRPr sz="1238" b="0">
                <a:solidFill>
                  <a:srgbClr val="17263A"/>
                </a:solidFill>
                <a:latin typeface="Microsoft YaHei"/>
                <a:ea typeface="Microsoft YaHei"/>
                <a:cs typeface="Microsoft YaHei"/>
              </a:defRPr>
            </a:lvl4pPr>
            <a:lvl5pPr algn="l">
              <a:defRPr sz="1238" b="0">
                <a:solidFill>
                  <a:srgbClr val="17263A"/>
                </a:solidFill>
                <a:latin typeface="Microsoft YaHei"/>
                <a:ea typeface="Microsoft YaHei"/>
                <a:cs typeface="Microsoft YaHei"/>
              </a:defRPr>
            </a:lvl5pPr>
            <a:lvl6pPr algn="l">
              <a:defRPr sz="1238" b="0">
                <a:solidFill>
                  <a:srgbClr val="17263A"/>
                </a:solidFill>
                <a:latin typeface="Microsoft YaHei"/>
                <a:ea typeface="Microsoft YaHei"/>
                <a:cs typeface="Microsoft YaHei"/>
              </a:defRPr>
            </a:lvl6pPr>
            <a:lvl7pPr algn="l">
              <a:defRPr sz="1238" b="0">
                <a:solidFill>
                  <a:srgbClr val="17263A"/>
                </a:solidFill>
                <a:latin typeface="Microsoft YaHei"/>
                <a:ea typeface="Microsoft YaHei"/>
                <a:cs typeface="Microsoft YaHei"/>
              </a:defRPr>
            </a:lvl7pPr>
            <a:lvl8pPr algn="l">
              <a:defRPr sz="1238" b="0">
                <a:solidFill>
                  <a:srgbClr val="17263A"/>
                </a:solidFill>
                <a:latin typeface="Microsoft YaHei"/>
                <a:ea typeface="Microsoft YaHei"/>
                <a:cs typeface="Microsoft YaHei"/>
              </a:defRPr>
            </a:lvl8pPr>
            <a:lvl9pPr algn="l">
              <a:defRPr sz="1238" b="0">
                <a:solidFill>
                  <a:srgbClr val="17263A"/>
                </a:solidFill>
                <a:latin typeface="Microsoft YaHei"/>
                <a:ea typeface="Microsoft YaHei"/>
                <a:cs typeface="Microsoft YaHei"/>
              </a:defRPr>
            </a:lvl9pPr>
          </a:lstStyle>
          <a:p xmlns:a="http://schemas.openxmlformats.org/drawingml/2006/main">
            <a:pPr algn="l">
              <a:lnSpc>
                <a:spcPct val="102000"/>
              </a:lnSpc>
              <a:buNone/>
              <a:defRPr sz="1238" b="0">
                <a:solidFill>
                  <a:srgbClr val="17263A"/>
                </a:solidFill>
                <a:latin typeface="Microsoft YaHei"/>
                <a:ea typeface="Microsoft YaHei"/>
                <a:cs typeface="Microsoft YaHei"/>
              </a:defRPr>
            </a:pPr>
            <a:r>
              <a:rPr sz="1238" b="0">
                <a:solidFill>
                  <a:srgbClr val="17263A"/>
                </a:solidFill>
                <a:latin typeface="Microsoft YaHei"/>
                <a:ea typeface="Microsoft YaHei"/>
                <a:cs typeface="Microsoft YaHei"/>
              </a:rPr>
              <a:t>④ 字段；⑤ fileToGet_</a:t>
            </a:r>
          </a:p>
        </p:txBody>
      </p:sp>
      <p:sp>
        <p:nvSpPr>
          <p:cNvPr id="58" name="legacy-node-N">
            <a:extLst xmlns:a="http://schemas.openxmlformats.org/drawingml/2006/main">
              <a:ext uri="{FF2B5EF4-FFF2-40B4-BE49-F238E27FC236}">
                <a16:creationId xmlns:a16="http://schemas.microsoft.com/office/drawing/2014/main" id="{C8C92A4E-6317-499D-B12E-9F2E714126B7}"/>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59" name="legacy-title-N">
            <a:extLst xmlns:a="http://schemas.openxmlformats.org/drawingml/2006/main">
              <a:ext uri="{FF2B5EF4-FFF2-40B4-BE49-F238E27FC236}">
                <a16:creationId xmlns:a16="http://schemas.microsoft.com/office/drawing/2014/main" id="{5570F27C-12C6-48FC-93C0-90D5BA362E03}"/>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原加载完成出口</a:t>
            </a:r>
          </a:p>
        </p:txBody>
      </p:sp>
      <p:sp>
        <p:nvSpPr>
          <p:cNvPr id="60" name="legacy-line-N-0">
            <a:extLst xmlns:a="http://schemas.openxmlformats.org/drawingml/2006/main">
              <a:ext uri="{FF2B5EF4-FFF2-40B4-BE49-F238E27FC236}">
                <a16:creationId xmlns:a16="http://schemas.microsoft.com/office/drawing/2014/main" id="{27D44E6B-C8B7-4B37-8AC7-D7935F4BB86D}"/>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RECORDS_LOADED</a:t>
            </a:r>
          </a:p>
        </p:txBody>
      </p:sp>
      <p:sp>
        <p:nvSpPr>
          <p:cNvPr id="61" name="legacy-line-N-1">
            <a:extLst xmlns:a="http://schemas.openxmlformats.org/drawingml/2006/main">
              <a:ext uri="{FF2B5EF4-FFF2-40B4-BE49-F238E27FC236}">
                <a16:creationId xmlns:a16="http://schemas.microsoft.com/office/drawing/2014/main" id="{EDC0F24E-0B67-438A-8AAE-7D951D1A3A36}"/>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7263A"/>
                </a:solidFill>
                <a:latin typeface="Microsoft YaHei"/>
                <a:ea typeface="Microsoft YaHei"/>
                <a:cs typeface="Microsoft YaHei"/>
              </a:defRPr>
            </a:defPPr>
            <a:lvl1pPr algn="l">
              <a:defRPr sz="1200" b="0">
                <a:solidFill>
                  <a:srgbClr val="17263A"/>
                </a:solidFill>
                <a:latin typeface="Microsoft YaHei"/>
                <a:ea typeface="Microsoft YaHei"/>
                <a:cs typeface="Microsoft YaHei"/>
              </a:defRPr>
            </a:lvl1pPr>
            <a:lvl2pPr algn="l">
              <a:defRPr sz="1200" b="0">
                <a:solidFill>
                  <a:srgbClr val="17263A"/>
                </a:solidFill>
                <a:latin typeface="Microsoft YaHei"/>
                <a:ea typeface="Microsoft YaHei"/>
                <a:cs typeface="Microsoft YaHei"/>
              </a:defRPr>
            </a:lvl2pPr>
            <a:lvl3pPr algn="l">
              <a:defRPr sz="1200" b="0">
                <a:solidFill>
                  <a:srgbClr val="17263A"/>
                </a:solidFill>
                <a:latin typeface="Microsoft YaHei"/>
                <a:ea typeface="Microsoft YaHei"/>
                <a:cs typeface="Microsoft YaHei"/>
              </a:defRPr>
            </a:lvl3pPr>
            <a:lvl4pPr algn="l">
              <a:defRPr sz="1200" b="0">
                <a:solidFill>
                  <a:srgbClr val="17263A"/>
                </a:solidFill>
                <a:latin typeface="Microsoft YaHei"/>
                <a:ea typeface="Microsoft YaHei"/>
                <a:cs typeface="Microsoft YaHei"/>
              </a:defRPr>
            </a:lvl4pPr>
            <a:lvl5pPr algn="l">
              <a:defRPr sz="1200" b="0">
                <a:solidFill>
                  <a:srgbClr val="17263A"/>
                </a:solidFill>
                <a:latin typeface="Microsoft YaHei"/>
                <a:ea typeface="Microsoft YaHei"/>
                <a:cs typeface="Microsoft YaHei"/>
              </a:defRPr>
            </a:lvl5pPr>
            <a:lvl6pPr algn="l">
              <a:defRPr sz="1200" b="0">
                <a:solidFill>
                  <a:srgbClr val="17263A"/>
                </a:solidFill>
                <a:latin typeface="Microsoft YaHei"/>
                <a:ea typeface="Microsoft YaHei"/>
                <a:cs typeface="Microsoft YaHei"/>
              </a:defRPr>
            </a:lvl6pPr>
            <a:lvl7pPr algn="l">
              <a:defRPr sz="1200" b="0">
                <a:solidFill>
                  <a:srgbClr val="17263A"/>
                </a:solidFill>
                <a:latin typeface="Microsoft YaHei"/>
                <a:ea typeface="Microsoft YaHei"/>
                <a:cs typeface="Microsoft YaHei"/>
              </a:defRPr>
            </a:lvl7pPr>
            <a:lvl8pPr algn="l">
              <a:defRPr sz="1200" b="0">
                <a:solidFill>
                  <a:srgbClr val="17263A"/>
                </a:solidFill>
                <a:latin typeface="Microsoft YaHei"/>
                <a:ea typeface="Microsoft YaHei"/>
                <a:cs typeface="Microsoft YaHei"/>
              </a:defRPr>
            </a:lvl8pPr>
            <a:lvl9pPr algn="l">
              <a:defRPr sz="1200" b="0">
                <a:solidFill>
                  <a:srgbClr val="17263A"/>
                </a:solidFill>
                <a:latin typeface="Microsoft YaHei"/>
                <a:ea typeface="Microsoft YaHei"/>
                <a:cs typeface="Microsoft YaHei"/>
              </a:defRPr>
            </a:lvl9pPr>
          </a:lstStyle>
          <a:p xmlns:a="http://schemas.openxmlformats.org/drawingml/2006/main">
            <a:pPr algn="l">
              <a:lnSpc>
                <a:spcPct val="102000"/>
              </a:lnSpc>
              <a:buNone/>
              <a:defRPr sz="1200" b="0">
                <a:solidFill>
                  <a:srgbClr val="17263A"/>
                </a:solidFill>
                <a:latin typeface="Microsoft YaHei"/>
                <a:ea typeface="Microsoft YaHei"/>
                <a:cs typeface="Microsoft YaHei"/>
              </a:defRPr>
            </a:pPr>
            <a:r>
              <a:rPr sz="1200" b="0">
                <a:solidFill>
                  <a:srgbClr val="17263A"/>
                </a:solidFill>
                <a:latin typeface="Microsoft YaHei"/>
                <a:ea typeface="Microsoft YaHei"/>
                <a:cs typeface="Microsoft YaHei"/>
              </a:rPr>
              <a:t>Registry / CES / Hook</a:t>
            </a:r>
          </a:p>
        </p:txBody>
      </p:sp>
      <p:sp>
        <p:nvSpPr>
          <p:cNvPr id="62" name="legacy-flow-note">
            <a:extLst xmlns:a="http://schemas.openxmlformats.org/drawingml/2006/main">
              <a:ext uri="{FF2B5EF4-FFF2-40B4-BE49-F238E27FC236}">
                <a16:creationId xmlns:a16="http://schemas.microsoft.com/office/drawing/2014/main" id="{582434F1-36CC-4558-B6D9-5E9C7D60F64D}"/>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READY / Refresh → EF / Records → LOADED；省略透传函数及中间调用栈</a:t>
            </a:r>
          </a:p>
        </p:txBody>
      </p:sp>
      <p:sp>
        <p:nvSpPr>
          <p:cNvPr id="63" name="application-label">
            <a:extLst xmlns:a="http://schemas.openxmlformats.org/drawingml/2006/main">
              <a:ext uri="{FF2B5EF4-FFF2-40B4-BE49-F238E27FC236}">
                <a16:creationId xmlns:a16="http://schemas.microsoft.com/office/drawing/2014/main" id="{A896142D-EEDF-4700-A851-26C5A3A8F7DF}"/>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64" name="domain-label">
            <a:extLst xmlns:a="http://schemas.openxmlformats.org/drawingml/2006/main">
              <a:ext uri="{FF2B5EF4-FFF2-40B4-BE49-F238E27FC236}">
                <a16:creationId xmlns:a16="http://schemas.microsoft.com/office/drawing/2014/main" id="{1EB710A2-685A-4A59-A5B5-0BBA09F844AB}"/>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65" name="target-edge-RT">
            <a:extLst xmlns:a="http://schemas.openxmlformats.org/drawingml/2006/main">
              <a:ext uri="{FF2B5EF4-FFF2-40B4-BE49-F238E27FC236}">
                <a16:creationId xmlns:a16="http://schemas.microsoft.com/office/drawing/2014/main" id="{139D5FC5-3371-4D5A-9C92-24EFD08DE757}"/>
              </a:ext>
            </a:extLst>
          </p:cNvPr>
          <p:cNvSpPr>
            <a:spLocks xmlns:a="http://schemas.openxmlformats.org/drawingml/2006/main" noGrp="1"/>
          </p:cNvSpPr>
          <p:nvPr/>
        </p:nvSpPr>
        <p:spPr>
          <a:xfrm xmlns:a="http://schemas.openxmlformats.org/drawingml/2006/main">
            <a:off x="8572500" y="3790950"/>
            <a:ext cx="1447800" cy="1447800"/>
          </a:xfrm>
          <a:custGeom xmlns:a="http://schemas.openxmlformats.org/drawingml/2006/main">
            <a:pathLst>
              <a:path w="1447800" h="1447800">
                <a:moveTo>
                  <a:pt x="0" y="1447800"/>
                </a:moveTo>
                <a:lnTo>
                  <a:pt x="0" y="1257300"/>
                </a:lnTo>
                <a:lnTo>
                  <a:pt x="1447800" y="1257300"/>
                </a:lnTo>
                <a:lnTo>
                  <a:pt x="1447800" y="0"/>
                </a:lnTo>
                <a:lnTo>
                  <a:pt x="1362075" y="0"/>
                </a:lnTo>
              </a:path>
            </a:pathLst>
          </a:custGeom>
          <a:noFill xmlns:a="http://schemas.openxmlformats.org/drawingml/2006/main"/>
          <a:ln xmlns:a="http://schemas.openxmlformats.org/drawingml/2006/main" w="16193">
            <a:solidFill>
              <a:srgbClr val="246AB8"/>
            </a:solidFill>
            <a:prstDash val="solid"/>
          </a:ln>
        </p:spPr>
      </p:sp>
      <p:sp>
        <p:nvSpPr>
          <p:cNvPr id="66" name="target-edge-RT-head">
            <a:extLst xmlns:a="http://schemas.openxmlformats.org/drawingml/2006/main">
              <a:ext uri="{FF2B5EF4-FFF2-40B4-BE49-F238E27FC236}">
                <a16:creationId xmlns:a16="http://schemas.microsoft.com/office/drawing/2014/main" id="{FE0B42A0-1141-4B4C-B59E-A29D458957C9}"/>
              </a:ext>
            </a:extLst>
          </p:cNvPr>
          <p:cNvSpPr>
            <a:spLocks xmlns:a="http://schemas.openxmlformats.org/drawingml/2006/main" noGrp="1"/>
          </p:cNvSpPr>
          <p:nvPr/>
        </p:nvSpPr>
        <p:spPr>
          <a:xfrm xmlns:a="http://schemas.openxmlformats.org/drawingml/2006/main">
            <a:off x="9934575" y="37623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6193">
            <a:solidFill>
              <a:srgbClr val="246AB8"/>
            </a:solidFill>
            <a:prstDash val="solid"/>
          </a:ln>
        </p:spPr>
      </p:sp>
      <p:sp>
        <p:nvSpPr>
          <p:cNvPr id="67" name="target-edge-label-RT">
            <a:extLst xmlns:a="http://schemas.openxmlformats.org/drawingml/2006/main">
              <a:ext uri="{FF2B5EF4-FFF2-40B4-BE49-F238E27FC236}">
                <a16:creationId xmlns:a16="http://schemas.microsoft.com/office/drawing/2014/main" id="{C6C38B83-52EE-4C6B-995C-2919381BB063}"/>
              </a:ext>
            </a:extLst>
          </p:cNvPr>
          <p:cNvSpPr>
            <a:spLocks xmlns:a="http://schemas.openxmlformats.org/drawingml/2006/main" noGrp="1"/>
          </p:cNvSpPr>
          <p:nvPr/>
        </p:nvSpPr>
        <p:spPr>
          <a:xfrm xmlns:a="http://schemas.openxmlformats.org/drawingml/2006/main">
            <a:off x="9620250" y="5048250"/>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观察</a:t>
            </a:r>
          </a:p>
        </p:txBody>
      </p:sp>
      <p:sp>
        <p:nvSpPr>
          <p:cNvPr id="68" name="target-edge-TD">
            <a:extLst xmlns:a="http://schemas.openxmlformats.org/drawingml/2006/main">
              <a:ext uri="{FF2B5EF4-FFF2-40B4-BE49-F238E27FC236}">
                <a16:creationId xmlns:a16="http://schemas.microsoft.com/office/drawing/2014/main" id="{A165B84A-769D-4CA5-97E7-FA3576C18278}"/>
              </a:ext>
            </a:extLst>
          </p:cNvPr>
          <p:cNvSpPr>
            <a:spLocks xmlns:a="http://schemas.openxmlformats.org/drawingml/2006/main" noGrp="1"/>
          </p:cNvSpPr>
          <p:nvPr/>
        </p:nvSpPr>
        <p:spPr>
          <a:xfrm xmlns:a="http://schemas.openxmlformats.org/drawingml/2006/main">
            <a:off x="9139238"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69" name="target-edge-TD-head">
            <a:extLst xmlns:a="http://schemas.openxmlformats.org/drawingml/2006/main">
              <a:ext uri="{FF2B5EF4-FFF2-40B4-BE49-F238E27FC236}">
                <a16:creationId xmlns:a16="http://schemas.microsoft.com/office/drawing/2014/main" id="{69A9BCAB-F37D-42D4-AB66-C6E08D2C65BB}"/>
              </a:ext>
            </a:extLst>
          </p:cNvPr>
          <p:cNvSpPr>
            <a:spLocks xmlns:a="http://schemas.openxmlformats.org/drawingml/2006/main" noGrp="1"/>
          </p:cNvSpPr>
          <p:nvPr/>
        </p:nvSpPr>
        <p:spPr>
          <a:xfrm xmlns:a="http://schemas.openxmlformats.org/drawingml/2006/main">
            <a:off x="9115425"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70" name="target-edge-RI">
            <a:extLst xmlns:a="http://schemas.openxmlformats.org/drawingml/2006/main">
              <a:ext uri="{FF2B5EF4-FFF2-40B4-BE49-F238E27FC236}">
                <a16:creationId xmlns:a16="http://schemas.microsoft.com/office/drawing/2014/main" id="{AF88F973-2D54-4B13-9525-7E9FE0F3DF67}"/>
              </a:ext>
            </a:extLst>
          </p:cNvPr>
          <p:cNvSpPr>
            <a:spLocks xmlns:a="http://schemas.openxmlformats.org/drawingml/2006/main" noGrp="1"/>
          </p:cNvSpPr>
          <p:nvPr/>
        </p:nvSpPr>
        <p:spPr>
          <a:xfrm xmlns:a="http://schemas.openxmlformats.org/drawingml/2006/main">
            <a:off x="9048750" y="5567363"/>
            <a:ext cx="190500" cy="9525"/>
          </a:xfrm>
          <a:custGeom xmlns:a="http://schemas.openxmlformats.org/drawingml/2006/main">
            <a:pathLst>
              <a:path w="190500" h="9525">
                <a:moveTo>
                  <a:pt x="0" y="4763"/>
                </a:moveTo>
                <a:lnTo>
                  <a:pt x="190500" y="4763"/>
                </a:lnTo>
              </a:path>
            </a:pathLst>
          </a:custGeom>
          <a:noFill xmlns:a="http://schemas.openxmlformats.org/drawingml/2006/main"/>
          <a:ln xmlns:a="http://schemas.openxmlformats.org/drawingml/2006/main" w="16193">
            <a:solidFill>
              <a:srgbClr val="246AB8"/>
            </a:solidFill>
            <a:prstDash val="solid"/>
          </a:ln>
        </p:spPr>
      </p:sp>
      <p:sp>
        <p:nvSpPr>
          <p:cNvPr id="71" name="target-edge-RI-head">
            <a:extLst xmlns:a="http://schemas.openxmlformats.org/drawingml/2006/main">
              <a:ext uri="{FF2B5EF4-FFF2-40B4-BE49-F238E27FC236}">
                <a16:creationId xmlns:a16="http://schemas.microsoft.com/office/drawing/2014/main" id="{5587C626-EEE0-42C9-AC37-EA733CA91C8B}"/>
              </a:ext>
            </a:extLst>
          </p:cNvPr>
          <p:cNvSpPr>
            <a:spLocks xmlns:a="http://schemas.openxmlformats.org/drawingml/2006/main" noGrp="1"/>
          </p:cNvSpPr>
          <p:nvPr/>
        </p:nvSpPr>
        <p:spPr>
          <a:xfrm xmlns:a="http://schemas.openxmlformats.org/drawingml/2006/main">
            <a:off x="9182100" y="5543550"/>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72" name="target-edge-IC">
            <a:extLst xmlns:a="http://schemas.openxmlformats.org/drawingml/2006/main">
              <a:ext uri="{FF2B5EF4-FFF2-40B4-BE49-F238E27FC236}">
                <a16:creationId xmlns:a16="http://schemas.microsoft.com/office/drawing/2014/main" id="{501E13E9-DC8E-42A2-A8DA-F3BF42DF5D33}"/>
              </a:ext>
            </a:extLst>
          </p:cNvPr>
          <p:cNvSpPr>
            <a:spLocks xmlns:a="http://schemas.openxmlformats.org/drawingml/2006/main" noGrp="1"/>
          </p:cNvSpPr>
          <p:nvPr/>
        </p:nvSpPr>
        <p:spPr>
          <a:xfrm xmlns:a="http://schemas.openxmlformats.org/drawingml/2006/main">
            <a:off x="11696700" y="3028950"/>
            <a:ext cx="323850" cy="2590800"/>
          </a:xfrm>
          <a:custGeom xmlns:a="http://schemas.openxmlformats.org/drawingml/2006/main">
            <a:pathLst>
              <a:path w="323850" h="2590800">
                <a:moveTo>
                  <a:pt x="0" y="2590800"/>
                </a:moveTo>
                <a:lnTo>
                  <a:pt x="323850" y="2590800"/>
                </a:lnTo>
                <a:lnTo>
                  <a:pt x="323850" y="0"/>
                </a:lnTo>
                <a:lnTo>
                  <a:pt x="0" y="0"/>
                </a:lnTo>
              </a:path>
            </a:pathLst>
          </a:custGeom>
          <a:noFill xmlns:a="http://schemas.openxmlformats.org/drawingml/2006/main"/>
          <a:ln xmlns:a="http://schemas.openxmlformats.org/drawingml/2006/main" w="16193">
            <a:solidFill>
              <a:srgbClr val="246AB8"/>
            </a:solidFill>
            <a:prstDash val="solid"/>
          </a:ln>
        </p:spPr>
      </p:sp>
      <p:sp>
        <p:nvSpPr>
          <p:cNvPr id="73" name="target-edge-IC-head">
            <a:extLst xmlns:a="http://schemas.openxmlformats.org/drawingml/2006/main">
              <a:ext uri="{FF2B5EF4-FFF2-40B4-BE49-F238E27FC236}">
                <a16:creationId xmlns:a16="http://schemas.microsoft.com/office/drawing/2014/main" id="{ADAE04BD-2848-4A76-9AC2-058D1819AD91}"/>
              </a:ext>
            </a:extLst>
          </p:cNvPr>
          <p:cNvSpPr>
            <a:spLocks xmlns:a="http://schemas.openxmlformats.org/drawingml/2006/main" noGrp="1"/>
          </p:cNvSpPr>
          <p:nvPr/>
        </p:nvSpPr>
        <p:spPr>
          <a:xfrm xmlns:a="http://schemas.openxmlformats.org/drawingml/2006/main">
            <a:off x="11696700" y="30003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6193">
            <a:solidFill>
              <a:srgbClr val="246AB8"/>
            </a:solidFill>
            <a:prstDash val="solid"/>
          </a:ln>
        </p:spPr>
      </p:sp>
      <p:sp>
        <p:nvSpPr>
          <p:cNvPr id="74" name="target-edge-label-IC">
            <a:extLst xmlns:a="http://schemas.openxmlformats.org/drawingml/2006/main">
              <a:ext uri="{FF2B5EF4-FFF2-40B4-BE49-F238E27FC236}">
                <a16:creationId xmlns:a16="http://schemas.microsoft.com/office/drawing/2014/main" id="{00D2841F-9E5F-479F-A0FC-134A102FDB3D}"/>
              </a:ext>
            </a:extLst>
          </p:cNvPr>
          <p:cNvSpPr>
            <a:spLocks xmlns:a="http://schemas.openxmlformats.org/drawingml/2006/main" noGrp="1"/>
          </p:cNvSpPr>
          <p:nvPr/>
        </p:nvSpPr>
        <p:spPr>
          <a:xfrm xmlns:a="http://schemas.openxmlformats.org/drawingml/2006/main">
            <a:off x="11734800" y="4981575"/>
            <a:ext cx="3524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出口</a:t>
            </a:r>
          </a:p>
        </p:txBody>
      </p:sp>
      <p:sp>
        <p:nvSpPr>
          <p:cNvPr id="75" name="target-node-C">
            <a:extLst xmlns:a="http://schemas.openxmlformats.org/drawingml/2006/main">
              <a:ext uri="{FF2B5EF4-FFF2-40B4-BE49-F238E27FC236}">
                <a16:creationId xmlns:a16="http://schemas.microsoft.com/office/drawing/2014/main" id="{E01462D4-2E17-4790-8CB9-2C43944F400E}"/>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EAF1FB"/>
          </a:solidFill>
          <a:ln xmlns:a="http://schemas.openxmlformats.org/drawingml/2006/main" w="14288">
            <a:solidFill>
              <a:srgbClr val="246AB8"/>
            </a:solidFill>
            <a:prstDash val="solid"/>
          </a:ln>
        </p:spPr>
      </p:sp>
      <p:sp>
        <p:nvSpPr>
          <p:cNvPr id="76" name="target-title-C">
            <a:extLst xmlns:a="http://schemas.openxmlformats.org/drawingml/2006/main">
              <a:ext uri="{FF2B5EF4-FFF2-40B4-BE49-F238E27FC236}">
                <a16:creationId xmlns:a16="http://schemas.microsoft.com/office/drawing/2014/main" id="{6FA7586F-7FF8-4045-B16F-BA6B4247414C}"/>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C 旧接口兼容</a:t>
            </a:r>
          </a:p>
        </p:txBody>
      </p:sp>
      <p:sp>
        <p:nvSpPr>
          <p:cNvPr id="77" name="target-alias-C">
            <a:extLst xmlns:a="http://schemas.openxmlformats.org/drawingml/2006/main">
              <a:ext uri="{FF2B5EF4-FFF2-40B4-BE49-F238E27FC236}">
                <a16:creationId xmlns:a16="http://schemas.microsoft.com/office/drawing/2014/main" id="{E32BA5AB-252F-42C7-86D5-617C4DF37833}"/>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56657A"/>
                </a:solidFill>
                <a:latin typeface="Microsoft YaHei"/>
                <a:ea typeface="Microsoft YaHei"/>
                <a:cs typeface="Microsoft YaHei"/>
              </a:defRPr>
            </a:defPPr>
            <a:lvl1pPr algn="l">
              <a:defRPr sz="1238" b="0">
                <a:solidFill>
                  <a:srgbClr val="56657A"/>
                </a:solidFill>
                <a:latin typeface="Microsoft YaHei"/>
                <a:ea typeface="Microsoft YaHei"/>
                <a:cs typeface="Microsoft YaHei"/>
              </a:defRPr>
            </a:lvl1pPr>
            <a:lvl2pPr algn="l">
              <a:defRPr sz="1238" b="0">
                <a:solidFill>
                  <a:srgbClr val="56657A"/>
                </a:solidFill>
                <a:latin typeface="Microsoft YaHei"/>
                <a:ea typeface="Microsoft YaHei"/>
                <a:cs typeface="Microsoft YaHei"/>
              </a:defRPr>
            </a:lvl2pPr>
            <a:lvl3pPr algn="l">
              <a:defRPr sz="1238" b="0">
                <a:solidFill>
                  <a:srgbClr val="56657A"/>
                </a:solidFill>
                <a:latin typeface="Microsoft YaHei"/>
                <a:ea typeface="Microsoft YaHei"/>
                <a:cs typeface="Microsoft YaHei"/>
              </a:defRPr>
            </a:lvl3pPr>
            <a:lvl4pPr algn="l">
              <a:defRPr sz="1238" b="0">
                <a:solidFill>
                  <a:srgbClr val="56657A"/>
                </a:solidFill>
                <a:latin typeface="Microsoft YaHei"/>
                <a:ea typeface="Microsoft YaHei"/>
                <a:cs typeface="Microsoft YaHei"/>
              </a:defRPr>
            </a:lvl4pPr>
            <a:lvl5pPr algn="l">
              <a:defRPr sz="1238" b="0">
                <a:solidFill>
                  <a:srgbClr val="56657A"/>
                </a:solidFill>
                <a:latin typeface="Microsoft YaHei"/>
                <a:ea typeface="Microsoft YaHei"/>
                <a:cs typeface="Microsoft YaHei"/>
              </a:defRPr>
            </a:lvl5pPr>
            <a:lvl6pPr algn="l">
              <a:defRPr sz="1238" b="0">
                <a:solidFill>
                  <a:srgbClr val="56657A"/>
                </a:solidFill>
                <a:latin typeface="Microsoft YaHei"/>
                <a:ea typeface="Microsoft YaHei"/>
                <a:cs typeface="Microsoft YaHei"/>
              </a:defRPr>
            </a:lvl6pPr>
            <a:lvl7pPr algn="l">
              <a:defRPr sz="1238" b="0">
                <a:solidFill>
                  <a:srgbClr val="56657A"/>
                </a:solidFill>
                <a:latin typeface="Microsoft YaHei"/>
                <a:ea typeface="Microsoft YaHei"/>
                <a:cs typeface="Microsoft YaHei"/>
              </a:defRPr>
            </a:lvl7pPr>
            <a:lvl8pPr algn="l">
              <a:defRPr sz="1238" b="0">
                <a:solidFill>
                  <a:srgbClr val="56657A"/>
                </a:solidFill>
                <a:latin typeface="Microsoft YaHei"/>
                <a:ea typeface="Microsoft YaHei"/>
                <a:cs typeface="Microsoft YaHei"/>
              </a:defRPr>
            </a:lvl8pPr>
            <a:lvl9pPr algn="l">
              <a:defRPr sz="1238" b="0">
                <a:solidFill>
                  <a:srgbClr val="56657A"/>
                </a:solidFill>
                <a:latin typeface="Microsoft YaHei"/>
                <a:ea typeface="Microsoft YaHei"/>
                <a:cs typeface="Microsoft YaHei"/>
              </a:defRPr>
            </a:lvl9pPr>
          </a:lstStyle>
          <a:p xmlns:a="http://schemas.openxmlformats.org/drawingml/2006/main">
            <a:pPr algn="l">
              <a:lnSpc>
                <a:spcPct val="102000"/>
              </a:lnSpc>
              <a:buNone/>
              <a:defRPr sz="1238" b="0">
                <a:solidFill>
                  <a:srgbClr val="56657A"/>
                </a:solidFill>
                <a:latin typeface="Microsoft YaHei"/>
                <a:ea typeface="Microsoft YaHei"/>
                <a:cs typeface="Microsoft YaHei"/>
              </a:defRPr>
            </a:pPr>
            <a:r>
              <a:rPr sz="1238" b="0">
                <a:solidFill>
                  <a:srgbClr val="56657A"/>
                </a:solidFill>
                <a:latin typeface="Microsoft YaHei"/>
                <a:ea typeface="Microsoft YaHei"/>
                <a:cs typeface="Microsoft YaHei"/>
              </a:rPr>
              <a:t>旧签名 / 权限 / 错误 / 返回与回调</a:t>
            </a:r>
          </a:p>
        </p:txBody>
      </p:sp>
      <p:sp>
        <p:nvSpPr>
          <p:cNvPr id="78" name="target-func-C">
            <a:extLst xmlns:a="http://schemas.openxmlformats.org/drawingml/2006/main">
              <a:ext uri="{FF2B5EF4-FFF2-40B4-BE49-F238E27FC236}">
                <a16:creationId xmlns:a16="http://schemas.microsoft.com/office/drawing/2014/main" id="{1078AF02-8A1A-4BA3-B4B5-3197EB8FA1E3}"/>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只保持原加载通知 / 查询出口</a:t>
            </a:r>
          </a:p>
        </p:txBody>
      </p:sp>
      <p:sp>
        <p:nvSpPr>
          <p:cNvPr id="79" name="target-node-O">
            <a:extLst xmlns:a="http://schemas.openxmlformats.org/drawingml/2006/main">
              <a:ext uri="{FF2B5EF4-FFF2-40B4-BE49-F238E27FC236}">
                <a16:creationId xmlns:a16="http://schemas.microsoft.com/office/drawing/2014/main" id="{7D2780ED-46AC-4E42-973E-96A8AB57FAD7}"/>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80" name="target-title-O">
            <a:extLst xmlns:a="http://schemas.openxmlformats.org/drawingml/2006/main">
              <a:ext uri="{FF2B5EF4-FFF2-40B4-BE49-F238E27FC236}">
                <a16:creationId xmlns:a16="http://schemas.microsoft.com/office/drawing/2014/main" id="{99D375A4-DE06-46B8-8FAD-1730F3FE7DD3}"/>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O 本地操作</a:t>
            </a:r>
          </a:p>
        </p:txBody>
      </p:sp>
      <p:sp>
        <p:nvSpPr>
          <p:cNvPr id="81" name="target-alias-O">
            <a:extLst xmlns:a="http://schemas.openxmlformats.org/drawingml/2006/main">
              <a:ext uri="{FF2B5EF4-FFF2-40B4-BE49-F238E27FC236}">
                <a16:creationId xmlns:a16="http://schemas.microsoft.com/office/drawing/2014/main" id="{A8E8CEAB-EF54-4C19-B43A-68399382DD92}"/>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778599"/>
                </a:solidFill>
                <a:latin typeface="Microsoft YaHei"/>
                <a:ea typeface="Microsoft YaHei"/>
                <a:cs typeface="Microsoft YaHei"/>
              </a:defRPr>
            </a:defPPr>
            <a:lvl1pPr algn="l">
              <a:defRPr sz="1075" b="0">
                <a:solidFill>
                  <a:srgbClr val="778599"/>
                </a:solidFill>
                <a:latin typeface="Microsoft YaHei"/>
                <a:ea typeface="Microsoft YaHei"/>
                <a:cs typeface="Microsoft YaHei"/>
              </a:defRPr>
            </a:lvl1pPr>
            <a:lvl2pPr algn="l">
              <a:defRPr sz="1075" b="0">
                <a:solidFill>
                  <a:srgbClr val="778599"/>
                </a:solidFill>
                <a:latin typeface="Microsoft YaHei"/>
                <a:ea typeface="Microsoft YaHei"/>
                <a:cs typeface="Microsoft YaHei"/>
              </a:defRPr>
            </a:lvl2pPr>
            <a:lvl3pPr algn="l">
              <a:defRPr sz="1075" b="0">
                <a:solidFill>
                  <a:srgbClr val="778599"/>
                </a:solidFill>
                <a:latin typeface="Microsoft YaHei"/>
                <a:ea typeface="Microsoft YaHei"/>
                <a:cs typeface="Microsoft YaHei"/>
              </a:defRPr>
            </a:lvl3pPr>
            <a:lvl4pPr algn="l">
              <a:defRPr sz="1075" b="0">
                <a:solidFill>
                  <a:srgbClr val="778599"/>
                </a:solidFill>
                <a:latin typeface="Microsoft YaHei"/>
                <a:ea typeface="Microsoft YaHei"/>
                <a:cs typeface="Microsoft YaHei"/>
              </a:defRPr>
            </a:lvl4pPr>
            <a:lvl5pPr algn="l">
              <a:defRPr sz="1075" b="0">
                <a:solidFill>
                  <a:srgbClr val="778599"/>
                </a:solidFill>
                <a:latin typeface="Microsoft YaHei"/>
                <a:ea typeface="Microsoft YaHei"/>
                <a:cs typeface="Microsoft YaHei"/>
              </a:defRPr>
            </a:lvl5pPr>
            <a:lvl6pPr algn="l">
              <a:defRPr sz="1075" b="0">
                <a:solidFill>
                  <a:srgbClr val="778599"/>
                </a:solidFill>
                <a:latin typeface="Microsoft YaHei"/>
                <a:ea typeface="Microsoft YaHei"/>
                <a:cs typeface="Microsoft YaHei"/>
              </a:defRPr>
            </a:lvl6pPr>
            <a:lvl7pPr algn="l">
              <a:defRPr sz="1075" b="0">
                <a:solidFill>
                  <a:srgbClr val="778599"/>
                </a:solidFill>
                <a:latin typeface="Microsoft YaHei"/>
                <a:ea typeface="Microsoft YaHei"/>
                <a:cs typeface="Microsoft YaHei"/>
              </a:defRPr>
            </a:lvl7pPr>
            <a:lvl8pPr algn="l">
              <a:defRPr sz="1075" b="0">
                <a:solidFill>
                  <a:srgbClr val="778599"/>
                </a:solidFill>
                <a:latin typeface="Microsoft YaHei"/>
                <a:ea typeface="Microsoft YaHei"/>
                <a:cs typeface="Microsoft YaHei"/>
              </a:defRPr>
            </a:lvl8pPr>
            <a:lvl9pPr algn="l">
              <a:defRPr sz="1075" b="0">
                <a:solidFill>
                  <a:srgbClr val="778599"/>
                </a:solidFill>
                <a:latin typeface="Microsoft YaHei"/>
                <a:ea typeface="Microsoft YaHei"/>
                <a:cs typeface="Microsoft YaHei"/>
              </a:defRPr>
            </a:lvl9pPr>
          </a:lstStyle>
          <a:p xmlns:a="http://schemas.openxmlformats.org/drawingml/2006/main">
            <a:pPr algn="l">
              <a:lnSpc>
                <a:spcPct val="102000"/>
              </a:lnSpc>
              <a:buNone/>
              <a:defRPr sz="1075" b="0">
                <a:solidFill>
                  <a:srgbClr val="778599"/>
                </a:solidFill>
                <a:latin typeface="Microsoft YaHei"/>
                <a:ea typeface="Microsoft YaHei"/>
                <a:cs typeface="Microsoft YaHei"/>
              </a:defRPr>
            </a:pPr>
            <a:r>
              <a:rPr sz="1075" b="0">
                <a:solidFill>
                  <a:srgbClr val="778599"/>
                </a:solidFill>
                <a:latin typeface="Microsoft YaHei"/>
                <a:ea typeface="Microsoft YaHei"/>
                <a:cs typeface="Microsoft YaHei"/>
              </a:rPr>
              <a:t>OperationCoordinator</a:t>
            </a:r>
          </a:p>
        </p:txBody>
      </p:sp>
      <p:sp>
        <p:nvSpPr>
          <p:cNvPr id="82" name="target-func-O">
            <a:extLst xmlns:a="http://schemas.openxmlformats.org/drawingml/2006/main">
              <a:ext uri="{FF2B5EF4-FFF2-40B4-BE49-F238E27FC236}">
                <a16:creationId xmlns:a16="http://schemas.microsoft.com/office/drawing/2014/main" id="{8CCD102C-9C09-49A1-86EB-D57C004D7D3F}"/>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简单加载无需长操作</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本流程不强制参与</a:t>
            </a:r>
          </a:p>
        </p:txBody>
      </p:sp>
      <p:sp>
        <p:nvSpPr>
          <p:cNvPr id="83" name="target-node-T">
            <a:extLst xmlns:a="http://schemas.openxmlformats.org/drawingml/2006/main">
              <a:ext uri="{FF2B5EF4-FFF2-40B4-BE49-F238E27FC236}">
                <a16:creationId xmlns:a16="http://schemas.microsoft.com/office/drawing/2014/main" id="{F4BA9CB0-7E83-4B96-9A80-DD5B6694E5BB}"/>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84" name="target-title-T">
            <a:extLst xmlns:a="http://schemas.openxmlformats.org/drawingml/2006/main">
              <a:ext uri="{FF2B5EF4-FFF2-40B4-BE49-F238E27FC236}">
                <a16:creationId xmlns:a16="http://schemas.microsoft.com/office/drawing/2014/main" id="{9743A1C9-99BD-45C5-8B60-0317D7194B0D}"/>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85" name="target-alias-T">
            <a:extLst xmlns:a="http://schemas.openxmlformats.org/drawingml/2006/main">
              <a:ext uri="{FF2B5EF4-FFF2-40B4-BE49-F238E27FC236}">
                <a16:creationId xmlns:a16="http://schemas.microsoft.com/office/drawing/2014/main" id="{5EEAF360-26DC-463A-B26E-DFF608C2496D}"/>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86" name="target-func-T">
            <a:extLst xmlns:a="http://schemas.openxmlformats.org/drawingml/2006/main">
              <a:ext uri="{FF2B5EF4-FFF2-40B4-BE49-F238E27FC236}">
                <a16:creationId xmlns:a16="http://schemas.microsoft.com/office/drawing/2014/main" id="{180AA495-B259-4C34-A6C9-035C3699580F}"/>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账户资料与兼容投影</a:t>
            </a:r>
          </a:p>
        </p:txBody>
      </p:sp>
      <p:sp>
        <p:nvSpPr>
          <p:cNvPr id="87" name="target-node-A">
            <a:extLst xmlns:a="http://schemas.openxmlformats.org/drawingml/2006/main">
              <a:ext uri="{FF2B5EF4-FFF2-40B4-BE49-F238E27FC236}">
                <a16:creationId xmlns:a16="http://schemas.microsoft.com/office/drawing/2014/main" id="{CDD5AB36-8C59-43DA-A7FF-7589D9EF81B5}"/>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88" name="target-title-A">
            <a:extLst xmlns:a="http://schemas.openxmlformats.org/drawingml/2006/main">
              <a:ext uri="{FF2B5EF4-FFF2-40B4-BE49-F238E27FC236}">
                <a16:creationId xmlns:a16="http://schemas.microsoft.com/office/drawing/2014/main" id="{2B82583F-04EF-42EA-BF76-A33BEAEFCC66}"/>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89" name="target-alias-A">
            <a:extLst xmlns:a="http://schemas.openxmlformats.org/drawingml/2006/main">
              <a:ext uri="{FF2B5EF4-FFF2-40B4-BE49-F238E27FC236}">
                <a16:creationId xmlns:a16="http://schemas.microsoft.com/office/drawing/2014/main" id="{A8A06652-04F6-4AAB-8021-179034471732}"/>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90" name="target-func-A">
            <a:extLst xmlns:a="http://schemas.openxmlformats.org/drawingml/2006/main">
              <a:ext uri="{FF2B5EF4-FFF2-40B4-BE49-F238E27FC236}">
                <a16:creationId xmlns:a16="http://schemas.microsoft.com/office/drawing/2014/main" id="{A62A2520-D380-42BE-B5A9-1500B4E1D67B}"/>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不涉及角色裁决</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本流程不参与</a:t>
            </a:r>
          </a:p>
        </p:txBody>
      </p:sp>
      <p:sp>
        <p:nvSpPr>
          <p:cNvPr id="91" name="target-node-DO">
            <a:extLst xmlns:a="http://schemas.openxmlformats.org/drawingml/2006/main">
              <a:ext uri="{FF2B5EF4-FFF2-40B4-BE49-F238E27FC236}">
                <a16:creationId xmlns:a16="http://schemas.microsoft.com/office/drawing/2014/main" id="{402AB6CB-6C87-4927-A0B6-97473B0B2A7C}"/>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92" name="target-title-DO">
            <a:extLst xmlns:a="http://schemas.openxmlformats.org/drawingml/2006/main">
              <a:ext uri="{FF2B5EF4-FFF2-40B4-BE49-F238E27FC236}">
                <a16:creationId xmlns:a16="http://schemas.microsoft.com/office/drawing/2014/main" id="{6639EA52-E71B-4A04-87C5-81A0922FB7E2}"/>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OperationContext</a:t>
            </a:r>
          </a:p>
        </p:txBody>
      </p:sp>
      <p:sp>
        <p:nvSpPr>
          <p:cNvPr id="93" name="target-func-DO">
            <a:extLst xmlns:a="http://schemas.openxmlformats.org/drawingml/2006/main">
              <a:ext uri="{FF2B5EF4-FFF2-40B4-BE49-F238E27FC236}">
                <a16:creationId xmlns:a16="http://schemas.microsoft.com/office/drawing/2014/main" id="{909ECB0C-3D69-4D9B-9924-F5CE59D05F4A}"/>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纯操作状态 / 值对象</a:t>
            </a:r>
          </a:p>
        </p:txBody>
      </p:sp>
      <p:sp>
        <p:nvSpPr>
          <p:cNvPr id="94" name="target-node-DT">
            <a:extLst xmlns:a="http://schemas.openxmlformats.org/drawingml/2006/main">
              <a:ext uri="{FF2B5EF4-FFF2-40B4-BE49-F238E27FC236}">
                <a16:creationId xmlns:a16="http://schemas.microsoft.com/office/drawing/2014/main" id="{AD03E334-F186-4728-A281-C9E5F4244BB1}"/>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95" name="target-title-DT">
            <a:extLst xmlns:a="http://schemas.openxmlformats.org/drawingml/2006/main">
              <a:ext uri="{FF2B5EF4-FFF2-40B4-BE49-F238E27FC236}">
                <a16:creationId xmlns:a16="http://schemas.microsoft.com/office/drawing/2014/main" id="{077FFCD3-AD46-4303-9E9E-208B04EEB4DE}"/>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TopologyAggregate</a:t>
            </a:r>
          </a:p>
        </p:txBody>
      </p:sp>
      <p:sp>
        <p:nvSpPr>
          <p:cNvPr id="96" name="target-func-DT">
            <a:extLst xmlns:a="http://schemas.openxmlformats.org/drawingml/2006/main">
              <a:ext uri="{FF2B5EF4-FFF2-40B4-BE49-F238E27FC236}">
                <a16:creationId xmlns:a16="http://schemas.microsoft.com/office/drawing/2014/main" id="{A265DD21-71EF-4B4C-8EED-6F470BEBC04A}"/>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纯账户 / 绑定规则</a:t>
            </a:r>
          </a:p>
        </p:txBody>
      </p:sp>
      <p:sp>
        <p:nvSpPr>
          <p:cNvPr id="97" name="target-node-DA">
            <a:extLst xmlns:a="http://schemas.openxmlformats.org/drawingml/2006/main">
              <a:ext uri="{FF2B5EF4-FFF2-40B4-BE49-F238E27FC236}">
                <a16:creationId xmlns:a16="http://schemas.microsoft.com/office/drawing/2014/main" id="{E4BD0F9C-5ADA-4EC2-91E6-0698672C3327}"/>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98" name="target-title-DA">
            <a:extLst xmlns:a="http://schemas.openxmlformats.org/drawingml/2006/main">
              <a:ext uri="{FF2B5EF4-FFF2-40B4-BE49-F238E27FC236}">
                <a16:creationId xmlns:a16="http://schemas.microsoft.com/office/drawing/2014/main" id="{10D162BC-EC1E-47A6-820C-E4324403DCA6}"/>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99" name="target-func-DA">
            <a:extLst xmlns:a="http://schemas.openxmlformats.org/drawingml/2006/main">
              <a:ext uri="{FF2B5EF4-FFF2-40B4-BE49-F238E27FC236}">
                <a16:creationId xmlns:a16="http://schemas.microsoft.com/office/drawing/2014/main" id="{B84A8397-872B-4114-A8B4-D4A29E2BD313}"/>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100" name="target-node-R">
            <a:extLst xmlns:a="http://schemas.openxmlformats.org/drawingml/2006/main">
              <a:ext uri="{FF2B5EF4-FFF2-40B4-BE49-F238E27FC236}">
                <a16:creationId xmlns:a16="http://schemas.microsoft.com/office/drawing/2014/main" id="{BE0A08B5-35DA-4CC7-823A-DC4D1D1CDFDC}"/>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101" name="target-title-R">
            <a:extLst xmlns:a="http://schemas.openxmlformats.org/drawingml/2006/main">
              <a:ext uri="{FF2B5EF4-FFF2-40B4-BE49-F238E27FC236}">
                <a16:creationId xmlns:a16="http://schemas.microsoft.com/office/drawing/2014/main" id="{5FD7E91E-5994-468C-8D6D-CB36C0D261A0}"/>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102" name="target-func-R">
            <a:extLst xmlns:a="http://schemas.openxmlformats.org/drawingml/2006/main">
              <a:ext uri="{FF2B5EF4-FFF2-40B4-BE49-F238E27FC236}">
                <a16:creationId xmlns:a16="http://schemas.microsoft.com/office/drawing/2014/main" id="{7A9D7A24-FE46-4696-8E4A-BF27F2EE028D}"/>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卡型 / EF / Session / LoadSession</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文件状态与加载结果的 Owner</a:t>
            </a:r>
          </a:p>
        </p:txBody>
      </p:sp>
      <p:sp>
        <p:nvSpPr>
          <p:cNvPr id="103" name="target-node-I">
            <a:extLst xmlns:a="http://schemas.openxmlformats.org/drawingml/2006/main">
              <a:ext uri="{FF2B5EF4-FFF2-40B4-BE49-F238E27FC236}">
                <a16:creationId xmlns:a16="http://schemas.microsoft.com/office/drawing/2014/main" id="{4D7B695D-95E3-4B1F-A2E7-1EE744460F5C}"/>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104" name="target-title-I">
            <a:extLst xmlns:a="http://schemas.openxmlformats.org/drawingml/2006/main">
              <a:ext uri="{FF2B5EF4-FFF2-40B4-BE49-F238E27FC236}">
                <a16:creationId xmlns:a16="http://schemas.microsoft.com/office/drawing/2014/main" id="{0BBCCA3F-E13F-461E-A2AF-CE6E61CA12D4}"/>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I 技术适配</a:t>
            </a:r>
          </a:p>
        </p:txBody>
      </p:sp>
      <p:sp>
        <p:nvSpPr>
          <p:cNvPr id="105" name="target-func-I">
            <a:extLst xmlns:a="http://schemas.openxmlformats.org/drawingml/2006/main">
              <a:ext uri="{FF2B5EF4-FFF2-40B4-BE49-F238E27FC236}">
                <a16:creationId xmlns:a16="http://schemas.microsoft.com/office/drawing/2014/main" id="{6EAB5613-F592-447D-B5D2-DE1127D95D76}"/>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Registry / CES / Hook 原输出</a:t>
            </a:r>
          </a:p>
        </p:txBody>
      </p:sp>
      <p:sp>
        <p:nvSpPr>
          <p:cNvPr id="106" name="host-note">
            <a:extLst xmlns:a="http://schemas.openxmlformats.org/drawingml/2006/main">
              <a:ext uri="{FF2B5EF4-FFF2-40B4-BE49-F238E27FC236}">
                <a16:creationId xmlns:a16="http://schemas.microsoft.com/office/drawing/2014/main" id="{76126ABA-2766-443E-847F-72D7EDD0A1B2}"/>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107" name="invariant-rule">
            <a:extLst xmlns:a="http://schemas.openxmlformats.org/drawingml/2006/main">
              <a:ext uri="{FF2B5EF4-FFF2-40B4-BE49-F238E27FC236}">
                <a16:creationId xmlns:a16="http://schemas.microsoft.com/office/drawing/2014/main" id="{C54D8D1B-9A3A-4F7B-9849-ACC991CF6CFC}"/>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8" name="invariant">
            <a:extLst xmlns:a="http://schemas.openxmlformats.org/drawingml/2006/main">
              <a:ext uri="{FF2B5EF4-FFF2-40B4-BE49-F238E27FC236}">
                <a16:creationId xmlns:a16="http://schemas.microsoft.com/office/drawing/2014/main" id="{0877ABFB-07AE-47F6-9465-59F807F05F17}"/>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保持：生产卡型 / EF 算法及 LOADED 出口；局部失效不清空全局，已发写卡仍需效果核对。</a:t>
            </a:r>
          </a:p>
        </p:txBody>
      </p:sp>
      <p:sp>
        <p:nvSpPr>
          <p:cNvPr id="109" name="footer">
            <a:extLst xmlns:a="http://schemas.openxmlformats.org/drawingml/2006/main">
              <a:ext uri="{FF2B5EF4-FFF2-40B4-BE49-F238E27FC236}">
                <a16:creationId xmlns:a16="http://schemas.microsoft.com/office/drawing/2014/main" id="{CCED26C1-709B-4955-AA41-66C3F1AB3934}"/>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10" name="page-number">
            <a:extLst xmlns:a="http://schemas.openxmlformats.org/drawingml/2006/main">
              <a:ext uri="{FF2B5EF4-FFF2-40B4-BE49-F238E27FC236}">
                <a16:creationId xmlns:a16="http://schemas.microsoft.com/office/drawing/2014/main" id="{6657C28F-F60F-4BA0-B45B-86A5027BC977}"/>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加载 / 概览</a:t>
            </a:r>
          </a:p>
        </p:txBody>
      </p:sp>
    </p:spTree>
    <p:extLst>
      <p:ext uri="{BB962C8B-B14F-4D97-AF65-F5344CB8AC3E}">
        <p14:creationId xmlns:p14="http://schemas.microsoft.com/office/powerpoint/2010/main" val="279173899"/>
      </p:ext>
    </p:extLst>
  </p:cSld>
  <p:transition spd="fast" advClick="0">
    <p:fade/>
  </p:transition>
</p:sld>
</file>

<file path=ppt/slides/slide40.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0" name="accent">
            <a:extLst xmlns:a="http://schemas.openxmlformats.org/drawingml/2006/main">
              <a:ext uri="{FF2B5EF4-FFF2-40B4-BE49-F238E27FC236}">
                <a16:creationId xmlns:a16="http://schemas.microsoft.com/office/drawing/2014/main" id="{5288BE74-C1BA-4E47-BCF5-E8B56D18158E}"/>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CBC12492-D9F5-4787-AFFA-4C0F511DD577}"/>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65102A95-394E-43AB-B725-01E4C1CA694F}"/>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9175F8C4-02F8-4783-A1CD-2D8CC315ED10}"/>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C357231B-2114-4857-B14D-BAC81FFC7844}"/>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BEDB0E2F-6631-462E-B2F6-286E15903B3A}"/>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1D805F7E-1EB1-486E-BAA9-AB61A1F800CD}"/>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BF2F09CA-23AC-40F7-9512-12C50D45194B}"/>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C0CBC906-0421-41A0-B096-63372C88A932}"/>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51945CDC-94AB-4291-9410-8F364FF32E78}"/>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40F531A7-2C52-43EE-9FC4-1EB5C56B907D}"/>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2BE2AECE-8BCC-46E9-ACA3-FA2F68B123EB}"/>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6440285F-03B1-4180-9A2F-624EAD69D33F}"/>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744B42EC-10F8-4070-B152-B408F6B85FFB}"/>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450316A1-B138-423A-861D-162C8E48CA5A}"/>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FAA3A9B8-93A1-47F7-9CC5-99161D130C96}"/>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32759C8D-31EF-4F25-841E-99885C830CF8}"/>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39AA41B7-186A-4228-9F61-A72555EC409C}"/>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EA147370-AD2C-4C62-AE22-495EF58D18E1}"/>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376DFF95-AE7F-4BF7-9D0F-9C3B023AAB48}"/>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① 事件入口：READY / Refresh 驱动 R 的生产加载；C 保持原对外出口，不成为所有内部流程的必经入口。</a:t>
            </a:r>
          </a:p>
        </p:txBody>
      </p:sp>
      <p:sp>
        <p:nvSpPr>
          <p:cNvPr id="21" name="top-rule">
            <a:extLst xmlns:a="http://schemas.openxmlformats.org/drawingml/2006/main">
              <a:ext uri="{FF2B5EF4-FFF2-40B4-BE49-F238E27FC236}">
                <a16:creationId xmlns:a16="http://schemas.microsoft.com/office/drawing/2014/main" id="{340791C4-D57C-4245-8A94-21F5D79BDD8B}"/>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3DEA61EE-B3CC-4ABA-9F3A-3C64BF511345}"/>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59EC32C3-AB67-483E-8884-3F2FBDB244C3}"/>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CE5C1DCE-6333-4F82-B25B-4FD2A03AEF18}"/>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EK">
            <a:extLst xmlns:a="http://schemas.openxmlformats.org/drawingml/2006/main">
              <a:ext uri="{FF2B5EF4-FFF2-40B4-BE49-F238E27FC236}">
                <a16:creationId xmlns:a16="http://schemas.microsoft.com/office/drawing/2014/main" id="{E4FDBC75-B89E-4011-ADEF-5568A3ABE56C}"/>
              </a:ext>
            </a:extLst>
          </p:cNvPr>
          <p:cNvSpPr>
            <a:spLocks xmlns:a="http://schemas.openxmlformats.org/drawingml/2006/main" noGrp="1"/>
          </p:cNvSpPr>
          <p:nvPr/>
        </p:nvSpPr>
        <p:spPr>
          <a:xfrm xmlns:a="http://schemas.openxmlformats.org/drawingml/2006/main">
            <a:off x="1747838" y="3190875"/>
            <a:ext cx="9525" cy="200025"/>
          </a:xfrm>
          <a:custGeom xmlns:a="http://schemas.openxmlformats.org/drawingml/2006/main">
            <a:pathLst>
              <a:path w="9525" h="200025">
                <a:moveTo>
                  <a:pt x="4763" y="0"/>
                </a:moveTo>
                <a:lnTo>
                  <a:pt x="4763" y="200025"/>
                </a:lnTo>
              </a:path>
            </a:pathLst>
          </a:custGeom>
          <a:noFill xmlns:a="http://schemas.openxmlformats.org/drawingml/2006/main"/>
          <a:ln xmlns:a="http://schemas.openxmlformats.org/drawingml/2006/main" w="17145">
            <a:solidFill>
              <a:srgbClr val="246AB8"/>
            </a:solidFill>
            <a:prstDash val="solid"/>
          </a:ln>
        </p:spPr>
      </p:sp>
      <p:sp>
        <p:nvSpPr>
          <p:cNvPr id="26" name="legacy-edge-EK-head">
            <a:extLst xmlns:a="http://schemas.openxmlformats.org/drawingml/2006/main">
              <a:ext uri="{FF2B5EF4-FFF2-40B4-BE49-F238E27FC236}">
                <a16:creationId xmlns:a16="http://schemas.microsoft.com/office/drawing/2014/main" id="{8EC0F0FB-6ABA-43E9-A7E1-4D90611C89AB}"/>
              </a:ext>
            </a:extLst>
          </p:cNvPr>
          <p:cNvSpPr>
            <a:spLocks xmlns:a="http://schemas.openxmlformats.org/drawingml/2006/main" noGrp="1"/>
          </p:cNvSpPr>
          <p:nvPr/>
        </p:nvSpPr>
        <p:spPr>
          <a:xfrm xmlns:a="http://schemas.openxmlformats.org/drawingml/2006/main">
            <a:off x="1724025" y="33337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EK">
            <a:extLst xmlns:a="http://schemas.openxmlformats.org/drawingml/2006/main">
              <a:ext uri="{FF2B5EF4-FFF2-40B4-BE49-F238E27FC236}">
                <a16:creationId xmlns:a16="http://schemas.microsoft.com/office/drawing/2014/main" id="{C0289352-9C56-48BB-99AD-8494E4C8DC27}"/>
              </a:ext>
            </a:extLst>
          </p:cNvPr>
          <p:cNvSpPr>
            <a:spLocks xmlns:a="http://schemas.openxmlformats.org/drawingml/2006/main" noGrp="1"/>
          </p:cNvSpPr>
          <p:nvPr/>
        </p:nvSpPr>
        <p:spPr>
          <a:xfrm xmlns:a="http://schemas.openxmlformats.org/drawingml/2006/main">
            <a:off x="1838325" y="3190875"/>
            <a:ext cx="4572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①②</a:t>
            </a:r>
          </a:p>
        </p:txBody>
      </p:sp>
      <p:sp>
        <p:nvSpPr>
          <p:cNvPr id="28" name="legacy-node-E">
            <a:extLst xmlns:a="http://schemas.openxmlformats.org/drawingml/2006/main">
              <a:ext uri="{FF2B5EF4-FFF2-40B4-BE49-F238E27FC236}">
                <a16:creationId xmlns:a16="http://schemas.microsoft.com/office/drawing/2014/main" id="{7CD8330C-8898-414D-BAF2-D9A5E3C7EC1D}"/>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EAF1FB"/>
          </a:solidFill>
          <a:ln xmlns:a="http://schemas.openxmlformats.org/drawingml/2006/main" w="14288">
            <a:solidFill>
              <a:srgbClr val="246AB8"/>
            </a:solidFill>
            <a:prstDash val="solid"/>
          </a:ln>
        </p:spPr>
      </p:sp>
      <p:sp>
        <p:nvSpPr>
          <p:cNvPr id="29" name="legacy-title-E">
            <a:extLst xmlns:a="http://schemas.openxmlformats.org/drawingml/2006/main">
              <a:ext uri="{FF2B5EF4-FFF2-40B4-BE49-F238E27FC236}">
                <a16:creationId xmlns:a16="http://schemas.microsoft.com/office/drawing/2014/main" id="{9954FC20-ADC2-4A65-9224-D6CB30BF414D}"/>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7263A"/>
                </a:solidFill>
                <a:latin typeface="Microsoft YaHei"/>
                <a:ea typeface="Microsoft YaHei"/>
                <a:cs typeface="Microsoft YaHei"/>
              </a:defRPr>
            </a:defPPr>
            <a:lvl1pPr algn="l">
              <a:defRPr sz="1650" b="1">
                <a:solidFill>
                  <a:srgbClr val="17263A"/>
                </a:solidFill>
                <a:latin typeface="Microsoft YaHei"/>
                <a:ea typeface="Microsoft YaHei"/>
                <a:cs typeface="Microsoft YaHei"/>
              </a:defRPr>
            </a:lvl1pPr>
            <a:lvl2pPr algn="l">
              <a:defRPr sz="1650" b="1">
                <a:solidFill>
                  <a:srgbClr val="17263A"/>
                </a:solidFill>
                <a:latin typeface="Microsoft YaHei"/>
                <a:ea typeface="Microsoft YaHei"/>
                <a:cs typeface="Microsoft YaHei"/>
              </a:defRPr>
            </a:lvl2pPr>
            <a:lvl3pPr algn="l">
              <a:defRPr sz="1650" b="1">
                <a:solidFill>
                  <a:srgbClr val="17263A"/>
                </a:solidFill>
                <a:latin typeface="Microsoft YaHei"/>
                <a:ea typeface="Microsoft YaHei"/>
                <a:cs typeface="Microsoft YaHei"/>
              </a:defRPr>
            </a:lvl3pPr>
            <a:lvl4pPr algn="l">
              <a:defRPr sz="1650" b="1">
                <a:solidFill>
                  <a:srgbClr val="17263A"/>
                </a:solidFill>
                <a:latin typeface="Microsoft YaHei"/>
                <a:ea typeface="Microsoft YaHei"/>
                <a:cs typeface="Microsoft YaHei"/>
              </a:defRPr>
            </a:lvl4pPr>
            <a:lvl5pPr algn="l">
              <a:defRPr sz="1650" b="1">
                <a:solidFill>
                  <a:srgbClr val="17263A"/>
                </a:solidFill>
                <a:latin typeface="Microsoft YaHei"/>
                <a:ea typeface="Microsoft YaHei"/>
                <a:cs typeface="Microsoft YaHei"/>
              </a:defRPr>
            </a:lvl5pPr>
            <a:lvl6pPr algn="l">
              <a:defRPr sz="1650" b="1">
                <a:solidFill>
                  <a:srgbClr val="17263A"/>
                </a:solidFill>
                <a:latin typeface="Microsoft YaHei"/>
                <a:ea typeface="Microsoft YaHei"/>
                <a:cs typeface="Microsoft YaHei"/>
              </a:defRPr>
            </a:lvl6pPr>
            <a:lvl7pPr algn="l">
              <a:defRPr sz="1650" b="1">
                <a:solidFill>
                  <a:srgbClr val="17263A"/>
                </a:solidFill>
                <a:latin typeface="Microsoft YaHei"/>
                <a:ea typeface="Microsoft YaHei"/>
                <a:cs typeface="Microsoft YaHei"/>
              </a:defRPr>
            </a:lvl7pPr>
            <a:lvl8pPr algn="l">
              <a:defRPr sz="1650" b="1">
                <a:solidFill>
                  <a:srgbClr val="17263A"/>
                </a:solidFill>
                <a:latin typeface="Microsoft YaHei"/>
                <a:ea typeface="Microsoft YaHei"/>
                <a:cs typeface="Microsoft YaHei"/>
              </a:defRPr>
            </a:lvl8pPr>
            <a:lvl9pPr algn="l">
              <a:defRPr sz="1650" b="1">
                <a:solidFill>
                  <a:srgbClr val="17263A"/>
                </a:solidFill>
                <a:latin typeface="Microsoft YaHei"/>
                <a:ea typeface="Microsoft YaHei"/>
                <a:cs typeface="Microsoft YaHei"/>
              </a:defRPr>
            </a:lvl9pPr>
          </a:lstStyle>
          <a:p xmlns:a="http://schemas.openxmlformats.org/drawingml/2006/main">
            <a:pPr algn="l">
              <a:lnSpc>
                <a:spcPct val="102000"/>
              </a:lnSpc>
              <a:buNone/>
              <a:defRPr sz="1650" b="1">
                <a:solidFill>
                  <a:srgbClr val="17263A"/>
                </a:solidFill>
                <a:latin typeface="Microsoft YaHei"/>
                <a:ea typeface="Microsoft YaHei"/>
                <a:cs typeface="Microsoft YaHei"/>
              </a:defRPr>
            </a:pPr>
            <a:r>
              <a:rPr sz="1650" b="1">
                <a:solidFill>
                  <a:srgbClr val="17263A"/>
                </a:solidFill>
                <a:latin typeface="Microsoft YaHei"/>
                <a:ea typeface="Microsoft YaHei"/>
                <a:cs typeface="Microsoft YaHei"/>
              </a:rPr>
              <a:t>SimStateManager / SimFileManager</a:t>
            </a:r>
          </a:p>
        </p:txBody>
      </p:sp>
      <p:sp>
        <p:nvSpPr>
          <p:cNvPr id="30" name="legacy-line-bg-E-0">
            <a:extLst xmlns:a="http://schemas.openxmlformats.org/drawingml/2006/main">
              <a:ext uri="{FF2B5EF4-FFF2-40B4-BE49-F238E27FC236}">
                <a16:creationId xmlns:a16="http://schemas.microsoft.com/office/drawing/2014/main" id="{5386DD56-1C82-4986-A19F-97420959DD7F}"/>
              </a:ext>
            </a:extLst>
          </p:cNvPr>
          <p:cNvSpPr>
            <a:spLocks xmlns:a="http://schemas.openxmlformats.org/drawingml/2006/main" noGrp="1"/>
          </p:cNvSpPr>
          <p:nvPr/>
        </p:nvSpPr>
        <p:spPr>
          <a:xfrm xmlns:a="http://schemas.openxmlformats.org/drawingml/2006/main">
            <a:off x="561975" y="2952750"/>
            <a:ext cx="51244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31" name="legacy-line-E-0">
            <a:extLst xmlns:a="http://schemas.openxmlformats.org/drawingml/2006/main">
              <a:ext uri="{FF2B5EF4-FFF2-40B4-BE49-F238E27FC236}">
                <a16:creationId xmlns:a16="http://schemas.microsoft.com/office/drawing/2014/main" id="{0B7E76E5-8F12-4D82-B857-CD99DBA6C80D}"/>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17263A"/>
                </a:solidFill>
                <a:latin typeface="Microsoft YaHei"/>
                <a:ea typeface="Microsoft YaHei"/>
                <a:cs typeface="Microsoft YaHei"/>
              </a:defRPr>
            </a:defPPr>
            <a:lvl1pPr algn="l">
              <a:defRPr sz="1275" b="1">
                <a:solidFill>
                  <a:srgbClr val="17263A"/>
                </a:solidFill>
                <a:latin typeface="Microsoft YaHei"/>
                <a:ea typeface="Microsoft YaHei"/>
                <a:cs typeface="Microsoft YaHei"/>
              </a:defRPr>
            </a:lvl1pPr>
            <a:lvl2pPr algn="l">
              <a:defRPr sz="1275" b="1">
                <a:solidFill>
                  <a:srgbClr val="17263A"/>
                </a:solidFill>
                <a:latin typeface="Microsoft YaHei"/>
                <a:ea typeface="Microsoft YaHei"/>
                <a:cs typeface="Microsoft YaHei"/>
              </a:defRPr>
            </a:lvl2pPr>
            <a:lvl3pPr algn="l">
              <a:defRPr sz="1275" b="1">
                <a:solidFill>
                  <a:srgbClr val="17263A"/>
                </a:solidFill>
                <a:latin typeface="Microsoft YaHei"/>
                <a:ea typeface="Microsoft YaHei"/>
                <a:cs typeface="Microsoft YaHei"/>
              </a:defRPr>
            </a:lvl3pPr>
            <a:lvl4pPr algn="l">
              <a:defRPr sz="1275" b="1">
                <a:solidFill>
                  <a:srgbClr val="17263A"/>
                </a:solidFill>
                <a:latin typeface="Microsoft YaHei"/>
                <a:ea typeface="Microsoft YaHei"/>
                <a:cs typeface="Microsoft YaHei"/>
              </a:defRPr>
            </a:lvl4pPr>
            <a:lvl5pPr algn="l">
              <a:defRPr sz="1275" b="1">
                <a:solidFill>
                  <a:srgbClr val="17263A"/>
                </a:solidFill>
                <a:latin typeface="Microsoft YaHei"/>
                <a:ea typeface="Microsoft YaHei"/>
                <a:cs typeface="Microsoft YaHei"/>
              </a:defRPr>
            </a:lvl5pPr>
            <a:lvl6pPr algn="l">
              <a:defRPr sz="1275" b="1">
                <a:solidFill>
                  <a:srgbClr val="17263A"/>
                </a:solidFill>
                <a:latin typeface="Microsoft YaHei"/>
                <a:ea typeface="Microsoft YaHei"/>
                <a:cs typeface="Microsoft YaHei"/>
              </a:defRPr>
            </a:lvl6pPr>
            <a:lvl7pPr algn="l">
              <a:defRPr sz="1275" b="1">
                <a:solidFill>
                  <a:srgbClr val="17263A"/>
                </a:solidFill>
                <a:latin typeface="Microsoft YaHei"/>
                <a:ea typeface="Microsoft YaHei"/>
                <a:cs typeface="Microsoft YaHei"/>
              </a:defRPr>
            </a:lvl7pPr>
            <a:lvl8pPr algn="l">
              <a:defRPr sz="1275" b="1">
                <a:solidFill>
                  <a:srgbClr val="17263A"/>
                </a:solidFill>
                <a:latin typeface="Microsoft YaHei"/>
                <a:ea typeface="Microsoft YaHei"/>
                <a:cs typeface="Microsoft YaHei"/>
              </a:defRPr>
            </a:lvl8pPr>
            <a:lvl9pPr algn="l">
              <a:defRPr sz="1275" b="1">
                <a:solidFill>
                  <a:srgbClr val="17263A"/>
                </a:solidFill>
                <a:latin typeface="Microsoft YaHei"/>
                <a:ea typeface="Microsoft YaHei"/>
                <a:cs typeface="Microsoft YaHei"/>
              </a:defRPr>
            </a:lvl9pPr>
          </a:lstStyle>
          <a:p xmlns:a="http://schemas.openxmlformats.org/drawingml/2006/main">
            <a:pPr algn="l">
              <a:lnSpc>
                <a:spcPct val="102000"/>
              </a:lnSpc>
              <a:buNone/>
              <a:defRPr sz="1275" b="1">
                <a:solidFill>
                  <a:srgbClr val="17263A"/>
                </a:solidFill>
                <a:latin typeface="Microsoft YaHei"/>
                <a:ea typeface="Microsoft YaHei"/>
                <a:cs typeface="Microsoft YaHei"/>
              </a:defRPr>
            </a:pPr>
            <a:r>
              <a:rPr sz="1275" b="1">
                <a:solidFill>
                  <a:srgbClr val="17263A"/>
                </a:solidFill>
                <a:latin typeface="Microsoft YaHei"/>
                <a:ea typeface="Microsoft YaHei"/>
                <a:cs typeface="Microsoft YaHei"/>
              </a:rPr>
              <a:t>READY / ICC_REFRESH 等事件驱动生产文件加载</a:t>
            </a:r>
          </a:p>
        </p:txBody>
      </p:sp>
      <p:sp>
        <p:nvSpPr>
          <p:cNvPr id="32" name="legacy-node-K">
            <a:extLst xmlns:a="http://schemas.openxmlformats.org/drawingml/2006/main">
              <a:ext uri="{FF2B5EF4-FFF2-40B4-BE49-F238E27FC236}">
                <a16:creationId xmlns:a16="http://schemas.microsoft.com/office/drawing/2014/main" id="{75954B0C-5F92-4762-A141-9597FE3717E6}"/>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3" name="legacy-title-K">
            <a:extLst xmlns:a="http://schemas.openxmlformats.org/drawingml/2006/main">
              <a:ext uri="{FF2B5EF4-FFF2-40B4-BE49-F238E27FC236}">
                <a16:creationId xmlns:a16="http://schemas.microsoft.com/office/drawing/2014/main" id="{7E709508-3F19-4B96-864E-278BD3178234}"/>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SimFile / IccFile</a:t>
            </a:r>
          </a:p>
        </p:txBody>
      </p:sp>
      <p:sp>
        <p:nvSpPr>
          <p:cNvPr id="34" name="legacy-alias-K">
            <a:extLst xmlns:a="http://schemas.openxmlformats.org/drawingml/2006/main">
              <a:ext uri="{FF2B5EF4-FFF2-40B4-BE49-F238E27FC236}">
                <a16:creationId xmlns:a16="http://schemas.microsoft.com/office/drawing/2014/main" id="{2478F856-DCBE-471B-96DA-9E448D7D8147}"/>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按卡型处理文件与加载状态</a:t>
            </a:r>
          </a:p>
        </p:txBody>
      </p:sp>
      <p:sp>
        <p:nvSpPr>
          <p:cNvPr id="35" name="legacy-line-K-0">
            <a:extLst xmlns:a="http://schemas.openxmlformats.org/drawingml/2006/main">
              <a:ext uri="{FF2B5EF4-FFF2-40B4-BE49-F238E27FC236}">
                <a16:creationId xmlns:a16="http://schemas.microsoft.com/office/drawing/2014/main" id="{40D42579-1F92-4B54-8452-4564596107DC}"/>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LoadSimFiles / Refresh 选择</a:t>
            </a:r>
          </a:p>
        </p:txBody>
      </p:sp>
      <p:sp>
        <p:nvSpPr>
          <p:cNvPr id="36" name="legacy-line-K-1">
            <a:extLst xmlns:a="http://schemas.openxmlformats.org/drawingml/2006/main">
              <a:ext uri="{FF2B5EF4-FFF2-40B4-BE49-F238E27FC236}">
                <a16:creationId xmlns:a16="http://schemas.microsoft.com/office/drawing/2014/main" id="{EF979396-8FBA-4C05-A02C-C11725A24101}"/>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ProcessEvent → 解析字段</a:t>
            </a:r>
          </a:p>
        </p:txBody>
      </p:sp>
      <p:sp>
        <p:nvSpPr>
          <p:cNvPr id="37" name="legacy-line-K-2">
            <a:extLst xmlns:a="http://schemas.openxmlformats.org/drawingml/2006/main">
              <a:ext uri="{FF2B5EF4-FFF2-40B4-BE49-F238E27FC236}">
                <a16:creationId xmlns:a16="http://schemas.microsoft.com/office/drawing/2014/main" id="{54D1F27E-CA02-4C9D-9DAC-7C1DDE807563}"/>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ProcessFileLoaded 完成判定</a:t>
            </a:r>
          </a:p>
        </p:txBody>
      </p:sp>
      <p:sp>
        <p:nvSpPr>
          <p:cNvPr id="38" name="legacy-node-R">
            <a:extLst xmlns:a="http://schemas.openxmlformats.org/drawingml/2006/main">
              <a:ext uri="{FF2B5EF4-FFF2-40B4-BE49-F238E27FC236}">
                <a16:creationId xmlns:a16="http://schemas.microsoft.com/office/drawing/2014/main" id="{055EF667-07AE-4ADC-AB84-E879614EA467}"/>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9525">
            <a:solidFill>
              <a:srgbClr val="CDD8E6"/>
            </a:solidFill>
            <a:prstDash val="solid"/>
          </a:ln>
        </p:spPr>
      </p:sp>
      <p:sp>
        <p:nvSpPr>
          <p:cNvPr id="39" name="legacy-title-R">
            <a:extLst xmlns:a="http://schemas.openxmlformats.org/drawingml/2006/main">
              <a:ext uri="{FF2B5EF4-FFF2-40B4-BE49-F238E27FC236}">
                <a16:creationId xmlns:a16="http://schemas.microsoft.com/office/drawing/2014/main" id="{DE119F29-522F-410F-83BA-4CFC8099626D}"/>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778599"/>
                </a:solidFill>
                <a:latin typeface="Microsoft YaHei"/>
                <a:ea typeface="Microsoft YaHei"/>
                <a:cs typeface="Microsoft YaHei"/>
              </a:defRPr>
            </a:defPPr>
            <a:lvl1pPr algn="l">
              <a:defRPr sz="1380" b="1">
                <a:solidFill>
                  <a:srgbClr val="778599"/>
                </a:solidFill>
                <a:latin typeface="Microsoft YaHei"/>
                <a:ea typeface="Microsoft YaHei"/>
                <a:cs typeface="Microsoft YaHei"/>
              </a:defRPr>
            </a:lvl1pPr>
            <a:lvl2pPr algn="l">
              <a:defRPr sz="1380" b="1">
                <a:solidFill>
                  <a:srgbClr val="778599"/>
                </a:solidFill>
                <a:latin typeface="Microsoft YaHei"/>
                <a:ea typeface="Microsoft YaHei"/>
                <a:cs typeface="Microsoft YaHei"/>
              </a:defRPr>
            </a:lvl2pPr>
            <a:lvl3pPr algn="l">
              <a:defRPr sz="1380" b="1">
                <a:solidFill>
                  <a:srgbClr val="778599"/>
                </a:solidFill>
                <a:latin typeface="Microsoft YaHei"/>
                <a:ea typeface="Microsoft YaHei"/>
                <a:cs typeface="Microsoft YaHei"/>
              </a:defRPr>
            </a:lvl3pPr>
            <a:lvl4pPr algn="l">
              <a:defRPr sz="1380" b="1">
                <a:solidFill>
                  <a:srgbClr val="778599"/>
                </a:solidFill>
                <a:latin typeface="Microsoft YaHei"/>
                <a:ea typeface="Microsoft YaHei"/>
                <a:cs typeface="Microsoft YaHei"/>
              </a:defRPr>
            </a:lvl4pPr>
            <a:lvl5pPr algn="l">
              <a:defRPr sz="1380" b="1">
                <a:solidFill>
                  <a:srgbClr val="778599"/>
                </a:solidFill>
                <a:latin typeface="Microsoft YaHei"/>
                <a:ea typeface="Microsoft YaHei"/>
                <a:cs typeface="Microsoft YaHei"/>
              </a:defRPr>
            </a:lvl5pPr>
            <a:lvl6pPr algn="l">
              <a:defRPr sz="1380" b="1">
                <a:solidFill>
                  <a:srgbClr val="778599"/>
                </a:solidFill>
                <a:latin typeface="Microsoft YaHei"/>
                <a:ea typeface="Microsoft YaHei"/>
                <a:cs typeface="Microsoft YaHei"/>
              </a:defRPr>
            </a:lvl6pPr>
            <a:lvl7pPr algn="l">
              <a:defRPr sz="1380" b="1">
                <a:solidFill>
                  <a:srgbClr val="778599"/>
                </a:solidFill>
                <a:latin typeface="Microsoft YaHei"/>
                <a:ea typeface="Microsoft YaHei"/>
                <a:cs typeface="Microsoft YaHei"/>
              </a:defRPr>
            </a:lvl7pPr>
            <a:lvl8pPr algn="l">
              <a:defRPr sz="1380" b="1">
                <a:solidFill>
                  <a:srgbClr val="778599"/>
                </a:solidFill>
                <a:latin typeface="Microsoft YaHei"/>
                <a:ea typeface="Microsoft YaHei"/>
                <a:cs typeface="Microsoft YaHei"/>
              </a:defRPr>
            </a:lvl8pPr>
            <a:lvl9pPr algn="l">
              <a:defRPr sz="1380" b="1">
                <a:solidFill>
                  <a:srgbClr val="778599"/>
                </a:solidFill>
                <a:latin typeface="Microsoft YaHei"/>
                <a:ea typeface="Microsoft YaHei"/>
                <a:cs typeface="Microsoft YaHei"/>
              </a:defRPr>
            </a:lvl9pPr>
          </a:lstStyle>
          <a:p xmlns:a="http://schemas.openxmlformats.org/drawingml/2006/main">
            <a:pPr algn="l">
              <a:lnSpc>
                <a:spcPct val="102000"/>
              </a:lnSpc>
              <a:buNone/>
              <a:defRPr sz="1380" b="1">
                <a:solidFill>
                  <a:srgbClr val="778599"/>
                </a:solidFill>
                <a:latin typeface="Microsoft YaHei"/>
                <a:ea typeface="Microsoft YaHei"/>
                <a:cs typeface="Microsoft YaHei"/>
              </a:defRPr>
            </a:pPr>
            <a:r>
              <a:rPr sz="1380" b="1">
                <a:solidFill>
                  <a:srgbClr val="778599"/>
                </a:solidFill>
                <a:latin typeface="Microsoft YaHei"/>
                <a:ea typeface="Microsoft YaHei"/>
                <a:cs typeface="Microsoft YaHei"/>
              </a:rPr>
              <a:t>IccFileController / TelRil</a:t>
            </a:r>
          </a:p>
        </p:txBody>
      </p:sp>
      <p:sp>
        <p:nvSpPr>
          <p:cNvPr id="40" name="legacy-alias-R">
            <a:extLst xmlns:a="http://schemas.openxmlformats.org/drawingml/2006/main">
              <a:ext uri="{FF2B5EF4-FFF2-40B4-BE49-F238E27FC236}">
                <a16:creationId xmlns:a16="http://schemas.microsoft.com/office/drawing/2014/main" id="{7309605F-5EE9-456A-B4E7-EDA88BFB0F9A}"/>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778599"/>
                </a:solidFill>
                <a:latin typeface="Microsoft YaHei"/>
                <a:ea typeface="Microsoft YaHei"/>
                <a:cs typeface="Microsoft YaHei"/>
              </a:defRPr>
            </a:defPPr>
            <a:lvl1pPr algn="l">
              <a:defRPr sz="1088" b="0">
                <a:solidFill>
                  <a:srgbClr val="778599"/>
                </a:solidFill>
                <a:latin typeface="Microsoft YaHei"/>
                <a:ea typeface="Microsoft YaHei"/>
                <a:cs typeface="Microsoft YaHei"/>
              </a:defRPr>
            </a:lvl1pPr>
            <a:lvl2pPr algn="l">
              <a:defRPr sz="1088" b="0">
                <a:solidFill>
                  <a:srgbClr val="778599"/>
                </a:solidFill>
                <a:latin typeface="Microsoft YaHei"/>
                <a:ea typeface="Microsoft YaHei"/>
                <a:cs typeface="Microsoft YaHei"/>
              </a:defRPr>
            </a:lvl2pPr>
            <a:lvl3pPr algn="l">
              <a:defRPr sz="1088" b="0">
                <a:solidFill>
                  <a:srgbClr val="778599"/>
                </a:solidFill>
                <a:latin typeface="Microsoft YaHei"/>
                <a:ea typeface="Microsoft YaHei"/>
                <a:cs typeface="Microsoft YaHei"/>
              </a:defRPr>
            </a:lvl3pPr>
            <a:lvl4pPr algn="l">
              <a:defRPr sz="1088" b="0">
                <a:solidFill>
                  <a:srgbClr val="778599"/>
                </a:solidFill>
                <a:latin typeface="Microsoft YaHei"/>
                <a:ea typeface="Microsoft YaHei"/>
                <a:cs typeface="Microsoft YaHei"/>
              </a:defRPr>
            </a:lvl4pPr>
            <a:lvl5pPr algn="l">
              <a:defRPr sz="1088" b="0">
                <a:solidFill>
                  <a:srgbClr val="778599"/>
                </a:solidFill>
                <a:latin typeface="Microsoft YaHei"/>
                <a:ea typeface="Microsoft YaHei"/>
                <a:cs typeface="Microsoft YaHei"/>
              </a:defRPr>
            </a:lvl5pPr>
            <a:lvl6pPr algn="l">
              <a:defRPr sz="1088" b="0">
                <a:solidFill>
                  <a:srgbClr val="778599"/>
                </a:solidFill>
                <a:latin typeface="Microsoft YaHei"/>
                <a:ea typeface="Microsoft YaHei"/>
                <a:cs typeface="Microsoft YaHei"/>
              </a:defRPr>
            </a:lvl6pPr>
            <a:lvl7pPr algn="l">
              <a:defRPr sz="1088" b="0">
                <a:solidFill>
                  <a:srgbClr val="778599"/>
                </a:solidFill>
                <a:latin typeface="Microsoft YaHei"/>
                <a:ea typeface="Microsoft YaHei"/>
                <a:cs typeface="Microsoft YaHei"/>
              </a:defRPr>
            </a:lvl7pPr>
            <a:lvl8pPr algn="l">
              <a:defRPr sz="1088" b="0">
                <a:solidFill>
                  <a:srgbClr val="778599"/>
                </a:solidFill>
                <a:latin typeface="Microsoft YaHei"/>
                <a:ea typeface="Microsoft YaHei"/>
                <a:cs typeface="Microsoft YaHei"/>
              </a:defRPr>
            </a:lvl8pPr>
            <a:lvl9pPr algn="l">
              <a:defRPr sz="1088" b="0">
                <a:solidFill>
                  <a:srgbClr val="778599"/>
                </a:solidFill>
                <a:latin typeface="Microsoft YaHei"/>
                <a:ea typeface="Microsoft YaHei"/>
                <a:cs typeface="Microsoft YaHei"/>
              </a:defRPr>
            </a:lvl9pPr>
          </a:lstStyle>
          <a:p xmlns:a="http://schemas.openxmlformats.org/drawingml/2006/main">
            <a:pPr algn="l">
              <a:lnSpc>
                <a:spcPct val="102000"/>
              </a:lnSpc>
              <a:buNone/>
              <a:defRPr sz="1088" b="0">
                <a:solidFill>
                  <a:srgbClr val="778599"/>
                </a:solidFill>
                <a:latin typeface="Microsoft YaHei"/>
                <a:ea typeface="Microsoft YaHei"/>
                <a:cs typeface="Microsoft YaHei"/>
              </a:defRPr>
            </a:pPr>
            <a:r>
              <a:rPr sz="1088" b="0">
                <a:solidFill>
                  <a:srgbClr val="778599"/>
                </a:solidFill>
                <a:latin typeface="Microsoft YaHei"/>
                <a:ea typeface="Microsoft YaHei"/>
                <a:cs typeface="Microsoft YaHei"/>
              </a:rPr>
              <a:t>EF 请求 / 异步回包</a:t>
            </a:r>
          </a:p>
        </p:txBody>
      </p:sp>
      <p:sp>
        <p:nvSpPr>
          <p:cNvPr id="41" name="legacy-line-R-0">
            <a:extLst xmlns:a="http://schemas.openxmlformats.org/drawingml/2006/main">
              <a:ext uri="{FF2B5EF4-FFF2-40B4-BE49-F238E27FC236}">
                <a16:creationId xmlns:a16="http://schemas.microsoft.com/office/drawing/2014/main" id="{9D9E8C1A-0F7C-4EAB-ACB4-416FC641C21A}"/>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复用 EF / APDU 生产协议</a:t>
            </a:r>
          </a:p>
        </p:txBody>
      </p:sp>
      <p:sp>
        <p:nvSpPr>
          <p:cNvPr id="42" name="legacy-line-R-1">
            <a:extLst xmlns:a="http://schemas.openxmlformats.org/drawingml/2006/main">
              <a:ext uri="{FF2B5EF4-FFF2-40B4-BE49-F238E27FC236}">
                <a16:creationId xmlns:a16="http://schemas.microsoft.com/office/drawing/2014/main" id="{D8EFB4E2-1148-44E3-987E-BDFB5750A620}"/>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按原事件回到文件对象</a:t>
            </a:r>
          </a:p>
        </p:txBody>
      </p:sp>
      <p:sp>
        <p:nvSpPr>
          <p:cNvPr id="43" name="legacy-line-R-2">
            <a:extLst xmlns:a="http://schemas.openxmlformats.org/drawingml/2006/main">
              <a:ext uri="{FF2B5EF4-FFF2-40B4-BE49-F238E27FC236}">
                <a16:creationId xmlns:a16="http://schemas.microsoft.com/office/drawing/2014/main" id="{1D8DB63B-FA49-44EE-B95E-21FF31010AB9}"/>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已有保护需逐分支核实</a:t>
            </a:r>
          </a:p>
        </p:txBody>
      </p:sp>
      <p:sp>
        <p:nvSpPr>
          <p:cNvPr id="44" name="legacy-node-D">
            <a:extLst xmlns:a="http://schemas.openxmlformats.org/drawingml/2006/main">
              <a:ext uri="{FF2B5EF4-FFF2-40B4-BE49-F238E27FC236}">
                <a16:creationId xmlns:a16="http://schemas.microsoft.com/office/drawing/2014/main" id="{6CDE6DBD-6D2A-4F6F-84BA-1E026FB7F6A0}"/>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5" name="legacy-title-D">
            <a:extLst xmlns:a="http://schemas.openxmlformats.org/drawingml/2006/main">
              <a:ext uri="{FF2B5EF4-FFF2-40B4-BE49-F238E27FC236}">
                <a16:creationId xmlns:a16="http://schemas.microsoft.com/office/drawing/2014/main" id="{C8B7697E-A1EB-4363-B1B0-192A639A0A64}"/>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Records / 本地缓存</a:t>
            </a:r>
          </a:p>
        </p:txBody>
      </p:sp>
      <p:sp>
        <p:nvSpPr>
          <p:cNvPr id="46" name="legacy-line-D-0">
            <a:extLst xmlns:a="http://schemas.openxmlformats.org/drawingml/2006/main">
              <a:ext uri="{FF2B5EF4-FFF2-40B4-BE49-F238E27FC236}">
                <a16:creationId xmlns:a16="http://schemas.microsoft.com/office/drawing/2014/main" id="{166D22B1-C33F-42B9-B281-4880F4742522}"/>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④ 字段；⑤ fileToGet_</a:t>
            </a:r>
          </a:p>
        </p:txBody>
      </p:sp>
      <p:sp>
        <p:nvSpPr>
          <p:cNvPr id="47" name="legacy-node-N">
            <a:extLst xmlns:a="http://schemas.openxmlformats.org/drawingml/2006/main">
              <a:ext uri="{FF2B5EF4-FFF2-40B4-BE49-F238E27FC236}">
                <a16:creationId xmlns:a16="http://schemas.microsoft.com/office/drawing/2014/main" id="{3DBFE748-D5BB-44DA-8608-2D6B5C2C6572}"/>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8" name="legacy-title-N">
            <a:extLst xmlns:a="http://schemas.openxmlformats.org/drawingml/2006/main">
              <a:ext uri="{FF2B5EF4-FFF2-40B4-BE49-F238E27FC236}">
                <a16:creationId xmlns:a16="http://schemas.microsoft.com/office/drawing/2014/main" id="{824A8CC9-ADB6-495E-A8D3-21103C2DE2B0}"/>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原加载完成出口</a:t>
            </a:r>
          </a:p>
        </p:txBody>
      </p:sp>
      <p:sp>
        <p:nvSpPr>
          <p:cNvPr id="49" name="legacy-line-N-0">
            <a:extLst xmlns:a="http://schemas.openxmlformats.org/drawingml/2006/main">
              <a:ext uri="{FF2B5EF4-FFF2-40B4-BE49-F238E27FC236}">
                <a16:creationId xmlns:a16="http://schemas.microsoft.com/office/drawing/2014/main" id="{DC31048F-1979-4CAA-8126-A497C459C549}"/>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RECORDS_LOADED</a:t>
            </a:r>
          </a:p>
        </p:txBody>
      </p:sp>
      <p:sp>
        <p:nvSpPr>
          <p:cNvPr id="50" name="legacy-line-N-1">
            <a:extLst xmlns:a="http://schemas.openxmlformats.org/drawingml/2006/main">
              <a:ext uri="{FF2B5EF4-FFF2-40B4-BE49-F238E27FC236}">
                <a16:creationId xmlns:a16="http://schemas.microsoft.com/office/drawing/2014/main" id="{4D26F388-6260-4B46-B742-6FC1EEEF8151}"/>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Registry / CES / Hook</a:t>
            </a:r>
          </a:p>
        </p:txBody>
      </p:sp>
      <p:sp>
        <p:nvSpPr>
          <p:cNvPr id="51" name="legacy-flow-note">
            <a:extLst xmlns:a="http://schemas.openxmlformats.org/drawingml/2006/main">
              <a:ext uri="{FF2B5EF4-FFF2-40B4-BE49-F238E27FC236}">
                <a16:creationId xmlns:a16="http://schemas.microsoft.com/office/drawing/2014/main" id="{D0E7FAA2-51F8-4001-9CA7-1843E1A85C6E}"/>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READY / Refresh → EF / Records → LOADED；省略透传函数及中间调用栈</a:t>
            </a:r>
          </a:p>
        </p:txBody>
      </p:sp>
      <p:sp>
        <p:nvSpPr>
          <p:cNvPr id="52" name="application-label">
            <a:extLst xmlns:a="http://schemas.openxmlformats.org/drawingml/2006/main">
              <a:ext uri="{FF2B5EF4-FFF2-40B4-BE49-F238E27FC236}">
                <a16:creationId xmlns:a16="http://schemas.microsoft.com/office/drawing/2014/main" id="{933F81E2-154A-49F5-A6CE-03060FE08A22}"/>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3" name="domain-label">
            <a:extLst xmlns:a="http://schemas.openxmlformats.org/drawingml/2006/main">
              <a:ext uri="{FF2B5EF4-FFF2-40B4-BE49-F238E27FC236}">
                <a16:creationId xmlns:a16="http://schemas.microsoft.com/office/drawing/2014/main" id="{89916011-6FB5-41A8-AD26-37A5240299C3}"/>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4" name="target-node-C">
            <a:extLst xmlns:a="http://schemas.openxmlformats.org/drawingml/2006/main">
              <a:ext uri="{FF2B5EF4-FFF2-40B4-BE49-F238E27FC236}">
                <a16:creationId xmlns:a16="http://schemas.microsoft.com/office/drawing/2014/main" id="{C791B338-1800-4157-BD99-110BE2EAE86B}"/>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DD8E6"/>
            </a:solidFill>
            <a:prstDash val="solid"/>
          </a:ln>
        </p:spPr>
      </p:sp>
      <p:sp>
        <p:nvSpPr>
          <p:cNvPr id="55" name="target-title-C">
            <a:extLst xmlns:a="http://schemas.openxmlformats.org/drawingml/2006/main">
              <a:ext uri="{FF2B5EF4-FFF2-40B4-BE49-F238E27FC236}">
                <a16:creationId xmlns:a16="http://schemas.microsoft.com/office/drawing/2014/main" id="{DC9CBE53-8AFC-4F68-AA7B-8C156309DCD1}"/>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78599"/>
                </a:solidFill>
                <a:latin typeface="Microsoft YaHei"/>
                <a:ea typeface="Microsoft YaHei"/>
                <a:cs typeface="Microsoft YaHei"/>
              </a:defRPr>
            </a:defPPr>
            <a:lvl1pPr algn="l">
              <a:defRPr sz="1575" b="1">
                <a:solidFill>
                  <a:srgbClr val="778599"/>
                </a:solidFill>
                <a:latin typeface="Microsoft YaHei"/>
                <a:ea typeface="Microsoft YaHei"/>
                <a:cs typeface="Microsoft YaHei"/>
              </a:defRPr>
            </a:lvl1pPr>
            <a:lvl2pPr algn="l">
              <a:defRPr sz="1575" b="1">
                <a:solidFill>
                  <a:srgbClr val="778599"/>
                </a:solidFill>
                <a:latin typeface="Microsoft YaHei"/>
                <a:ea typeface="Microsoft YaHei"/>
                <a:cs typeface="Microsoft YaHei"/>
              </a:defRPr>
            </a:lvl2pPr>
            <a:lvl3pPr algn="l">
              <a:defRPr sz="1575" b="1">
                <a:solidFill>
                  <a:srgbClr val="778599"/>
                </a:solidFill>
                <a:latin typeface="Microsoft YaHei"/>
                <a:ea typeface="Microsoft YaHei"/>
                <a:cs typeface="Microsoft YaHei"/>
              </a:defRPr>
            </a:lvl3pPr>
            <a:lvl4pPr algn="l">
              <a:defRPr sz="1575" b="1">
                <a:solidFill>
                  <a:srgbClr val="778599"/>
                </a:solidFill>
                <a:latin typeface="Microsoft YaHei"/>
                <a:ea typeface="Microsoft YaHei"/>
                <a:cs typeface="Microsoft YaHei"/>
              </a:defRPr>
            </a:lvl4pPr>
            <a:lvl5pPr algn="l">
              <a:defRPr sz="1575" b="1">
                <a:solidFill>
                  <a:srgbClr val="778599"/>
                </a:solidFill>
                <a:latin typeface="Microsoft YaHei"/>
                <a:ea typeface="Microsoft YaHei"/>
                <a:cs typeface="Microsoft YaHei"/>
              </a:defRPr>
            </a:lvl5pPr>
            <a:lvl6pPr algn="l">
              <a:defRPr sz="1575" b="1">
                <a:solidFill>
                  <a:srgbClr val="778599"/>
                </a:solidFill>
                <a:latin typeface="Microsoft YaHei"/>
                <a:ea typeface="Microsoft YaHei"/>
                <a:cs typeface="Microsoft YaHei"/>
              </a:defRPr>
            </a:lvl6pPr>
            <a:lvl7pPr algn="l">
              <a:defRPr sz="1575" b="1">
                <a:solidFill>
                  <a:srgbClr val="778599"/>
                </a:solidFill>
                <a:latin typeface="Microsoft YaHei"/>
                <a:ea typeface="Microsoft YaHei"/>
                <a:cs typeface="Microsoft YaHei"/>
              </a:defRPr>
            </a:lvl7pPr>
            <a:lvl8pPr algn="l">
              <a:defRPr sz="1575" b="1">
                <a:solidFill>
                  <a:srgbClr val="778599"/>
                </a:solidFill>
                <a:latin typeface="Microsoft YaHei"/>
                <a:ea typeface="Microsoft YaHei"/>
                <a:cs typeface="Microsoft YaHei"/>
              </a:defRPr>
            </a:lvl8pPr>
            <a:lvl9pPr algn="l">
              <a:defRPr sz="1575" b="1">
                <a:solidFill>
                  <a:srgbClr val="778599"/>
                </a:solidFill>
                <a:latin typeface="Microsoft YaHei"/>
                <a:ea typeface="Microsoft YaHei"/>
                <a:cs typeface="Microsoft YaHei"/>
              </a:defRPr>
            </a:lvl9pPr>
          </a:lstStyle>
          <a:p xmlns:a="http://schemas.openxmlformats.org/drawingml/2006/main">
            <a:pPr algn="l">
              <a:lnSpc>
                <a:spcPct val="102000"/>
              </a:lnSpc>
              <a:buNone/>
              <a:defRPr sz="1575" b="1">
                <a:solidFill>
                  <a:srgbClr val="778599"/>
                </a:solidFill>
                <a:latin typeface="Microsoft YaHei"/>
                <a:ea typeface="Microsoft YaHei"/>
                <a:cs typeface="Microsoft YaHei"/>
              </a:defRPr>
            </a:pPr>
            <a:r>
              <a:rPr sz="1575" b="1">
                <a:solidFill>
                  <a:srgbClr val="778599"/>
                </a:solidFill>
                <a:latin typeface="Microsoft YaHei"/>
                <a:ea typeface="Microsoft YaHei"/>
                <a:cs typeface="Microsoft YaHei"/>
              </a:rPr>
              <a:t>C 旧接口兼容</a:t>
            </a:r>
          </a:p>
        </p:txBody>
      </p:sp>
      <p:sp>
        <p:nvSpPr>
          <p:cNvPr id="56" name="target-alias-C">
            <a:extLst xmlns:a="http://schemas.openxmlformats.org/drawingml/2006/main">
              <a:ext uri="{FF2B5EF4-FFF2-40B4-BE49-F238E27FC236}">
                <a16:creationId xmlns:a16="http://schemas.microsoft.com/office/drawing/2014/main" id="{6F02C513-8E61-4FE0-9A84-46C446111573}"/>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旧签名 / 权限 / 错误 / 返回与回调</a:t>
            </a:r>
          </a:p>
        </p:txBody>
      </p:sp>
      <p:sp>
        <p:nvSpPr>
          <p:cNvPr id="57" name="target-func-C">
            <a:extLst xmlns:a="http://schemas.openxmlformats.org/drawingml/2006/main">
              <a:ext uri="{FF2B5EF4-FFF2-40B4-BE49-F238E27FC236}">
                <a16:creationId xmlns:a16="http://schemas.microsoft.com/office/drawing/2014/main" id="{DFBB9C5E-C597-4ABF-A6D2-86BE7413F05E}"/>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本步非公开命令受理；原输出仍保留</a:t>
            </a:r>
          </a:p>
        </p:txBody>
      </p:sp>
      <p:sp>
        <p:nvSpPr>
          <p:cNvPr id="58" name="target-node-O">
            <a:extLst xmlns:a="http://schemas.openxmlformats.org/drawingml/2006/main">
              <a:ext uri="{FF2B5EF4-FFF2-40B4-BE49-F238E27FC236}">
                <a16:creationId xmlns:a16="http://schemas.microsoft.com/office/drawing/2014/main" id="{F32C8B30-2DDD-4184-991B-14BE47D22578}"/>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59" name="target-title-O">
            <a:extLst xmlns:a="http://schemas.openxmlformats.org/drawingml/2006/main">
              <a:ext uri="{FF2B5EF4-FFF2-40B4-BE49-F238E27FC236}">
                <a16:creationId xmlns:a16="http://schemas.microsoft.com/office/drawing/2014/main" id="{929AEB48-037E-43EC-8F87-61C618AD79EC}"/>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O 本地操作</a:t>
            </a:r>
          </a:p>
        </p:txBody>
      </p:sp>
      <p:sp>
        <p:nvSpPr>
          <p:cNvPr id="60" name="target-alias-O">
            <a:extLst xmlns:a="http://schemas.openxmlformats.org/drawingml/2006/main">
              <a:ext uri="{FF2B5EF4-FFF2-40B4-BE49-F238E27FC236}">
                <a16:creationId xmlns:a16="http://schemas.microsoft.com/office/drawing/2014/main" id="{07B5F582-B7AA-4122-893E-6F9F14C9680F}"/>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778599"/>
                </a:solidFill>
                <a:latin typeface="Microsoft YaHei"/>
                <a:ea typeface="Microsoft YaHei"/>
                <a:cs typeface="Microsoft YaHei"/>
              </a:defRPr>
            </a:defPPr>
            <a:lvl1pPr algn="l">
              <a:defRPr sz="1075" b="0">
                <a:solidFill>
                  <a:srgbClr val="778599"/>
                </a:solidFill>
                <a:latin typeface="Microsoft YaHei"/>
                <a:ea typeface="Microsoft YaHei"/>
                <a:cs typeface="Microsoft YaHei"/>
              </a:defRPr>
            </a:lvl1pPr>
            <a:lvl2pPr algn="l">
              <a:defRPr sz="1075" b="0">
                <a:solidFill>
                  <a:srgbClr val="778599"/>
                </a:solidFill>
                <a:latin typeface="Microsoft YaHei"/>
                <a:ea typeface="Microsoft YaHei"/>
                <a:cs typeface="Microsoft YaHei"/>
              </a:defRPr>
            </a:lvl2pPr>
            <a:lvl3pPr algn="l">
              <a:defRPr sz="1075" b="0">
                <a:solidFill>
                  <a:srgbClr val="778599"/>
                </a:solidFill>
                <a:latin typeface="Microsoft YaHei"/>
                <a:ea typeface="Microsoft YaHei"/>
                <a:cs typeface="Microsoft YaHei"/>
              </a:defRPr>
            </a:lvl3pPr>
            <a:lvl4pPr algn="l">
              <a:defRPr sz="1075" b="0">
                <a:solidFill>
                  <a:srgbClr val="778599"/>
                </a:solidFill>
                <a:latin typeface="Microsoft YaHei"/>
                <a:ea typeface="Microsoft YaHei"/>
                <a:cs typeface="Microsoft YaHei"/>
              </a:defRPr>
            </a:lvl4pPr>
            <a:lvl5pPr algn="l">
              <a:defRPr sz="1075" b="0">
                <a:solidFill>
                  <a:srgbClr val="778599"/>
                </a:solidFill>
                <a:latin typeface="Microsoft YaHei"/>
                <a:ea typeface="Microsoft YaHei"/>
                <a:cs typeface="Microsoft YaHei"/>
              </a:defRPr>
            </a:lvl5pPr>
            <a:lvl6pPr algn="l">
              <a:defRPr sz="1075" b="0">
                <a:solidFill>
                  <a:srgbClr val="778599"/>
                </a:solidFill>
                <a:latin typeface="Microsoft YaHei"/>
                <a:ea typeface="Microsoft YaHei"/>
                <a:cs typeface="Microsoft YaHei"/>
              </a:defRPr>
            </a:lvl6pPr>
            <a:lvl7pPr algn="l">
              <a:defRPr sz="1075" b="0">
                <a:solidFill>
                  <a:srgbClr val="778599"/>
                </a:solidFill>
                <a:latin typeface="Microsoft YaHei"/>
                <a:ea typeface="Microsoft YaHei"/>
                <a:cs typeface="Microsoft YaHei"/>
              </a:defRPr>
            </a:lvl7pPr>
            <a:lvl8pPr algn="l">
              <a:defRPr sz="1075" b="0">
                <a:solidFill>
                  <a:srgbClr val="778599"/>
                </a:solidFill>
                <a:latin typeface="Microsoft YaHei"/>
                <a:ea typeface="Microsoft YaHei"/>
                <a:cs typeface="Microsoft YaHei"/>
              </a:defRPr>
            </a:lvl8pPr>
            <a:lvl9pPr algn="l">
              <a:defRPr sz="1075" b="0">
                <a:solidFill>
                  <a:srgbClr val="778599"/>
                </a:solidFill>
                <a:latin typeface="Microsoft YaHei"/>
                <a:ea typeface="Microsoft YaHei"/>
                <a:cs typeface="Microsoft YaHei"/>
              </a:defRPr>
            </a:lvl9pPr>
          </a:lstStyle>
          <a:p xmlns:a="http://schemas.openxmlformats.org/drawingml/2006/main">
            <a:pPr algn="l">
              <a:lnSpc>
                <a:spcPct val="102000"/>
              </a:lnSpc>
              <a:buNone/>
              <a:defRPr sz="1075" b="0">
                <a:solidFill>
                  <a:srgbClr val="778599"/>
                </a:solidFill>
                <a:latin typeface="Microsoft YaHei"/>
                <a:ea typeface="Microsoft YaHei"/>
                <a:cs typeface="Microsoft YaHei"/>
              </a:defRPr>
            </a:pPr>
            <a:r>
              <a:rPr sz="1075" b="0">
                <a:solidFill>
                  <a:srgbClr val="778599"/>
                </a:solidFill>
                <a:latin typeface="Microsoft YaHei"/>
                <a:ea typeface="Microsoft YaHei"/>
                <a:cs typeface="Microsoft YaHei"/>
              </a:rPr>
              <a:t>OperationCoordinator</a:t>
            </a:r>
          </a:p>
        </p:txBody>
      </p:sp>
      <p:sp>
        <p:nvSpPr>
          <p:cNvPr id="61" name="target-func-O">
            <a:extLst xmlns:a="http://schemas.openxmlformats.org/drawingml/2006/main">
              <a:ext uri="{FF2B5EF4-FFF2-40B4-BE49-F238E27FC236}">
                <a16:creationId xmlns:a16="http://schemas.microsoft.com/office/drawing/2014/main" id="{2AED2D9E-F276-4A2E-AF8C-E1BE1F4E72C3}"/>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简单加载不经过 O</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不制造空操作聚合</a:t>
            </a:r>
          </a:p>
        </p:txBody>
      </p:sp>
      <p:sp>
        <p:nvSpPr>
          <p:cNvPr id="62" name="target-node-T">
            <a:extLst xmlns:a="http://schemas.openxmlformats.org/drawingml/2006/main">
              <a:ext uri="{FF2B5EF4-FFF2-40B4-BE49-F238E27FC236}">
                <a16:creationId xmlns:a16="http://schemas.microsoft.com/office/drawing/2014/main" id="{89C2FD39-0938-497E-9320-BD1FFFC8F1EE}"/>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63" name="target-title-T">
            <a:extLst xmlns:a="http://schemas.openxmlformats.org/drawingml/2006/main">
              <a:ext uri="{FF2B5EF4-FFF2-40B4-BE49-F238E27FC236}">
                <a16:creationId xmlns:a16="http://schemas.microsoft.com/office/drawing/2014/main" id="{448C3F7E-540F-4AA0-95B8-BED1B42D523E}"/>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T 账户与绑定</a:t>
            </a:r>
          </a:p>
        </p:txBody>
      </p:sp>
      <p:sp>
        <p:nvSpPr>
          <p:cNvPr id="64" name="target-alias-T">
            <a:extLst xmlns:a="http://schemas.openxmlformats.org/drawingml/2006/main">
              <a:ext uri="{FF2B5EF4-FFF2-40B4-BE49-F238E27FC236}">
                <a16:creationId xmlns:a16="http://schemas.microsoft.com/office/drawing/2014/main" id="{76E32EB5-D922-4F66-A90B-4D4B7A71EA0B}"/>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TopologyService</a:t>
            </a:r>
          </a:p>
        </p:txBody>
      </p:sp>
      <p:sp>
        <p:nvSpPr>
          <p:cNvPr id="65" name="target-func-T">
            <a:extLst xmlns:a="http://schemas.openxmlformats.org/drawingml/2006/main">
              <a:ext uri="{FF2B5EF4-FFF2-40B4-BE49-F238E27FC236}">
                <a16:creationId xmlns:a16="http://schemas.microsoft.com/office/drawing/2014/main" id="{8BD292E7-EAA5-46DE-BBBA-7306134B52E3}"/>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账户资料与兼容投影</a:t>
            </a:r>
          </a:p>
        </p:txBody>
      </p:sp>
      <p:sp>
        <p:nvSpPr>
          <p:cNvPr id="66" name="target-node-A">
            <a:extLst xmlns:a="http://schemas.openxmlformats.org/drawingml/2006/main">
              <a:ext uri="{FF2B5EF4-FFF2-40B4-BE49-F238E27FC236}">
                <a16:creationId xmlns:a16="http://schemas.microsoft.com/office/drawing/2014/main" id="{B8C60563-F707-4249-82CC-4CBFE2C523E2}"/>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67" name="target-title-A">
            <a:extLst xmlns:a="http://schemas.openxmlformats.org/drawingml/2006/main">
              <a:ext uri="{FF2B5EF4-FFF2-40B4-BE49-F238E27FC236}">
                <a16:creationId xmlns:a16="http://schemas.microsoft.com/office/drawing/2014/main" id="{D575ABA4-9AFF-4372-8339-56D86E67167A}"/>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68" name="target-alias-A">
            <a:extLst xmlns:a="http://schemas.openxmlformats.org/drawingml/2006/main">
              <a:ext uri="{FF2B5EF4-FFF2-40B4-BE49-F238E27FC236}">
                <a16:creationId xmlns:a16="http://schemas.microsoft.com/office/drawing/2014/main" id="{7A5A8102-7953-4102-9CAA-9D055092DC0E}"/>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69" name="target-func-A">
            <a:extLst xmlns:a="http://schemas.openxmlformats.org/drawingml/2006/main">
              <a:ext uri="{FF2B5EF4-FFF2-40B4-BE49-F238E27FC236}">
                <a16:creationId xmlns:a16="http://schemas.microsoft.com/office/drawing/2014/main" id="{F63EDEA8-BA65-404C-A367-0354CD4F1FD1}"/>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本步无角色裁决</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保持灰色</a:t>
            </a:r>
          </a:p>
        </p:txBody>
      </p:sp>
      <p:sp>
        <p:nvSpPr>
          <p:cNvPr id="70" name="target-node-DO">
            <a:extLst xmlns:a="http://schemas.openxmlformats.org/drawingml/2006/main">
              <a:ext uri="{FF2B5EF4-FFF2-40B4-BE49-F238E27FC236}">
                <a16:creationId xmlns:a16="http://schemas.microsoft.com/office/drawing/2014/main" id="{E0ED4E2E-06FB-4B95-ADA3-E79445E6F2D2}"/>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1" name="target-title-DO">
            <a:extLst xmlns:a="http://schemas.openxmlformats.org/drawingml/2006/main">
              <a:ext uri="{FF2B5EF4-FFF2-40B4-BE49-F238E27FC236}">
                <a16:creationId xmlns:a16="http://schemas.microsoft.com/office/drawing/2014/main" id="{530582FA-9C4D-4B86-94CC-DC3B7C3EBDEB}"/>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OperationContext</a:t>
            </a:r>
          </a:p>
        </p:txBody>
      </p:sp>
      <p:sp>
        <p:nvSpPr>
          <p:cNvPr id="72" name="target-func-DO">
            <a:extLst xmlns:a="http://schemas.openxmlformats.org/drawingml/2006/main">
              <a:ext uri="{FF2B5EF4-FFF2-40B4-BE49-F238E27FC236}">
                <a16:creationId xmlns:a16="http://schemas.microsoft.com/office/drawing/2014/main" id="{4821444B-CBC0-44E6-9123-23C8F2B34517}"/>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纯操作状态 / 值对象</a:t>
            </a:r>
          </a:p>
        </p:txBody>
      </p:sp>
      <p:sp>
        <p:nvSpPr>
          <p:cNvPr id="73" name="target-node-DT">
            <a:extLst xmlns:a="http://schemas.openxmlformats.org/drawingml/2006/main">
              <a:ext uri="{FF2B5EF4-FFF2-40B4-BE49-F238E27FC236}">
                <a16:creationId xmlns:a16="http://schemas.microsoft.com/office/drawing/2014/main" id="{1F6534C8-3A78-448F-956F-43F150CB4BE7}"/>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4" name="target-title-DT">
            <a:extLst xmlns:a="http://schemas.openxmlformats.org/drawingml/2006/main">
              <a:ext uri="{FF2B5EF4-FFF2-40B4-BE49-F238E27FC236}">
                <a16:creationId xmlns:a16="http://schemas.microsoft.com/office/drawing/2014/main" id="{BDB704CA-9B4D-45A2-BD41-E76614196C9A}"/>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75" name="target-func-DT">
            <a:extLst xmlns:a="http://schemas.openxmlformats.org/drawingml/2006/main">
              <a:ext uri="{FF2B5EF4-FFF2-40B4-BE49-F238E27FC236}">
                <a16:creationId xmlns:a16="http://schemas.microsoft.com/office/drawing/2014/main" id="{278CB606-17D6-432A-A991-F5F5437D9310}"/>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76" name="target-node-DA">
            <a:extLst xmlns:a="http://schemas.openxmlformats.org/drawingml/2006/main">
              <a:ext uri="{FF2B5EF4-FFF2-40B4-BE49-F238E27FC236}">
                <a16:creationId xmlns:a16="http://schemas.microsoft.com/office/drawing/2014/main" id="{A99FFEDD-CECE-45EB-8775-45BAF00ACF42}"/>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7" name="target-title-DA">
            <a:extLst xmlns:a="http://schemas.openxmlformats.org/drawingml/2006/main">
              <a:ext uri="{FF2B5EF4-FFF2-40B4-BE49-F238E27FC236}">
                <a16:creationId xmlns:a16="http://schemas.microsoft.com/office/drawing/2014/main" id="{79C0C584-0FF9-4D8C-BFB0-06CE7E79E17B}"/>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78" name="target-func-DA">
            <a:extLst xmlns:a="http://schemas.openxmlformats.org/drawingml/2006/main">
              <a:ext uri="{FF2B5EF4-FFF2-40B4-BE49-F238E27FC236}">
                <a16:creationId xmlns:a16="http://schemas.microsoft.com/office/drawing/2014/main" id="{1335F27F-9065-4612-941C-730DEFFA3FC6}"/>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79" name="target-node-R">
            <a:extLst xmlns:a="http://schemas.openxmlformats.org/drawingml/2006/main">
              <a:ext uri="{FF2B5EF4-FFF2-40B4-BE49-F238E27FC236}">
                <a16:creationId xmlns:a16="http://schemas.microsoft.com/office/drawing/2014/main" id="{775AFA8B-3537-4300-918B-948A31815CE0}"/>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80" name="target-title-R">
            <a:extLst xmlns:a="http://schemas.openxmlformats.org/drawingml/2006/main">
              <a:ext uri="{FF2B5EF4-FFF2-40B4-BE49-F238E27FC236}">
                <a16:creationId xmlns:a16="http://schemas.microsoft.com/office/drawing/2014/main" id="{9C46DBA8-7F52-498D-91FB-3F2C185D18A0}"/>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81" name="target-func-R">
            <a:extLst xmlns:a="http://schemas.openxmlformats.org/drawingml/2006/main">
              <a:ext uri="{FF2B5EF4-FFF2-40B4-BE49-F238E27FC236}">
                <a16:creationId xmlns:a16="http://schemas.microsoft.com/office/drawing/2014/main" id="{B52B5EA4-83D1-4C0F-AF01-D26D45BF2C97}"/>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接收 READY / Refresh 事件</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已有过滤继续复用</a:t>
            </a:r>
          </a:p>
        </p:txBody>
      </p:sp>
      <p:sp>
        <p:nvSpPr>
          <p:cNvPr id="82" name="target-node-I">
            <a:extLst xmlns:a="http://schemas.openxmlformats.org/drawingml/2006/main">
              <a:ext uri="{FF2B5EF4-FFF2-40B4-BE49-F238E27FC236}">
                <a16:creationId xmlns:a16="http://schemas.microsoft.com/office/drawing/2014/main" id="{38510E5E-C276-43C4-B29C-3BE452E1CD29}"/>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83" name="target-title-I">
            <a:extLst xmlns:a="http://schemas.openxmlformats.org/drawingml/2006/main">
              <a:ext uri="{FF2B5EF4-FFF2-40B4-BE49-F238E27FC236}">
                <a16:creationId xmlns:a16="http://schemas.microsoft.com/office/drawing/2014/main" id="{15949825-C667-4CF9-92AD-D1DEBB08CCA3}"/>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84" name="target-func-I">
            <a:extLst xmlns:a="http://schemas.openxmlformats.org/drawingml/2006/main">
              <a:ext uri="{FF2B5EF4-FFF2-40B4-BE49-F238E27FC236}">
                <a16:creationId xmlns:a16="http://schemas.microsoft.com/office/drawing/2014/main" id="{C280A590-6353-45E0-9E4F-BF42B6EC4DC1}"/>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Registry / CES / Hook 原输出</a:t>
            </a:r>
          </a:p>
        </p:txBody>
      </p:sp>
      <p:sp>
        <p:nvSpPr>
          <p:cNvPr id="85" name="host-note">
            <a:extLst xmlns:a="http://schemas.openxmlformats.org/drawingml/2006/main">
              <a:ext uri="{FF2B5EF4-FFF2-40B4-BE49-F238E27FC236}">
                <a16:creationId xmlns:a16="http://schemas.microsoft.com/office/drawing/2014/main" id="{44553CEE-72FB-4DC5-81C6-D389E101BCFE}"/>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86" name="invariant-rule">
            <a:extLst xmlns:a="http://schemas.openxmlformats.org/drawingml/2006/main">
              <a:ext uri="{FF2B5EF4-FFF2-40B4-BE49-F238E27FC236}">
                <a16:creationId xmlns:a16="http://schemas.microsoft.com/office/drawing/2014/main" id="{8037676F-3C17-45C9-A6CD-371338093E7D}"/>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87" name="invariant">
            <a:extLst xmlns:a="http://schemas.openxmlformats.org/drawingml/2006/main">
              <a:ext uri="{FF2B5EF4-FFF2-40B4-BE49-F238E27FC236}">
                <a16:creationId xmlns:a16="http://schemas.microsoft.com/office/drawing/2014/main" id="{373B6257-7056-4ECE-993E-BDCADDB21992}"/>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保持：生产卡型 / EF 算法及 LOADED 出口；局部失效不清空全局，已发写卡仍需效果核对。</a:t>
            </a:r>
          </a:p>
        </p:txBody>
      </p:sp>
      <p:sp>
        <p:nvSpPr>
          <p:cNvPr id="88" name="footer">
            <a:extLst xmlns:a="http://schemas.openxmlformats.org/drawingml/2006/main">
              <a:ext uri="{FF2B5EF4-FFF2-40B4-BE49-F238E27FC236}">
                <a16:creationId xmlns:a16="http://schemas.microsoft.com/office/drawing/2014/main" id="{67A91B67-BE92-45E4-902D-3A08CEEAE789}"/>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89" name="page-number">
            <a:extLst xmlns:a="http://schemas.openxmlformats.org/drawingml/2006/main">
              <a:ext uri="{FF2B5EF4-FFF2-40B4-BE49-F238E27FC236}">
                <a16:creationId xmlns:a16="http://schemas.microsoft.com/office/drawing/2014/main" id="{3A6F0AE2-265D-4D4D-9513-021C5923A692}"/>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加载 / ① 入口</a:t>
            </a:r>
          </a:p>
        </p:txBody>
      </p:sp>
    </p:spTree>
    <p:extLst>
      <p:ext uri="{BB962C8B-B14F-4D97-AF65-F5344CB8AC3E}">
        <p14:creationId xmlns:p14="http://schemas.microsoft.com/office/powerpoint/2010/main" val="1742845998"/>
      </p:ext>
    </p:extLst>
  </p:cSld>
  <p:transition spd="fast" advClick="0">
    <p:fade/>
  </p:transition>
</p:sld>
</file>

<file path=ppt/slides/slide41.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5" name="accent">
            <a:extLst xmlns:a="http://schemas.openxmlformats.org/drawingml/2006/main">
              <a:ext uri="{FF2B5EF4-FFF2-40B4-BE49-F238E27FC236}">
                <a16:creationId xmlns:a16="http://schemas.microsoft.com/office/drawing/2014/main" id="{739A5259-D81D-4A8A-97C0-D693BCA69B01}"/>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0EFF67D8-44ED-4B2C-AF7D-44C4B81621C7}"/>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7ECD195A-D2DC-4DB9-98D7-2BA77475696E}"/>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1D185B8E-0C48-4147-BA7B-EE8FE75225BE}"/>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D3AF2212-702A-4B51-AFB8-F657DE36BE2D}"/>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D60DE7F0-BC7E-41DA-AA84-3D70A464D4BE}"/>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DF1F74DC-545B-498F-B3EC-B21836A214B1}"/>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A502D356-67BE-421F-9F5E-421A3291B087}"/>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A003A1D3-A031-407D-8A3E-3176EE76AB1F}"/>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515254CF-D831-46A4-A952-ACB305A45330}"/>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AE0C06A7-C2D4-435B-943B-564909F53320}"/>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7EC628A9-318D-46F3-A634-3AC35E169A50}"/>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8CCF3E19-2634-4424-9172-C04FB7EE4407}"/>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9770C484-9CEE-4CA8-8E36-606ACDF7DA9B}"/>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05B8A7C1-B166-470E-8DBC-2B9D0C8B080B}"/>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47C0E9D9-D5BE-4A3D-A972-F1BAFEEDEFDF}"/>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097EDCB5-FAA4-454F-9002-15D3470494F6}"/>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AE8AEE6F-D0E0-4B62-8FEF-6A02D4927049}"/>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FE8AA4A4-781C-41AF-879C-3763F0242232}"/>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C92C745E-EBBA-4709-AA5F-2981F56B2C29}"/>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② 加载范围：R 根据卡型与 EF 依赖选范围，保存 SessionRef / LoadScope；T 仅处理相关绑定事实。</a:t>
            </a:r>
          </a:p>
        </p:txBody>
      </p:sp>
      <p:sp>
        <p:nvSpPr>
          <p:cNvPr id="21" name="top-rule">
            <a:extLst xmlns:a="http://schemas.openxmlformats.org/drawingml/2006/main">
              <a:ext uri="{FF2B5EF4-FFF2-40B4-BE49-F238E27FC236}">
                <a16:creationId xmlns:a16="http://schemas.microsoft.com/office/drawing/2014/main" id="{88F1D979-50C7-4437-8A4C-5C9F24EE9613}"/>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A64FCB24-345E-4D78-98CD-BA9CB096C1B0}"/>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D434EAD0-3C2C-4CB9-9A60-A29F0B420713}"/>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E22FBBB9-76BA-4002-A22E-A33BF5B65FED}"/>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EK">
            <a:extLst xmlns:a="http://schemas.openxmlformats.org/drawingml/2006/main">
              <a:ext uri="{FF2B5EF4-FFF2-40B4-BE49-F238E27FC236}">
                <a16:creationId xmlns:a16="http://schemas.microsoft.com/office/drawing/2014/main" id="{78860DC5-FF97-43B2-B33C-1E8350EF28E6}"/>
              </a:ext>
            </a:extLst>
          </p:cNvPr>
          <p:cNvSpPr>
            <a:spLocks xmlns:a="http://schemas.openxmlformats.org/drawingml/2006/main" noGrp="1"/>
          </p:cNvSpPr>
          <p:nvPr/>
        </p:nvSpPr>
        <p:spPr>
          <a:xfrm xmlns:a="http://schemas.openxmlformats.org/drawingml/2006/main">
            <a:off x="1747838" y="3190875"/>
            <a:ext cx="9525" cy="200025"/>
          </a:xfrm>
          <a:custGeom xmlns:a="http://schemas.openxmlformats.org/drawingml/2006/main">
            <a:pathLst>
              <a:path w="9525" h="200025">
                <a:moveTo>
                  <a:pt x="4763" y="0"/>
                </a:moveTo>
                <a:lnTo>
                  <a:pt x="4763" y="200025"/>
                </a:lnTo>
              </a:path>
            </a:pathLst>
          </a:custGeom>
          <a:noFill xmlns:a="http://schemas.openxmlformats.org/drawingml/2006/main"/>
          <a:ln xmlns:a="http://schemas.openxmlformats.org/drawingml/2006/main" w="17145">
            <a:solidFill>
              <a:srgbClr val="246AB8"/>
            </a:solidFill>
            <a:prstDash val="solid"/>
          </a:ln>
        </p:spPr>
      </p:sp>
      <p:sp>
        <p:nvSpPr>
          <p:cNvPr id="26" name="legacy-edge-EK-head">
            <a:extLst xmlns:a="http://schemas.openxmlformats.org/drawingml/2006/main">
              <a:ext uri="{FF2B5EF4-FFF2-40B4-BE49-F238E27FC236}">
                <a16:creationId xmlns:a16="http://schemas.microsoft.com/office/drawing/2014/main" id="{A1D00CD6-2A23-45D9-AD07-74E2FF05A9B0}"/>
              </a:ext>
            </a:extLst>
          </p:cNvPr>
          <p:cNvSpPr>
            <a:spLocks xmlns:a="http://schemas.openxmlformats.org/drawingml/2006/main" noGrp="1"/>
          </p:cNvSpPr>
          <p:nvPr/>
        </p:nvSpPr>
        <p:spPr>
          <a:xfrm xmlns:a="http://schemas.openxmlformats.org/drawingml/2006/main">
            <a:off x="1724025" y="33337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EK">
            <a:extLst xmlns:a="http://schemas.openxmlformats.org/drawingml/2006/main">
              <a:ext uri="{FF2B5EF4-FFF2-40B4-BE49-F238E27FC236}">
                <a16:creationId xmlns:a16="http://schemas.microsoft.com/office/drawing/2014/main" id="{66BF84A6-7534-44A2-8555-6876876F5B81}"/>
              </a:ext>
            </a:extLst>
          </p:cNvPr>
          <p:cNvSpPr>
            <a:spLocks xmlns:a="http://schemas.openxmlformats.org/drawingml/2006/main" noGrp="1"/>
          </p:cNvSpPr>
          <p:nvPr/>
        </p:nvSpPr>
        <p:spPr>
          <a:xfrm xmlns:a="http://schemas.openxmlformats.org/drawingml/2006/main">
            <a:off x="1838325" y="3190875"/>
            <a:ext cx="4572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①②</a:t>
            </a:r>
          </a:p>
        </p:txBody>
      </p:sp>
      <p:sp>
        <p:nvSpPr>
          <p:cNvPr id="28" name="legacy-node-E">
            <a:extLst xmlns:a="http://schemas.openxmlformats.org/drawingml/2006/main">
              <a:ext uri="{FF2B5EF4-FFF2-40B4-BE49-F238E27FC236}">
                <a16:creationId xmlns:a16="http://schemas.microsoft.com/office/drawing/2014/main" id="{9DA42079-D6F1-45AB-BAFC-DE1810FDEA3A}"/>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29" name="legacy-title-E">
            <a:extLst xmlns:a="http://schemas.openxmlformats.org/drawingml/2006/main">
              <a:ext uri="{FF2B5EF4-FFF2-40B4-BE49-F238E27FC236}">
                <a16:creationId xmlns:a16="http://schemas.microsoft.com/office/drawing/2014/main" id="{2DBCBCBC-5FA9-4ED3-98CE-597059A738A5}"/>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SimStateManager / SimFileManager</a:t>
            </a:r>
          </a:p>
        </p:txBody>
      </p:sp>
      <p:sp>
        <p:nvSpPr>
          <p:cNvPr id="30" name="legacy-line-E-0">
            <a:extLst xmlns:a="http://schemas.openxmlformats.org/drawingml/2006/main">
              <a:ext uri="{FF2B5EF4-FFF2-40B4-BE49-F238E27FC236}">
                <a16:creationId xmlns:a16="http://schemas.microsoft.com/office/drawing/2014/main" id="{4D0B2999-7DD5-47B1-862E-545ED2B018A6}"/>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READY / ICC_REFRESH 等事件驱动生产文件加载</a:t>
            </a:r>
          </a:p>
        </p:txBody>
      </p:sp>
      <p:sp>
        <p:nvSpPr>
          <p:cNvPr id="31" name="legacy-node-K">
            <a:extLst xmlns:a="http://schemas.openxmlformats.org/drawingml/2006/main">
              <a:ext uri="{FF2B5EF4-FFF2-40B4-BE49-F238E27FC236}">
                <a16:creationId xmlns:a16="http://schemas.microsoft.com/office/drawing/2014/main" id="{E8A5A70A-6394-4064-806F-99A6DA59A12C}"/>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2" name="legacy-title-K">
            <a:extLst xmlns:a="http://schemas.openxmlformats.org/drawingml/2006/main">
              <a:ext uri="{FF2B5EF4-FFF2-40B4-BE49-F238E27FC236}">
                <a16:creationId xmlns:a16="http://schemas.microsoft.com/office/drawing/2014/main" id="{047AB221-A30B-4604-9879-43D09259DA9A}"/>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SimFile / IccFile</a:t>
            </a:r>
          </a:p>
        </p:txBody>
      </p:sp>
      <p:sp>
        <p:nvSpPr>
          <p:cNvPr id="33" name="legacy-alias-K">
            <a:extLst xmlns:a="http://schemas.openxmlformats.org/drawingml/2006/main">
              <a:ext uri="{FF2B5EF4-FFF2-40B4-BE49-F238E27FC236}">
                <a16:creationId xmlns:a16="http://schemas.microsoft.com/office/drawing/2014/main" id="{D4C3245E-FE9B-4E65-8E09-31A11DC83CA4}"/>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按卡型处理文件与加载状态</a:t>
            </a:r>
          </a:p>
        </p:txBody>
      </p:sp>
      <p:sp>
        <p:nvSpPr>
          <p:cNvPr id="34" name="legacy-line-bg-K-0">
            <a:extLst xmlns:a="http://schemas.openxmlformats.org/drawingml/2006/main">
              <a:ext uri="{FF2B5EF4-FFF2-40B4-BE49-F238E27FC236}">
                <a16:creationId xmlns:a16="http://schemas.microsoft.com/office/drawing/2014/main" id="{739B0471-3E9B-4EEE-A504-053334EF101E}"/>
              </a:ext>
            </a:extLst>
          </p:cNvPr>
          <p:cNvSpPr>
            <a:spLocks xmlns:a="http://schemas.openxmlformats.org/drawingml/2006/main" noGrp="1"/>
          </p:cNvSpPr>
          <p:nvPr/>
        </p:nvSpPr>
        <p:spPr>
          <a:xfrm xmlns:a="http://schemas.openxmlformats.org/drawingml/2006/main">
            <a:off x="561975" y="3895725"/>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35" name="legacy-line-K-0">
            <a:extLst xmlns:a="http://schemas.openxmlformats.org/drawingml/2006/main">
              <a:ext uri="{FF2B5EF4-FFF2-40B4-BE49-F238E27FC236}">
                <a16:creationId xmlns:a16="http://schemas.microsoft.com/office/drawing/2014/main" id="{E6376981-E3C2-4B1B-A6CA-7F1C6E6E7686}"/>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② LoadSimFiles / Refresh 选择</a:t>
            </a:r>
          </a:p>
        </p:txBody>
      </p:sp>
      <p:sp>
        <p:nvSpPr>
          <p:cNvPr id="36" name="legacy-line-K-1">
            <a:extLst xmlns:a="http://schemas.openxmlformats.org/drawingml/2006/main">
              <a:ext uri="{FF2B5EF4-FFF2-40B4-BE49-F238E27FC236}">
                <a16:creationId xmlns:a16="http://schemas.microsoft.com/office/drawing/2014/main" id="{1D2140D1-4163-4618-98F5-93BB206A48FF}"/>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ProcessEvent → 解析字段</a:t>
            </a:r>
          </a:p>
        </p:txBody>
      </p:sp>
      <p:sp>
        <p:nvSpPr>
          <p:cNvPr id="37" name="legacy-line-K-2">
            <a:extLst xmlns:a="http://schemas.openxmlformats.org/drawingml/2006/main">
              <a:ext uri="{FF2B5EF4-FFF2-40B4-BE49-F238E27FC236}">
                <a16:creationId xmlns:a16="http://schemas.microsoft.com/office/drawing/2014/main" id="{7B207E89-2117-41CD-936A-CD775DF515B3}"/>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ProcessFileLoaded 完成判定</a:t>
            </a:r>
          </a:p>
        </p:txBody>
      </p:sp>
      <p:sp>
        <p:nvSpPr>
          <p:cNvPr id="38" name="legacy-node-R">
            <a:extLst xmlns:a="http://schemas.openxmlformats.org/drawingml/2006/main">
              <a:ext uri="{FF2B5EF4-FFF2-40B4-BE49-F238E27FC236}">
                <a16:creationId xmlns:a16="http://schemas.microsoft.com/office/drawing/2014/main" id="{7954B1AF-B39A-4B53-960D-DB73FA57799B}"/>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9525">
            <a:solidFill>
              <a:srgbClr val="CDD8E6"/>
            </a:solidFill>
            <a:prstDash val="solid"/>
          </a:ln>
        </p:spPr>
      </p:sp>
      <p:sp>
        <p:nvSpPr>
          <p:cNvPr id="39" name="legacy-title-R">
            <a:extLst xmlns:a="http://schemas.openxmlformats.org/drawingml/2006/main">
              <a:ext uri="{FF2B5EF4-FFF2-40B4-BE49-F238E27FC236}">
                <a16:creationId xmlns:a16="http://schemas.microsoft.com/office/drawing/2014/main" id="{BDA8CA78-3623-438C-8814-0FF695FEE633}"/>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778599"/>
                </a:solidFill>
                <a:latin typeface="Microsoft YaHei"/>
                <a:ea typeface="Microsoft YaHei"/>
                <a:cs typeface="Microsoft YaHei"/>
              </a:defRPr>
            </a:defPPr>
            <a:lvl1pPr algn="l">
              <a:defRPr sz="1380" b="1">
                <a:solidFill>
                  <a:srgbClr val="778599"/>
                </a:solidFill>
                <a:latin typeface="Microsoft YaHei"/>
                <a:ea typeface="Microsoft YaHei"/>
                <a:cs typeface="Microsoft YaHei"/>
              </a:defRPr>
            </a:lvl1pPr>
            <a:lvl2pPr algn="l">
              <a:defRPr sz="1380" b="1">
                <a:solidFill>
                  <a:srgbClr val="778599"/>
                </a:solidFill>
                <a:latin typeface="Microsoft YaHei"/>
                <a:ea typeface="Microsoft YaHei"/>
                <a:cs typeface="Microsoft YaHei"/>
              </a:defRPr>
            </a:lvl2pPr>
            <a:lvl3pPr algn="l">
              <a:defRPr sz="1380" b="1">
                <a:solidFill>
                  <a:srgbClr val="778599"/>
                </a:solidFill>
                <a:latin typeface="Microsoft YaHei"/>
                <a:ea typeface="Microsoft YaHei"/>
                <a:cs typeface="Microsoft YaHei"/>
              </a:defRPr>
            </a:lvl3pPr>
            <a:lvl4pPr algn="l">
              <a:defRPr sz="1380" b="1">
                <a:solidFill>
                  <a:srgbClr val="778599"/>
                </a:solidFill>
                <a:latin typeface="Microsoft YaHei"/>
                <a:ea typeface="Microsoft YaHei"/>
                <a:cs typeface="Microsoft YaHei"/>
              </a:defRPr>
            </a:lvl4pPr>
            <a:lvl5pPr algn="l">
              <a:defRPr sz="1380" b="1">
                <a:solidFill>
                  <a:srgbClr val="778599"/>
                </a:solidFill>
                <a:latin typeface="Microsoft YaHei"/>
                <a:ea typeface="Microsoft YaHei"/>
                <a:cs typeface="Microsoft YaHei"/>
              </a:defRPr>
            </a:lvl5pPr>
            <a:lvl6pPr algn="l">
              <a:defRPr sz="1380" b="1">
                <a:solidFill>
                  <a:srgbClr val="778599"/>
                </a:solidFill>
                <a:latin typeface="Microsoft YaHei"/>
                <a:ea typeface="Microsoft YaHei"/>
                <a:cs typeface="Microsoft YaHei"/>
              </a:defRPr>
            </a:lvl6pPr>
            <a:lvl7pPr algn="l">
              <a:defRPr sz="1380" b="1">
                <a:solidFill>
                  <a:srgbClr val="778599"/>
                </a:solidFill>
                <a:latin typeface="Microsoft YaHei"/>
                <a:ea typeface="Microsoft YaHei"/>
                <a:cs typeface="Microsoft YaHei"/>
              </a:defRPr>
            </a:lvl7pPr>
            <a:lvl8pPr algn="l">
              <a:defRPr sz="1380" b="1">
                <a:solidFill>
                  <a:srgbClr val="778599"/>
                </a:solidFill>
                <a:latin typeface="Microsoft YaHei"/>
                <a:ea typeface="Microsoft YaHei"/>
                <a:cs typeface="Microsoft YaHei"/>
              </a:defRPr>
            </a:lvl8pPr>
            <a:lvl9pPr algn="l">
              <a:defRPr sz="1380" b="1">
                <a:solidFill>
                  <a:srgbClr val="778599"/>
                </a:solidFill>
                <a:latin typeface="Microsoft YaHei"/>
                <a:ea typeface="Microsoft YaHei"/>
                <a:cs typeface="Microsoft YaHei"/>
              </a:defRPr>
            </a:lvl9pPr>
          </a:lstStyle>
          <a:p xmlns:a="http://schemas.openxmlformats.org/drawingml/2006/main">
            <a:pPr algn="l">
              <a:lnSpc>
                <a:spcPct val="102000"/>
              </a:lnSpc>
              <a:buNone/>
              <a:defRPr sz="1380" b="1">
                <a:solidFill>
                  <a:srgbClr val="778599"/>
                </a:solidFill>
                <a:latin typeface="Microsoft YaHei"/>
                <a:ea typeface="Microsoft YaHei"/>
                <a:cs typeface="Microsoft YaHei"/>
              </a:defRPr>
            </a:pPr>
            <a:r>
              <a:rPr sz="1380" b="1">
                <a:solidFill>
                  <a:srgbClr val="778599"/>
                </a:solidFill>
                <a:latin typeface="Microsoft YaHei"/>
                <a:ea typeface="Microsoft YaHei"/>
                <a:cs typeface="Microsoft YaHei"/>
              </a:rPr>
              <a:t>IccFileController / TelRil</a:t>
            </a:r>
          </a:p>
        </p:txBody>
      </p:sp>
      <p:sp>
        <p:nvSpPr>
          <p:cNvPr id="40" name="legacy-alias-R">
            <a:extLst xmlns:a="http://schemas.openxmlformats.org/drawingml/2006/main">
              <a:ext uri="{FF2B5EF4-FFF2-40B4-BE49-F238E27FC236}">
                <a16:creationId xmlns:a16="http://schemas.microsoft.com/office/drawing/2014/main" id="{DEE703E4-9356-496F-9AD6-B7C879EED374}"/>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778599"/>
                </a:solidFill>
                <a:latin typeface="Microsoft YaHei"/>
                <a:ea typeface="Microsoft YaHei"/>
                <a:cs typeface="Microsoft YaHei"/>
              </a:defRPr>
            </a:defPPr>
            <a:lvl1pPr algn="l">
              <a:defRPr sz="1088" b="0">
                <a:solidFill>
                  <a:srgbClr val="778599"/>
                </a:solidFill>
                <a:latin typeface="Microsoft YaHei"/>
                <a:ea typeface="Microsoft YaHei"/>
                <a:cs typeface="Microsoft YaHei"/>
              </a:defRPr>
            </a:lvl1pPr>
            <a:lvl2pPr algn="l">
              <a:defRPr sz="1088" b="0">
                <a:solidFill>
                  <a:srgbClr val="778599"/>
                </a:solidFill>
                <a:latin typeface="Microsoft YaHei"/>
                <a:ea typeface="Microsoft YaHei"/>
                <a:cs typeface="Microsoft YaHei"/>
              </a:defRPr>
            </a:lvl2pPr>
            <a:lvl3pPr algn="l">
              <a:defRPr sz="1088" b="0">
                <a:solidFill>
                  <a:srgbClr val="778599"/>
                </a:solidFill>
                <a:latin typeface="Microsoft YaHei"/>
                <a:ea typeface="Microsoft YaHei"/>
                <a:cs typeface="Microsoft YaHei"/>
              </a:defRPr>
            </a:lvl3pPr>
            <a:lvl4pPr algn="l">
              <a:defRPr sz="1088" b="0">
                <a:solidFill>
                  <a:srgbClr val="778599"/>
                </a:solidFill>
                <a:latin typeface="Microsoft YaHei"/>
                <a:ea typeface="Microsoft YaHei"/>
                <a:cs typeface="Microsoft YaHei"/>
              </a:defRPr>
            </a:lvl4pPr>
            <a:lvl5pPr algn="l">
              <a:defRPr sz="1088" b="0">
                <a:solidFill>
                  <a:srgbClr val="778599"/>
                </a:solidFill>
                <a:latin typeface="Microsoft YaHei"/>
                <a:ea typeface="Microsoft YaHei"/>
                <a:cs typeface="Microsoft YaHei"/>
              </a:defRPr>
            </a:lvl5pPr>
            <a:lvl6pPr algn="l">
              <a:defRPr sz="1088" b="0">
                <a:solidFill>
                  <a:srgbClr val="778599"/>
                </a:solidFill>
                <a:latin typeface="Microsoft YaHei"/>
                <a:ea typeface="Microsoft YaHei"/>
                <a:cs typeface="Microsoft YaHei"/>
              </a:defRPr>
            </a:lvl6pPr>
            <a:lvl7pPr algn="l">
              <a:defRPr sz="1088" b="0">
                <a:solidFill>
                  <a:srgbClr val="778599"/>
                </a:solidFill>
                <a:latin typeface="Microsoft YaHei"/>
                <a:ea typeface="Microsoft YaHei"/>
                <a:cs typeface="Microsoft YaHei"/>
              </a:defRPr>
            </a:lvl7pPr>
            <a:lvl8pPr algn="l">
              <a:defRPr sz="1088" b="0">
                <a:solidFill>
                  <a:srgbClr val="778599"/>
                </a:solidFill>
                <a:latin typeface="Microsoft YaHei"/>
                <a:ea typeface="Microsoft YaHei"/>
                <a:cs typeface="Microsoft YaHei"/>
              </a:defRPr>
            </a:lvl8pPr>
            <a:lvl9pPr algn="l">
              <a:defRPr sz="1088" b="0">
                <a:solidFill>
                  <a:srgbClr val="778599"/>
                </a:solidFill>
                <a:latin typeface="Microsoft YaHei"/>
                <a:ea typeface="Microsoft YaHei"/>
                <a:cs typeface="Microsoft YaHei"/>
              </a:defRPr>
            </a:lvl9pPr>
          </a:lstStyle>
          <a:p xmlns:a="http://schemas.openxmlformats.org/drawingml/2006/main">
            <a:pPr algn="l">
              <a:lnSpc>
                <a:spcPct val="102000"/>
              </a:lnSpc>
              <a:buNone/>
              <a:defRPr sz="1088" b="0">
                <a:solidFill>
                  <a:srgbClr val="778599"/>
                </a:solidFill>
                <a:latin typeface="Microsoft YaHei"/>
                <a:ea typeface="Microsoft YaHei"/>
                <a:cs typeface="Microsoft YaHei"/>
              </a:defRPr>
            </a:pPr>
            <a:r>
              <a:rPr sz="1088" b="0">
                <a:solidFill>
                  <a:srgbClr val="778599"/>
                </a:solidFill>
                <a:latin typeface="Microsoft YaHei"/>
                <a:ea typeface="Microsoft YaHei"/>
                <a:cs typeface="Microsoft YaHei"/>
              </a:rPr>
              <a:t>EF 请求 / 异步回包</a:t>
            </a:r>
          </a:p>
        </p:txBody>
      </p:sp>
      <p:sp>
        <p:nvSpPr>
          <p:cNvPr id="41" name="legacy-line-R-0">
            <a:extLst xmlns:a="http://schemas.openxmlformats.org/drawingml/2006/main">
              <a:ext uri="{FF2B5EF4-FFF2-40B4-BE49-F238E27FC236}">
                <a16:creationId xmlns:a16="http://schemas.microsoft.com/office/drawing/2014/main" id="{7653CE70-F33F-4B9E-8BC0-4B6D72882DA7}"/>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复用 EF / APDU 生产协议</a:t>
            </a:r>
          </a:p>
        </p:txBody>
      </p:sp>
      <p:sp>
        <p:nvSpPr>
          <p:cNvPr id="42" name="legacy-line-R-1">
            <a:extLst xmlns:a="http://schemas.openxmlformats.org/drawingml/2006/main">
              <a:ext uri="{FF2B5EF4-FFF2-40B4-BE49-F238E27FC236}">
                <a16:creationId xmlns:a16="http://schemas.microsoft.com/office/drawing/2014/main" id="{505CFBE9-4CA6-4608-999D-21A277B3688A}"/>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按原事件回到文件对象</a:t>
            </a:r>
          </a:p>
        </p:txBody>
      </p:sp>
      <p:sp>
        <p:nvSpPr>
          <p:cNvPr id="43" name="legacy-line-R-2">
            <a:extLst xmlns:a="http://schemas.openxmlformats.org/drawingml/2006/main">
              <a:ext uri="{FF2B5EF4-FFF2-40B4-BE49-F238E27FC236}">
                <a16:creationId xmlns:a16="http://schemas.microsoft.com/office/drawing/2014/main" id="{2B223DDC-E0D6-4D11-BC29-1FBCABAD0EFB}"/>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已有保护需逐分支核实</a:t>
            </a:r>
          </a:p>
        </p:txBody>
      </p:sp>
      <p:sp>
        <p:nvSpPr>
          <p:cNvPr id="44" name="legacy-node-D">
            <a:extLst xmlns:a="http://schemas.openxmlformats.org/drawingml/2006/main">
              <a:ext uri="{FF2B5EF4-FFF2-40B4-BE49-F238E27FC236}">
                <a16:creationId xmlns:a16="http://schemas.microsoft.com/office/drawing/2014/main" id="{3A833ED4-DC10-43E0-BFE1-9B7223596F22}"/>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5" name="legacy-title-D">
            <a:extLst xmlns:a="http://schemas.openxmlformats.org/drawingml/2006/main">
              <a:ext uri="{FF2B5EF4-FFF2-40B4-BE49-F238E27FC236}">
                <a16:creationId xmlns:a16="http://schemas.microsoft.com/office/drawing/2014/main" id="{99F5A635-56DA-4F0F-BBA6-EED20C550F2E}"/>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Records / 本地缓存</a:t>
            </a:r>
          </a:p>
        </p:txBody>
      </p:sp>
      <p:sp>
        <p:nvSpPr>
          <p:cNvPr id="46" name="legacy-line-D-0">
            <a:extLst xmlns:a="http://schemas.openxmlformats.org/drawingml/2006/main">
              <a:ext uri="{FF2B5EF4-FFF2-40B4-BE49-F238E27FC236}">
                <a16:creationId xmlns:a16="http://schemas.microsoft.com/office/drawing/2014/main" id="{DA9C1E19-804C-49E2-A3BA-15140752D467}"/>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④ 字段；⑤ fileToGet_</a:t>
            </a:r>
          </a:p>
        </p:txBody>
      </p:sp>
      <p:sp>
        <p:nvSpPr>
          <p:cNvPr id="47" name="legacy-node-N">
            <a:extLst xmlns:a="http://schemas.openxmlformats.org/drawingml/2006/main">
              <a:ext uri="{FF2B5EF4-FFF2-40B4-BE49-F238E27FC236}">
                <a16:creationId xmlns:a16="http://schemas.microsoft.com/office/drawing/2014/main" id="{0DFAD602-EC54-4BCB-B3D9-4DE79E875FB6}"/>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8" name="legacy-title-N">
            <a:extLst xmlns:a="http://schemas.openxmlformats.org/drawingml/2006/main">
              <a:ext uri="{FF2B5EF4-FFF2-40B4-BE49-F238E27FC236}">
                <a16:creationId xmlns:a16="http://schemas.microsoft.com/office/drawing/2014/main" id="{958D9920-C50E-470C-90A1-1DDF91DB5765}"/>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原加载完成出口</a:t>
            </a:r>
          </a:p>
        </p:txBody>
      </p:sp>
      <p:sp>
        <p:nvSpPr>
          <p:cNvPr id="49" name="legacy-line-N-0">
            <a:extLst xmlns:a="http://schemas.openxmlformats.org/drawingml/2006/main">
              <a:ext uri="{FF2B5EF4-FFF2-40B4-BE49-F238E27FC236}">
                <a16:creationId xmlns:a16="http://schemas.microsoft.com/office/drawing/2014/main" id="{514A4C29-4E01-4792-AC83-534445158A53}"/>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RECORDS_LOADED</a:t>
            </a:r>
          </a:p>
        </p:txBody>
      </p:sp>
      <p:sp>
        <p:nvSpPr>
          <p:cNvPr id="50" name="legacy-line-N-1">
            <a:extLst xmlns:a="http://schemas.openxmlformats.org/drawingml/2006/main">
              <a:ext uri="{FF2B5EF4-FFF2-40B4-BE49-F238E27FC236}">
                <a16:creationId xmlns:a16="http://schemas.microsoft.com/office/drawing/2014/main" id="{A51AF133-CA23-4294-A915-FB2D4FE9764B}"/>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Registry / CES / Hook</a:t>
            </a:r>
          </a:p>
        </p:txBody>
      </p:sp>
      <p:sp>
        <p:nvSpPr>
          <p:cNvPr id="51" name="legacy-flow-note">
            <a:extLst xmlns:a="http://schemas.openxmlformats.org/drawingml/2006/main">
              <a:ext uri="{FF2B5EF4-FFF2-40B4-BE49-F238E27FC236}">
                <a16:creationId xmlns:a16="http://schemas.microsoft.com/office/drawing/2014/main" id="{638DD22E-3DA4-4F81-8759-10EA79A1159C}"/>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READY / Refresh → EF / Records → LOADED；省略透传函数及中间调用栈</a:t>
            </a:r>
          </a:p>
        </p:txBody>
      </p:sp>
      <p:sp>
        <p:nvSpPr>
          <p:cNvPr id="52" name="application-label">
            <a:extLst xmlns:a="http://schemas.openxmlformats.org/drawingml/2006/main">
              <a:ext uri="{FF2B5EF4-FFF2-40B4-BE49-F238E27FC236}">
                <a16:creationId xmlns:a16="http://schemas.microsoft.com/office/drawing/2014/main" id="{E6C4CD7B-25B3-427A-83FA-9810244A8C91}"/>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3" name="domain-label">
            <a:extLst xmlns:a="http://schemas.openxmlformats.org/drawingml/2006/main">
              <a:ext uri="{FF2B5EF4-FFF2-40B4-BE49-F238E27FC236}">
                <a16:creationId xmlns:a16="http://schemas.microsoft.com/office/drawing/2014/main" id="{FC691D5B-37FB-4AA3-85E5-526660801D8B}"/>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4" name="target-edge-RT">
            <a:extLst xmlns:a="http://schemas.openxmlformats.org/drawingml/2006/main">
              <a:ext uri="{FF2B5EF4-FFF2-40B4-BE49-F238E27FC236}">
                <a16:creationId xmlns:a16="http://schemas.microsoft.com/office/drawing/2014/main" id="{0138BBBE-0131-45ED-B43B-DBC335B07391}"/>
              </a:ext>
            </a:extLst>
          </p:cNvPr>
          <p:cNvSpPr>
            <a:spLocks xmlns:a="http://schemas.openxmlformats.org/drawingml/2006/main" noGrp="1"/>
          </p:cNvSpPr>
          <p:nvPr/>
        </p:nvSpPr>
        <p:spPr>
          <a:xfrm xmlns:a="http://schemas.openxmlformats.org/drawingml/2006/main">
            <a:off x="8572500" y="3790950"/>
            <a:ext cx="1447800" cy="1447800"/>
          </a:xfrm>
          <a:custGeom xmlns:a="http://schemas.openxmlformats.org/drawingml/2006/main">
            <a:pathLst>
              <a:path w="1447800" h="1447800">
                <a:moveTo>
                  <a:pt x="0" y="1447800"/>
                </a:moveTo>
                <a:lnTo>
                  <a:pt x="0" y="1257300"/>
                </a:lnTo>
                <a:lnTo>
                  <a:pt x="1447800" y="1257300"/>
                </a:lnTo>
                <a:lnTo>
                  <a:pt x="1447800" y="0"/>
                </a:lnTo>
                <a:lnTo>
                  <a:pt x="1362075" y="0"/>
                </a:lnTo>
              </a:path>
            </a:pathLst>
          </a:custGeom>
          <a:noFill xmlns:a="http://schemas.openxmlformats.org/drawingml/2006/main"/>
          <a:ln xmlns:a="http://schemas.openxmlformats.org/drawingml/2006/main" w="16193">
            <a:solidFill>
              <a:srgbClr val="246AB8"/>
            </a:solidFill>
            <a:prstDash val="solid"/>
          </a:ln>
        </p:spPr>
      </p:sp>
      <p:sp>
        <p:nvSpPr>
          <p:cNvPr id="55" name="target-edge-RT-head">
            <a:extLst xmlns:a="http://schemas.openxmlformats.org/drawingml/2006/main">
              <a:ext uri="{FF2B5EF4-FFF2-40B4-BE49-F238E27FC236}">
                <a16:creationId xmlns:a16="http://schemas.microsoft.com/office/drawing/2014/main" id="{248460FD-9793-40C0-8420-545A40703A4D}"/>
              </a:ext>
            </a:extLst>
          </p:cNvPr>
          <p:cNvSpPr>
            <a:spLocks xmlns:a="http://schemas.openxmlformats.org/drawingml/2006/main" noGrp="1"/>
          </p:cNvSpPr>
          <p:nvPr/>
        </p:nvSpPr>
        <p:spPr>
          <a:xfrm xmlns:a="http://schemas.openxmlformats.org/drawingml/2006/main">
            <a:off x="9934575" y="37623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6193">
            <a:solidFill>
              <a:srgbClr val="246AB8"/>
            </a:solidFill>
            <a:prstDash val="solid"/>
          </a:ln>
        </p:spPr>
      </p:sp>
      <p:sp>
        <p:nvSpPr>
          <p:cNvPr id="56" name="target-edge-label-RT">
            <a:extLst xmlns:a="http://schemas.openxmlformats.org/drawingml/2006/main">
              <a:ext uri="{FF2B5EF4-FFF2-40B4-BE49-F238E27FC236}">
                <a16:creationId xmlns:a16="http://schemas.microsoft.com/office/drawing/2014/main" id="{DB999563-1D5A-4204-840D-AD559A88F97C}"/>
              </a:ext>
            </a:extLst>
          </p:cNvPr>
          <p:cNvSpPr>
            <a:spLocks xmlns:a="http://schemas.openxmlformats.org/drawingml/2006/main" noGrp="1"/>
          </p:cNvSpPr>
          <p:nvPr/>
        </p:nvSpPr>
        <p:spPr>
          <a:xfrm xmlns:a="http://schemas.openxmlformats.org/drawingml/2006/main">
            <a:off x="9620250" y="5048250"/>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观察</a:t>
            </a:r>
          </a:p>
        </p:txBody>
      </p:sp>
      <p:sp>
        <p:nvSpPr>
          <p:cNvPr id="57" name="target-edge-TD">
            <a:extLst xmlns:a="http://schemas.openxmlformats.org/drawingml/2006/main">
              <a:ext uri="{FF2B5EF4-FFF2-40B4-BE49-F238E27FC236}">
                <a16:creationId xmlns:a16="http://schemas.microsoft.com/office/drawing/2014/main" id="{37CCA638-4FB4-4B32-A378-C7F9ABC1F069}"/>
              </a:ext>
            </a:extLst>
          </p:cNvPr>
          <p:cNvSpPr>
            <a:spLocks xmlns:a="http://schemas.openxmlformats.org/drawingml/2006/main" noGrp="1"/>
          </p:cNvSpPr>
          <p:nvPr/>
        </p:nvSpPr>
        <p:spPr>
          <a:xfrm xmlns:a="http://schemas.openxmlformats.org/drawingml/2006/main">
            <a:off x="9139238"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58" name="target-edge-TD-head">
            <a:extLst xmlns:a="http://schemas.openxmlformats.org/drawingml/2006/main">
              <a:ext uri="{FF2B5EF4-FFF2-40B4-BE49-F238E27FC236}">
                <a16:creationId xmlns:a16="http://schemas.microsoft.com/office/drawing/2014/main" id="{0FEAC12F-4844-4219-8CFB-9AE82C29993C}"/>
              </a:ext>
            </a:extLst>
          </p:cNvPr>
          <p:cNvSpPr>
            <a:spLocks xmlns:a="http://schemas.openxmlformats.org/drawingml/2006/main" noGrp="1"/>
          </p:cNvSpPr>
          <p:nvPr/>
        </p:nvSpPr>
        <p:spPr>
          <a:xfrm xmlns:a="http://schemas.openxmlformats.org/drawingml/2006/main">
            <a:off x="9115425"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59" name="target-node-C">
            <a:extLst xmlns:a="http://schemas.openxmlformats.org/drawingml/2006/main">
              <a:ext uri="{FF2B5EF4-FFF2-40B4-BE49-F238E27FC236}">
                <a16:creationId xmlns:a16="http://schemas.microsoft.com/office/drawing/2014/main" id="{9EF34748-AF54-4921-81E6-BEA4C029F1F3}"/>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DD8E6"/>
            </a:solidFill>
            <a:prstDash val="solid"/>
          </a:ln>
        </p:spPr>
      </p:sp>
      <p:sp>
        <p:nvSpPr>
          <p:cNvPr id="60" name="target-title-C">
            <a:extLst xmlns:a="http://schemas.openxmlformats.org/drawingml/2006/main">
              <a:ext uri="{FF2B5EF4-FFF2-40B4-BE49-F238E27FC236}">
                <a16:creationId xmlns:a16="http://schemas.microsoft.com/office/drawing/2014/main" id="{B9C0EF71-944F-4616-9990-17ADB4EA298A}"/>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78599"/>
                </a:solidFill>
                <a:latin typeface="Microsoft YaHei"/>
                <a:ea typeface="Microsoft YaHei"/>
                <a:cs typeface="Microsoft YaHei"/>
              </a:defRPr>
            </a:defPPr>
            <a:lvl1pPr algn="l">
              <a:defRPr sz="1575" b="1">
                <a:solidFill>
                  <a:srgbClr val="778599"/>
                </a:solidFill>
                <a:latin typeface="Microsoft YaHei"/>
                <a:ea typeface="Microsoft YaHei"/>
                <a:cs typeface="Microsoft YaHei"/>
              </a:defRPr>
            </a:lvl1pPr>
            <a:lvl2pPr algn="l">
              <a:defRPr sz="1575" b="1">
                <a:solidFill>
                  <a:srgbClr val="778599"/>
                </a:solidFill>
                <a:latin typeface="Microsoft YaHei"/>
                <a:ea typeface="Microsoft YaHei"/>
                <a:cs typeface="Microsoft YaHei"/>
              </a:defRPr>
            </a:lvl2pPr>
            <a:lvl3pPr algn="l">
              <a:defRPr sz="1575" b="1">
                <a:solidFill>
                  <a:srgbClr val="778599"/>
                </a:solidFill>
                <a:latin typeface="Microsoft YaHei"/>
                <a:ea typeface="Microsoft YaHei"/>
                <a:cs typeface="Microsoft YaHei"/>
              </a:defRPr>
            </a:lvl3pPr>
            <a:lvl4pPr algn="l">
              <a:defRPr sz="1575" b="1">
                <a:solidFill>
                  <a:srgbClr val="778599"/>
                </a:solidFill>
                <a:latin typeface="Microsoft YaHei"/>
                <a:ea typeface="Microsoft YaHei"/>
                <a:cs typeface="Microsoft YaHei"/>
              </a:defRPr>
            </a:lvl4pPr>
            <a:lvl5pPr algn="l">
              <a:defRPr sz="1575" b="1">
                <a:solidFill>
                  <a:srgbClr val="778599"/>
                </a:solidFill>
                <a:latin typeface="Microsoft YaHei"/>
                <a:ea typeface="Microsoft YaHei"/>
                <a:cs typeface="Microsoft YaHei"/>
              </a:defRPr>
            </a:lvl5pPr>
            <a:lvl6pPr algn="l">
              <a:defRPr sz="1575" b="1">
                <a:solidFill>
                  <a:srgbClr val="778599"/>
                </a:solidFill>
                <a:latin typeface="Microsoft YaHei"/>
                <a:ea typeface="Microsoft YaHei"/>
                <a:cs typeface="Microsoft YaHei"/>
              </a:defRPr>
            </a:lvl6pPr>
            <a:lvl7pPr algn="l">
              <a:defRPr sz="1575" b="1">
                <a:solidFill>
                  <a:srgbClr val="778599"/>
                </a:solidFill>
                <a:latin typeface="Microsoft YaHei"/>
                <a:ea typeface="Microsoft YaHei"/>
                <a:cs typeface="Microsoft YaHei"/>
              </a:defRPr>
            </a:lvl7pPr>
            <a:lvl8pPr algn="l">
              <a:defRPr sz="1575" b="1">
                <a:solidFill>
                  <a:srgbClr val="778599"/>
                </a:solidFill>
                <a:latin typeface="Microsoft YaHei"/>
                <a:ea typeface="Microsoft YaHei"/>
                <a:cs typeface="Microsoft YaHei"/>
              </a:defRPr>
            </a:lvl8pPr>
            <a:lvl9pPr algn="l">
              <a:defRPr sz="1575" b="1">
                <a:solidFill>
                  <a:srgbClr val="778599"/>
                </a:solidFill>
                <a:latin typeface="Microsoft YaHei"/>
                <a:ea typeface="Microsoft YaHei"/>
                <a:cs typeface="Microsoft YaHei"/>
              </a:defRPr>
            </a:lvl9pPr>
          </a:lstStyle>
          <a:p xmlns:a="http://schemas.openxmlformats.org/drawingml/2006/main">
            <a:pPr algn="l">
              <a:lnSpc>
                <a:spcPct val="102000"/>
              </a:lnSpc>
              <a:buNone/>
              <a:defRPr sz="1575" b="1">
                <a:solidFill>
                  <a:srgbClr val="778599"/>
                </a:solidFill>
                <a:latin typeface="Microsoft YaHei"/>
                <a:ea typeface="Microsoft YaHei"/>
                <a:cs typeface="Microsoft YaHei"/>
              </a:defRPr>
            </a:pPr>
            <a:r>
              <a:rPr sz="1575" b="1">
                <a:solidFill>
                  <a:srgbClr val="778599"/>
                </a:solidFill>
                <a:latin typeface="Microsoft YaHei"/>
                <a:ea typeface="Microsoft YaHei"/>
                <a:cs typeface="Microsoft YaHei"/>
              </a:rPr>
              <a:t>C 旧接口兼容</a:t>
            </a:r>
          </a:p>
        </p:txBody>
      </p:sp>
      <p:sp>
        <p:nvSpPr>
          <p:cNvPr id="61" name="target-alias-C">
            <a:extLst xmlns:a="http://schemas.openxmlformats.org/drawingml/2006/main">
              <a:ext uri="{FF2B5EF4-FFF2-40B4-BE49-F238E27FC236}">
                <a16:creationId xmlns:a16="http://schemas.microsoft.com/office/drawing/2014/main" id="{B269AC31-B853-4F65-8046-A1B29F4957A8}"/>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旧签名 / 权限 / 错误 / 返回与回调</a:t>
            </a:r>
          </a:p>
        </p:txBody>
      </p:sp>
      <p:sp>
        <p:nvSpPr>
          <p:cNvPr id="62" name="target-func-C">
            <a:extLst xmlns:a="http://schemas.openxmlformats.org/drawingml/2006/main">
              <a:ext uri="{FF2B5EF4-FFF2-40B4-BE49-F238E27FC236}">
                <a16:creationId xmlns:a16="http://schemas.microsoft.com/office/drawing/2014/main" id="{CEDC5CEE-5D68-4049-8BAF-51A386D1F015}"/>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只保持原加载通知 / 查询出口</a:t>
            </a:r>
          </a:p>
        </p:txBody>
      </p:sp>
      <p:sp>
        <p:nvSpPr>
          <p:cNvPr id="63" name="target-node-O">
            <a:extLst xmlns:a="http://schemas.openxmlformats.org/drawingml/2006/main">
              <a:ext uri="{FF2B5EF4-FFF2-40B4-BE49-F238E27FC236}">
                <a16:creationId xmlns:a16="http://schemas.microsoft.com/office/drawing/2014/main" id="{5D00E93A-8A87-441A-9BD1-06CA59869E0E}"/>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64" name="target-title-O">
            <a:extLst xmlns:a="http://schemas.openxmlformats.org/drawingml/2006/main">
              <a:ext uri="{FF2B5EF4-FFF2-40B4-BE49-F238E27FC236}">
                <a16:creationId xmlns:a16="http://schemas.microsoft.com/office/drawing/2014/main" id="{C53835A2-1D56-457D-BEC3-39806557F588}"/>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O 本地操作</a:t>
            </a:r>
          </a:p>
        </p:txBody>
      </p:sp>
      <p:sp>
        <p:nvSpPr>
          <p:cNvPr id="65" name="target-alias-O">
            <a:extLst xmlns:a="http://schemas.openxmlformats.org/drawingml/2006/main">
              <a:ext uri="{FF2B5EF4-FFF2-40B4-BE49-F238E27FC236}">
                <a16:creationId xmlns:a16="http://schemas.microsoft.com/office/drawing/2014/main" id="{A44EDEF8-CF7D-49C8-9083-EBA8F3116EA1}"/>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778599"/>
                </a:solidFill>
                <a:latin typeface="Microsoft YaHei"/>
                <a:ea typeface="Microsoft YaHei"/>
                <a:cs typeface="Microsoft YaHei"/>
              </a:defRPr>
            </a:defPPr>
            <a:lvl1pPr algn="l">
              <a:defRPr sz="1075" b="0">
                <a:solidFill>
                  <a:srgbClr val="778599"/>
                </a:solidFill>
                <a:latin typeface="Microsoft YaHei"/>
                <a:ea typeface="Microsoft YaHei"/>
                <a:cs typeface="Microsoft YaHei"/>
              </a:defRPr>
            </a:lvl1pPr>
            <a:lvl2pPr algn="l">
              <a:defRPr sz="1075" b="0">
                <a:solidFill>
                  <a:srgbClr val="778599"/>
                </a:solidFill>
                <a:latin typeface="Microsoft YaHei"/>
                <a:ea typeface="Microsoft YaHei"/>
                <a:cs typeface="Microsoft YaHei"/>
              </a:defRPr>
            </a:lvl2pPr>
            <a:lvl3pPr algn="l">
              <a:defRPr sz="1075" b="0">
                <a:solidFill>
                  <a:srgbClr val="778599"/>
                </a:solidFill>
                <a:latin typeface="Microsoft YaHei"/>
                <a:ea typeface="Microsoft YaHei"/>
                <a:cs typeface="Microsoft YaHei"/>
              </a:defRPr>
            </a:lvl3pPr>
            <a:lvl4pPr algn="l">
              <a:defRPr sz="1075" b="0">
                <a:solidFill>
                  <a:srgbClr val="778599"/>
                </a:solidFill>
                <a:latin typeface="Microsoft YaHei"/>
                <a:ea typeface="Microsoft YaHei"/>
                <a:cs typeface="Microsoft YaHei"/>
              </a:defRPr>
            </a:lvl4pPr>
            <a:lvl5pPr algn="l">
              <a:defRPr sz="1075" b="0">
                <a:solidFill>
                  <a:srgbClr val="778599"/>
                </a:solidFill>
                <a:latin typeface="Microsoft YaHei"/>
                <a:ea typeface="Microsoft YaHei"/>
                <a:cs typeface="Microsoft YaHei"/>
              </a:defRPr>
            </a:lvl5pPr>
            <a:lvl6pPr algn="l">
              <a:defRPr sz="1075" b="0">
                <a:solidFill>
                  <a:srgbClr val="778599"/>
                </a:solidFill>
                <a:latin typeface="Microsoft YaHei"/>
                <a:ea typeface="Microsoft YaHei"/>
                <a:cs typeface="Microsoft YaHei"/>
              </a:defRPr>
            </a:lvl6pPr>
            <a:lvl7pPr algn="l">
              <a:defRPr sz="1075" b="0">
                <a:solidFill>
                  <a:srgbClr val="778599"/>
                </a:solidFill>
                <a:latin typeface="Microsoft YaHei"/>
                <a:ea typeface="Microsoft YaHei"/>
                <a:cs typeface="Microsoft YaHei"/>
              </a:defRPr>
            </a:lvl7pPr>
            <a:lvl8pPr algn="l">
              <a:defRPr sz="1075" b="0">
                <a:solidFill>
                  <a:srgbClr val="778599"/>
                </a:solidFill>
                <a:latin typeface="Microsoft YaHei"/>
                <a:ea typeface="Microsoft YaHei"/>
                <a:cs typeface="Microsoft YaHei"/>
              </a:defRPr>
            </a:lvl8pPr>
            <a:lvl9pPr algn="l">
              <a:defRPr sz="1075" b="0">
                <a:solidFill>
                  <a:srgbClr val="778599"/>
                </a:solidFill>
                <a:latin typeface="Microsoft YaHei"/>
                <a:ea typeface="Microsoft YaHei"/>
                <a:cs typeface="Microsoft YaHei"/>
              </a:defRPr>
            </a:lvl9pPr>
          </a:lstStyle>
          <a:p xmlns:a="http://schemas.openxmlformats.org/drawingml/2006/main">
            <a:pPr algn="l">
              <a:lnSpc>
                <a:spcPct val="102000"/>
              </a:lnSpc>
              <a:buNone/>
              <a:defRPr sz="1075" b="0">
                <a:solidFill>
                  <a:srgbClr val="778599"/>
                </a:solidFill>
                <a:latin typeface="Microsoft YaHei"/>
                <a:ea typeface="Microsoft YaHei"/>
                <a:cs typeface="Microsoft YaHei"/>
              </a:defRPr>
            </a:pPr>
            <a:r>
              <a:rPr sz="1075" b="0">
                <a:solidFill>
                  <a:srgbClr val="778599"/>
                </a:solidFill>
                <a:latin typeface="Microsoft YaHei"/>
                <a:ea typeface="Microsoft YaHei"/>
                <a:cs typeface="Microsoft YaHei"/>
              </a:rPr>
              <a:t>OperationCoordinator</a:t>
            </a:r>
          </a:p>
        </p:txBody>
      </p:sp>
      <p:sp>
        <p:nvSpPr>
          <p:cNvPr id="66" name="target-func-O">
            <a:extLst xmlns:a="http://schemas.openxmlformats.org/drawingml/2006/main">
              <a:ext uri="{FF2B5EF4-FFF2-40B4-BE49-F238E27FC236}">
                <a16:creationId xmlns:a16="http://schemas.microsoft.com/office/drawing/2014/main" id="{35AE1965-AB36-400A-9A37-1376587D34EE}"/>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简单加载不强制参与</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无须一事一长操作</a:t>
            </a:r>
          </a:p>
        </p:txBody>
      </p:sp>
      <p:sp>
        <p:nvSpPr>
          <p:cNvPr id="67" name="target-node-T">
            <a:extLst xmlns:a="http://schemas.openxmlformats.org/drawingml/2006/main">
              <a:ext uri="{FF2B5EF4-FFF2-40B4-BE49-F238E27FC236}">
                <a16:creationId xmlns:a16="http://schemas.microsoft.com/office/drawing/2014/main" id="{69BF6A61-9C68-4B25-848D-EB96EEC358E8}"/>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68" name="target-title-T">
            <a:extLst xmlns:a="http://schemas.openxmlformats.org/drawingml/2006/main">
              <a:ext uri="{FF2B5EF4-FFF2-40B4-BE49-F238E27FC236}">
                <a16:creationId xmlns:a16="http://schemas.microsoft.com/office/drawing/2014/main" id="{AFCE5A36-4885-4217-9943-231366A53663}"/>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69" name="target-alias-T">
            <a:extLst xmlns:a="http://schemas.openxmlformats.org/drawingml/2006/main">
              <a:ext uri="{FF2B5EF4-FFF2-40B4-BE49-F238E27FC236}">
                <a16:creationId xmlns:a16="http://schemas.microsoft.com/office/drawing/2014/main" id="{F782BE90-C7C9-425C-8609-62C9BF13C6D2}"/>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70" name="target-func-T">
            <a:extLst xmlns:a="http://schemas.openxmlformats.org/drawingml/2006/main">
              <a:ext uri="{FF2B5EF4-FFF2-40B4-BE49-F238E27FC236}">
                <a16:creationId xmlns:a16="http://schemas.microsoft.com/office/drawing/2014/main" id="{D37EF063-8601-4F59-A4B8-469A69F167BE}"/>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仅身份 / 绑定观察</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不持有文件内容</a:t>
            </a:r>
          </a:p>
        </p:txBody>
      </p:sp>
      <p:sp>
        <p:nvSpPr>
          <p:cNvPr id="71" name="target-node-A">
            <a:extLst xmlns:a="http://schemas.openxmlformats.org/drawingml/2006/main">
              <a:ext uri="{FF2B5EF4-FFF2-40B4-BE49-F238E27FC236}">
                <a16:creationId xmlns:a16="http://schemas.microsoft.com/office/drawing/2014/main" id="{592CBDEC-4EDD-46AF-83FD-B44B7CCB69D3}"/>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2" name="target-title-A">
            <a:extLst xmlns:a="http://schemas.openxmlformats.org/drawingml/2006/main">
              <a:ext uri="{FF2B5EF4-FFF2-40B4-BE49-F238E27FC236}">
                <a16:creationId xmlns:a16="http://schemas.microsoft.com/office/drawing/2014/main" id="{2C49AC21-3482-469D-8937-AF57C100E512}"/>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73" name="target-alias-A">
            <a:extLst xmlns:a="http://schemas.openxmlformats.org/drawingml/2006/main">
              <a:ext uri="{FF2B5EF4-FFF2-40B4-BE49-F238E27FC236}">
                <a16:creationId xmlns:a16="http://schemas.microsoft.com/office/drawing/2014/main" id="{056CD5DE-1F0B-4597-B28C-ABEF3C03DDA8}"/>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74" name="target-func-A">
            <a:extLst xmlns:a="http://schemas.openxmlformats.org/drawingml/2006/main">
              <a:ext uri="{FF2B5EF4-FFF2-40B4-BE49-F238E27FC236}">
                <a16:creationId xmlns:a16="http://schemas.microsoft.com/office/drawing/2014/main" id="{89B2FF76-30AF-43FB-9FBB-AFF834C19C72}"/>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本流程不参与</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角色不决定文件范围</a:t>
            </a:r>
          </a:p>
        </p:txBody>
      </p:sp>
      <p:sp>
        <p:nvSpPr>
          <p:cNvPr id="75" name="target-node-DO">
            <a:extLst xmlns:a="http://schemas.openxmlformats.org/drawingml/2006/main">
              <a:ext uri="{FF2B5EF4-FFF2-40B4-BE49-F238E27FC236}">
                <a16:creationId xmlns:a16="http://schemas.microsoft.com/office/drawing/2014/main" id="{738D89DA-4ABB-42E6-9C2A-0DC53DE54890}"/>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6" name="target-title-DO">
            <a:extLst xmlns:a="http://schemas.openxmlformats.org/drawingml/2006/main">
              <a:ext uri="{FF2B5EF4-FFF2-40B4-BE49-F238E27FC236}">
                <a16:creationId xmlns:a16="http://schemas.microsoft.com/office/drawing/2014/main" id="{187D6C73-A301-4808-9E29-5BFD5DBD24A3}"/>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OperationContext</a:t>
            </a:r>
          </a:p>
        </p:txBody>
      </p:sp>
      <p:sp>
        <p:nvSpPr>
          <p:cNvPr id="77" name="target-func-DO">
            <a:extLst xmlns:a="http://schemas.openxmlformats.org/drawingml/2006/main">
              <a:ext uri="{FF2B5EF4-FFF2-40B4-BE49-F238E27FC236}">
                <a16:creationId xmlns:a16="http://schemas.microsoft.com/office/drawing/2014/main" id="{1505F0F5-2A9F-445E-9D57-0E076EC15773}"/>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纯操作状态 / 值对象</a:t>
            </a:r>
          </a:p>
        </p:txBody>
      </p:sp>
      <p:sp>
        <p:nvSpPr>
          <p:cNvPr id="78" name="target-node-DT">
            <a:extLst xmlns:a="http://schemas.openxmlformats.org/drawingml/2006/main">
              <a:ext uri="{FF2B5EF4-FFF2-40B4-BE49-F238E27FC236}">
                <a16:creationId xmlns:a16="http://schemas.microsoft.com/office/drawing/2014/main" id="{226691A4-6052-467C-9210-B9430C2E6C71}"/>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79" name="target-title-DT">
            <a:extLst xmlns:a="http://schemas.openxmlformats.org/drawingml/2006/main">
              <a:ext uri="{FF2B5EF4-FFF2-40B4-BE49-F238E27FC236}">
                <a16:creationId xmlns:a16="http://schemas.microsoft.com/office/drawing/2014/main" id="{F8EC49ED-51C8-4D2E-AD52-F278A4DBEB55}"/>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TopologyAggregate</a:t>
            </a:r>
          </a:p>
        </p:txBody>
      </p:sp>
      <p:sp>
        <p:nvSpPr>
          <p:cNvPr id="80" name="target-func-DT">
            <a:extLst xmlns:a="http://schemas.openxmlformats.org/drawingml/2006/main">
              <a:ext uri="{FF2B5EF4-FFF2-40B4-BE49-F238E27FC236}">
                <a16:creationId xmlns:a16="http://schemas.microsoft.com/office/drawing/2014/main" id="{12EDBAAE-56A2-4B46-8D72-8355F676D0D6}"/>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纯账户 / 绑定规则</a:t>
            </a:r>
          </a:p>
        </p:txBody>
      </p:sp>
      <p:sp>
        <p:nvSpPr>
          <p:cNvPr id="81" name="target-node-DA">
            <a:extLst xmlns:a="http://schemas.openxmlformats.org/drawingml/2006/main">
              <a:ext uri="{FF2B5EF4-FFF2-40B4-BE49-F238E27FC236}">
                <a16:creationId xmlns:a16="http://schemas.microsoft.com/office/drawing/2014/main" id="{A65E935F-881B-44AD-B301-82FD64CEDEC4}"/>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2" name="target-title-DA">
            <a:extLst xmlns:a="http://schemas.openxmlformats.org/drawingml/2006/main">
              <a:ext uri="{FF2B5EF4-FFF2-40B4-BE49-F238E27FC236}">
                <a16:creationId xmlns:a16="http://schemas.microsoft.com/office/drawing/2014/main" id="{D2F8C8B9-BE6F-4EDB-B637-B67FC4001F21}"/>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83" name="target-func-DA">
            <a:extLst xmlns:a="http://schemas.openxmlformats.org/drawingml/2006/main">
              <a:ext uri="{FF2B5EF4-FFF2-40B4-BE49-F238E27FC236}">
                <a16:creationId xmlns:a16="http://schemas.microsoft.com/office/drawing/2014/main" id="{CF88ABAB-0DE1-488D-8511-FD77BB42C711}"/>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84" name="target-node-R">
            <a:extLst xmlns:a="http://schemas.openxmlformats.org/drawingml/2006/main">
              <a:ext uri="{FF2B5EF4-FFF2-40B4-BE49-F238E27FC236}">
                <a16:creationId xmlns:a16="http://schemas.microsoft.com/office/drawing/2014/main" id="{5BF69000-6009-49DF-AEB4-DE14F4B28300}"/>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85" name="target-title-R">
            <a:extLst xmlns:a="http://schemas.openxmlformats.org/drawingml/2006/main">
              <a:ext uri="{FF2B5EF4-FFF2-40B4-BE49-F238E27FC236}">
                <a16:creationId xmlns:a16="http://schemas.microsoft.com/office/drawing/2014/main" id="{3025EC6C-A12C-452B-8BD5-2B6CDABF8467}"/>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86" name="target-func-R">
            <a:extLst xmlns:a="http://schemas.openxmlformats.org/drawingml/2006/main">
              <a:ext uri="{FF2B5EF4-FFF2-40B4-BE49-F238E27FC236}">
                <a16:creationId xmlns:a16="http://schemas.microsoft.com/office/drawing/2014/main" id="{B87A73A2-BC69-4325-A755-67D63F0556E4}"/>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SessionRef / 局部 LoadScope</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按 EF 依赖闭包更新范围</a:t>
            </a:r>
          </a:p>
        </p:txBody>
      </p:sp>
      <p:sp>
        <p:nvSpPr>
          <p:cNvPr id="87" name="target-node-I">
            <a:extLst xmlns:a="http://schemas.openxmlformats.org/drawingml/2006/main">
              <a:ext uri="{FF2B5EF4-FFF2-40B4-BE49-F238E27FC236}">
                <a16:creationId xmlns:a16="http://schemas.microsoft.com/office/drawing/2014/main" id="{0D1236A2-6D22-4E3D-9097-6A48426265F5}"/>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88" name="target-title-I">
            <a:extLst xmlns:a="http://schemas.openxmlformats.org/drawingml/2006/main">
              <a:ext uri="{FF2B5EF4-FFF2-40B4-BE49-F238E27FC236}">
                <a16:creationId xmlns:a16="http://schemas.microsoft.com/office/drawing/2014/main" id="{75397049-34E2-49D6-B8E8-30D420923270}"/>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89" name="target-func-I">
            <a:extLst xmlns:a="http://schemas.openxmlformats.org/drawingml/2006/main">
              <a:ext uri="{FF2B5EF4-FFF2-40B4-BE49-F238E27FC236}">
                <a16:creationId xmlns:a16="http://schemas.microsoft.com/office/drawing/2014/main" id="{B11AB928-FFEC-470A-A5AA-D2B20CC92372}"/>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Registry / CES / Hook 原输出</a:t>
            </a:r>
          </a:p>
        </p:txBody>
      </p:sp>
      <p:sp>
        <p:nvSpPr>
          <p:cNvPr id="90" name="host-note">
            <a:extLst xmlns:a="http://schemas.openxmlformats.org/drawingml/2006/main">
              <a:ext uri="{FF2B5EF4-FFF2-40B4-BE49-F238E27FC236}">
                <a16:creationId xmlns:a16="http://schemas.microsoft.com/office/drawing/2014/main" id="{9D6B775D-EE99-440A-97C6-C1518063E083}"/>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91" name="invariant-rule">
            <a:extLst xmlns:a="http://schemas.openxmlformats.org/drawingml/2006/main">
              <a:ext uri="{FF2B5EF4-FFF2-40B4-BE49-F238E27FC236}">
                <a16:creationId xmlns:a16="http://schemas.microsoft.com/office/drawing/2014/main" id="{F2B41C73-70E0-4FEA-89F1-CC2860511D06}"/>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2" name="invariant">
            <a:extLst xmlns:a="http://schemas.openxmlformats.org/drawingml/2006/main">
              <a:ext uri="{FF2B5EF4-FFF2-40B4-BE49-F238E27FC236}">
                <a16:creationId xmlns:a16="http://schemas.microsoft.com/office/drawing/2014/main" id="{49957B9A-34F5-4F06-802B-4FA2D295E507}"/>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保持：生产卡型 / EF 算法及 LOADED 出口；局部失效不清空全局，已发写卡仍需效果核对。</a:t>
            </a:r>
          </a:p>
        </p:txBody>
      </p:sp>
      <p:sp>
        <p:nvSpPr>
          <p:cNvPr id="93" name="footer">
            <a:extLst xmlns:a="http://schemas.openxmlformats.org/drawingml/2006/main">
              <a:ext uri="{FF2B5EF4-FFF2-40B4-BE49-F238E27FC236}">
                <a16:creationId xmlns:a16="http://schemas.microsoft.com/office/drawing/2014/main" id="{09842E64-BE66-4DD6-B259-391B345C0CC6}"/>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94" name="page-number">
            <a:extLst xmlns:a="http://schemas.openxmlformats.org/drawingml/2006/main">
              <a:ext uri="{FF2B5EF4-FFF2-40B4-BE49-F238E27FC236}">
                <a16:creationId xmlns:a16="http://schemas.microsoft.com/office/drawing/2014/main" id="{0E529753-2F6F-4373-ADAE-F922C5F9705C}"/>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加载 / ② 目标 / 规则</a:t>
            </a:r>
          </a:p>
        </p:txBody>
      </p:sp>
    </p:spTree>
    <p:extLst>
      <p:ext uri="{BB962C8B-B14F-4D97-AF65-F5344CB8AC3E}">
        <p14:creationId xmlns:p14="http://schemas.microsoft.com/office/powerpoint/2010/main" val="257763312"/>
      </p:ext>
    </p:extLst>
  </p:cSld>
  <p:transition spd="fast" advClick="0">
    <p:fade/>
  </p:transition>
</p:sld>
</file>

<file path=ppt/slides/slide42.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0" name="accent">
            <a:extLst xmlns:a="http://schemas.openxmlformats.org/drawingml/2006/main">
              <a:ext uri="{FF2B5EF4-FFF2-40B4-BE49-F238E27FC236}">
                <a16:creationId xmlns:a16="http://schemas.microsoft.com/office/drawing/2014/main" id="{BB60355D-559A-44D2-B467-793FB3C00530}"/>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2B942BB4-BCCB-4AB4-92D8-30C6CB75F35F}"/>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A220C9A9-4AE3-4FD8-8D57-8A95D8075382}"/>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25925CBC-C34E-446B-BA3F-129C66253AEF}"/>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EF0AB111-5A78-4FD7-80A6-1670BED8672B}"/>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0C41B904-B7FE-4CDF-95DA-12779A4D5B95}"/>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9456DBED-DF35-4693-A04F-49D27D8FDDF0}"/>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AE785841-9A71-4AD7-9E4C-11ED069081FA}"/>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0C839F80-EC10-49F4-B758-73CBFD084521}"/>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B9DD5833-7625-4B77-B5CD-359043E5F45D}"/>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BC596580-A526-4703-8E59-0E22185B147A}"/>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963755B6-BAA6-407A-A617-677F64D69644}"/>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8A6F416D-300C-4829-93EC-235D8401C988}"/>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60D6B9EC-E03D-4C63-8BC4-1A4CB8D97878}"/>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9962A937-D530-4A6C-ABDD-62CC451E4B5C}"/>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0FEAF2FF-449E-47F2-A252-429D3F5BA394}"/>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79D8A44E-4086-45BF-96A1-80363DC0F65A}"/>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77CAFF79-079D-4D2A-B119-485DEFA5B8F2}"/>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8B582D81-0A74-4CEB-ABF9-78CB3E86B42B}"/>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D36B7246-B2AD-4C03-92EA-CCFA8692CD1C}"/>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③ 文件执行：沿用 EF / APDU 及原 RIL 关联；新范围不能把未受影响请求的合法 token 一起作废。</a:t>
            </a:r>
          </a:p>
        </p:txBody>
      </p:sp>
      <p:sp>
        <p:nvSpPr>
          <p:cNvPr id="21" name="top-rule">
            <a:extLst xmlns:a="http://schemas.openxmlformats.org/drawingml/2006/main">
              <a:ext uri="{FF2B5EF4-FFF2-40B4-BE49-F238E27FC236}">
                <a16:creationId xmlns:a16="http://schemas.microsoft.com/office/drawing/2014/main" id="{E43E67F0-809E-4CCF-945D-D72317DB4F3E}"/>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C9E12E91-E2B7-4C0F-B16C-ABB04DA3B3DB}"/>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206B9517-9DA2-4790-89BB-ADA4DA9387BF}"/>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CCC12FBD-C1C6-4A46-B66F-439CE2357122}"/>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KR">
            <a:extLst xmlns:a="http://schemas.openxmlformats.org/drawingml/2006/main">
              <a:ext uri="{FF2B5EF4-FFF2-40B4-BE49-F238E27FC236}">
                <a16:creationId xmlns:a16="http://schemas.microsoft.com/office/drawing/2014/main" id="{9DF96AC4-23CD-4B7B-AF40-316CBA90D72C}"/>
              </a:ext>
            </a:extLst>
          </p:cNvPr>
          <p:cNvSpPr>
            <a:spLocks xmlns:a="http://schemas.openxmlformats.org/drawingml/2006/main" noGrp="1"/>
          </p:cNvSpPr>
          <p:nvPr/>
        </p:nvSpPr>
        <p:spPr>
          <a:xfrm xmlns:a="http://schemas.openxmlformats.org/drawingml/2006/main">
            <a:off x="3009900" y="3748088"/>
            <a:ext cx="342900" cy="9525"/>
          </a:xfrm>
          <a:custGeom xmlns:a="http://schemas.openxmlformats.org/drawingml/2006/main">
            <a:pathLst>
              <a:path w="342900" h="9525">
                <a:moveTo>
                  <a:pt x="0" y="4763"/>
                </a:moveTo>
                <a:lnTo>
                  <a:pt x="342900" y="4763"/>
                </a:lnTo>
              </a:path>
            </a:pathLst>
          </a:custGeom>
          <a:noFill xmlns:a="http://schemas.openxmlformats.org/drawingml/2006/main"/>
          <a:ln xmlns:a="http://schemas.openxmlformats.org/drawingml/2006/main" w="17145">
            <a:solidFill>
              <a:srgbClr val="246AB8"/>
            </a:solidFill>
            <a:prstDash val="solid"/>
          </a:ln>
        </p:spPr>
      </p:sp>
      <p:sp>
        <p:nvSpPr>
          <p:cNvPr id="26" name="legacy-edge-KR-head">
            <a:extLst xmlns:a="http://schemas.openxmlformats.org/drawingml/2006/main">
              <a:ext uri="{FF2B5EF4-FFF2-40B4-BE49-F238E27FC236}">
                <a16:creationId xmlns:a16="http://schemas.microsoft.com/office/drawing/2014/main" id="{382435A4-E515-4073-BBA8-9CC0F7178496}"/>
              </a:ext>
            </a:extLst>
          </p:cNvPr>
          <p:cNvSpPr>
            <a:spLocks xmlns:a="http://schemas.openxmlformats.org/drawingml/2006/main" noGrp="1"/>
          </p:cNvSpPr>
          <p:nvPr/>
        </p:nvSpPr>
        <p:spPr>
          <a:xfrm xmlns:a="http://schemas.openxmlformats.org/drawingml/2006/main">
            <a:off x="3295650" y="372427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27" name="legacy-edge-label-KR">
            <a:extLst xmlns:a="http://schemas.openxmlformats.org/drawingml/2006/main">
              <a:ext uri="{FF2B5EF4-FFF2-40B4-BE49-F238E27FC236}">
                <a16:creationId xmlns:a16="http://schemas.microsoft.com/office/drawing/2014/main" id="{730708F9-1F69-42BE-AA43-BD7E981135FD}"/>
              </a:ext>
            </a:extLst>
          </p:cNvPr>
          <p:cNvSpPr>
            <a:spLocks xmlns:a="http://schemas.openxmlformats.org/drawingml/2006/main" noGrp="1"/>
          </p:cNvSpPr>
          <p:nvPr/>
        </p:nvSpPr>
        <p:spPr>
          <a:xfrm xmlns:a="http://schemas.openxmlformats.org/drawingml/2006/main">
            <a:off x="3057525" y="35242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③</a:t>
            </a:r>
          </a:p>
        </p:txBody>
      </p:sp>
      <p:sp>
        <p:nvSpPr>
          <p:cNvPr id="28" name="legacy-node-E">
            <a:extLst xmlns:a="http://schemas.openxmlformats.org/drawingml/2006/main">
              <a:ext uri="{FF2B5EF4-FFF2-40B4-BE49-F238E27FC236}">
                <a16:creationId xmlns:a16="http://schemas.microsoft.com/office/drawing/2014/main" id="{417989E0-F3AC-4DE0-B610-140F124CC67A}"/>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29" name="legacy-title-E">
            <a:extLst xmlns:a="http://schemas.openxmlformats.org/drawingml/2006/main">
              <a:ext uri="{FF2B5EF4-FFF2-40B4-BE49-F238E27FC236}">
                <a16:creationId xmlns:a16="http://schemas.microsoft.com/office/drawing/2014/main" id="{3B2EEA39-8826-4902-9AB6-933B94992EB0}"/>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SimStateManager / SimFileManager</a:t>
            </a:r>
          </a:p>
        </p:txBody>
      </p:sp>
      <p:sp>
        <p:nvSpPr>
          <p:cNvPr id="30" name="legacy-line-E-0">
            <a:extLst xmlns:a="http://schemas.openxmlformats.org/drawingml/2006/main">
              <a:ext uri="{FF2B5EF4-FFF2-40B4-BE49-F238E27FC236}">
                <a16:creationId xmlns:a16="http://schemas.microsoft.com/office/drawing/2014/main" id="{C5EB5AA6-4FEE-4FC3-829E-373BA56460EA}"/>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READY / ICC_REFRESH 等事件驱动生产文件加载</a:t>
            </a:r>
          </a:p>
        </p:txBody>
      </p:sp>
      <p:sp>
        <p:nvSpPr>
          <p:cNvPr id="31" name="legacy-node-K">
            <a:extLst xmlns:a="http://schemas.openxmlformats.org/drawingml/2006/main">
              <a:ext uri="{FF2B5EF4-FFF2-40B4-BE49-F238E27FC236}">
                <a16:creationId xmlns:a16="http://schemas.microsoft.com/office/drawing/2014/main" id="{E73D8C49-1262-4EFE-850A-AEB3DC330A02}"/>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2" name="legacy-title-K">
            <a:extLst xmlns:a="http://schemas.openxmlformats.org/drawingml/2006/main">
              <a:ext uri="{FF2B5EF4-FFF2-40B4-BE49-F238E27FC236}">
                <a16:creationId xmlns:a16="http://schemas.microsoft.com/office/drawing/2014/main" id="{0986937F-286C-48E8-956D-0D375E28ABF4}"/>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SimFile / IccFile</a:t>
            </a:r>
          </a:p>
        </p:txBody>
      </p:sp>
      <p:sp>
        <p:nvSpPr>
          <p:cNvPr id="33" name="legacy-alias-K">
            <a:extLst xmlns:a="http://schemas.openxmlformats.org/drawingml/2006/main">
              <a:ext uri="{FF2B5EF4-FFF2-40B4-BE49-F238E27FC236}">
                <a16:creationId xmlns:a16="http://schemas.microsoft.com/office/drawing/2014/main" id="{0E8896FA-E624-4B5E-86BE-85A871F55940}"/>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按卡型处理文件与加载状态</a:t>
            </a:r>
          </a:p>
        </p:txBody>
      </p:sp>
      <p:sp>
        <p:nvSpPr>
          <p:cNvPr id="34" name="legacy-line-K-0">
            <a:extLst xmlns:a="http://schemas.openxmlformats.org/drawingml/2006/main">
              <a:ext uri="{FF2B5EF4-FFF2-40B4-BE49-F238E27FC236}">
                <a16:creationId xmlns:a16="http://schemas.microsoft.com/office/drawing/2014/main" id="{6941CB36-75BC-4C10-B42E-597AA1DD8B5D}"/>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LoadSimFiles / Refresh 选择</a:t>
            </a:r>
          </a:p>
        </p:txBody>
      </p:sp>
      <p:sp>
        <p:nvSpPr>
          <p:cNvPr id="35" name="legacy-line-K-1">
            <a:extLst xmlns:a="http://schemas.openxmlformats.org/drawingml/2006/main">
              <a:ext uri="{FF2B5EF4-FFF2-40B4-BE49-F238E27FC236}">
                <a16:creationId xmlns:a16="http://schemas.microsoft.com/office/drawing/2014/main" id="{CBEE0463-4E62-4556-AA10-431A9CF843A2}"/>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ProcessEvent → 解析字段</a:t>
            </a:r>
          </a:p>
        </p:txBody>
      </p:sp>
      <p:sp>
        <p:nvSpPr>
          <p:cNvPr id="36" name="legacy-line-K-2">
            <a:extLst xmlns:a="http://schemas.openxmlformats.org/drawingml/2006/main">
              <a:ext uri="{FF2B5EF4-FFF2-40B4-BE49-F238E27FC236}">
                <a16:creationId xmlns:a16="http://schemas.microsoft.com/office/drawing/2014/main" id="{27D216F0-EC77-478F-AFF4-F215F5FAD8C4}"/>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ProcessFileLoaded 完成判定</a:t>
            </a:r>
          </a:p>
        </p:txBody>
      </p:sp>
      <p:sp>
        <p:nvSpPr>
          <p:cNvPr id="37" name="legacy-node-R">
            <a:extLst xmlns:a="http://schemas.openxmlformats.org/drawingml/2006/main">
              <a:ext uri="{FF2B5EF4-FFF2-40B4-BE49-F238E27FC236}">
                <a16:creationId xmlns:a16="http://schemas.microsoft.com/office/drawing/2014/main" id="{700DF1DB-7D87-47F5-AD22-89630DEC69B7}"/>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8" name="legacy-title-R">
            <a:extLst xmlns:a="http://schemas.openxmlformats.org/drawingml/2006/main">
              <a:ext uri="{FF2B5EF4-FFF2-40B4-BE49-F238E27FC236}">
                <a16:creationId xmlns:a16="http://schemas.microsoft.com/office/drawing/2014/main" id="{483326BD-A313-4814-8A88-7CF61167EC25}"/>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IccFileController / TelRil</a:t>
            </a:r>
          </a:p>
        </p:txBody>
      </p:sp>
      <p:sp>
        <p:nvSpPr>
          <p:cNvPr id="39" name="legacy-alias-R">
            <a:extLst xmlns:a="http://schemas.openxmlformats.org/drawingml/2006/main">
              <a:ext uri="{FF2B5EF4-FFF2-40B4-BE49-F238E27FC236}">
                <a16:creationId xmlns:a16="http://schemas.microsoft.com/office/drawing/2014/main" id="{292385AE-EA3D-4376-B795-DC3D580B13A6}"/>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EF 请求 / 异步回包</a:t>
            </a:r>
          </a:p>
        </p:txBody>
      </p:sp>
      <p:sp>
        <p:nvSpPr>
          <p:cNvPr id="40" name="legacy-line-bg-R-0">
            <a:extLst xmlns:a="http://schemas.openxmlformats.org/drawingml/2006/main">
              <a:ext uri="{FF2B5EF4-FFF2-40B4-BE49-F238E27FC236}">
                <a16:creationId xmlns:a16="http://schemas.microsoft.com/office/drawing/2014/main" id="{90BFB916-D292-4E7A-AFD6-0C7B1DCC3177}"/>
              </a:ext>
            </a:extLst>
          </p:cNvPr>
          <p:cNvSpPr>
            <a:spLocks xmlns:a="http://schemas.openxmlformats.org/drawingml/2006/main" noGrp="1"/>
          </p:cNvSpPr>
          <p:nvPr/>
        </p:nvSpPr>
        <p:spPr>
          <a:xfrm xmlns:a="http://schemas.openxmlformats.org/drawingml/2006/main">
            <a:off x="3419475" y="3895725"/>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1" name="legacy-line-R-0">
            <a:extLst xmlns:a="http://schemas.openxmlformats.org/drawingml/2006/main">
              <a:ext uri="{FF2B5EF4-FFF2-40B4-BE49-F238E27FC236}">
                <a16:creationId xmlns:a16="http://schemas.microsoft.com/office/drawing/2014/main" id="{3248122E-25AA-43B8-AB07-F65CD306A91B}"/>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③ 复用 EF / APDU 生产协议</a:t>
            </a:r>
          </a:p>
        </p:txBody>
      </p:sp>
      <p:sp>
        <p:nvSpPr>
          <p:cNvPr id="42" name="legacy-line-R-1">
            <a:extLst xmlns:a="http://schemas.openxmlformats.org/drawingml/2006/main">
              <a:ext uri="{FF2B5EF4-FFF2-40B4-BE49-F238E27FC236}">
                <a16:creationId xmlns:a16="http://schemas.microsoft.com/office/drawing/2014/main" id="{AB8A7A2D-6A52-4DE1-AE96-F08E3746BC0B}"/>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按原事件回到文件对象</a:t>
            </a:r>
          </a:p>
        </p:txBody>
      </p:sp>
      <p:sp>
        <p:nvSpPr>
          <p:cNvPr id="43" name="legacy-line-R-2">
            <a:extLst xmlns:a="http://schemas.openxmlformats.org/drawingml/2006/main">
              <a:ext uri="{FF2B5EF4-FFF2-40B4-BE49-F238E27FC236}">
                <a16:creationId xmlns:a16="http://schemas.microsoft.com/office/drawing/2014/main" id="{1633A972-31C7-4CD7-8503-FAC5F8FB131B}"/>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已有保护需逐分支核实</a:t>
            </a:r>
          </a:p>
        </p:txBody>
      </p:sp>
      <p:sp>
        <p:nvSpPr>
          <p:cNvPr id="44" name="legacy-node-D">
            <a:extLst xmlns:a="http://schemas.openxmlformats.org/drawingml/2006/main">
              <a:ext uri="{FF2B5EF4-FFF2-40B4-BE49-F238E27FC236}">
                <a16:creationId xmlns:a16="http://schemas.microsoft.com/office/drawing/2014/main" id="{8D248319-D7D3-404C-9CEE-B4C36A603E0D}"/>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5" name="legacy-title-D">
            <a:extLst xmlns:a="http://schemas.openxmlformats.org/drawingml/2006/main">
              <a:ext uri="{FF2B5EF4-FFF2-40B4-BE49-F238E27FC236}">
                <a16:creationId xmlns:a16="http://schemas.microsoft.com/office/drawing/2014/main" id="{A5D1E534-6D7B-4166-912D-62451FA5284E}"/>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Records / 本地缓存</a:t>
            </a:r>
          </a:p>
        </p:txBody>
      </p:sp>
      <p:sp>
        <p:nvSpPr>
          <p:cNvPr id="46" name="legacy-line-D-0">
            <a:extLst xmlns:a="http://schemas.openxmlformats.org/drawingml/2006/main">
              <a:ext uri="{FF2B5EF4-FFF2-40B4-BE49-F238E27FC236}">
                <a16:creationId xmlns:a16="http://schemas.microsoft.com/office/drawing/2014/main" id="{F525C059-3586-4059-811D-F3F4F1E61F7E}"/>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④ 字段；⑤ fileToGet_</a:t>
            </a:r>
          </a:p>
        </p:txBody>
      </p:sp>
      <p:sp>
        <p:nvSpPr>
          <p:cNvPr id="47" name="legacy-node-N">
            <a:extLst xmlns:a="http://schemas.openxmlformats.org/drawingml/2006/main">
              <a:ext uri="{FF2B5EF4-FFF2-40B4-BE49-F238E27FC236}">
                <a16:creationId xmlns:a16="http://schemas.microsoft.com/office/drawing/2014/main" id="{19D8ED25-B3E6-41B1-A4EF-A068179C8E49}"/>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48" name="legacy-title-N">
            <a:extLst xmlns:a="http://schemas.openxmlformats.org/drawingml/2006/main">
              <a:ext uri="{FF2B5EF4-FFF2-40B4-BE49-F238E27FC236}">
                <a16:creationId xmlns:a16="http://schemas.microsoft.com/office/drawing/2014/main" id="{F1193B4E-2271-4CC0-87DD-45F83A5ABF94}"/>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原加载完成出口</a:t>
            </a:r>
          </a:p>
        </p:txBody>
      </p:sp>
      <p:sp>
        <p:nvSpPr>
          <p:cNvPr id="49" name="legacy-line-N-0">
            <a:extLst xmlns:a="http://schemas.openxmlformats.org/drawingml/2006/main">
              <a:ext uri="{FF2B5EF4-FFF2-40B4-BE49-F238E27FC236}">
                <a16:creationId xmlns:a16="http://schemas.microsoft.com/office/drawing/2014/main" id="{A2BBF0C5-E9BA-4714-8B3C-F14E34771533}"/>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RECORDS_LOADED</a:t>
            </a:r>
          </a:p>
        </p:txBody>
      </p:sp>
      <p:sp>
        <p:nvSpPr>
          <p:cNvPr id="50" name="legacy-line-N-1">
            <a:extLst xmlns:a="http://schemas.openxmlformats.org/drawingml/2006/main">
              <a:ext uri="{FF2B5EF4-FFF2-40B4-BE49-F238E27FC236}">
                <a16:creationId xmlns:a16="http://schemas.microsoft.com/office/drawing/2014/main" id="{0423E4EB-E276-4BC9-91A5-DF3FC947CA1D}"/>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Registry / CES / Hook</a:t>
            </a:r>
          </a:p>
        </p:txBody>
      </p:sp>
      <p:sp>
        <p:nvSpPr>
          <p:cNvPr id="51" name="legacy-flow-note">
            <a:extLst xmlns:a="http://schemas.openxmlformats.org/drawingml/2006/main">
              <a:ext uri="{FF2B5EF4-FFF2-40B4-BE49-F238E27FC236}">
                <a16:creationId xmlns:a16="http://schemas.microsoft.com/office/drawing/2014/main" id="{EC866577-6AB6-4921-B91A-F527F0D1DA9E}"/>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READY / Refresh → EF / Records → LOADED；省略透传函数及中间调用栈</a:t>
            </a:r>
          </a:p>
        </p:txBody>
      </p:sp>
      <p:sp>
        <p:nvSpPr>
          <p:cNvPr id="52" name="application-label">
            <a:extLst xmlns:a="http://schemas.openxmlformats.org/drawingml/2006/main">
              <a:ext uri="{FF2B5EF4-FFF2-40B4-BE49-F238E27FC236}">
                <a16:creationId xmlns:a16="http://schemas.microsoft.com/office/drawing/2014/main" id="{B251513A-E299-4CE6-9499-AC035694C680}"/>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3" name="domain-label">
            <a:extLst xmlns:a="http://schemas.openxmlformats.org/drawingml/2006/main">
              <a:ext uri="{FF2B5EF4-FFF2-40B4-BE49-F238E27FC236}">
                <a16:creationId xmlns:a16="http://schemas.microsoft.com/office/drawing/2014/main" id="{F83C96DA-EE6A-4A22-AA62-02B578D3FB47}"/>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4" name="target-node-C">
            <a:extLst xmlns:a="http://schemas.openxmlformats.org/drawingml/2006/main">
              <a:ext uri="{FF2B5EF4-FFF2-40B4-BE49-F238E27FC236}">
                <a16:creationId xmlns:a16="http://schemas.microsoft.com/office/drawing/2014/main" id="{31228A16-A1FF-4A03-8A73-1D2739D1A8C9}"/>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DD8E6"/>
            </a:solidFill>
            <a:prstDash val="solid"/>
          </a:ln>
        </p:spPr>
      </p:sp>
      <p:sp>
        <p:nvSpPr>
          <p:cNvPr id="55" name="target-title-C">
            <a:extLst xmlns:a="http://schemas.openxmlformats.org/drawingml/2006/main">
              <a:ext uri="{FF2B5EF4-FFF2-40B4-BE49-F238E27FC236}">
                <a16:creationId xmlns:a16="http://schemas.microsoft.com/office/drawing/2014/main" id="{AFDB86C8-02A4-4546-A71E-E4DDFC5A539C}"/>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78599"/>
                </a:solidFill>
                <a:latin typeface="Microsoft YaHei"/>
                <a:ea typeface="Microsoft YaHei"/>
                <a:cs typeface="Microsoft YaHei"/>
              </a:defRPr>
            </a:defPPr>
            <a:lvl1pPr algn="l">
              <a:defRPr sz="1575" b="1">
                <a:solidFill>
                  <a:srgbClr val="778599"/>
                </a:solidFill>
                <a:latin typeface="Microsoft YaHei"/>
                <a:ea typeface="Microsoft YaHei"/>
                <a:cs typeface="Microsoft YaHei"/>
              </a:defRPr>
            </a:lvl1pPr>
            <a:lvl2pPr algn="l">
              <a:defRPr sz="1575" b="1">
                <a:solidFill>
                  <a:srgbClr val="778599"/>
                </a:solidFill>
                <a:latin typeface="Microsoft YaHei"/>
                <a:ea typeface="Microsoft YaHei"/>
                <a:cs typeface="Microsoft YaHei"/>
              </a:defRPr>
            </a:lvl2pPr>
            <a:lvl3pPr algn="l">
              <a:defRPr sz="1575" b="1">
                <a:solidFill>
                  <a:srgbClr val="778599"/>
                </a:solidFill>
                <a:latin typeface="Microsoft YaHei"/>
                <a:ea typeface="Microsoft YaHei"/>
                <a:cs typeface="Microsoft YaHei"/>
              </a:defRPr>
            </a:lvl3pPr>
            <a:lvl4pPr algn="l">
              <a:defRPr sz="1575" b="1">
                <a:solidFill>
                  <a:srgbClr val="778599"/>
                </a:solidFill>
                <a:latin typeface="Microsoft YaHei"/>
                <a:ea typeface="Microsoft YaHei"/>
                <a:cs typeface="Microsoft YaHei"/>
              </a:defRPr>
            </a:lvl4pPr>
            <a:lvl5pPr algn="l">
              <a:defRPr sz="1575" b="1">
                <a:solidFill>
                  <a:srgbClr val="778599"/>
                </a:solidFill>
                <a:latin typeface="Microsoft YaHei"/>
                <a:ea typeface="Microsoft YaHei"/>
                <a:cs typeface="Microsoft YaHei"/>
              </a:defRPr>
            </a:lvl5pPr>
            <a:lvl6pPr algn="l">
              <a:defRPr sz="1575" b="1">
                <a:solidFill>
                  <a:srgbClr val="778599"/>
                </a:solidFill>
                <a:latin typeface="Microsoft YaHei"/>
                <a:ea typeface="Microsoft YaHei"/>
                <a:cs typeface="Microsoft YaHei"/>
              </a:defRPr>
            </a:lvl6pPr>
            <a:lvl7pPr algn="l">
              <a:defRPr sz="1575" b="1">
                <a:solidFill>
                  <a:srgbClr val="778599"/>
                </a:solidFill>
                <a:latin typeface="Microsoft YaHei"/>
                <a:ea typeface="Microsoft YaHei"/>
                <a:cs typeface="Microsoft YaHei"/>
              </a:defRPr>
            </a:lvl7pPr>
            <a:lvl8pPr algn="l">
              <a:defRPr sz="1575" b="1">
                <a:solidFill>
                  <a:srgbClr val="778599"/>
                </a:solidFill>
                <a:latin typeface="Microsoft YaHei"/>
                <a:ea typeface="Microsoft YaHei"/>
                <a:cs typeface="Microsoft YaHei"/>
              </a:defRPr>
            </a:lvl8pPr>
            <a:lvl9pPr algn="l">
              <a:defRPr sz="1575" b="1">
                <a:solidFill>
                  <a:srgbClr val="778599"/>
                </a:solidFill>
                <a:latin typeface="Microsoft YaHei"/>
                <a:ea typeface="Microsoft YaHei"/>
                <a:cs typeface="Microsoft YaHei"/>
              </a:defRPr>
            </a:lvl9pPr>
          </a:lstStyle>
          <a:p xmlns:a="http://schemas.openxmlformats.org/drawingml/2006/main">
            <a:pPr algn="l">
              <a:lnSpc>
                <a:spcPct val="102000"/>
              </a:lnSpc>
              <a:buNone/>
              <a:defRPr sz="1575" b="1">
                <a:solidFill>
                  <a:srgbClr val="778599"/>
                </a:solidFill>
                <a:latin typeface="Microsoft YaHei"/>
                <a:ea typeface="Microsoft YaHei"/>
                <a:cs typeface="Microsoft YaHei"/>
              </a:defRPr>
            </a:pPr>
            <a:r>
              <a:rPr sz="1575" b="1">
                <a:solidFill>
                  <a:srgbClr val="778599"/>
                </a:solidFill>
                <a:latin typeface="Microsoft YaHei"/>
                <a:ea typeface="Microsoft YaHei"/>
                <a:cs typeface="Microsoft YaHei"/>
              </a:rPr>
              <a:t>C 旧接口兼容</a:t>
            </a:r>
          </a:p>
        </p:txBody>
      </p:sp>
      <p:sp>
        <p:nvSpPr>
          <p:cNvPr id="56" name="target-alias-C">
            <a:extLst xmlns:a="http://schemas.openxmlformats.org/drawingml/2006/main">
              <a:ext uri="{FF2B5EF4-FFF2-40B4-BE49-F238E27FC236}">
                <a16:creationId xmlns:a16="http://schemas.microsoft.com/office/drawing/2014/main" id="{81C4E36D-CA55-4AB6-92C1-0B3E8C3D7686}"/>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旧签名 / 权限 / 错误 / 返回与回调</a:t>
            </a:r>
          </a:p>
        </p:txBody>
      </p:sp>
      <p:sp>
        <p:nvSpPr>
          <p:cNvPr id="57" name="target-func-C">
            <a:extLst xmlns:a="http://schemas.openxmlformats.org/drawingml/2006/main">
              <a:ext uri="{FF2B5EF4-FFF2-40B4-BE49-F238E27FC236}">
                <a16:creationId xmlns:a16="http://schemas.microsoft.com/office/drawing/2014/main" id="{DD34F931-49DA-4F94-958C-74C527A8DB80}"/>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只保持原加载通知 / 查询出口</a:t>
            </a:r>
          </a:p>
        </p:txBody>
      </p:sp>
      <p:sp>
        <p:nvSpPr>
          <p:cNvPr id="58" name="target-node-O">
            <a:extLst xmlns:a="http://schemas.openxmlformats.org/drawingml/2006/main">
              <a:ext uri="{FF2B5EF4-FFF2-40B4-BE49-F238E27FC236}">
                <a16:creationId xmlns:a16="http://schemas.microsoft.com/office/drawing/2014/main" id="{E8B2633B-7C6D-40BD-8140-D9A100DA79E4}"/>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59" name="target-title-O">
            <a:extLst xmlns:a="http://schemas.openxmlformats.org/drawingml/2006/main">
              <a:ext uri="{FF2B5EF4-FFF2-40B4-BE49-F238E27FC236}">
                <a16:creationId xmlns:a16="http://schemas.microsoft.com/office/drawing/2014/main" id="{44A18634-5D29-4758-A078-CF3305D2D115}"/>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O 本地操作</a:t>
            </a:r>
          </a:p>
        </p:txBody>
      </p:sp>
      <p:sp>
        <p:nvSpPr>
          <p:cNvPr id="60" name="target-alias-O">
            <a:extLst xmlns:a="http://schemas.openxmlformats.org/drawingml/2006/main">
              <a:ext uri="{FF2B5EF4-FFF2-40B4-BE49-F238E27FC236}">
                <a16:creationId xmlns:a16="http://schemas.microsoft.com/office/drawing/2014/main" id="{2D77AFE3-780C-4118-B6CD-79814ACDA053}"/>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778599"/>
                </a:solidFill>
                <a:latin typeface="Microsoft YaHei"/>
                <a:ea typeface="Microsoft YaHei"/>
                <a:cs typeface="Microsoft YaHei"/>
              </a:defRPr>
            </a:defPPr>
            <a:lvl1pPr algn="l">
              <a:defRPr sz="1075" b="0">
                <a:solidFill>
                  <a:srgbClr val="778599"/>
                </a:solidFill>
                <a:latin typeface="Microsoft YaHei"/>
                <a:ea typeface="Microsoft YaHei"/>
                <a:cs typeface="Microsoft YaHei"/>
              </a:defRPr>
            </a:lvl1pPr>
            <a:lvl2pPr algn="l">
              <a:defRPr sz="1075" b="0">
                <a:solidFill>
                  <a:srgbClr val="778599"/>
                </a:solidFill>
                <a:latin typeface="Microsoft YaHei"/>
                <a:ea typeface="Microsoft YaHei"/>
                <a:cs typeface="Microsoft YaHei"/>
              </a:defRPr>
            </a:lvl2pPr>
            <a:lvl3pPr algn="l">
              <a:defRPr sz="1075" b="0">
                <a:solidFill>
                  <a:srgbClr val="778599"/>
                </a:solidFill>
                <a:latin typeface="Microsoft YaHei"/>
                <a:ea typeface="Microsoft YaHei"/>
                <a:cs typeface="Microsoft YaHei"/>
              </a:defRPr>
            </a:lvl3pPr>
            <a:lvl4pPr algn="l">
              <a:defRPr sz="1075" b="0">
                <a:solidFill>
                  <a:srgbClr val="778599"/>
                </a:solidFill>
                <a:latin typeface="Microsoft YaHei"/>
                <a:ea typeface="Microsoft YaHei"/>
                <a:cs typeface="Microsoft YaHei"/>
              </a:defRPr>
            </a:lvl4pPr>
            <a:lvl5pPr algn="l">
              <a:defRPr sz="1075" b="0">
                <a:solidFill>
                  <a:srgbClr val="778599"/>
                </a:solidFill>
                <a:latin typeface="Microsoft YaHei"/>
                <a:ea typeface="Microsoft YaHei"/>
                <a:cs typeface="Microsoft YaHei"/>
              </a:defRPr>
            </a:lvl5pPr>
            <a:lvl6pPr algn="l">
              <a:defRPr sz="1075" b="0">
                <a:solidFill>
                  <a:srgbClr val="778599"/>
                </a:solidFill>
                <a:latin typeface="Microsoft YaHei"/>
                <a:ea typeface="Microsoft YaHei"/>
                <a:cs typeface="Microsoft YaHei"/>
              </a:defRPr>
            </a:lvl6pPr>
            <a:lvl7pPr algn="l">
              <a:defRPr sz="1075" b="0">
                <a:solidFill>
                  <a:srgbClr val="778599"/>
                </a:solidFill>
                <a:latin typeface="Microsoft YaHei"/>
                <a:ea typeface="Microsoft YaHei"/>
                <a:cs typeface="Microsoft YaHei"/>
              </a:defRPr>
            </a:lvl7pPr>
            <a:lvl8pPr algn="l">
              <a:defRPr sz="1075" b="0">
                <a:solidFill>
                  <a:srgbClr val="778599"/>
                </a:solidFill>
                <a:latin typeface="Microsoft YaHei"/>
                <a:ea typeface="Microsoft YaHei"/>
                <a:cs typeface="Microsoft YaHei"/>
              </a:defRPr>
            </a:lvl8pPr>
            <a:lvl9pPr algn="l">
              <a:defRPr sz="1075" b="0">
                <a:solidFill>
                  <a:srgbClr val="778599"/>
                </a:solidFill>
                <a:latin typeface="Microsoft YaHei"/>
                <a:ea typeface="Microsoft YaHei"/>
                <a:cs typeface="Microsoft YaHei"/>
              </a:defRPr>
            </a:lvl9pPr>
          </a:lstStyle>
          <a:p xmlns:a="http://schemas.openxmlformats.org/drawingml/2006/main">
            <a:pPr algn="l">
              <a:lnSpc>
                <a:spcPct val="102000"/>
              </a:lnSpc>
              <a:buNone/>
              <a:defRPr sz="1075" b="0">
                <a:solidFill>
                  <a:srgbClr val="778599"/>
                </a:solidFill>
                <a:latin typeface="Microsoft YaHei"/>
                <a:ea typeface="Microsoft YaHei"/>
                <a:cs typeface="Microsoft YaHei"/>
              </a:defRPr>
            </a:pPr>
            <a:r>
              <a:rPr sz="1075" b="0">
                <a:solidFill>
                  <a:srgbClr val="778599"/>
                </a:solidFill>
                <a:latin typeface="Microsoft YaHei"/>
                <a:ea typeface="Microsoft YaHei"/>
                <a:cs typeface="Microsoft YaHei"/>
              </a:rPr>
              <a:t>OperationCoordinator</a:t>
            </a:r>
          </a:p>
        </p:txBody>
      </p:sp>
      <p:sp>
        <p:nvSpPr>
          <p:cNvPr id="61" name="target-func-O">
            <a:extLst xmlns:a="http://schemas.openxmlformats.org/drawingml/2006/main">
              <a:ext uri="{FF2B5EF4-FFF2-40B4-BE49-F238E27FC236}">
                <a16:creationId xmlns:a16="http://schemas.microsoft.com/office/drawing/2014/main" id="{5A716DEB-678A-4FD1-A87F-0162FBD38C0B}"/>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简单加载不强制参与</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无须套用全局 O</a:t>
            </a:r>
          </a:p>
        </p:txBody>
      </p:sp>
      <p:sp>
        <p:nvSpPr>
          <p:cNvPr id="62" name="target-node-T">
            <a:extLst xmlns:a="http://schemas.openxmlformats.org/drawingml/2006/main">
              <a:ext uri="{FF2B5EF4-FFF2-40B4-BE49-F238E27FC236}">
                <a16:creationId xmlns:a16="http://schemas.microsoft.com/office/drawing/2014/main" id="{2120768C-D4F8-4CA7-806B-A3D508D26AA5}"/>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63" name="target-title-T">
            <a:extLst xmlns:a="http://schemas.openxmlformats.org/drawingml/2006/main">
              <a:ext uri="{FF2B5EF4-FFF2-40B4-BE49-F238E27FC236}">
                <a16:creationId xmlns:a16="http://schemas.microsoft.com/office/drawing/2014/main" id="{18E13F70-1364-4ABE-B1A1-18DD8CC25A10}"/>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T 账户与绑定</a:t>
            </a:r>
          </a:p>
        </p:txBody>
      </p:sp>
      <p:sp>
        <p:nvSpPr>
          <p:cNvPr id="64" name="target-alias-T">
            <a:extLst xmlns:a="http://schemas.openxmlformats.org/drawingml/2006/main">
              <a:ext uri="{FF2B5EF4-FFF2-40B4-BE49-F238E27FC236}">
                <a16:creationId xmlns:a16="http://schemas.microsoft.com/office/drawing/2014/main" id="{7B55EA31-45AD-4AE3-972A-BBD3C0E090AC}"/>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TopologyService</a:t>
            </a:r>
          </a:p>
        </p:txBody>
      </p:sp>
      <p:sp>
        <p:nvSpPr>
          <p:cNvPr id="65" name="target-func-T">
            <a:extLst xmlns:a="http://schemas.openxmlformats.org/drawingml/2006/main">
              <a:ext uri="{FF2B5EF4-FFF2-40B4-BE49-F238E27FC236}">
                <a16:creationId xmlns:a16="http://schemas.microsoft.com/office/drawing/2014/main" id="{005FF89F-72B6-46C7-A4CB-031BA7F763B9}"/>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账户资料与兼容投影</a:t>
            </a:r>
          </a:p>
        </p:txBody>
      </p:sp>
      <p:sp>
        <p:nvSpPr>
          <p:cNvPr id="66" name="target-node-A">
            <a:extLst xmlns:a="http://schemas.openxmlformats.org/drawingml/2006/main">
              <a:ext uri="{FF2B5EF4-FFF2-40B4-BE49-F238E27FC236}">
                <a16:creationId xmlns:a16="http://schemas.microsoft.com/office/drawing/2014/main" id="{367EE97F-27D4-448A-B78C-95C98DD6EBCE}"/>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67" name="target-title-A">
            <a:extLst xmlns:a="http://schemas.openxmlformats.org/drawingml/2006/main">
              <a:ext uri="{FF2B5EF4-FFF2-40B4-BE49-F238E27FC236}">
                <a16:creationId xmlns:a16="http://schemas.microsoft.com/office/drawing/2014/main" id="{BE483BDF-7983-4E9A-926F-DED53F1D2695}"/>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68" name="target-alias-A">
            <a:extLst xmlns:a="http://schemas.openxmlformats.org/drawingml/2006/main">
              <a:ext uri="{FF2B5EF4-FFF2-40B4-BE49-F238E27FC236}">
                <a16:creationId xmlns:a16="http://schemas.microsoft.com/office/drawing/2014/main" id="{925924B8-CFC1-4C4F-B920-5490C91A7A7D}"/>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69" name="target-func-A">
            <a:extLst xmlns:a="http://schemas.openxmlformats.org/drawingml/2006/main">
              <a:ext uri="{FF2B5EF4-FFF2-40B4-BE49-F238E27FC236}">
                <a16:creationId xmlns:a16="http://schemas.microsoft.com/office/drawing/2014/main" id="{D60E6EBF-8919-4E98-B373-4DB21B66FC34}"/>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本流程不参与</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保留无关流程并行</a:t>
            </a:r>
          </a:p>
        </p:txBody>
      </p:sp>
      <p:sp>
        <p:nvSpPr>
          <p:cNvPr id="70" name="target-node-DO">
            <a:extLst xmlns:a="http://schemas.openxmlformats.org/drawingml/2006/main">
              <a:ext uri="{FF2B5EF4-FFF2-40B4-BE49-F238E27FC236}">
                <a16:creationId xmlns:a16="http://schemas.microsoft.com/office/drawing/2014/main" id="{B368FA02-1E5F-4C8B-BF9B-7E519B941143}"/>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1" name="target-title-DO">
            <a:extLst xmlns:a="http://schemas.openxmlformats.org/drawingml/2006/main">
              <a:ext uri="{FF2B5EF4-FFF2-40B4-BE49-F238E27FC236}">
                <a16:creationId xmlns:a16="http://schemas.microsoft.com/office/drawing/2014/main" id="{68CA6C2A-5D40-47FF-8461-ABCD787F87CB}"/>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OperationContext</a:t>
            </a:r>
          </a:p>
        </p:txBody>
      </p:sp>
      <p:sp>
        <p:nvSpPr>
          <p:cNvPr id="72" name="target-func-DO">
            <a:extLst xmlns:a="http://schemas.openxmlformats.org/drawingml/2006/main">
              <a:ext uri="{FF2B5EF4-FFF2-40B4-BE49-F238E27FC236}">
                <a16:creationId xmlns:a16="http://schemas.microsoft.com/office/drawing/2014/main" id="{D0B60EB8-D9F8-4889-B69E-67A0A69DF588}"/>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纯操作状态 / 值对象</a:t>
            </a:r>
          </a:p>
        </p:txBody>
      </p:sp>
      <p:sp>
        <p:nvSpPr>
          <p:cNvPr id="73" name="target-node-DT">
            <a:extLst xmlns:a="http://schemas.openxmlformats.org/drawingml/2006/main">
              <a:ext uri="{FF2B5EF4-FFF2-40B4-BE49-F238E27FC236}">
                <a16:creationId xmlns:a16="http://schemas.microsoft.com/office/drawing/2014/main" id="{944DEFB9-2066-423E-9358-2BDE88B6D4F8}"/>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4" name="target-title-DT">
            <a:extLst xmlns:a="http://schemas.openxmlformats.org/drawingml/2006/main">
              <a:ext uri="{FF2B5EF4-FFF2-40B4-BE49-F238E27FC236}">
                <a16:creationId xmlns:a16="http://schemas.microsoft.com/office/drawing/2014/main" id="{61316492-3D86-419C-AA2F-FB389705E856}"/>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75" name="target-func-DT">
            <a:extLst xmlns:a="http://schemas.openxmlformats.org/drawingml/2006/main">
              <a:ext uri="{FF2B5EF4-FFF2-40B4-BE49-F238E27FC236}">
                <a16:creationId xmlns:a16="http://schemas.microsoft.com/office/drawing/2014/main" id="{CC7B124F-9765-4D35-BE6D-5B4D84D03029}"/>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76" name="target-node-DA">
            <a:extLst xmlns:a="http://schemas.openxmlformats.org/drawingml/2006/main">
              <a:ext uri="{FF2B5EF4-FFF2-40B4-BE49-F238E27FC236}">
                <a16:creationId xmlns:a16="http://schemas.microsoft.com/office/drawing/2014/main" id="{495D1D8C-0363-4747-8143-BA70A608CD70}"/>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7" name="target-title-DA">
            <a:extLst xmlns:a="http://schemas.openxmlformats.org/drawingml/2006/main">
              <a:ext uri="{FF2B5EF4-FFF2-40B4-BE49-F238E27FC236}">
                <a16:creationId xmlns:a16="http://schemas.microsoft.com/office/drawing/2014/main" id="{4BA57665-0079-44DB-9624-3183F93E722E}"/>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78" name="target-func-DA">
            <a:extLst xmlns:a="http://schemas.openxmlformats.org/drawingml/2006/main">
              <a:ext uri="{FF2B5EF4-FFF2-40B4-BE49-F238E27FC236}">
                <a16:creationId xmlns:a16="http://schemas.microsoft.com/office/drawing/2014/main" id="{E4BCA2C1-35D6-4BEA-88B1-F4A9E789A449}"/>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79" name="target-node-R">
            <a:extLst xmlns:a="http://schemas.openxmlformats.org/drawingml/2006/main">
              <a:ext uri="{FF2B5EF4-FFF2-40B4-BE49-F238E27FC236}">
                <a16:creationId xmlns:a16="http://schemas.microsoft.com/office/drawing/2014/main" id="{F2D5488F-3974-4011-A474-45CEC89CC1DC}"/>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80" name="target-title-R">
            <a:extLst xmlns:a="http://schemas.openxmlformats.org/drawingml/2006/main">
              <a:ext uri="{FF2B5EF4-FFF2-40B4-BE49-F238E27FC236}">
                <a16:creationId xmlns:a16="http://schemas.microsoft.com/office/drawing/2014/main" id="{124DF2E2-CF5C-4F15-BC6E-9F609F2D9922}"/>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81" name="target-func-R">
            <a:extLst xmlns:a="http://schemas.openxmlformats.org/drawingml/2006/main">
              <a:ext uri="{FF2B5EF4-FFF2-40B4-BE49-F238E27FC236}">
                <a16:creationId xmlns:a16="http://schemas.microsoft.com/office/drawing/2014/main" id="{A5F43C9B-B605-45F3-9E5B-FDB854D5B7B2}"/>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复用 EF / APDU / RIL</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保存发起 token 与原 serial</a:t>
            </a:r>
          </a:p>
        </p:txBody>
      </p:sp>
      <p:sp>
        <p:nvSpPr>
          <p:cNvPr id="82" name="target-node-I">
            <a:extLst xmlns:a="http://schemas.openxmlformats.org/drawingml/2006/main">
              <a:ext uri="{FF2B5EF4-FFF2-40B4-BE49-F238E27FC236}">
                <a16:creationId xmlns:a16="http://schemas.microsoft.com/office/drawing/2014/main" id="{A0540573-C57B-49E0-B40F-ED5CA1585A10}"/>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83" name="target-title-I">
            <a:extLst xmlns:a="http://schemas.openxmlformats.org/drawingml/2006/main">
              <a:ext uri="{FF2B5EF4-FFF2-40B4-BE49-F238E27FC236}">
                <a16:creationId xmlns:a16="http://schemas.microsoft.com/office/drawing/2014/main" id="{3655314A-8C52-4A3D-91CD-1DD524638F95}"/>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84" name="target-func-I">
            <a:extLst xmlns:a="http://schemas.openxmlformats.org/drawingml/2006/main">
              <a:ext uri="{FF2B5EF4-FFF2-40B4-BE49-F238E27FC236}">
                <a16:creationId xmlns:a16="http://schemas.microsoft.com/office/drawing/2014/main" id="{BB2386F9-302D-4AD4-BDDC-6FE525FCE720}"/>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Registry / CES / Hook 原输出</a:t>
            </a:r>
          </a:p>
        </p:txBody>
      </p:sp>
      <p:sp>
        <p:nvSpPr>
          <p:cNvPr id="85" name="host-note">
            <a:extLst xmlns:a="http://schemas.openxmlformats.org/drawingml/2006/main">
              <a:ext uri="{FF2B5EF4-FFF2-40B4-BE49-F238E27FC236}">
                <a16:creationId xmlns:a16="http://schemas.microsoft.com/office/drawing/2014/main" id="{5CC282DB-D5D5-4076-946B-7BA13B46D138}"/>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86" name="invariant-rule">
            <a:extLst xmlns:a="http://schemas.openxmlformats.org/drawingml/2006/main">
              <a:ext uri="{FF2B5EF4-FFF2-40B4-BE49-F238E27FC236}">
                <a16:creationId xmlns:a16="http://schemas.microsoft.com/office/drawing/2014/main" id="{C368EA6F-104F-46C1-9263-B3D46558F516}"/>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87" name="invariant">
            <a:extLst xmlns:a="http://schemas.openxmlformats.org/drawingml/2006/main">
              <a:ext uri="{FF2B5EF4-FFF2-40B4-BE49-F238E27FC236}">
                <a16:creationId xmlns:a16="http://schemas.microsoft.com/office/drawing/2014/main" id="{97D0653C-093C-4D0E-BF3E-95DF90995711}"/>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保持：生产卡型 / EF 算法及 LOADED 出口；局部失效不清空全局，已发写卡仍需效果核对。</a:t>
            </a:r>
          </a:p>
        </p:txBody>
      </p:sp>
      <p:sp>
        <p:nvSpPr>
          <p:cNvPr id="88" name="footer">
            <a:extLst xmlns:a="http://schemas.openxmlformats.org/drawingml/2006/main">
              <a:ext uri="{FF2B5EF4-FFF2-40B4-BE49-F238E27FC236}">
                <a16:creationId xmlns:a16="http://schemas.microsoft.com/office/drawing/2014/main" id="{5FB21F5A-DA79-4007-9897-698041DBD9FE}"/>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89" name="page-number">
            <a:extLst xmlns:a="http://schemas.openxmlformats.org/drawingml/2006/main">
              <a:ext uri="{FF2B5EF4-FFF2-40B4-BE49-F238E27FC236}">
                <a16:creationId xmlns:a16="http://schemas.microsoft.com/office/drawing/2014/main" id="{2F1C8E9A-ECC5-458A-82A2-E6654B109A4F}"/>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加载 / ③ 设备执行</a:t>
            </a:r>
          </a:p>
        </p:txBody>
      </p:sp>
    </p:spTree>
    <p:extLst>
      <p:ext uri="{BB962C8B-B14F-4D97-AF65-F5344CB8AC3E}">
        <p14:creationId xmlns:p14="http://schemas.microsoft.com/office/powerpoint/2010/main" val="1832029194"/>
      </p:ext>
    </p:extLst>
  </p:cSld>
  <p:transition spd="fast" advClick="0">
    <p:fade/>
  </p:transition>
</p:sld>
</file>

<file path=ppt/slides/slide43.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5" name="accent">
            <a:extLst xmlns:a="http://schemas.openxmlformats.org/drawingml/2006/main">
              <a:ext uri="{FF2B5EF4-FFF2-40B4-BE49-F238E27FC236}">
                <a16:creationId xmlns:a16="http://schemas.microsoft.com/office/drawing/2014/main" id="{6EB7BFAF-071A-4B6E-B400-8405C4808D03}"/>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74BF9138-78C1-47F8-907A-4DCB961D19C3}"/>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8B8386B3-BF09-4F0F-98EF-A181B7F96DC9}"/>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168EBD4C-BB78-40C4-94D0-E97A77D9C7A8}"/>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3AD47F65-5EC1-413C-BC80-4C985FEE31CF}"/>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983033C1-3469-4556-80FA-1C0ACACD50E4}"/>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8B021A52-C7E7-4E4A-99B0-64940314C308}"/>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859FD53C-AC67-4F6A-8FB6-E658B4130CD3}"/>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C04C9250-A070-414C-858E-03D9BB0D83DA}"/>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60C8541B-1E9E-4C13-B3E9-5264FE1C53A1}"/>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338E08EC-D499-44F9-B260-0171D1FE0B8F}"/>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C7778C72-00BB-405C-89F7-683FDC8630E7}"/>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2D4C21DC-1AE6-43EB-B27E-F06181DDF2E2}"/>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BB87FA9E-4753-465B-B729-4A11D454F23A}"/>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B224D1AB-FCBA-4809-8ACC-93332E172A0B}"/>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1EB6CDF0-1A5D-4D31-A0A9-32CD241A2C9C}"/>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C9FD91DC-5EFE-4B9C-9785-BCD04D00E031}"/>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7BD4175F-48B2-4533-8A32-B4A4559024A2}"/>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2EDC46DC-AA1E-44BD-94A6-904E0F56B849}"/>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5ED95179-8F9F-4791-997F-01BABE39B655}"/>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④ 接纳结果：原文件处理器解析并更新；目标 R 先核对原会话、scope 与成员资格，再改字段 / 计数。</a:t>
            </a:r>
          </a:p>
        </p:txBody>
      </p:sp>
      <p:sp>
        <p:nvSpPr>
          <p:cNvPr id="21" name="top-rule">
            <a:extLst xmlns:a="http://schemas.openxmlformats.org/drawingml/2006/main">
              <a:ext uri="{FF2B5EF4-FFF2-40B4-BE49-F238E27FC236}">
                <a16:creationId xmlns:a16="http://schemas.microsoft.com/office/drawing/2014/main" id="{E34720C3-2AA0-4D8B-B7D0-3B17E8F7F51F}"/>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3FB05E76-D414-47EC-A2C7-41BF906FEDC9}"/>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F55E434B-E620-4E6B-99F5-EEFB1887CA8C}"/>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ADB9D72B-C092-48AF-B999-FF0C55F04B8A}"/>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RK">
            <a:extLst xmlns:a="http://schemas.openxmlformats.org/drawingml/2006/main">
              <a:ext uri="{FF2B5EF4-FFF2-40B4-BE49-F238E27FC236}">
                <a16:creationId xmlns:a16="http://schemas.microsoft.com/office/drawing/2014/main" id="{C2BD6FD6-3796-4D28-B4C4-81F29F77CC32}"/>
              </a:ext>
            </a:extLst>
          </p:cNvPr>
          <p:cNvSpPr>
            <a:spLocks xmlns:a="http://schemas.openxmlformats.org/drawingml/2006/main" noGrp="1"/>
          </p:cNvSpPr>
          <p:nvPr/>
        </p:nvSpPr>
        <p:spPr>
          <a:xfrm xmlns:a="http://schemas.openxmlformats.org/drawingml/2006/main">
            <a:off x="3009900" y="4357688"/>
            <a:ext cx="342900" cy="9525"/>
          </a:xfrm>
          <a:custGeom xmlns:a="http://schemas.openxmlformats.org/drawingml/2006/main">
            <a:pathLst>
              <a:path w="342900" h="9525">
                <a:moveTo>
                  <a:pt x="342900" y="4763"/>
                </a:moveTo>
                <a:lnTo>
                  <a:pt x="0" y="4763"/>
                </a:lnTo>
              </a:path>
            </a:pathLst>
          </a:custGeom>
          <a:noFill xmlns:a="http://schemas.openxmlformats.org/drawingml/2006/main"/>
          <a:ln xmlns:a="http://schemas.openxmlformats.org/drawingml/2006/main" w="17145">
            <a:solidFill>
              <a:srgbClr val="246AB8"/>
            </a:solidFill>
            <a:prstDash val="solid"/>
          </a:ln>
        </p:spPr>
      </p:sp>
      <p:sp>
        <p:nvSpPr>
          <p:cNvPr id="26" name="legacy-edge-RK-head">
            <a:extLst xmlns:a="http://schemas.openxmlformats.org/drawingml/2006/main">
              <a:ext uri="{FF2B5EF4-FFF2-40B4-BE49-F238E27FC236}">
                <a16:creationId xmlns:a16="http://schemas.microsoft.com/office/drawing/2014/main" id="{29C273B4-6038-40B5-AC26-63B15302107E}"/>
              </a:ext>
            </a:extLst>
          </p:cNvPr>
          <p:cNvSpPr>
            <a:spLocks xmlns:a="http://schemas.openxmlformats.org/drawingml/2006/main" noGrp="1"/>
          </p:cNvSpPr>
          <p:nvPr/>
        </p:nvSpPr>
        <p:spPr>
          <a:xfrm xmlns:a="http://schemas.openxmlformats.org/drawingml/2006/main">
            <a:off x="3009900" y="43338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246AB8"/>
            </a:solidFill>
            <a:prstDash val="solid"/>
          </a:ln>
        </p:spPr>
      </p:sp>
      <p:sp>
        <p:nvSpPr>
          <p:cNvPr id="27" name="legacy-edge-label-RK">
            <a:extLst xmlns:a="http://schemas.openxmlformats.org/drawingml/2006/main">
              <a:ext uri="{FF2B5EF4-FFF2-40B4-BE49-F238E27FC236}">
                <a16:creationId xmlns:a16="http://schemas.microsoft.com/office/drawing/2014/main" id="{25ED71F7-C499-4879-BB8C-7A44F7EAC6C7}"/>
              </a:ext>
            </a:extLst>
          </p:cNvPr>
          <p:cNvSpPr>
            <a:spLocks xmlns:a="http://schemas.openxmlformats.org/drawingml/2006/main" noGrp="1"/>
          </p:cNvSpPr>
          <p:nvPr/>
        </p:nvSpPr>
        <p:spPr>
          <a:xfrm xmlns:a="http://schemas.openxmlformats.org/drawingml/2006/main">
            <a:off x="3057525" y="41338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④</a:t>
            </a:r>
          </a:p>
        </p:txBody>
      </p:sp>
      <p:sp>
        <p:nvSpPr>
          <p:cNvPr id="28" name="legacy-edge-KD">
            <a:extLst xmlns:a="http://schemas.openxmlformats.org/drawingml/2006/main">
              <a:ext uri="{FF2B5EF4-FFF2-40B4-BE49-F238E27FC236}">
                <a16:creationId xmlns:a16="http://schemas.microsoft.com/office/drawing/2014/main" id="{F77F7883-6E24-4FF2-81EA-704C4633E271}"/>
              </a:ext>
            </a:extLst>
          </p:cNvPr>
          <p:cNvSpPr>
            <a:spLocks xmlns:a="http://schemas.openxmlformats.org/drawingml/2006/main" noGrp="1"/>
          </p:cNvSpPr>
          <p:nvPr/>
        </p:nvSpPr>
        <p:spPr>
          <a:xfrm xmlns:a="http://schemas.openxmlformats.org/drawingml/2006/main">
            <a:off x="1328738" y="4743450"/>
            <a:ext cx="9525" cy="342900"/>
          </a:xfrm>
          <a:custGeom xmlns:a="http://schemas.openxmlformats.org/drawingml/2006/main">
            <a:pathLst>
              <a:path w="9525" h="342900">
                <a:moveTo>
                  <a:pt x="4763" y="0"/>
                </a:moveTo>
                <a:lnTo>
                  <a:pt x="4763" y="342900"/>
                </a:lnTo>
              </a:path>
            </a:pathLst>
          </a:custGeom>
          <a:noFill xmlns:a="http://schemas.openxmlformats.org/drawingml/2006/main"/>
          <a:ln xmlns:a="http://schemas.openxmlformats.org/drawingml/2006/main" w="17145">
            <a:solidFill>
              <a:srgbClr val="246AB8"/>
            </a:solidFill>
            <a:prstDash val="solid"/>
          </a:ln>
        </p:spPr>
      </p:sp>
      <p:sp>
        <p:nvSpPr>
          <p:cNvPr id="29" name="legacy-edge-KD-head">
            <a:extLst xmlns:a="http://schemas.openxmlformats.org/drawingml/2006/main">
              <a:ext uri="{FF2B5EF4-FFF2-40B4-BE49-F238E27FC236}">
                <a16:creationId xmlns:a16="http://schemas.microsoft.com/office/drawing/2014/main" id="{03E44194-E5ED-4E58-AA8F-A29679077A73}"/>
              </a:ext>
            </a:extLst>
          </p:cNvPr>
          <p:cNvSpPr>
            <a:spLocks xmlns:a="http://schemas.openxmlformats.org/drawingml/2006/main" noGrp="1"/>
          </p:cNvSpPr>
          <p:nvPr/>
        </p:nvSpPr>
        <p:spPr>
          <a:xfrm xmlns:a="http://schemas.openxmlformats.org/drawingml/2006/main">
            <a:off x="1304925" y="50292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30" name="legacy-edge-label-KD">
            <a:extLst xmlns:a="http://schemas.openxmlformats.org/drawingml/2006/main">
              <a:ext uri="{FF2B5EF4-FFF2-40B4-BE49-F238E27FC236}">
                <a16:creationId xmlns:a16="http://schemas.microsoft.com/office/drawing/2014/main" id="{2EF70FC5-B93D-4F9F-B54B-C99B648DBD9A}"/>
              </a:ext>
            </a:extLst>
          </p:cNvPr>
          <p:cNvSpPr>
            <a:spLocks xmlns:a="http://schemas.openxmlformats.org/drawingml/2006/main" noGrp="1"/>
          </p:cNvSpPr>
          <p:nvPr/>
        </p:nvSpPr>
        <p:spPr>
          <a:xfrm xmlns:a="http://schemas.openxmlformats.org/drawingml/2006/main">
            <a:off x="14097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1" name="legacy-node-E">
            <a:extLst xmlns:a="http://schemas.openxmlformats.org/drawingml/2006/main">
              <a:ext uri="{FF2B5EF4-FFF2-40B4-BE49-F238E27FC236}">
                <a16:creationId xmlns:a16="http://schemas.microsoft.com/office/drawing/2014/main" id="{691EDDF6-1C61-4A74-A41F-7FF3CE751D9D}"/>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32" name="legacy-title-E">
            <a:extLst xmlns:a="http://schemas.openxmlformats.org/drawingml/2006/main">
              <a:ext uri="{FF2B5EF4-FFF2-40B4-BE49-F238E27FC236}">
                <a16:creationId xmlns:a16="http://schemas.microsoft.com/office/drawing/2014/main" id="{58B2EF81-1D78-4191-A8C8-FC65616E0E08}"/>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SimStateManager / SimFileManager</a:t>
            </a:r>
          </a:p>
        </p:txBody>
      </p:sp>
      <p:sp>
        <p:nvSpPr>
          <p:cNvPr id="33" name="legacy-line-E-0">
            <a:extLst xmlns:a="http://schemas.openxmlformats.org/drawingml/2006/main">
              <a:ext uri="{FF2B5EF4-FFF2-40B4-BE49-F238E27FC236}">
                <a16:creationId xmlns:a16="http://schemas.microsoft.com/office/drawing/2014/main" id="{99C48613-9041-4318-95AE-E9BF8B5D0757}"/>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READY / ICC_REFRESH 等事件驱动生产文件加载</a:t>
            </a:r>
          </a:p>
        </p:txBody>
      </p:sp>
      <p:sp>
        <p:nvSpPr>
          <p:cNvPr id="34" name="legacy-node-K">
            <a:extLst xmlns:a="http://schemas.openxmlformats.org/drawingml/2006/main">
              <a:ext uri="{FF2B5EF4-FFF2-40B4-BE49-F238E27FC236}">
                <a16:creationId xmlns:a16="http://schemas.microsoft.com/office/drawing/2014/main" id="{BA6D8CA6-5736-443D-A16D-D08FCC7DF1B8}"/>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5" name="legacy-title-K">
            <a:extLst xmlns:a="http://schemas.openxmlformats.org/drawingml/2006/main">
              <a:ext uri="{FF2B5EF4-FFF2-40B4-BE49-F238E27FC236}">
                <a16:creationId xmlns:a16="http://schemas.microsoft.com/office/drawing/2014/main" id="{80BFE709-EED9-4D6F-8531-16E94AB10C16}"/>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SimFile / IccFile</a:t>
            </a:r>
          </a:p>
        </p:txBody>
      </p:sp>
      <p:sp>
        <p:nvSpPr>
          <p:cNvPr id="36" name="legacy-alias-K">
            <a:extLst xmlns:a="http://schemas.openxmlformats.org/drawingml/2006/main">
              <a:ext uri="{FF2B5EF4-FFF2-40B4-BE49-F238E27FC236}">
                <a16:creationId xmlns:a16="http://schemas.microsoft.com/office/drawing/2014/main" id="{D0C68725-5CAB-42CC-8307-1E8F43710EBA}"/>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按卡型处理文件与加载状态</a:t>
            </a:r>
          </a:p>
        </p:txBody>
      </p:sp>
      <p:sp>
        <p:nvSpPr>
          <p:cNvPr id="37" name="legacy-line-K-0">
            <a:extLst xmlns:a="http://schemas.openxmlformats.org/drawingml/2006/main">
              <a:ext uri="{FF2B5EF4-FFF2-40B4-BE49-F238E27FC236}">
                <a16:creationId xmlns:a16="http://schemas.microsoft.com/office/drawing/2014/main" id="{36B5963A-55AB-40FC-B82D-385C4FE25C67}"/>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LoadSimFiles / Refresh 选择</a:t>
            </a:r>
          </a:p>
        </p:txBody>
      </p:sp>
      <p:sp>
        <p:nvSpPr>
          <p:cNvPr id="38" name="legacy-line-bg-K-1">
            <a:extLst xmlns:a="http://schemas.openxmlformats.org/drawingml/2006/main">
              <a:ext uri="{FF2B5EF4-FFF2-40B4-BE49-F238E27FC236}">
                <a16:creationId xmlns:a16="http://schemas.microsoft.com/office/drawing/2014/main" id="{9989B125-1636-4C5E-918A-C97C3D49F3B5}"/>
              </a:ext>
            </a:extLst>
          </p:cNvPr>
          <p:cNvSpPr>
            <a:spLocks xmlns:a="http://schemas.openxmlformats.org/drawingml/2006/main" noGrp="1"/>
          </p:cNvSpPr>
          <p:nvPr/>
        </p:nvSpPr>
        <p:spPr>
          <a:xfrm xmlns:a="http://schemas.openxmlformats.org/drawingml/2006/main">
            <a:off x="561975" y="4133850"/>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39" name="legacy-line-K-1">
            <a:extLst xmlns:a="http://schemas.openxmlformats.org/drawingml/2006/main">
              <a:ext uri="{FF2B5EF4-FFF2-40B4-BE49-F238E27FC236}">
                <a16:creationId xmlns:a16="http://schemas.microsoft.com/office/drawing/2014/main" id="{C2C8C4D7-1437-45A7-9719-F8040B5DD3E6}"/>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④ ProcessEvent → 解析字段</a:t>
            </a:r>
          </a:p>
        </p:txBody>
      </p:sp>
      <p:sp>
        <p:nvSpPr>
          <p:cNvPr id="40" name="legacy-line-K-2">
            <a:extLst xmlns:a="http://schemas.openxmlformats.org/drawingml/2006/main">
              <a:ext uri="{FF2B5EF4-FFF2-40B4-BE49-F238E27FC236}">
                <a16:creationId xmlns:a16="http://schemas.microsoft.com/office/drawing/2014/main" id="{BF2DA1D5-8479-4C96-A1AA-B2E570CFB9BA}"/>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ProcessFileLoaded 完成判定</a:t>
            </a:r>
          </a:p>
        </p:txBody>
      </p:sp>
      <p:sp>
        <p:nvSpPr>
          <p:cNvPr id="41" name="legacy-node-R">
            <a:extLst xmlns:a="http://schemas.openxmlformats.org/drawingml/2006/main">
              <a:ext uri="{FF2B5EF4-FFF2-40B4-BE49-F238E27FC236}">
                <a16:creationId xmlns:a16="http://schemas.microsoft.com/office/drawing/2014/main" id="{538648BC-B0BF-4660-910C-C91C891ADDE2}"/>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42" name="legacy-title-R">
            <a:extLst xmlns:a="http://schemas.openxmlformats.org/drawingml/2006/main">
              <a:ext uri="{FF2B5EF4-FFF2-40B4-BE49-F238E27FC236}">
                <a16:creationId xmlns:a16="http://schemas.microsoft.com/office/drawing/2014/main" id="{CEA43F04-EFA5-40C5-B5AD-EE48FFEB9DBB}"/>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IccFileController / TelRil</a:t>
            </a:r>
          </a:p>
        </p:txBody>
      </p:sp>
      <p:sp>
        <p:nvSpPr>
          <p:cNvPr id="43" name="legacy-alias-R">
            <a:extLst xmlns:a="http://schemas.openxmlformats.org/drawingml/2006/main">
              <a:ext uri="{FF2B5EF4-FFF2-40B4-BE49-F238E27FC236}">
                <a16:creationId xmlns:a16="http://schemas.microsoft.com/office/drawing/2014/main" id="{5ABEF760-1B32-4249-B2A3-AC4B490C55E7}"/>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EF 请求 / 异步回包</a:t>
            </a:r>
          </a:p>
        </p:txBody>
      </p:sp>
      <p:sp>
        <p:nvSpPr>
          <p:cNvPr id="44" name="legacy-line-R-0">
            <a:extLst xmlns:a="http://schemas.openxmlformats.org/drawingml/2006/main">
              <a:ext uri="{FF2B5EF4-FFF2-40B4-BE49-F238E27FC236}">
                <a16:creationId xmlns:a16="http://schemas.microsoft.com/office/drawing/2014/main" id="{6C940B17-EC0A-4643-8DB9-2784FA9E66D8}"/>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复用 EF / APDU 生产协议</a:t>
            </a:r>
          </a:p>
        </p:txBody>
      </p:sp>
      <p:sp>
        <p:nvSpPr>
          <p:cNvPr id="45" name="legacy-line-bg-R-1">
            <a:extLst xmlns:a="http://schemas.openxmlformats.org/drawingml/2006/main">
              <a:ext uri="{FF2B5EF4-FFF2-40B4-BE49-F238E27FC236}">
                <a16:creationId xmlns:a16="http://schemas.microsoft.com/office/drawing/2014/main" id="{83CF4A7E-3855-4C36-A8C8-A87C8FA8F4B3}"/>
              </a:ext>
            </a:extLst>
          </p:cNvPr>
          <p:cNvSpPr>
            <a:spLocks xmlns:a="http://schemas.openxmlformats.org/drawingml/2006/main" noGrp="1"/>
          </p:cNvSpPr>
          <p:nvPr/>
        </p:nvSpPr>
        <p:spPr>
          <a:xfrm xmlns:a="http://schemas.openxmlformats.org/drawingml/2006/main">
            <a:off x="3419475" y="4133850"/>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6" name="legacy-line-R-1">
            <a:extLst xmlns:a="http://schemas.openxmlformats.org/drawingml/2006/main">
              <a:ext uri="{FF2B5EF4-FFF2-40B4-BE49-F238E27FC236}">
                <a16:creationId xmlns:a16="http://schemas.microsoft.com/office/drawing/2014/main" id="{CDEAB3B7-EFF2-4572-B367-83FF0B4F87D1}"/>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④ 按原事件回到文件对象</a:t>
            </a:r>
          </a:p>
        </p:txBody>
      </p:sp>
      <p:sp>
        <p:nvSpPr>
          <p:cNvPr id="47" name="legacy-line-R-2">
            <a:extLst xmlns:a="http://schemas.openxmlformats.org/drawingml/2006/main">
              <a:ext uri="{FF2B5EF4-FFF2-40B4-BE49-F238E27FC236}">
                <a16:creationId xmlns:a16="http://schemas.microsoft.com/office/drawing/2014/main" id="{EC352E8E-36EC-43F1-B2B7-5CD6484C935F}"/>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已有保护需逐分支核实</a:t>
            </a:r>
          </a:p>
        </p:txBody>
      </p:sp>
      <p:sp>
        <p:nvSpPr>
          <p:cNvPr id="48" name="legacy-node-D">
            <a:extLst xmlns:a="http://schemas.openxmlformats.org/drawingml/2006/main">
              <a:ext uri="{FF2B5EF4-FFF2-40B4-BE49-F238E27FC236}">
                <a16:creationId xmlns:a16="http://schemas.microsoft.com/office/drawing/2014/main" id="{2F6E5F26-CAD5-4F64-953B-C5A03B5FB388}"/>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49" name="legacy-title-D">
            <a:extLst xmlns:a="http://schemas.openxmlformats.org/drawingml/2006/main">
              <a:ext uri="{FF2B5EF4-FFF2-40B4-BE49-F238E27FC236}">
                <a16:creationId xmlns:a16="http://schemas.microsoft.com/office/drawing/2014/main" id="{4DF2DA2D-C9EA-455C-B7BC-5116F88C217F}"/>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Records / 本地缓存</a:t>
            </a:r>
          </a:p>
        </p:txBody>
      </p:sp>
      <p:sp>
        <p:nvSpPr>
          <p:cNvPr id="50" name="legacy-line-bg-D-0">
            <a:extLst xmlns:a="http://schemas.openxmlformats.org/drawingml/2006/main">
              <a:ext uri="{FF2B5EF4-FFF2-40B4-BE49-F238E27FC236}">
                <a16:creationId xmlns:a16="http://schemas.microsoft.com/office/drawing/2014/main" id="{D88CF178-7F81-4054-B443-C65D44E1B7C8}"/>
              </a:ext>
            </a:extLst>
          </p:cNvPr>
          <p:cNvSpPr>
            <a:spLocks xmlns:a="http://schemas.openxmlformats.org/drawingml/2006/main" noGrp="1"/>
          </p:cNvSpPr>
          <p:nvPr/>
        </p:nvSpPr>
        <p:spPr>
          <a:xfrm xmlns:a="http://schemas.openxmlformats.org/drawingml/2006/main">
            <a:off x="561975" y="5381625"/>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51" name="legacy-line-D-0">
            <a:extLst xmlns:a="http://schemas.openxmlformats.org/drawingml/2006/main">
              <a:ext uri="{FF2B5EF4-FFF2-40B4-BE49-F238E27FC236}">
                <a16:creationId xmlns:a16="http://schemas.microsoft.com/office/drawing/2014/main" id="{4C00874E-4448-4CCE-B5B0-8D96D10ED13B}"/>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1">
                <a:solidFill>
                  <a:srgbClr val="17263A"/>
                </a:solidFill>
                <a:latin typeface="Microsoft YaHei"/>
                <a:ea typeface="Microsoft YaHei"/>
                <a:cs typeface="Microsoft YaHei"/>
              </a:defRPr>
            </a:defPPr>
            <a:lvl1pPr algn="l">
              <a:defRPr sz="1238" b="1">
                <a:solidFill>
                  <a:srgbClr val="17263A"/>
                </a:solidFill>
                <a:latin typeface="Microsoft YaHei"/>
                <a:ea typeface="Microsoft YaHei"/>
                <a:cs typeface="Microsoft YaHei"/>
              </a:defRPr>
            </a:lvl1pPr>
            <a:lvl2pPr algn="l">
              <a:defRPr sz="1238" b="1">
                <a:solidFill>
                  <a:srgbClr val="17263A"/>
                </a:solidFill>
                <a:latin typeface="Microsoft YaHei"/>
                <a:ea typeface="Microsoft YaHei"/>
                <a:cs typeface="Microsoft YaHei"/>
              </a:defRPr>
            </a:lvl2pPr>
            <a:lvl3pPr algn="l">
              <a:defRPr sz="1238" b="1">
                <a:solidFill>
                  <a:srgbClr val="17263A"/>
                </a:solidFill>
                <a:latin typeface="Microsoft YaHei"/>
                <a:ea typeface="Microsoft YaHei"/>
                <a:cs typeface="Microsoft YaHei"/>
              </a:defRPr>
            </a:lvl3pPr>
            <a:lvl4pPr algn="l">
              <a:defRPr sz="1238" b="1">
                <a:solidFill>
                  <a:srgbClr val="17263A"/>
                </a:solidFill>
                <a:latin typeface="Microsoft YaHei"/>
                <a:ea typeface="Microsoft YaHei"/>
                <a:cs typeface="Microsoft YaHei"/>
              </a:defRPr>
            </a:lvl4pPr>
            <a:lvl5pPr algn="l">
              <a:defRPr sz="1238" b="1">
                <a:solidFill>
                  <a:srgbClr val="17263A"/>
                </a:solidFill>
                <a:latin typeface="Microsoft YaHei"/>
                <a:ea typeface="Microsoft YaHei"/>
                <a:cs typeface="Microsoft YaHei"/>
              </a:defRPr>
            </a:lvl5pPr>
            <a:lvl6pPr algn="l">
              <a:defRPr sz="1238" b="1">
                <a:solidFill>
                  <a:srgbClr val="17263A"/>
                </a:solidFill>
                <a:latin typeface="Microsoft YaHei"/>
                <a:ea typeface="Microsoft YaHei"/>
                <a:cs typeface="Microsoft YaHei"/>
              </a:defRPr>
            </a:lvl6pPr>
            <a:lvl7pPr algn="l">
              <a:defRPr sz="1238" b="1">
                <a:solidFill>
                  <a:srgbClr val="17263A"/>
                </a:solidFill>
                <a:latin typeface="Microsoft YaHei"/>
                <a:ea typeface="Microsoft YaHei"/>
                <a:cs typeface="Microsoft YaHei"/>
              </a:defRPr>
            </a:lvl7pPr>
            <a:lvl8pPr algn="l">
              <a:defRPr sz="1238" b="1">
                <a:solidFill>
                  <a:srgbClr val="17263A"/>
                </a:solidFill>
                <a:latin typeface="Microsoft YaHei"/>
                <a:ea typeface="Microsoft YaHei"/>
                <a:cs typeface="Microsoft YaHei"/>
              </a:defRPr>
            </a:lvl8pPr>
            <a:lvl9pPr algn="l">
              <a:defRPr sz="1238" b="1">
                <a:solidFill>
                  <a:srgbClr val="17263A"/>
                </a:solidFill>
                <a:latin typeface="Microsoft YaHei"/>
                <a:ea typeface="Microsoft YaHei"/>
                <a:cs typeface="Microsoft YaHei"/>
              </a:defRPr>
            </a:lvl9pPr>
          </a:lstStyle>
          <a:p xmlns:a="http://schemas.openxmlformats.org/drawingml/2006/main">
            <a:pPr algn="l">
              <a:lnSpc>
                <a:spcPct val="102000"/>
              </a:lnSpc>
              <a:buNone/>
              <a:defRPr sz="1238" b="1">
                <a:solidFill>
                  <a:srgbClr val="17263A"/>
                </a:solidFill>
                <a:latin typeface="Microsoft YaHei"/>
                <a:ea typeface="Microsoft YaHei"/>
                <a:cs typeface="Microsoft YaHei"/>
              </a:defRPr>
            </a:pPr>
            <a:r>
              <a:rPr sz="1238" b="1">
                <a:solidFill>
                  <a:srgbClr val="17263A"/>
                </a:solidFill>
                <a:latin typeface="Microsoft YaHei"/>
                <a:ea typeface="Microsoft YaHei"/>
                <a:cs typeface="Microsoft YaHei"/>
              </a:rPr>
              <a:t>④ 字段；⑤ fileToGet_</a:t>
            </a:r>
          </a:p>
        </p:txBody>
      </p:sp>
      <p:sp>
        <p:nvSpPr>
          <p:cNvPr id="52" name="legacy-node-N">
            <a:extLst xmlns:a="http://schemas.openxmlformats.org/drawingml/2006/main">
              <a:ext uri="{FF2B5EF4-FFF2-40B4-BE49-F238E27FC236}">
                <a16:creationId xmlns:a16="http://schemas.microsoft.com/office/drawing/2014/main" id="{841A0165-A777-442E-8EE5-CCCD9A919D54}"/>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53" name="legacy-title-N">
            <a:extLst xmlns:a="http://schemas.openxmlformats.org/drawingml/2006/main">
              <a:ext uri="{FF2B5EF4-FFF2-40B4-BE49-F238E27FC236}">
                <a16:creationId xmlns:a16="http://schemas.microsoft.com/office/drawing/2014/main" id="{6C0336D7-F7F6-45F0-87A0-66C0E079E0F8}"/>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原加载完成出口</a:t>
            </a:r>
          </a:p>
        </p:txBody>
      </p:sp>
      <p:sp>
        <p:nvSpPr>
          <p:cNvPr id="54" name="legacy-line-N-0">
            <a:extLst xmlns:a="http://schemas.openxmlformats.org/drawingml/2006/main">
              <a:ext uri="{FF2B5EF4-FFF2-40B4-BE49-F238E27FC236}">
                <a16:creationId xmlns:a16="http://schemas.microsoft.com/office/drawing/2014/main" id="{0186AD20-0541-4DE8-81F5-D48816741EAE}"/>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RECORDS_LOADED</a:t>
            </a:r>
          </a:p>
        </p:txBody>
      </p:sp>
      <p:sp>
        <p:nvSpPr>
          <p:cNvPr id="55" name="legacy-line-N-1">
            <a:extLst xmlns:a="http://schemas.openxmlformats.org/drawingml/2006/main">
              <a:ext uri="{FF2B5EF4-FFF2-40B4-BE49-F238E27FC236}">
                <a16:creationId xmlns:a16="http://schemas.microsoft.com/office/drawing/2014/main" id="{5BA4FD04-7FC9-4B6C-8702-5A89A1738298}"/>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Registry / CES / Hook</a:t>
            </a:r>
          </a:p>
        </p:txBody>
      </p:sp>
      <p:sp>
        <p:nvSpPr>
          <p:cNvPr id="56" name="legacy-flow-note">
            <a:extLst xmlns:a="http://schemas.openxmlformats.org/drawingml/2006/main">
              <a:ext uri="{FF2B5EF4-FFF2-40B4-BE49-F238E27FC236}">
                <a16:creationId xmlns:a16="http://schemas.microsoft.com/office/drawing/2014/main" id="{F3357E10-3A70-4A7E-BB12-529D6644CC95}"/>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READY / Refresh → EF / Records → LOADED；省略透传函数及中间调用栈</a:t>
            </a:r>
          </a:p>
        </p:txBody>
      </p:sp>
      <p:sp>
        <p:nvSpPr>
          <p:cNvPr id="57" name="application-label">
            <a:extLst xmlns:a="http://schemas.openxmlformats.org/drawingml/2006/main">
              <a:ext uri="{FF2B5EF4-FFF2-40B4-BE49-F238E27FC236}">
                <a16:creationId xmlns:a16="http://schemas.microsoft.com/office/drawing/2014/main" id="{6756F751-3BEE-4E01-B6F3-C174E3D7B89C}"/>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8" name="domain-label">
            <a:extLst xmlns:a="http://schemas.openxmlformats.org/drawingml/2006/main">
              <a:ext uri="{FF2B5EF4-FFF2-40B4-BE49-F238E27FC236}">
                <a16:creationId xmlns:a16="http://schemas.microsoft.com/office/drawing/2014/main" id="{D527FF9E-4E2C-4230-87C0-F0B96702404D}"/>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59" name="target-node-C">
            <a:extLst xmlns:a="http://schemas.openxmlformats.org/drawingml/2006/main">
              <a:ext uri="{FF2B5EF4-FFF2-40B4-BE49-F238E27FC236}">
                <a16:creationId xmlns:a16="http://schemas.microsoft.com/office/drawing/2014/main" id="{4E2FAB4F-814F-4F6A-9AB8-707B3C03E588}"/>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DD8E6"/>
            </a:solidFill>
            <a:prstDash val="solid"/>
          </a:ln>
        </p:spPr>
      </p:sp>
      <p:sp>
        <p:nvSpPr>
          <p:cNvPr id="60" name="target-title-C">
            <a:extLst xmlns:a="http://schemas.openxmlformats.org/drawingml/2006/main">
              <a:ext uri="{FF2B5EF4-FFF2-40B4-BE49-F238E27FC236}">
                <a16:creationId xmlns:a16="http://schemas.microsoft.com/office/drawing/2014/main" id="{66E4EBFF-CC00-4DD2-8323-FE70E77FE4BD}"/>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78599"/>
                </a:solidFill>
                <a:latin typeface="Microsoft YaHei"/>
                <a:ea typeface="Microsoft YaHei"/>
                <a:cs typeface="Microsoft YaHei"/>
              </a:defRPr>
            </a:defPPr>
            <a:lvl1pPr algn="l">
              <a:defRPr sz="1575" b="1">
                <a:solidFill>
                  <a:srgbClr val="778599"/>
                </a:solidFill>
                <a:latin typeface="Microsoft YaHei"/>
                <a:ea typeface="Microsoft YaHei"/>
                <a:cs typeface="Microsoft YaHei"/>
              </a:defRPr>
            </a:lvl1pPr>
            <a:lvl2pPr algn="l">
              <a:defRPr sz="1575" b="1">
                <a:solidFill>
                  <a:srgbClr val="778599"/>
                </a:solidFill>
                <a:latin typeface="Microsoft YaHei"/>
                <a:ea typeface="Microsoft YaHei"/>
                <a:cs typeface="Microsoft YaHei"/>
              </a:defRPr>
            </a:lvl2pPr>
            <a:lvl3pPr algn="l">
              <a:defRPr sz="1575" b="1">
                <a:solidFill>
                  <a:srgbClr val="778599"/>
                </a:solidFill>
                <a:latin typeface="Microsoft YaHei"/>
                <a:ea typeface="Microsoft YaHei"/>
                <a:cs typeface="Microsoft YaHei"/>
              </a:defRPr>
            </a:lvl3pPr>
            <a:lvl4pPr algn="l">
              <a:defRPr sz="1575" b="1">
                <a:solidFill>
                  <a:srgbClr val="778599"/>
                </a:solidFill>
                <a:latin typeface="Microsoft YaHei"/>
                <a:ea typeface="Microsoft YaHei"/>
                <a:cs typeface="Microsoft YaHei"/>
              </a:defRPr>
            </a:lvl4pPr>
            <a:lvl5pPr algn="l">
              <a:defRPr sz="1575" b="1">
                <a:solidFill>
                  <a:srgbClr val="778599"/>
                </a:solidFill>
                <a:latin typeface="Microsoft YaHei"/>
                <a:ea typeface="Microsoft YaHei"/>
                <a:cs typeface="Microsoft YaHei"/>
              </a:defRPr>
            </a:lvl5pPr>
            <a:lvl6pPr algn="l">
              <a:defRPr sz="1575" b="1">
                <a:solidFill>
                  <a:srgbClr val="778599"/>
                </a:solidFill>
                <a:latin typeface="Microsoft YaHei"/>
                <a:ea typeface="Microsoft YaHei"/>
                <a:cs typeface="Microsoft YaHei"/>
              </a:defRPr>
            </a:lvl6pPr>
            <a:lvl7pPr algn="l">
              <a:defRPr sz="1575" b="1">
                <a:solidFill>
                  <a:srgbClr val="778599"/>
                </a:solidFill>
                <a:latin typeface="Microsoft YaHei"/>
                <a:ea typeface="Microsoft YaHei"/>
                <a:cs typeface="Microsoft YaHei"/>
              </a:defRPr>
            </a:lvl7pPr>
            <a:lvl8pPr algn="l">
              <a:defRPr sz="1575" b="1">
                <a:solidFill>
                  <a:srgbClr val="778599"/>
                </a:solidFill>
                <a:latin typeface="Microsoft YaHei"/>
                <a:ea typeface="Microsoft YaHei"/>
                <a:cs typeface="Microsoft YaHei"/>
              </a:defRPr>
            </a:lvl8pPr>
            <a:lvl9pPr algn="l">
              <a:defRPr sz="1575" b="1">
                <a:solidFill>
                  <a:srgbClr val="778599"/>
                </a:solidFill>
                <a:latin typeface="Microsoft YaHei"/>
                <a:ea typeface="Microsoft YaHei"/>
                <a:cs typeface="Microsoft YaHei"/>
              </a:defRPr>
            </a:lvl9pPr>
          </a:lstStyle>
          <a:p xmlns:a="http://schemas.openxmlformats.org/drawingml/2006/main">
            <a:pPr algn="l">
              <a:lnSpc>
                <a:spcPct val="102000"/>
              </a:lnSpc>
              <a:buNone/>
              <a:defRPr sz="1575" b="1">
                <a:solidFill>
                  <a:srgbClr val="778599"/>
                </a:solidFill>
                <a:latin typeface="Microsoft YaHei"/>
                <a:ea typeface="Microsoft YaHei"/>
                <a:cs typeface="Microsoft YaHei"/>
              </a:defRPr>
            </a:pPr>
            <a:r>
              <a:rPr sz="1575" b="1">
                <a:solidFill>
                  <a:srgbClr val="778599"/>
                </a:solidFill>
                <a:latin typeface="Microsoft YaHei"/>
                <a:ea typeface="Microsoft YaHei"/>
                <a:cs typeface="Microsoft YaHei"/>
              </a:rPr>
              <a:t>C 旧接口兼容</a:t>
            </a:r>
          </a:p>
        </p:txBody>
      </p:sp>
      <p:sp>
        <p:nvSpPr>
          <p:cNvPr id="61" name="target-alias-C">
            <a:extLst xmlns:a="http://schemas.openxmlformats.org/drawingml/2006/main">
              <a:ext uri="{FF2B5EF4-FFF2-40B4-BE49-F238E27FC236}">
                <a16:creationId xmlns:a16="http://schemas.microsoft.com/office/drawing/2014/main" id="{4D943581-A74E-4A75-B026-1F6FB1B32389}"/>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旧签名 / 权限 / 错误 / 返回与回调</a:t>
            </a:r>
          </a:p>
        </p:txBody>
      </p:sp>
      <p:sp>
        <p:nvSpPr>
          <p:cNvPr id="62" name="target-func-C">
            <a:extLst xmlns:a="http://schemas.openxmlformats.org/drawingml/2006/main">
              <a:ext uri="{FF2B5EF4-FFF2-40B4-BE49-F238E27FC236}">
                <a16:creationId xmlns:a16="http://schemas.microsoft.com/office/drawing/2014/main" id="{EF08E16D-5019-4723-8AB7-480AD2804921}"/>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只保持原加载通知 / 查询出口</a:t>
            </a:r>
          </a:p>
        </p:txBody>
      </p:sp>
      <p:sp>
        <p:nvSpPr>
          <p:cNvPr id="63" name="target-node-O">
            <a:extLst xmlns:a="http://schemas.openxmlformats.org/drawingml/2006/main">
              <a:ext uri="{FF2B5EF4-FFF2-40B4-BE49-F238E27FC236}">
                <a16:creationId xmlns:a16="http://schemas.microsoft.com/office/drawing/2014/main" id="{AA90B215-3330-46E7-91AD-73B8A9889294}"/>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64" name="target-title-O">
            <a:extLst xmlns:a="http://schemas.openxmlformats.org/drawingml/2006/main">
              <a:ext uri="{FF2B5EF4-FFF2-40B4-BE49-F238E27FC236}">
                <a16:creationId xmlns:a16="http://schemas.microsoft.com/office/drawing/2014/main" id="{E8C99AED-CF9F-448F-B034-F36F2A954D30}"/>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O 本地操作</a:t>
            </a:r>
          </a:p>
        </p:txBody>
      </p:sp>
      <p:sp>
        <p:nvSpPr>
          <p:cNvPr id="65" name="target-alias-O">
            <a:extLst xmlns:a="http://schemas.openxmlformats.org/drawingml/2006/main">
              <a:ext uri="{FF2B5EF4-FFF2-40B4-BE49-F238E27FC236}">
                <a16:creationId xmlns:a16="http://schemas.microsoft.com/office/drawing/2014/main" id="{D706D7A8-83BE-43F5-B652-76D3B54CCC20}"/>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778599"/>
                </a:solidFill>
                <a:latin typeface="Microsoft YaHei"/>
                <a:ea typeface="Microsoft YaHei"/>
                <a:cs typeface="Microsoft YaHei"/>
              </a:defRPr>
            </a:defPPr>
            <a:lvl1pPr algn="l">
              <a:defRPr sz="1075" b="0">
                <a:solidFill>
                  <a:srgbClr val="778599"/>
                </a:solidFill>
                <a:latin typeface="Microsoft YaHei"/>
                <a:ea typeface="Microsoft YaHei"/>
                <a:cs typeface="Microsoft YaHei"/>
              </a:defRPr>
            </a:lvl1pPr>
            <a:lvl2pPr algn="l">
              <a:defRPr sz="1075" b="0">
                <a:solidFill>
                  <a:srgbClr val="778599"/>
                </a:solidFill>
                <a:latin typeface="Microsoft YaHei"/>
                <a:ea typeface="Microsoft YaHei"/>
                <a:cs typeface="Microsoft YaHei"/>
              </a:defRPr>
            </a:lvl2pPr>
            <a:lvl3pPr algn="l">
              <a:defRPr sz="1075" b="0">
                <a:solidFill>
                  <a:srgbClr val="778599"/>
                </a:solidFill>
                <a:latin typeface="Microsoft YaHei"/>
                <a:ea typeface="Microsoft YaHei"/>
                <a:cs typeface="Microsoft YaHei"/>
              </a:defRPr>
            </a:lvl3pPr>
            <a:lvl4pPr algn="l">
              <a:defRPr sz="1075" b="0">
                <a:solidFill>
                  <a:srgbClr val="778599"/>
                </a:solidFill>
                <a:latin typeface="Microsoft YaHei"/>
                <a:ea typeface="Microsoft YaHei"/>
                <a:cs typeface="Microsoft YaHei"/>
              </a:defRPr>
            </a:lvl4pPr>
            <a:lvl5pPr algn="l">
              <a:defRPr sz="1075" b="0">
                <a:solidFill>
                  <a:srgbClr val="778599"/>
                </a:solidFill>
                <a:latin typeface="Microsoft YaHei"/>
                <a:ea typeface="Microsoft YaHei"/>
                <a:cs typeface="Microsoft YaHei"/>
              </a:defRPr>
            </a:lvl5pPr>
            <a:lvl6pPr algn="l">
              <a:defRPr sz="1075" b="0">
                <a:solidFill>
                  <a:srgbClr val="778599"/>
                </a:solidFill>
                <a:latin typeface="Microsoft YaHei"/>
                <a:ea typeface="Microsoft YaHei"/>
                <a:cs typeface="Microsoft YaHei"/>
              </a:defRPr>
            </a:lvl6pPr>
            <a:lvl7pPr algn="l">
              <a:defRPr sz="1075" b="0">
                <a:solidFill>
                  <a:srgbClr val="778599"/>
                </a:solidFill>
                <a:latin typeface="Microsoft YaHei"/>
                <a:ea typeface="Microsoft YaHei"/>
                <a:cs typeface="Microsoft YaHei"/>
              </a:defRPr>
            </a:lvl7pPr>
            <a:lvl8pPr algn="l">
              <a:defRPr sz="1075" b="0">
                <a:solidFill>
                  <a:srgbClr val="778599"/>
                </a:solidFill>
                <a:latin typeface="Microsoft YaHei"/>
                <a:ea typeface="Microsoft YaHei"/>
                <a:cs typeface="Microsoft YaHei"/>
              </a:defRPr>
            </a:lvl8pPr>
            <a:lvl9pPr algn="l">
              <a:defRPr sz="1075" b="0">
                <a:solidFill>
                  <a:srgbClr val="778599"/>
                </a:solidFill>
                <a:latin typeface="Microsoft YaHei"/>
                <a:ea typeface="Microsoft YaHei"/>
                <a:cs typeface="Microsoft YaHei"/>
              </a:defRPr>
            </a:lvl9pPr>
          </a:lstStyle>
          <a:p xmlns:a="http://schemas.openxmlformats.org/drawingml/2006/main">
            <a:pPr algn="l">
              <a:lnSpc>
                <a:spcPct val="102000"/>
              </a:lnSpc>
              <a:buNone/>
              <a:defRPr sz="1075" b="0">
                <a:solidFill>
                  <a:srgbClr val="778599"/>
                </a:solidFill>
                <a:latin typeface="Microsoft YaHei"/>
                <a:ea typeface="Microsoft YaHei"/>
                <a:cs typeface="Microsoft YaHei"/>
              </a:defRPr>
            </a:pPr>
            <a:r>
              <a:rPr sz="1075" b="0">
                <a:solidFill>
                  <a:srgbClr val="778599"/>
                </a:solidFill>
                <a:latin typeface="Microsoft YaHei"/>
                <a:ea typeface="Microsoft YaHei"/>
                <a:cs typeface="Microsoft YaHei"/>
              </a:rPr>
              <a:t>OperationCoordinator</a:t>
            </a:r>
          </a:p>
        </p:txBody>
      </p:sp>
      <p:sp>
        <p:nvSpPr>
          <p:cNvPr id="66" name="target-func-O">
            <a:extLst xmlns:a="http://schemas.openxmlformats.org/drawingml/2006/main">
              <a:ext uri="{FF2B5EF4-FFF2-40B4-BE49-F238E27FC236}">
                <a16:creationId xmlns:a16="http://schemas.microsoft.com/office/drawing/2014/main" id="{F6CFC27E-2714-4A91-9034-3B613B8B1967}"/>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简单加载不强制参与</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R 内先准入再提交</a:t>
            </a:r>
          </a:p>
        </p:txBody>
      </p:sp>
      <p:sp>
        <p:nvSpPr>
          <p:cNvPr id="67" name="target-node-T">
            <a:extLst xmlns:a="http://schemas.openxmlformats.org/drawingml/2006/main">
              <a:ext uri="{FF2B5EF4-FFF2-40B4-BE49-F238E27FC236}">
                <a16:creationId xmlns:a16="http://schemas.microsoft.com/office/drawing/2014/main" id="{6AACACCA-A795-4ADB-8D94-025978BE9614}"/>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68" name="target-title-T">
            <a:extLst xmlns:a="http://schemas.openxmlformats.org/drawingml/2006/main">
              <a:ext uri="{FF2B5EF4-FFF2-40B4-BE49-F238E27FC236}">
                <a16:creationId xmlns:a16="http://schemas.microsoft.com/office/drawing/2014/main" id="{E394F0EE-5C0D-4D3A-8BD4-87FBBBD477CB}"/>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T 账户与绑定</a:t>
            </a:r>
          </a:p>
        </p:txBody>
      </p:sp>
      <p:sp>
        <p:nvSpPr>
          <p:cNvPr id="69" name="target-alias-T">
            <a:extLst xmlns:a="http://schemas.openxmlformats.org/drawingml/2006/main">
              <a:ext uri="{FF2B5EF4-FFF2-40B4-BE49-F238E27FC236}">
                <a16:creationId xmlns:a16="http://schemas.microsoft.com/office/drawing/2014/main" id="{C8BB5D7A-4518-4062-8F86-513A2D570BB4}"/>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TopologyService</a:t>
            </a:r>
          </a:p>
        </p:txBody>
      </p:sp>
      <p:sp>
        <p:nvSpPr>
          <p:cNvPr id="70" name="target-func-T">
            <a:extLst xmlns:a="http://schemas.openxmlformats.org/drawingml/2006/main">
              <a:ext uri="{FF2B5EF4-FFF2-40B4-BE49-F238E27FC236}">
                <a16:creationId xmlns:a16="http://schemas.microsoft.com/office/drawing/2014/main" id="{E945333D-D00D-4FFA-B6A2-BBB54190B81E}"/>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订阅 / 当前绑定</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账户资料与兼容投影</a:t>
            </a:r>
          </a:p>
        </p:txBody>
      </p:sp>
      <p:sp>
        <p:nvSpPr>
          <p:cNvPr id="71" name="target-node-A">
            <a:extLst xmlns:a="http://schemas.openxmlformats.org/drawingml/2006/main">
              <a:ext uri="{FF2B5EF4-FFF2-40B4-BE49-F238E27FC236}">
                <a16:creationId xmlns:a16="http://schemas.microsoft.com/office/drawing/2014/main" id="{1998041C-5B78-4842-90CE-46106209D3D8}"/>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2" name="target-title-A">
            <a:extLst xmlns:a="http://schemas.openxmlformats.org/drawingml/2006/main">
              <a:ext uri="{FF2B5EF4-FFF2-40B4-BE49-F238E27FC236}">
                <a16:creationId xmlns:a16="http://schemas.microsoft.com/office/drawing/2014/main" id="{FE924B05-EB45-4491-B7FF-12852487870B}"/>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73" name="target-alias-A">
            <a:extLst xmlns:a="http://schemas.openxmlformats.org/drawingml/2006/main">
              <a:ext uri="{FF2B5EF4-FFF2-40B4-BE49-F238E27FC236}">
                <a16:creationId xmlns:a16="http://schemas.microsoft.com/office/drawing/2014/main" id="{9F371FD9-611E-4825-B1F1-62F03B394704}"/>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74" name="target-func-A">
            <a:extLst xmlns:a="http://schemas.openxmlformats.org/drawingml/2006/main">
              <a:ext uri="{FF2B5EF4-FFF2-40B4-BE49-F238E27FC236}">
                <a16:creationId xmlns:a16="http://schemas.microsoft.com/office/drawing/2014/main" id="{8F09D9AE-D6F4-4F96-BA9E-30B02D77B8A7}"/>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本流程不参与</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无全局设备大锁</a:t>
            </a:r>
          </a:p>
        </p:txBody>
      </p:sp>
      <p:sp>
        <p:nvSpPr>
          <p:cNvPr id="75" name="target-node-DO">
            <a:extLst xmlns:a="http://schemas.openxmlformats.org/drawingml/2006/main">
              <a:ext uri="{FF2B5EF4-FFF2-40B4-BE49-F238E27FC236}">
                <a16:creationId xmlns:a16="http://schemas.microsoft.com/office/drawing/2014/main" id="{D858EEAB-AFB6-4949-A376-7FEE92F33AD5}"/>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6" name="target-title-DO">
            <a:extLst xmlns:a="http://schemas.openxmlformats.org/drawingml/2006/main">
              <a:ext uri="{FF2B5EF4-FFF2-40B4-BE49-F238E27FC236}">
                <a16:creationId xmlns:a16="http://schemas.microsoft.com/office/drawing/2014/main" id="{7C9DC30B-721F-48F4-83DB-A207B3B8E5D6}"/>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OperationContext</a:t>
            </a:r>
          </a:p>
        </p:txBody>
      </p:sp>
      <p:sp>
        <p:nvSpPr>
          <p:cNvPr id="77" name="target-func-DO">
            <a:extLst xmlns:a="http://schemas.openxmlformats.org/drawingml/2006/main">
              <a:ext uri="{FF2B5EF4-FFF2-40B4-BE49-F238E27FC236}">
                <a16:creationId xmlns:a16="http://schemas.microsoft.com/office/drawing/2014/main" id="{85DC0B42-ABFD-48DE-94FB-0F7AA1EE253D}"/>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纯操作状态 / 值对象</a:t>
            </a:r>
          </a:p>
        </p:txBody>
      </p:sp>
      <p:sp>
        <p:nvSpPr>
          <p:cNvPr id="78" name="target-node-DT">
            <a:extLst xmlns:a="http://schemas.openxmlformats.org/drawingml/2006/main">
              <a:ext uri="{FF2B5EF4-FFF2-40B4-BE49-F238E27FC236}">
                <a16:creationId xmlns:a16="http://schemas.microsoft.com/office/drawing/2014/main" id="{3D1DF608-5987-4C3B-8558-5B2B07DBED88}"/>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79" name="target-title-DT">
            <a:extLst xmlns:a="http://schemas.openxmlformats.org/drawingml/2006/main">
              <a:ext uri="{FF2B5EF4-FFF2-40B4-BE49-F238E27FC236}">
                <a16:creationId xmlns:a16="http://schemas.microsoft.com/office/drawing/2014/main" id="{3C4DD604-3E44-457F-B16B-DD212652AF61}"/>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TopologyAggregate</a:t>
            </a:r>
          </a:p>
        </p:txBody>
      </p:sp>
      <p:sp>
        <p:nvSpPr>
          <p:cNvPr id="80" name="target-func-DT">
            <a:extLst xmlns:a="http://schemas.openxmlformats.org/drawingml/2006/main">
              <a:ext uri="{FF2B5EF4-FFF2-40B4-BE49-F238E27FC236}">
                <a16:creationId xmlns:a16="http://schemas.microsoft.com/office/drawing/2014/main" id="{31556B5A-5B65-45E9-89E7-D36ECC7369BB}"/>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纯账户 / 绑定规则</a:t>
            </a:r>
          </a:p>
        </p:txBody>
      </p:sp>
      <p:sp>
        <p:nvSpPr>
          <p:cNvPr id="81" name="target-node-DA">
            <a:extLst xmlns:a="http://schemas.openxmlformats.org/drawingml/2006/main">
              <a:ext uri="{FF2B5EF4-FFF2-40B4-BE49-F238E27FC236}">
                <a16:creationId xmlns:a16="http://schemas.microsoft.com/office/drawing/2014/main" id="{3609AE7F-B141-4599-866A-75ED47C33CE9}"/>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2" name="target-title-DA">
            <a:extLst xmlns:a="http://schemas.openxmlformats.org/drawingml/2006/main">
              <a:ext uri="{FF2B5EF4-FFF2-40B4-BE49-F238E27FC236}">
                <a16:creationId xmlns:a16="http://schemas.microsoft.com/office/drawing/2014/main" id="{7D5546B8-861F-4095-B491-2BD0CACCED43}"/>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83" name="target-func-DA">
            <a:extLst xmlns:a="http://schemas.openxmlformats.org/drawingml/2006/main">
              <a:ext uri="{FF2B5EF4-FFF2-40B4-BE49-F238E27FC236}">
                <a16:creationId xmlns:a16="http://schemas.microsoft.com/office/drawing/2014/main" id="{7E2E08AD-3C68-48B2-84D3-FA1C5376AE5B}"/>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84" name="target-node-R">
            <a:extLst xmlns:a="http://schemas.openxmlformats.org/drawingml/2006/main">
              <a:ext uri="{FF2B5EF4-FFF2-40B4-BE49-F238E27FC236}">
                <a16:creationId xmlns:a16="http://schemas.microsoft.com/office/drawing/2014/main" id="{8FEB420A-C7C3-468E-B33E-25268B274200}"/>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85" name="target-title-R">
            <a:extLst xmlns:a="http://schemas.openxmlformats.org/drawingml/2006/main">
              <a:ext uri="{FF2B5EF4-FFF2-40B4-BE49-F238E27FC236}">
                <a16:creationId xmlns:a16="http://schemas.microsoft.com/office/drawing/2014/main" id="{F54F2E06-9699-4202-ABE3-C69558BFB94D}"/>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86" name="target-func-R">
            <a:extLst xmlns:a="http://schemas.openxmlformats.org/drawingml/2006/main">
              <a:ext uri="{FF2B5EF4-FFF2-40B4-BE49-F238E27FC236}">
                <a16:creationId xmlns:a16="http://schemas.microsoft.com/office/drawing/2014/main" id="{F55E0BB0-12FA-45E2-99B4-E417FB0EBD51}"/>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原 Session / scope / 成员资格</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同域先准入，再改字段 / 计数</a:t>
            </a:r>
          </a:p>
        </p:txBody>
      </p:sp>
      <p:sp>
        <p:nvSpPr>
          <p:cNvPr id="87" name="target-node-I">
            <a:extLst xmlns:a="http://schemas.openxmlformats.org/drawingml/2006/main">
              <a:ext uri="{FF2B5EF4-FFF2-40B4-BE49-F238E27FC236}">
                <a16:creationId xmlns:a16="http://schemas.microsoft.com/office/drawing/2014/main" id="{4C84E288-F597-4514-BBCA-548CE82DC02E}"/>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88" name="target-title-I">
            <a:extLst xmlns:a="http://schemas.openxmlformats.org/drawingml/2006/main">
              <a:ext uri="{FF2B5EF4-FFF2-40B4-BE49-F238E27FC236}">
                <a16:creationId xmlns:a16="http://schemas.microsoft.com/office/drawing/2014/main" id="{84EB8605-D17A-4F19-9D7C-79DA71D75FBC}"/>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89" name="target-func-I">
            <a:extLst xmlns:a="http://schemas.openxmlformats.org/drawingml/2006/main">
              <a:ext uri="{FF2B5EF4-FFF2-40B4-BE49-F238E27FC236}">
                <a16:creationId xmlns:a16="http://schemas.microsoft.com/office/drawing/2014/main" id="{B0A46542-D2D9-4710-9B9A-4063109A5301}"/>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Registry / CES / Hook 原输出</a:t>
            </a:r>
          </a:p>
        </p:txBody>
      </p:sp>
      <p:sp>
        <p:nvSpPr>
          <p:cNvPr id="90" name="host-note">
            <a:extLst xmlns:a="http://schemas.openxmlformats.org/drawingml/2006/main">
              <a:ext uri="{FF2B5EF4-FFF2-40B4-BE49-F238E27FC236}">
                <a16:creationId xmlns:a16="http://schemas.microsoft.com/office/drawing/2014/main" id="{472C4B1F-6381-4B00-B0E5-20B883D608E2}"/>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91" name="invariant-rule">
            <a:extLst xmlns:a="http://schemas.openxmlformats.org/drawingml/2006/main">
              <a:ext uri="{FF2B5EF4-FFF2-40B4-BE49-F238E27FC236}">
                <a16:creationId xmlns:a16="http://schemas.microsoft.com/office/drawing/2014/main" id="{7EB54199-D8D3-4305-BC7D-C594E8C62F5E}"/>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2" name="invariant">
            <a:extLst xmlns:a="http://schemas.openxmlformats.org/drawingml/2006/main">
              <a:ext uri="{FF2B5EF4-FFF2-40B4-BE49-F238E27FC236}">
                <a16:creationId xmlns:a16="http://schemas.microsoft.com/office/drawing/2014/main" id="{0E157EC9-A188-486C-8307-3EF1F224BDA4}"/>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保持：生产卡型 / EF 算法及 LOADED 出口；局部失效不清空全局，已发写卡仍需效果核对。</a:t>
            </a:r>
          </a:p>
        </p:txBody>
      </p:sp>
      <p:sp>
        <p:nvSpPr>
          <p:cNvPr id="93" name="footer">
            <a:extLst xmlns:a="http://schemas.openxmlformats.org/drawingml/2006/main">
              <a:ext uri="{FF2B5EF4-FFF2-40B4-BE49-F238E27FC236}">
                <a16:creationId xmlns:a16="http://schemas.microsoft.com/office/drawing/2014/main" id="{7FA919BE-0DEB-4787-914A-B7EF86BAA240}"/>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94" name="page-number">
            <a:extLst xmlns:a="http://schemas.openxmlformats.org/drawingml/2006/main">
              <a:ext uri="{FF2B5EF4-FFF2-40B4-BE49-F238E27FC236}">
                <a16:creationId xmlns:a16="http://schemas.microsoft.com/office/drawing/2014/main" id="{00C4D75A-A890-4713-9C0D-EE6C1E3BCD51}"/>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加载 / ④ 接纳结果</a:t>
            </a:r>
          </a:p>
        </p:txBody>
      </p:sp>
    </p:spTree>
    <p:extLst>
      <p:ext uri="{BB962C8B-B14F-4D97-AF65-F5344CB8AC3E}">
        <p14:creationId xmlns:p14="http://schemas.microsoft.com/office/powerpoint/2010/main" val="1280673371"/>
      </p:ext>
    </p:extLst>
  </p:cSld>
  <p:transition spd="fast" advClick="0">
    <p:fade/>
  </p:transition>
</p:sld>
</file>

<file path=ppt/slides/slide44.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6" name="accent">
            <a:extLst xmlns:a="http://schemas.openxmlformats.org/drawingml/2006/main">
              <a:ext uri="{FF2B5EF4-FFF2-40B4-BE49-F238E27FC236}">
                <a16:creationId xmlns:a16="http://schemas.microsoft.com/office/drawing/2014/main" id="{395B5BF6-3713-4129-86C2-AEF03E63A8FD}"/>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7A22511B-AE16-4D56-8B0B-89891EB662A0}"/>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702E9E99-DD02-4C14-9A81-28C2C0ABEF8F}"/>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48B76FD3-C185-442A-9AC2-12233F9A0AB8}"/>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4D7E7FFC-F85E-4CDD-904F-2239B1562C20}"/>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82FD5999-CC48-4916-907C-17FB3C44B59F}"/>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23AABFFB-6B41-4084-BC51-12ECA0847650}"/>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3FAA79AE-9C88-4F0C-AA50-FB851AA1C8E6}"/>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2E59ADE7-37ED-41B8-AF0F-F15E6458E95F}"/>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C3EB1C53-A35A-4645-A73B-D39827C1D388}"/>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17BC684B-69EC-48C4-B4E5-8EFB758D8BB4}"/>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D2EA8AA4-E726-419B-A0C7-CAE501D9C93C}"/>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597C33D0-BF23-487B-B0CB-7BDB1C97C05F}"/>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8D3B03E4-8C34-4977-B8AA-E224E8021B6E}"/>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94B7EA88-735B-4B45-B60D-0BBBB8F81594}"/>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2955491F-2EEF-4889-A0E3-6B82ABCE93BB}"/>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BDA2C4CC-E32A-44CC-A64B-30C78735A51A}"/>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336EED37-F8F6-4909-9048-BF8837306196}"/>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下一步"/>
            <a:extLst xmlns:a="http://schemas.openxmlformats.org/drawingml/2006/main">
              <a:ext uri="{FF2B5EF4-FFF2-40B4-BE49-F238E27FC236}">
                <a16:creationId xmlns:a16="http://schemas.microsoft.com/office/drawing/2014/main" id="{99A5A3A6-7AD6-4DE8-8D8D-9DD1A1E22C14}"/>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下一步</a:t>
            </a:r>
          </a:p>
        </p:txBody>
      </p:sp>
      <p:sp>
        <p:nvSpPr>
          <p:cNvPr id="20" name="stage-caption">
            <a:extLst xmlns:a="http://schemas.openxmlformats.org/drawingml/2006/main">
              <a:ext uri="{FF2B5EF4-FFF2-40B4-BE49-F238E27FC236}">
                <a16:creationId xmlns:a16="http://schemas.microsoft.com/office/drawing/2014/main" id="{1DB5795C-7085-4C7D-8813-9C964C72AD9C}"/>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defRPr sz="1500" b="0">
                <a:solidFill>
                  <a:srgbClr val="17263A"/>
                </a:solidFill>
                <a:latin typeface="Microsoft YaHei"/>
                <a:ea typeface="Microsoft YaHei"/>
                <a:cs typeface="Microsoft YaHei"/>
              </a:defRPr>
            </a:lvl1pPr>
            <a:lvl2pPr algn="l">
              <a:defRPr sz="1500" b="0">
                <a:solidFill>
                  <a:srgbClr val="17263A"/>
                </a:solidFill>
                <a:latin typeface="Microsoft YaHei"/>
                <a:ea typeface="Microsoft YaHei"/>
                <a:cs typeface="Microsoft YaHei"/>
              </a:defRPr>
            </a:lvl2pPr>
            <a:lvl3pPr algn="l">
              <a:defRPr sz="1500" b="0">
                <a:solidFill>
                  <a:srgbClr val="17263A"/>
                </a:solidFill>
                <a:latin typeface="Microsoft YaHei"/>
                <a:ea typeface="Microsoft YaHei"/>
                <a:cs typeface="Microsoft YaHei"/>
              </a:defRPr>
            </a:lvl3pPr>
            <a:lvl4pPr algn="l">
              <a:defRPr sz="1500" b="0">
                <a:solidFill>
                  <a:srgbClr val="17263A"/>
                </a:solidFill>
                <a:latin typeface="Microsoft YaHei"/>
                <a:ea typeface="Microsoft YaHei"/>
                <a:cs typeface="Microsoft YaHei"/>
              </a:defRPr>
            </a:lvl4pPr>
            <a:lvl5pPr algn="l">
              <a:defRPr sz="1500" b="0">
                <a:solidFill>
                  <a:srgbClr val="17263A"/>
                </a:solidFill>
                <a:latin typeface="Microsoft YaHei"/>
                <a:ea typeface="Microsoft YaHei"/>
                <a:cs typeface="Microsoft YaHei"/>
              </a:defRPr>
            </a:lvl5pPr>
            <a:lvl6pPr algn="l">
              <a:defRPr sz="1500" b="0">
                <a:solidFill>
                  <a:srgbClr val="17263A"/>
                </a:solidFill>
                <a:latin typeface="Microsoft YaHei"/>
                <a:ea typeface="Microsoft YaHei"/>
                <a:cs typeface="Microsoft YaHei"/>
              </a:defRPr>
            </a:lvl6pPr>
            <a:lvl7pPr algn="l">
              <a:defRPr sz="1500" b="0">
                <a:solidFill>
                  <a:srgbClr val="17263A"/>
                </a:solidFill>
                <a:latin typeface="Microsoft YaHei"/>
                <a:ea typeface="Microsoft YaHei"/>
                <a:cs typeface="Microsoft YaHei"/>
              </a:defRPr>
            </a:lvl7pPr>
            <a:lvl8pPr algn="l">
              <a:defRPr sz="1500" b="0">
                <a:solidFill>
                  <a:srgbClr val="17263A"/>
                </a:solidFill>
                <a:latin typeface="Microsoft YaHei"/>
                <a:ea typeface="Microsoft YaHei"/>
                <a:cs typeface="Microsoft YaHei"/>
              </a:defRPr>
            </a:lvl8pPr>
            <a:lvl9pPr algn="l">
              <a:defRPr sz="1500" b="0">
                <a:solidFill>
                  <a:srgbClr val="17263A"/>
                </a:solidFill>
                <a:latin typeface="Microsoft YaHei"/>
                <a:ea typeface="Microsoft YaHei"/>
                <a:cs typeface="Microsoft YaHei"/>
              </a:defRPr>
            </a:lvl9pPr>
          </a:lstStyle>
          <a:p xmlns:a="http://schemas.openxmlformats.org/drawingml/2006/main">
            <a:pPr algn="l">
              <a:lnSpc>
                <a:spcPct val="10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⑤ 加载完成：按卡型保留必需文件、标记与 LOADED 路径；T 的账户可见不等于网络或 Radio 已就绪。</a:t>
            </a:r>
          </a:p>
        </p:txBody>
      </p:sp>
      <p:sp>
        <p:nvSpPr>
          <p:cNvPr id="21" name="top-rule">
            <a:extLst xmlns:a="http://schemas.openxmlformats.org/drawingml/2006/main">
              <a:ext uri="{FF2B5EF4-FFF2-40B4-BE49-F238E27FC236}">
                <a16:creationId xmlns:a16="http://schemas.microsoft.com/office/drawing/2014/main" id="{111EEFB2-E5BA-4165-BB9D-7C9B233AA7B6}"/>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BC705DEB-8B97-4739-9DFC-76A83EC70C25}"/>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F41B5974-2E51-48F8-B295-78946C924989}"/>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D3D00FA5-C4D4-4ACB-A87E-2C25C5238332}"/>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KD">
            <a:extLst xmlns:a="http://schemas.openxmlformats.org/drawingml/2006/main">
              <a:ext uri="{FF2B5EF4-FFF2-40B4-BE49-F238E27FC236}">
                <a16:creationId xmlns:a16="http://schemas.microsoft.com/office/drawing/2014/main" id="{E189134A-A6DC-4F65-B6AB-80E6F1307B00}"/>
              </a:ext>
            </a:extLst>
          </p:cNvPr>
          <p:cNvSpPr>
            <a:spLocks xmlns:a="http://schemas.openxmlformats.org/drawingml/2006/main" noGrp="1"/>
          </p:cNvSpPr>
          <p:nvPr/>
        </p:nvSpPr>
        <p:spPr>
          <a:xfrm xmlns:a="http://schemas.openxmlformats.org/drawingml/2006/main">
            <a:off x="1328738" y="4743450"/>
            <a:ext cx="9525" cy="342900"/>
          </a:xfrm>
          <a:custGeom xmlns:a="http://schemas.openxmlformats.org/drawingml/2006/main">
            <a:pathLst>
              <a:path w="9525" h="342900">
                <a:moveTo>
                  <a:pt x="4763" y="0"/>
                </a:moveTo>
                <a:lnTo>
                  <a:pt x="4763" y="342900"/>
                </a:lnTo>
              </a:path>
            </a:pathLst>
          </a:custGeom>
          <a:noFill xmlns:a="http://schemas.openxmlformats.org/drawingml/2006/main"/>
          <a:ln xmlns:a="http://schemas.openxmlformats.org/drawingml/2006/main" w="17145">
            <a:solidFill>
              <a:srgbClr val="246AB8"/>
            </a:solidFill>
            <a:prstDash val="solid"/>
          </a:ln>
        </p:spPr>
      </p:sp>
      <p:sp>
        <p:nvSpPr>
          <p:cNvPr id="26" name="legacy-edge-KD-head">
            <a:extLst xmlns:a="http://schemas.openxmlformats.org/drawingml/2006/main">
              <a:ext uri="{FF2B5EF4-FFF2-40B4-BE49-F238E27FC236}">
                <a16:creationId xmlns:a16="http://schemas.microsoft.com/office/drawing/2014/main" id="{4053025F-FFA6-4E22-9A1C-8E1D8816CFC4}"/>
              </a:ext>
            </a:extLst>
          </p:cNvPr>
          <p:cNvSpPr>
            <a:spLocks xmlns:a="http://schemas.openxmlformats.org/drawingml/2006/main" noGrp="1"/>
          </p:cNvSpPr>
          <p:nvPr/>
        </p:nvSpPr>
        <p:spPr>
          <a:xfrm xmlns:a="http://schemas.openxmlformats.org/drawingml/2006/main">
            <a:off x="1304925" y="50292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246AB8"/>
            </a:solidFill>
            <a:prstDash val="solid"/>
          </a:ln>
        </p:spPr>
      </p:sp>
      <p:sp>
        <p:nvSpPr>
          <p:cNvPr id="27" name="legacy-edge-label-KD">
            <a:extLst xmlns:a="http://schemas.openxmlformats.org/drawingml/2006/main">
              <a:ext uri="{FF2B5EF4-FFF2-40B4-BE49-F238E27FC236}">
                <a16:creationId xmlns:a16="http://schemas.microsoft.com/office/drawing/2014/main" id="{9AF44537-37B7-4349-B360-3CD42E636537}"/>
              </a:ext>
            </a:extLst>
          </p:cNvPr>
          <p:cNvSpPr>
            <a:spLocks xmlns:a="http://schemas.openxmlformats.org/drawingml/2006/main" noGrp="1"/>
          </p:cNvSpPr>
          <p:nvPr/>
        </p:nvSpPr>
        <p:spPr>
          <a:xfrm xmlns:a="http://schemas.openxmlformats.org/drawingml/2006/main">
            <a:off x="14097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28" name="legacy-edge-KN">
            <a:extLst xmlns:a="http://schemas.openxmlformats.org/drawingml/2006/main">
              <a:ext uri="{FF2B5EF4-FFF2-40B4-BE49-F238E27FC236}">
                <a16:creationId xmlns:a16="http://schemas.microsoft.com/office/drawing/2014/main" id="{98F31C7A-B954-4624-A165-365BFC636B2B}"/>
              </a:ext>
            </a:extLst>
          </p:cNvPr>
          <p:cNvSpPr>
            <a:spLocks xmlns:a="http://schemas.openxmlformats.org/drawingml/2006/main" noGrp="1"/>
          </p:cNvSpPr>
          <p:nvPr/>
        </p:nvSpPr>
        <p:spPr>
          <a:xfrm xmlns:a="http://schemas.openxmlformats.org/drawingml/2006/main">
            <a:off x="3009900" y="4591050"/>
            <a:ext cx="342900" cy="819150"/>
          </a:xfrm>
          <a:custGeom xmlns:a="http://schemas.openxmlformats.org/drawingml/2006/main">
            <a:pathLst>
              <a:path w="342900" h="819150">
                <a:moveTo>
                  <a:pt x="0" y="0"/>
                </a:moveTo>
                <a:lnTo>
                  <a:pt x="171450" y="0"/>
                </a:lnTo>
                <a:lnTo>
                  <a:pt x="171450" y="819150"/>
                </a:lnTo>
                <a:lnTo>
                  <a:pt x="342900" y="819150"/>
                </a:lnTo>
              </a:path>
            </a:pathLst>
          </a:custGeom>
          <a:noFill xmlns:a="http://schemas.openxmlformats.org/drawingml/2006/main"/>
          <a:ln xmlns:a="http://schemas.openxmlformats.org/drawingml/2006/main" w="17145">
            <a:solidFill>
              <a:srgbClr val="246AB8"/>
            </a:solidFill>
            <a:prstDash val="solid"/>
          </a:ln>
        </p:spPr>
      </p:sp>
      <p:sp>
        <p:nvSpPr>
          <p:cNvPr id="29" name="legacy-edge-KN-head">
            <a:extLst xmlns:a="http://schemas.openxmlformats.org/drawingml/2006/main">
              <a:ext uri="{FF2B5EF4-FFF2-40B4-BE49-F238E27FC236}">
                <a16:creationId xmlns:a16="http://schemas.microsoft.com/office/drawing/2014/main" id="{F00F10F7-9007-41A0-9EE6-C77F6EF1AFD2}"/>
              </a:ext>
            </a:extLst>
          </p:cNvPr>
          <p:cNvSpPr>
            <a:spLocks xmlns:a="http://schemas.openxmlformats.org/drawingml/2006/main" noGrp="1"/>
          </p:cNvSpPr>
          <p:nvPr/>
        </p:nvSpPr>
        <p:spPr>
          <a:xfrm xmlns:a="http://schemas.openxmlformats.org/drawingml/2006/main">
            <a:off x="3295650" y="5381625"/>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7145">
            <a:solidFill>
              <a:srgbClr val="246AB8"/>
            </a:solidFill>
            <a:prstDash val="solid"/>
          </a:ln>
        </p:spPr>
      </p:sp>
      <p:sp>
        <p:nvSpPr>
          <p:cNvPr id="30" name="legacy-edge-label-KN">
            <a:extLst xmlns:a="http://schemas.openxmlformats.org/drawingml/2006/main">
              <a:ext uri="{FF2B5EF4-FFF2-40B4-BE49-F238E27FC236}">
                <a16:creationId xmlns:a16="http://schemas.microsoft.com/office/drawing/2014/main" id="{0FCE8606-CFF6-4437-A019-35C7B353D49F}"/>
              </a:ext>
            </a:extLst>
          </p:cNvPr>
          <p:cNvSpPr>
            <a:spLocks xmlns:a="http://schemas.openxmlformats.org/drawingml/2006/main" noGrp="1"/>
          </p:cNvSpPr>
          <p:nvPr/>
        </p:nvSpPr>
        <p:spPr>
          <a:xfrm xmlns:a="http://schemas.openxmlformats.org/drawingml/2006/main">
            <a:off x="3038475" y="5476875"/>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246AB8"/>
                </a:solidFill>
                <a:latin typeface="Microsoft YaHei"/>
                <a:ea typeface="Microsoft YaHei"/>
                <a:cs typeface="Microsoft YaHei"/>
              </a:defRPr>
            </a:defPPr>
            <a:lvl1pPr algn="ctr">
              <a:defRPr sz="1125" b="0">
                <a:solidFill>
                  <a:srgbClr val="246AB8"/>
                </a:solidFill>
                <a:latin typeface="Microsoft YaHei"/>
                <a:ea typeface="Microsoft YaHei"/>
                <a:cs typeface="Microsoft YaHei"/>
              </a:defRPr>
            </a:lvl1pPr>
            <a:lvl2pPr algn="ctr">
              <a:defRPr sz="1125" b="0">
                <a:solidFill>
                  <a:srgbClr val="246AB8"/>
                </a:solidFill>
                <a:latin typeface="Microsoft YaHei"/>
                <a:ea typeface="Microsoft YaHei"/>
                <a:cs typeface="Microsoft YaHei"/>
              </a:defRPr>
            </a:lvl2pPr>
            <a:lvl3pPr algn="ctr">
              <a:defRPr sz="1125" b="0">
                <a:solidFill>
                  <a:srgbClr val="246AB8"/>
                </a:solidFill>
                <a:latin typeface="Microsoft YaHei"/>
                <a:ea typeface="Microsoft YaHei"/>
                <a:cs typeface="Microsoft YaHei"/>
              </a:defRPr>
            </a:lvl3pPr>
            <a:lvl4pPr algn="ctr">
              <a:defRPr sz="1125" b="0">
                <a:solidFill>
                  <a:srgbClr val="246AB8"/>
                </a:solidFill>
                <a:latin typeface="Microsoft YaHei"/>
                <a:ea typeface="Microsoft YaHei"/>
                <a:cs typeface="Microsoft YaHei"/>
              </a:defRPr>
            </a:lvl4pPr>
            <a:lvl5pPr algn="ctr">
              <a:defRPr sz="1125" b="0">
                <a:solidFill>
                  <a:srgbClr val="246AB8"/>
                </a:solidFill>
                <a:latin typeface="Microsoft YaHei"/>
                <a:ea typeface="Microsoft YaHei"/>
                <a:cs typeface="Microsoft YaHei"/>
              </a:defRPr>
            </a:lvl5pPr>
            <a:lvl6pPr algn="ctr">
              <a:defRPr sz="1125" b="0">
                <a:solidFill>
                  <a:srgbClr val="246AB8"/>
                </a:solidFill>
                <a:latin typeface="Microsoft YaHei"/>
                <a:ea typeface="Microsoft YaHei"/>
                <a:cs typeface="Microsoft YaHei"/>
              </a:defRPr>
            </a:lvl6pPr>
            <a:lvl7pPr algn="ctr">
              <a:defRPr sz="1125" b="0">
                <a:solidFill>
                  <a:srgbClr val="246AB8"/>
                </a:solidFill>
                <a:latin typeface="Microsoft YaHei"/>
                <a:ea typeface="Microsoft YaHei"/>
                <a:cs typeface="Microsoft YaHei"/>
              </a:defRPr>
            </a:lvl7pPr>
            <a:lvl8pPr algn="ctr">
              <a:defRPr sz="1125" b="0">
                <a:solidFill>
                  <a:srgbClr val="246AB8"/>
                </a:solidFill>
                <a:latin typeface="Microsoft YaHei"/>
                <a:ea typeface="Microsoft YaHei"/>
                <a:cs typeface="Microsoft YaHei"/>
              </a:defRPr>
            </a:lvl8pPr>
            <a:lvl9pPr algn="ctr">
              <a:defRPr sz="1125" b="0">
                <a:solidFill>
                  <a:srgbClr val="246AB8"/>
                </a:solidFill>
                <a:latin typeface="Microsoft YaHei"/>
                <a:ea typeface="Microsoft YaHei"/>
                <a:cs typeface="Microsoft YaHei"/>
              </a:defRPr>
            </a:lvl9pPr>
          </a:lstStyle>
          <a:p xmlns:a="http://schemas.openxmlformats.org/drawingml/2006/main">
            <a:pPr algn="ctr">
              <a:lnSpc>
                <a:spcPct val="10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⑤</a:t>
            </a:r>
          </a:p>
        </p:txBody>
      </p:sp>
      <p:sp>
        <p:nvSpPr>
          <p:cNvPr id="31" name="legacy-node-E">
            <a:extLst xmlns:a="http://schemas.openxmlformats.org/drawingml/2006/main">
              <a:ext uri="{FF2B5EF4-FFF2-40B4-BE49-F238E27FC236}">
                <a16:creationId xmlns:a16="http://schemas.microsoft.com/office/drawing/2014/main" id="{8BDD47C6-57BF-4CF7-819C-25CEC066F6C8}"/>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DD8E6"/>
            </a:solidFill>
            <a:prstDash val="solid"/>
          </a:ln>
        </p:spPr>
      </p:sp>
      <p:sp>
        <p:nvSpPr>
          <p:cNvPr id="32" name="legacy-title-E">
            <a:extLst xmlns:a="http://schemas.openxmlformats.org/drawingml/2006/main">
              <a:ext uri="{FF2B5EF4-FFF2-40B4-BE49-F238E27FC236}">
                <a16:creationId xmlns:a16="http://schemas.microsoft.com/office/drawing/2014/main" id="{45FFB45E-CACA-4693-BF6B-19C2BF3DBD62}"/>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78599"/>
                </a:solidFill>
                <a:latin typeface="Microsoft YaHei"/>
                <a:ea typeface="Microsoft YaHei"/>
                <a:cs typeface="Microsoft YaHei"/>
              </a:defRPr>
            </a:defPPr>
            <a:lvl1pPr algn="l">
              <a:defRPr sz="1650" b="1">
                <a:solidFill>
                  <a:srgbClr val="778599"/>
                </a:solidFill>
                <a:latin typeface="Microsoft YaHei"/>
                <a:ea typeface="Microsoft YaHei"/>
                <a:cs typeface="Microsoft YaHei"/>
              </a:defRPr>
            </a:lvl1pPr>
            <a:lvl2pPr algn="l">
              <a:defRPr sz="1650" b="1">
                <a:solidFill>
                  <a:srgbClr val="778599"/>
                </a:solidFill>
                <a:latin typeface="Microsoft YaHei"/>
                <a:ea typeface="Microsoft YaHei"/>
                <a:cs typeface="Microsoft YaHei"/>
              </a:defRPr>
            </a:lvl2pPr>
            <a:lvl3pPr algn="l">
              <a:defRPr sz="1650" b="1">
                <a:solidFill>
                  <a:srgbClr val="778599"/>
                </a:solidFill>
                <a:latin typeface="Microsoft YaHei"/>
                <a:ea typeface="Microsoft YaHei"/>
                <a:cs typeface="Microsoft YaHei"/>
              </a:defRPr>
            </a:lvl3pPr>
            <a:lvl4pPr algn="l">
              <a:defRPr sz="1650" b="1">
                <a:solidFill>
                  <a:srgbClr val="778599"/>
                </a:solidFill>
                <a:latin typeface="Microsoft YaHei"/>
                <a:ea typeface="Microsoft YaHei"/>
                <a:cs typeface="Microsoft YaHei"/>
              </a:defRPr>
            </a:lvl4pPr>
            <a:lvl5pPr algn="l">
              <a:defRPr sz="1650" b="1">
                <a:solidFill>
                  <a:srgbClr val="778599"/>
                </a:solidFill>
                <a:latin typeface="Microsoft YaHei"/>
                <a:ea typeface="Microsoft YaHei"/>
                <a:cs typeface="Microsoft YaHei"/>
              </a:defRPr>
            </a:lvl5pPr>
            <a:lvl6pPr algn="l">
              <a:defRPr sz="1650" b="1">
                <a:solidFill>
                  <a:srgbClr val="778599"/>
                </a:solidFill>
                <a:latin typeface="Microsoft YaHei"/>
                <a:ea typeface="Microsoft YaHei"/>
                <a:cs typeface="Microsoft YaHei"/>
              </a:defRPr>
            </a:lvl6pPr>
            <a:lvl7pPr algn="l">
              <a:defRPr sz="1650" b="1">
                <a:solidFill>
                  <a:srgbClr val="778599"/>
                </a:solidFill>
                <a:latin typeface="Microsoft YaHei"/>
                <a:ea typeface="Microsoft YaHei"/>
                <a:cs typeface="Microsoft YaHei"/>
              </a:defRPr>
            </a:lvl7pPr>
            <a:lvl8pPr algn="l">
              <a:defRPr sz="1650" b="1">
                <a:solidFill>
                  <a:srgbClr val="778599"/>
                </a:solidFill>
                <a:latin typeface="Microsoft YaHei"/>
                <a:ea typeface="Microsoft YaHei"/>
                <a:cs typeface="Microsoft YaHei"/>
              </a:defRPr>
            </a:lvl8pPr>
            <a:lvl9pPr algn="l">
              <a:defRPr sz="1650" b="1">
                <a:solidFill>
                  <a:srgbClr val="778599"/>
                </a:solidFill>
                <a:latin typeface="Microsoft YaHei"/>
                <a:ea typeface="Microsoft YaHei"/>
                <a:cs typeface="Microsoft YaHei"/>
              </a:defRPr>
            </a:lvl9pPr>
          </a:lstStyle>
          <a:p xmlns:a="http://schemas.openxmlformats.org/drawingml/2006/main">
            <a:pPr algn="l">
              <a:lnSpc>
                <a:spcPct val="102000"/>
              </a:lnSpc>
              <a:buNone/>
              <a:defRPr sz="1650" b="1">
                <a:solidFill>
                  <a:srgbClr val="778599"/>
                </a:solidFill>
                <a:latin typeface="Microsoft YaHei"/>
                <a:ea typeface="Microsoft YaHei"/>
                <a:cs typeface="Microsoft YaHei"/>
              </a:defRPr>
            </a:pPr>
            <a:r>
              <a:rPr sz="1650" b="1">
                <a:solidFill>
                  <a:srgbClr val="778599"/>
                </a:solidFill>
                <a:latin typeface="Microsoft YaHei"/>
                <a:ea typeface="Microsoft YaHei"/>
                <a:cs typeface="Microsoft YaHei"/>
              </a:rPr>
              <a:t>SimStateManager / SimFileManager</a:t>
            </a:r>
          </a:p>
        </p:txBody>
      </p:sp>
      <p:sp>
        <p:nvSpPr>
          <p:cNvPr id="33" name="legacy-line-E-0">
            <a:extLst xmlns:a="http://schemas.openxmlformats.org/drawingml/2006/main">
              <a:ext uri="{FF2B5EF4-FFF2-40B4-BE49-F238E27FC236}">
                <a16:creationId xmlns:a16="http://schemas.microsoft.com/office/drawing/2014/main" id="{FFDA3F43-A24C-4579-A692-E5781D624950}"/>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READY / ICC_REFRESH 等事件驱动生产文件加载</a:t>
            </a:r>
          </a:p>
        </p:txBody>
      </p:sp>
      <p:sp>
        <p:nvSpPr>
          <p:cNvPr id="34" name="legacy-node-K">
            <a:extLst xmlns:a="http://schemas.openxmlformats.org/drawingml/2006/main">
              <a:ext uri="{FF2B5EF4-FFF2-40B4-BE49-F238E27FC236}">
                <a16:creationId xmlns:a16="http://schemas.microsoft.com/office/drawing/2014/main" id="{35E236A4-07ED-4B09-B727-5AAE4E271CD2}"/>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EAF1FB"/>
          </a:solidFill>
          <a:ln xmlns:a="http://schemas.openxmlformats.org/drawingml/2006/main" w="14288">
            <a:solidFill>
              <a:srgbClr val="246AB8"/>
            </a:solidFill>
            <a:prstDash val="solid"/>
          </a:ln>
        </p:spPr>
      </p:sp>
      <p:sp>
        <p:nvSpPr>
          <p:cNvPr id="35" name="legacy-title-K">
            <a:extLst xmlns:a="http://schemas.openxmlformats.org/drawingml/2006/main">
              <a:ext uri="{FF2B5EF4-FFF2-40B4-BE49-F238E27FC236}">
                <a16:creationId xmlns:a16="http://schemas.microsoft.com/office/drawing/2014/main" id="{E64C1B0C-D67E-4256-98EA-D2E77A51B128}"/>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SimFile / IccFile</a:t>
            </a:r>
          </a:p>
        </p:txBody>
      </p:sp>
      <p:sp>
        <p:nvSpPr>
          <p:cNvPr id="36" name="legacy-alias-K">
            <a:extLst xmlns:a="http://schemas.openxmlformats.org/drawingml/2006/main">
              <a:ext uri="{FF2B5EF4-FFF2-40B4-BE49-F238E27FC236}">
                <a16:creationId xmlns:a16="http://schemas.microsoft.com/office/drawing/2014/main" id="{FF2CC4AD-A492-4965-82CE-70C209280308}"/>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按卡型处理文件与加载状态</a:t>
            </a:r>
          </a:p>
        </p:txBody>
      </p:sp>
      <p:sp>
        <p:nvSpPr>
          <p:cNvPr id="37" name="legacy-line-K-0">
            <a:extLst xmlns:a="http://schemas.openxmlformats.org/drawingml/2006/main">
              <a:ext uri="{FF2B5EF4-FFF2-40B4-BE49-F238E27FC236}">
                <a16:creationId xmlns:a16="http://schemas.microsoft.com/office/drawing/2014/main" id="{2DE841F6-82DE-4AA0-8211-AC9FFB688E4B}"/>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LoadSimFiles / Refresh 选择</a:t>
            </a:r>
          </a:p>
        </p:txBody>
      </p:sp>
      <p:sp>
        <p:nvSpPr>
          <p:cNvPr id="38" name="legacy-line-K-1">
            <a:extLst xmlns:a="http://schemas.openxmlformats.org/drawingml/2006/main">
              <a:ext uri="{FF2B5EF4-FFF2-40B4-BE49-F238E27FC236}">
                <a16:creationId xmlns:a16="http://schemas.microsoft.com/office/drawing/2014/main" id="{518AB5E7-A461-45D2-9A89-3EEF4A304A94}"/>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ProcessEvent → 解析字段</a:t>
            </a:r>
          </a:p>
        </p:txBody>
      </p:sp>
      <p:sp>
        <p:nvSpPr>
          <p:cNvPr id="39" name="legacy-line-bg-K-2">
            <a:extLst xmlns:a="http://schemas.openxmlformats.org/drawingml/2006/main">
              <a:ext uri="{FF2B5EF4-FFF2-40B4-BE49-F238E27FC236}">
                <a16:creationId xmlns:a16="http://schemas.microsoft.com/office/drawing/2014/main" id="{9952D832-6FD8-437A-AF01-E1A7802D4BA8}"/>
              </a:ext>
            </a:extLst>
          </p:cNvPr>
          <p:cNvSpPr>
            <a:spLocks xmlns:a="http://schemas.openxmlformats.org/drawingml/2006/main" noGrp="1"/>
          </p:cNvSpPr>
          <p:nvPr/>
        </p:nvSpPr>
        <p:spPr>
          <a:xfrm xmlns:a="http://schemas.openxmlformats.org/drawingml/2006/main">
            <a:off x="561975" y="4371975"/>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40" name="legacy-line-K-2">
            <a:extLst xmlns:a="http://schemas.openxmlformats.org/drawingml/2006/main">
              <a:ext uri="{FF2B5EF4-FFF2-40B4-BE49-F238E27FC236}">
                <a16:creationId xmlns:a16="http://schemas.microsoft.com/office/drawing/2014/main" id="{D0B72846-276C-40CF-99A5-9FA9A17F0817}"/>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⑤ ProcessFileLoaded 完成判定</a:t>
            </a:r>
          </a:p>
        </p:txBody>
      </p:sp>
      <p:sp>
        <p:nvSpPr>
          <p:cNvPr id="41" name="legacy-node-R">
            <a:extLst xmlns:a="http://schemas.openxmlformats.org/drawingml/2006/main">
              <a:ext uri="{FF2B5EF4-FFF2-40B4-BE49-F238E27FC236}">
                <a16:creationId xmlns:a16="http://schemas.microsoft.com/office/drawing/2014/main" id="{A1107B69-0E58-4F8E-B8EE-00135CFE3D10}"/>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9525">
            <a:solidFill>
              <a:srgbClr val="CDD8E6"/>
            </a:solidFill>
            <a:prstDash val="solid"/>
          </a:ln>
        </p:spPr>
      </p:sp>
      <p:sp>
        <p:nvSpPr>
          <p:cNvPr id="42" name="legacy-title-R">
            <a:extLst xmlns:a="http://schemas.openxmlformats.org/drawingml/2006/main">
              <a:ext uri="{FF2B5EF4-FFF2-40B4-BE49-F238E27FC236}">
                <a16:creationId xmlns:a16="http://schemas.microsoft.com/office/drawing/2014/main" id="{57A5E2AC-20E4-4DF4-865D-252F344F22ED}"/>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778599"/>
                </a:solidFill>
                <a:latin typeface="Microsoft YaHei"/>
                <a:ea typeface="Microsoft YaHei"/>
                <a:cs typeface="Microsoft YaHei"/>
              </a:defRPr>
            </a:defPPr>
            <a:lvl1pPr algn="l">
              <a:defRPr sz="1380" b="1">
                <a:solidFill>
                  <a:srgbClr val="778599"/>
                </a:solidFill>
                <a:latin typeface="Microsoft YaHei"/>
                <a:ea typeface="Microsoft YaHei"/>
                <a:cs typeface="Microsoft YaHei"/>
              </a:defRPr>
            </a:lvl1pPr>
            <a:lvl2pPr algn="l">
              <a:defRPr sz="1380" b="1">
                <a:solidFill>
                  <a:srgbClr val="778599"/>
                </a:solidFill>
                <a:latin typeface="Microsoft YaHei"/>
                <a:ea typeface="Microsoft YaHei"/>
                <a:cs typeface="Microsoft YaHei"/>
              </a:defRPr>
            </a:lvl2pPr>
            <a:lvl3pPr algn="l">
              <a:defRPr sz="1380" b="1">
                <a:solidFill>
                  <a:srgbClr val="778599"/>
                </a:solidFill>
                <a:latin typeface="Microsoft YaHei"/>
                <a:ea typeface="Microsoft YaHei"/>
                <a:cs typeface="Microsoft YaHei"/>
              </a:defRPr>
            </a:lvl3pPr>
            <a:lvl4pPr algn="l">
              <a:defRPr sz="1380" b="1">
                <a:solidFill>
                  <a:srgbClr val="778599"/>
                </a:solidFill>
                <a:latin typeface="Microsoft YaHei"/>
                <a:ea typeface="Microsoft YaHei"/>
                <a:cs typeface="Microsoft YaHei"/>
              </a:defRPr>
            </a:lvl4pPr>
            <a:lvl5pPr algn="l">
              <a:defRPr sz="1380" b="1">
                <a:solidFill>
                  <a:srgbClr val="778599"/>
                </a:solidFill>
                <a:latin typeface="Microsoft YaHei"/>
                <a:ea typeface="Microsoft YaHei"/>
                <a:cs typeface="Microsoft YaHei"/>
              </a:defRPr>
            </a:lvl5pPr>
            <a:lvl6pPr algn="l">
              <a:defRPr sz="1380" b="1">
                <a:solidFill>
                  <a:srgbClr val="778599"/>
                </a:solidFill>
                <a:latin typeface="Microsoft YaHei"/>
                <a:ea typeface="Microsoft YaHei"/>
                <a:cs typeface="Microsoft YaHei"/>
              </a:defRPr>
            </a:lvl6pPr>
            <a:lvl7pPr algn="l">
              <a:defRPr sz="1380" b="1">
                <a:solidFill>
                  <a:srgbClr val="778599"/>
                </a:solidFill>
                <a:latin typeface="Microsoft YaHei"/>
                <a:ea typeface="Microsoft YaHei"/>
                <a:cs typeface="Microsoft YaHei"/>
              </a:defRPr>
            </a:lvl7pPr>
            <a:lvl8pPr algn="l">
              <a:defRPr sz="1380" b="1">
                <a:solidFill>
                  <a:srgbClr val="778599"/>
                </a:solidFill>
                <a:latin typeface="Microsoft YaHei"/>
                <a:ea typeface="Microsoft YaHei"/>
                <a:cs typeface="Microsoft YaHei"/>
              </a:defRPr>
            </a:lvl8pPr>
            <a:lvl9pPr algn="l">
              <a:defRPr sz="1380" b="1">
                <a:solidFill>
                  <a:srgbClr val="778599"/>
                </a:solidFill>
                <a:latin typeface="Microsoft YaHei"/>
                <a:ea typeface="Microsoft YaHei"/>
                <a:cs typeface="Microsoft YaHei"/>
              </a:defRPr>
            </a:lvl9pPr>
          </a:lstStyle>
          <a:p xmlns:a="http://schemas.openxmlformats.org/drawingml/2006/main">
            <a:pPr algn="l">
              <a:lnSpc>
                <a:spcPct val="102000"/>
              </a:lnSpc>
              <a:buNone/>
              <a:defRPr sz="1380" b="1">
                <a:solidFill>
                  <a:srgbClr val="778599"/>
                </a:solidFill>
                <a:latin typeface="Microsoft YaHei"/>
                <a:ea typeface="Microsoft YaHei"/>
                <a:cs typeface="Microsoft YaHei"/>
              </a:defRPr>
            </a:pPr>
            <a:r>
              <a:rPr sz="1380" b="1">
                <a:solidFill>
                  <a:srgbClr val="778599"/>
                </a:solidFill>
                <a:latin typeface="Microsoft YaHei"/>
                <a:ea typeface="Microsoft YaHei"/>
                <a:cs typeface="Microsoft YaHei"/>
              </a:rPr>
              <a:t>IccFileController / TelRil</a:t>
            </a:r>
          </a:p>
        </p:txBody>
      </p:sp>
      <p:sp>
        <p:nvSpPr>
          <p:cNvPr id="43" name="legacy-alias-R">
            <a:extLst xmlns:a="http://schemas.openxmlformats.org/drawingml/2006/main">
              <a:ext uri="{FF2B5EF4-FFF2-40B4-BE49-F238E27FC236}">
                <a16:creationId xmlns:a16="http://schemas.microsoft.com/office/drawing/2014/main" id="{C668D28F-4EE4-4D8C-A14F-E84F6A5ECBCE}"/>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778599"/>
                </a:solidFill>
                <a:latin typeface="Microsoft YaHei"/>
                <a:ea typeface="Microsoft YaHei"/>
                <a:cs typeface="Microsoft YaHei"/>
              </a:defRPr>
            </a:defPPr>
            <a:lvl1pPr algn="l">
              <a:defRPr sz="1088" b="0">
                <a:solidFill>
                  <a:srgbClr val="778599"/>
                </a:solidFill>
                <a:latin typeface="Microsoft YaHei"/>
                <a:ea typeface="Microsoft YaHei"/>
                <a:cs typeface="Microsoft YaHei"/>
              </a:defRPr>
            </a:lvl1pPr>
            <a:lvl2pPr algn="l">
              <a:defRPr sz="1088" b="0">
                <a:solidFill>
                  <a:srgbClr val="778599"/>
                </a:solidFill>
                <a:latin typeface="Microsoft YaHei"/>
                <a:ea typeface="Microsoft YaHei"/>
                <a:cs typeface="Microsoft YaHei"/>
              </a:defRPr>
            </a:lvl2pPr>
            <a:lvl3pPr algn="l">
              <a:defRPr sz="1088" b="0">
                <a:solidFill>
                  <a:srgbClr val="778599"/>
                </a:solidFill>
                <a:latin typeface="Microsoft YaHei"/>
                <a:ea typeface="Microsoft YaHei"/>
                <a:cs typeface="Microsoft YaHei"/>
              </a:defRPr>
            </a:lvl3pPr>
            <a:lvl4pPr algn="l">
              <a:defRPr sz="1088" b="0">
                <a:solidFill>
                  <a:srgbClr val="778599"/>
                </a:solidFill>
                <a:latin typeface="Microsoft YaHei"/>
                <a:ea typeface="Microsoft YaHei"/>
                <a:cs typeface="Microsoft YaHei"/>
              </a:defRPr>
            </a:lvl4pPr>
            <a:lvl5pPr algn="l">
              <a:defRPr sz="1088" b="0">
                <a:solidFill>
                  <a:srgbClr val="778599"/>
                </a:solidFill>
                <a:latin typeface="Microsoft YaHei"/>
                <a:ea typeface="Microsoft YaHei"/>
                <a:cs typeface="Microsoft YaHei"/>
              </a:defRPr>
            </a:lvl5pPr>
            <a:lvl6pPr algn="l">
              <a:defRPr sz="1088" b="0">
                <a:solidFill>
                  <a:srgbClr val="778599"/>
                </a:solidFill>
                <a:latin typeface="Microsoft YaHei"/>
                <a:ea typeface="Microsoft YaHei"/>
                <a:cs typeface="Microsoft YaHei"/>
              </a:defRPr>
            </a:lvl6pPr>
            <a:lvl7pPr algn="l">
              <a:defRPr sz="1088" b="0">
                <a:solidFill>
                  <a:srgbClr val="778599"/>
                </a:solidFill>
                <a:latin typeface="Microsoft YaHei"/>
                <a:ea typeface="Microsoft YaHei"/>
                <a:cs typeface="Microsoft YaHei"/>
              </a:defRPr>
            </a:lvl7pPr>
            <a:lvl8pPr algn="l">
              <a:defRPr sz="1088" b="0">
                <a:solidFill>
                  <a:srgbClr val="778599"/>
                </a:solidFill>
                <a:latin typeface="Microsoft YaHei"/>
                <a:ea typeface="Microsoft YaHei"/>
                <a:cs typeface="Microsoft YaHei"/>
              </a:defRPr>
            </a:lvl8pPr>
            <a:lvl9pPr algn="l">
              <a:defRPr sz="1088" b="0">
                <a:solidFill>
                  <a:srgbClr val="778599"/>
                </a:solidFill>
                <a:latin typeface="Microsoft YaHei"/>
                <a:ea typeface="Microsoft YaHei"/>
                <a:cs typeface="Microsoft YaHei"/>
              </a:defRPr>
            </a:lvl9pPr>
          </a:lstStyle>
          <a:p xmlns:a="http://schemas.openxmlformats.org/drawingml/2006/main">
            <a:pPr algn="l">
              <a:lnSpc>
                <a:spcPct val="102000"/>
              </a:lnSpc>
              <a:buNone/>
              <a:defRPr sz="1088" b="0">
                <a:solidFill>
                  <a:srgbClr val="778599"/>
                </a:solidFill>
                <a:latin typeface="Microsoft YaHei"/>
                <a:ea typeface="Microsoft YaHei"/>
                <a:cs typeface="Microsoft YaHei"/>
              </a:defRPr>
            </a:pPr>
            <a:r>
              <a:rPr sz="1088" b="0">
                <a:solidFill>
                  <a:srgbClr val="778599"/>
                </a:solidFill>
                <a:latin typeface="Microsoft YaHei"/>
                <a:ea typeface="Microsoft YaHei"/>
                <a:cs typeface="Microsoft YaHei"/>
              </a:rPr>
              <a:t>EF 请求 / 异步回包</a:t>
            </a:r>
          </a:p>
        </p:txBody>
      </p:sp>
      <p:sp>
        <p:nvSpPr>
          <p:cNvPr id="44" name="legacy-line-R-0">
            <a:extLst xmlns:a="http://schemas.openxmlformats.org/drawingml/2006/main">
              <a:ext uri="{FF2B5EF4-FFF2-40B4-BE49-F238E27FC236}">
                <a16:creationId xmlns:a16="http://schemas.microsoft.com/office/drawing/2014/main" id="{7AEFAE43-B965-44F4-9967-B39666C533FD}"/>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复用 EF / APDU 生产协议</a:t>
            </a:r>
          </a:p>
        </p:txBody>
      </p:sp>
      <p:sp>
        <p:nvSpPr>
          <p:cNvPr id="45" name="legacy-line-R-1">
            <a:extLst xmlns:a="http://schemas.openxmlformats.org/drawingml/2006/main">
              <a:ext uri="{FF2B5EF4-FFF2-40B4-BE49-F238E27FC236}">
                <a16:creationId xmlns:a16="http://schemas.microsoft.com/office/drawing/2014/main" id="{0AC3E505-AB92-4C7B-88FB-BF1BFE20A984}"/>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按原事件回到文件对象</a:t>
            </a:r>
          </a:p>
        </p:txBody>
      </p:sp>
      <p:sp>
        <p:nvSpPr>
          <p:cNvPr id="46" name="legacy-line-R-2">
            <a:extLst xmlns:a="http://schemas.openxmlformats.org/drawingml/2006/main">
              <a:ext uri="{FF2B5EF4-FFF2-40B4-BE49-F238E27FC236}">
                <a16:creationId xmlns:a16="http://schemas.microsoft.com/office/drawing/2014/main" id="{9BAF82F0-7D3F-41DB-BBF6-A81E71DCFFAB}"/>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已有保护需逐分支核实</a:t>
            </a:r>
          </a:p>
        </p:txBody>
      </p:sp>
      <p:sp>
        <p:nvSpPr>
          <p:cNvPr id="47" name="legacy-node-D">
            <a:extLst xmlns:a="http://schemas.openxmlformats.org/drawingml/2006/main">
              <a:ext uri="{FF2B5EF4-FFF2-40B4-BE49-F238E27FC236}">
                <a16:creationId xmlns:a16="http://schemas.microsoft.com/office/drawing/2014/main" id="{89F6019C-2788-4D77-BD10-43713974D61D}"/>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48" name="legacy-title-D">
            <a:extLst xmlns:a="http://schemas.openxmlformats.org/drawingml/2006/main">
              <a:ext uri="{FF2B5EF4-FFF2-40B4-BE49-F238E27FC236}">
                <a16:creationId xmlns:a16="http://schemas.microsoft.com/office/drawing/2014/main" id="{4EA50004-0378-4064-8004-22DD67DE0874}"/>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Records / 本地缓存</a:t>
            </a:r>
          </a:p>
        </p:txBody>
      </p:sp>
      <p:sp>
        <p:nvSpPr>
          <p:cNvPr id="49" name="legacy-line-bg-D-0">
            <a:extLst xmlns:a="http://schemas.openxmlformats.org/drawingml/2006/main">
              <a:ext uri="{FF2B5EF4-FFF2-40B4-BE49-F238E27FC236}">
                <a16:creationId xmlns:a16="http://schemas.microsoft.com/office/drawing/2014/main" id="{D2C3FC46-F64E-4359-B675-956A1856A43D}"/>
              </a:ext>
            </a:extLst>
          </p:cNvPr>
          <p:cNvSpPr>
            <a:spLocks xmlns:a="http://schemas.openxmlformats.org/drawingml/2006/main" noGrp="1"/>
          </p:cNvSpPr>
          <p:nvPr/>
        </p:nvSpPr>
        <p:spPr>
          <a:xfrm xmlns:a="http://schemas.openxmlformats.org/drawingml/2006/main">
            <a:off x="561975" y="5381625"/>
            <a:ext cx="23812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50" name="legacy-line-D-0">
            <a:extLst xmlns:a="http://schemas.openxmlformats.org/drawingml/2006/main">
              <a:ext uri="{FF2B5EF4-FFF2-40B4-BE49-F238E27FC236}">
                <a16:creationId xmlns:a16="http://schemas.microsoft.com/office/drawing/2014/main" id="{A79E3362-9096-4063-88FC-B6A4BD8FA945}"/>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1">
                <a:solidFill>
                  <a:srgbClr val="17263A"/>
                </a:solidFill>
                <a:latin typeface="Microsoft YaHei"/>
                <a:ea typeface="Microsoft YaHei"/>
                <a:cs typeface="Microsoft YaHei"/>
              </a:defRPr>
            </a:defPPr>
            <a:lvl1pPr algn="l">
              <a:defRPr sz="1238" b="1">
                <a:solidFill>
                  <a:srgbClr val="17263A"/>
                </a:solidFill>
                <a:latin typeface="Microsoft YaHei"/>
                <a:ea typeface="Microsoft YaHei"/>
                <a:cs typeface="Microsoft YaHei"/>
              </a:defRPr>
            </a:lvl1pPr>
            <a:lvl2pPr algn="l">
              <a:defRPr sz="1238" b="1">
                <a:solidFill>
                  <a:srgbClr val="17263A"/>
                </a:solidFill>
                <a:latin typeface="Microsoft YaHei"/>
                <a:ea typeface="Microsoft YaHei"/>
                <a:cs typeface="Microsoft YaHei"/>
              </a:defRPr>
            </a:lvl2pPr>
            <a:lvl3pPr algn="l">
              <a:defRPr sz="1238" b="1">
                <a:solidFill>
                  <a:srgbClr val="17263A"/>
                </a:solidFill>
                <a:latin typeface="Microsoft YaHei"/>
                <a:ea typeface="Microsoft YaHei"/>
                <a:cs typeface="Microsoft YaHei"/>
              </a:defRPr>
            </a:lvl3pPr>
            <a:lvl4pPr algn="l">
              <a:defRPr sz="1238" b="1">
                <a:solidFill>
                  <a:srgbClr val="17263A"/>
                </a:solidFill>
                <a:latin typeface="Microsoft YaHei"/>
                <a:ea typeface="Microsoft YaHei"/>
                <a:cs typeface="Microsoft YaHei"/>
              </a:defRPr>
            </a:lvl4pPr>
            <a:lvl5pPr algn="l">
              <a:defRPr sz="1238" b="1">
                <a:solidFill>
                  <a:srgbClr val="17263A"/>
                </a:solidFill>
                <a:latin typeface="Microsoft YaHei"/>
                <a:ea typeface="Microsoft YaHei"/>
                <a:cs typeface="Microsoft YaHei"/>
              </a:defRPr>
            </a:lvl5pPr>
            <a:lvl6pPr algn="l">
              <a:defRPr sz="1238" b="1">
                <a:solidFill>
                  <a:srgbClr val="17263A"/>
                </a:solidFill>
                <a:latin typeface="Microsoft YaHei"/>
                <a:ea typeface="Microsoft YaHei"/>
                <a:cs typeface="Microsoft YaHei"/>
              </a:defRPr>
            </a:lvl6pPr>
            <a:lvl7pPr algn="l">
              <a:defRPr sz="1238" b="1">
                <a:solidFill>
                  <a:srgbClr val="17263A"/>
                </a:solidFill>
                <a:latin typeface="Microsoft YaHei"/>
                <a:ea typeface="Microsoft YaHei"/>
                <a:cs typeface="Microsoft YaHei"/>
              </a:defRPr>
            </a:lvl7pPr>
            <a:lvl8pPr algn="l">
              <a:defRPr sz="1238" b="1">
                <a:solidFill>
                  <a:srgbClr val="17263A"/>
                </a:solidFill>
                <a:latin typeface="Microsoft YaHei"/>
                <a:ea typeface="Microsoft YaHei"/>
                <a:cs typeface="Microsoft YaHei"/>
              </a:defRPr>
            </a:lvl8pPr>
            <a:lvl9pPr algn="l">
              <a:defRPr sz="1238" b="1">
                <a:solidFill>
                  <a:srgbClr val="17263A"/>
                </a:solidFill>
                <a:latin typeface="Microsoft YaHei"/>
                <a:ea typeface="Microsoft YaHei"/>
                <a:cs typeface="Microsoft YaHei"/>
              </a:defRPr>
            </a:lvl9pPr>
          </a:lstStyle>
          <a:p xmlns:a="http://schemas.openxmlformats.org/drawingml/2006/main">
            <a:pPr algn="l">
              <a:lnSpc>
                <a:spcPct val="102000"/>
              </a:lnSpc>
              <a:buNone/>
              <a:defRPr sz="1238" b="1">
                <a:solidFill>
                  <a:srgbClr val="17263A"/>
                </a:solidFill>
                <a:latin typeface="Microsoft YaHei"/>
                <a:ea typeface="Microsoft YaHei"/>
                <a:cs typeface="Microsoft YaHei"/>
              </a:defRPr>
            </a:pPr>
            <a:r>
              <a:rPr sz="1238" b="1">
                <a:solidFill>
                  <a:srgbClr val="17263A"/>
                </a:solidFill>
                <a:latin typeface="Microsoft YaHei"/>
                <a:ea typeface="Microsoft YaHei"/>
                <a:cs typeface="Microsoft YaHei"/>
              </a:rPr>
              <a:t>④ 字段；⑤ fileToGet_</a:t>
            </a:r>
          </a:p>
        </p:txBody>
      </p:sp>
      <p:sp>
        <p:nvSpPr>
          <p:cNvPr id="51" name="legacy-node-N">
            <a:extLst xmlns:a="http://schemas.openxmlformats.org/drawingml/2006/main">
              <a:ext uri="{FF2B5EF4-FFF2-40B4-BE49-F238E27FC236}">
                <a16:creationId xmlns:a16="http://schemas.microsoft.com/office/drawing/2014/main" id="{9F344A1F-B21B-4688-918E-24DCB8F599CE}"/>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EAF1FB"/>
          </a:solidFill>
          <a:ln xmlns:a="http://schemas.openxmlformats.org/drawingml/2006/main" w="14288">
            <a:solidFill>
              <a:srgbClr val="246AB8"/>
            </a:solidFill>
            <a:prstDash val="solid"/>
          </a:ln>
        </p:spPr>
      </p:sp>
      <p:sp>
        <p:nvSpPr>
          <p:cNvPr id="52" name="legacy-title-N">
            <a:extLst xmlns:a="http://schemas.openxmlformats.org/drawingml/2006/main">
              <a:ext uri="{FF2B5EF4-FFF2-40B4-BE49-F238E27FC236}">
                <a16:creationId xmlns:a16="http://schemas.microsoft.com/office/drawing/2014/main" id="{5BC9C2DE-3545-4005-A598-28EFD97AED54}"/>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原加载完成出口</a:t>
            </a:r>
          </a:p>
        </p:txBody>
      </p:sp>
      <p:sp>
        <p:nvSpPr>
          <p:cNvPr id="53" name="legacy-line-bg-N-0">
            <a:extLst xmlns:a="http://schemas.openxmlformats.org/drawingml/2006/main">
              <a:ext uri="{FF2B5EF4-FFF2-40B4-BE49-F238E27FC236}">
                <a16:creationId xmlns:a16="http://schemas.microsoft.com/office/drawing/2014/main" id="{E59D4B0A-0B80-4ABB-B6AA-A9743AFBD1DD}"/>
              </a:ext>
            </a:extLst>
          </p:cNvPr>
          <p:cNvSpPr>
            <a:spLocks xmlns:a="http://schemas.openxmlformats.org/drawingml/2006/main" noGrp="1"/>
          </p:cNvSpPr>
          <p:nvPr/>
        </p:nvSpPr>
        <p:spPr>
          <a:xfrm xmlns:a="http://schemas.openxmlformats.org/drawingml/2006/main">
            <a:off x="3419475" y="5381625"/>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54" name="legacy-line-N-0">
            <a:extLst xmlns:a="http://schemas.openxmlformats.org/drawingml/2006/main">
              <a:ext uri="{FF2B5EF4-FFF2-40B4-BE49-F238E27FC236}">
                <a16:creationId xmlns:a16="http://schemas.microsoft.com/office/drawing/2014/main" id="{8AEF53B3-AC7F-4CB4-B630-A411DE1DC794}"/>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RECORDS_LOADED</a:t>
            </a:r>
          </a:p>
        </p:txBody>
      </p:sp>
      <p:sp>
        <p:nvSpPr>
          <p:cNvPr id="55" name="legacy-line-bg-N-1">
            <a:extLst xmlns:a="http://schemas.openxmlformats.org/drawingml/2006/main">
              <a:ext uri="{FF2B5EF4-FFF2-40B4-BE49-F238E27FC236}">
                <a16:creationId xmlns:a16="http://schemas.microsoft.com/office/drawing/2014/main" id="{0598BB19-A253-43FD-9F68-C58C6AF2E692}"/>
              </a:ext>
            </a:extLst>
          </p:cNvPr>
          <p:cNvSpPr>
            <a:spLocks xmlns:a="http://schemas.openxmlformats.org/drawingml/2006/main" noGrp="1"/>
          </p:cNvSpPr>
          <p:nvPr/>
        </p:nvSpPr>
        <p:spPr>
          <a:xfrm xmlns:a="http://schemas.openxmlformats.org/drawingml/2006/main">
            <a:off x="3419475" y="5619750"/>
            <a:ext cx="2266950" cy="209550"/>
          </a:xfrm>
          <a:prstGeom xmlns:a="http://schemas.openxmlformats.org/drawingml/2006/main" prst="rect">
            <a:avLst/>
          </a:prstGeom>
          <a:solidFill xmlns:a="http://schemas.openxmlformats.org/drawingml/2006/main">
            <a:srgbClr val="DCE9FA"/>
          </a:solidFill>
          <a:ln xmlns:a="http://schemas.openxmlformats.org/drawingml/2006/main" w="0">
            <a:noFill/>
            <a:prstDash val="solid"/>
          </a:ln>
        </p:spPr>
      </p:sp>
      <p:sp>
        <p:nvSpPr>
          <p:cNvPr id="56" name="legacy-line-N-1">
            <a:extLst xmlns:a="http://schemas.openxmlformats.org/drawingml/2006/main">
              <a:ext uri="{FF2B5EF4-FFF2-40B4-BE49-F238E27FC236}">
                <a16:creationId xmlns:a16="http://schemas.microsoft.com/office/drawing/2014/main" id="{F90B63B8-A960-4193-8B5C-217061C185CB}"/>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Registry / CES / Hook</a:t>
            </a:r>
          </a:p>
        </p:txBody>
      </p:sp>
      <p:sp>
        <p:nvSpPr>
          <p:cNvPr id="57" name="legacy-flow-note">
            <a:extLst xmlns:a="http://schemas.openxmlformats.org/drawingml/2006/main">
              <a:ext uri="{FF2B5EF4-FFF2-40B4-BE49-F238E27FC236}">
                <a16:creationId xmlns:a16="http://schemas.microsoft.com/office/drawing/2014/main" id="{EEEBC248-12D2-48F6-9D65-4ED54214D585}"/>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READY / Refresh → EF / Records → LOADED；省略透传函数及中间调用栈</a:t>
            </a:r>
          </a:p>
        </p:txBody>
      </p:sp>
      <p:sp>
        <p:nvSpPr>
          <p:cNvPr id="58" name="application-label">
            <a:extLst xmlns:a="http://schemas.openxmlformats.org/drawingml/2006/main">
              <a:ext uri="{FF2B5EF4-FFF2-40B4-BE49-F238E27FC236}">
                <a16:creationId xmlns:a16="http://schemas.microsoft.com/office/drawing/2014/main" id="{58450788-B6E7-4926-88C3-2C5EAA8A4FB3}"/>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59" name="domain-label">
            <a:extLst xmlns:a="http://schemas.openxmlformats.org/drawingml/2006/main">
              <a:ext uri="{FF2B5EF4-FFF2-40B4-BE49-F238E27FC236}">
                <a16:creationId xmlns:a16="http://schemas.microsoft.com/office/drawing/2014/main" id="{5463004F-9DB2-499D-AFEA-27E762B7EEAA}"/>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60" name="target-edge-RT">
            <a:extLst xmlns:a="http://schemas.openxmlformats.org/drawingml/2006/main">
              <a:ext uri="{FF2B5EF4-FFF2-40B4-BE49-F238E27FC236}">
                <a16:creationId xmlns:a16="http://schemas.microsoft.com/office/drawing/2014/main" id="{738FC5CE-4B78-4877-96EC-FF58198403C4}"/>
              </a:ext>
            </a:extLst>
          </p:cNvPr>
          <p:cNvSpPr>
            <a:spLocks xmlns:a="http://schemas.openxmlformats.org/drawingml/2006/main" noGrp="1"/>
          </p:cNvSpPr>
          <p:nvPr/>
        </p:nvSpPr>
        <p:spPr>
          <a:xfrm xmlns:a="http://schemas.openxmlformats.org/drawingml/2006/main">
            <a:off x="8572500" y="3790950"/>
            <a:ext cx="1447800" cy="1447800"/>
          </a:xfrm>
          <a:custGeom xmlns:a="http://schemas.openxmlformats.org/drawingml/2006/main">
            <a:pathLst>
              <a:path w="1447800" h="1447800">
                <a:moveTo>
                  <a:pt x="0" y="1447800"/>
                </a:moveTo>
                <a:lnTo>
                  <a:pt x="0" y="1257300"/>
                </a:lnTo>
                <a:lnTo>
                  <a:pt x="1447800" y="1257300"/>
                </a:lnTo>
                <a:lnTo>
                  <a:pt x="1447800" y="0"/>
                </a:lnTo>
                <a:lnTo>
                  <a:pt x="1362075" y="0"/>
                </a:lnTo>
              </a:path>
            </a:pathLst>
          </a:custGeom>
          <a:noFill xmlns:a="http://schemas.openxmlformats.org/drawingml/2006/main"/>
          <a:ln xmlns:a="http://schemas.openxmlformats.org/drawingml/2006/main" w="16193">
            <a:solidFill>
              <a:srgbClr val="246AB8"/>
            </a:solidFill>
            <a:prstDash val="solid"/>
          </a:ln>
        </p:spPr>
      </p:sp>
      <p:sp>
        <p:nvSpPr>
          <p:cNvPr id="61" name="target-edge-RT-head">
            <a:extLst xmlns:a="http://schemas.openxmlformats.org/drawingml/2006/main">
              <a:ext uri="{FF2B5EF4-FFF2-40B4-BE49-F238E27FC236}">
                <a16:creationId xmlns:a16="http://schemas.microsoft.com/office/drawing/2014/main" id="{62D6187C-7E3C-412B-AF8D-8C4432C7F734}"/>
              </a:ext>
            </a:extLst>
          </p:cNvPr>
          <p:cNvSpPr>
            <a:spLocks xmlns:a="http://schemas.openxmlformats.org/drawingml/2006/main" noGrp="1"/>
          </p:cNvSpPr>
          <p:nvPr/>
        </p:nvSpPr>
        <p:spPr>
          <a:xfrm xmlns:a="http://schemas.openxmlformats.org/drawingml/2006/main">
            <a:off x="9934575" y="37623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6193">
            <a:solidFill>
              <a:srgbClr val="246AB8"/>
            </a:solidFill>
            <a:prstDash val="solid"/>
          </a:ln>
        </p:spPr>
      </p:sp>
      <p:sp>
        <p:nvSpPr>
          <p:cNvPr id="62" name="target-edge-label-RT">
            <a:extLst xmlns:a="http://schemas.openxmlformats.org/drawingml/2006/main">
              <a:ext uri="{FF2B5EF4-FFF2-40B4-BE49-F238E27FC236}">
                <a16:creationId xmlns:a16="http://schemas.microsoft.com/office/drawing/2014/main" id="{ECED3AD9-9F63-4D2E-9E4A-DD9F052E6135}"/>
              </a:ext>
            </a:extLst>
          </p:cNvPr>
          <p:cNvSpPr>
            <a:spLocks xmlns:a="http://schemas.openxmlformats.org/drawingml/2006/main" noGrp="1"/>
          </p:cNvSpPr>
          <p:nvPr/>
        </p:nvSpPr>
        <p:spPr>
          <a:xfrm xmlns:a="http://schemas.openxmlformats.org/drawingml/2006/main">
            <a:off x="9620250" y="5048250"/>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观察</a:t>
            </a:r>
          </a:p>
        </p:txBody>
      </p:sp>
      <p:sp>
        <p:nvSpPr>
          <p:cNvPr id="63" name="target-edge-TD">
            <a:extLst xmlns:a="http://schemas.openxmlformats.org/drawingml/2006/main">
              <a:ext uri="{FF2B5EF4-FFF2-40B4-BE49-F238E27FC236}">
                <a16:creationId xmlns:a16="http://schemas.microsoft.com/office/drawing/2014/main" id="{AB2FD2AD-6D7D-419E-B5B5-D6CA677BEF90}"/>
              </a:ext>
            </a:extLst>
          </p:cNvPr>
          <p:cNvSpPr>
            <a:spLocks xmlns:a="http://schemas.openxmlformats.org/drawingml/2006/main" noGrp="1"/>
          </p:cNvSpPr>
          <p:nvPr/>
        </p:nvSpPr>
        <p:spPr>
          <a:xfrm xmlns:a="http://schemas.openxmlformats.org/drawingml/2006/main">
            <a:off x="9139238"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246AB8"/>
            </a:solidFill>
            <a:prstDash val="solid"/>
          </a:ln>
        </p:spPr>
      </p:sp>
      <p:sp>
        <p:nvSpPr>
          <p:cNvPr id="64" name="target-edge-TD-head">
            <a:extLst xmlns:a="http://schemas.openxmlformats.org/drawingml/2006/main">
              <a:ext uri="{FF2B5EF4-FFF2-40B4-BE49-F238E27FC236}">
                <a16:creationId xmlns:a16="http://schemas.microsoft.com/office/drawing/2014/main" id="{07066073-BDFC-454A-AE91-D888CE0B646A}"/>
              </a:ext>
            </a:extLst>
          </p:cNvPr>
          <p:cNvSpPr>
            <a:spLocks xmlns:a="http://schemas.openxmlformats.org/drawingml/2006/main" noGrp="1"/>
          </p:cNvSpPr>
          <p:nvPr/>
        </p:nvSpPr>
        <p:spPr>
          <a:xfrm xmlns:a="http://schemas.openxmlformats.org/drawingml/2006/main">
            <a:off x="9115425"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246AB8"/>
            </a:solidFill>
            <a:prstDash val="solid"/>
          </a:ln>
        </p:spPr>
      </p:sp>
      <p:sp>
        <p:nvSpPr>
          <p:cNvPr id="65" name="target-edge-RI">
            <a:extLst xmlns:a="http://schemas.openxmlformats.org/drawingml/2006/main">
              <a:ext uri="{FF2B5EF4-FFF2-40B4-BE49-F238E27FC236}">
                <a16:creationId xmlns:a16="http://schemas.microsoft.com/office/drawing/2014/main" id="{183A219C-485A-4625-90CC-94A0AE0B2EC7}"/>
              </a:ext>
            </a:extLst>
          </p:cNvPr>
          <p:cNvSpPr>
            <a:spLocks xmlns:a="http://schemas.openxmlformats.org/drawingml/2006/main" noGrp="1"/>
          </p:cNvSpPr>
          <p:nvPr/>
        </p:nvSpPr>
        <p:spPr>
          <a:xfrm xmlns:a="http://schemas.openxmlformats.org/drawingml/2006/main">
            <a:off x="9048750" y="5567363"/>
            <a:ext cx="190500" cy="9525"/>
          </a:xfrm>
          <a:custGeom xmlns:a="http://schemas.openxmlformats.org/drawingml/2006/main">
            <a:pathLst>
              <a:path w="190500" h="9525">
                <a:moveTo>
                  <a:pt x="0" y="4763"/>
                </a:moveTo>
                <a:lnTo>
                  <a:pt x="190500" y="4763"/>
                </a:lnTo>
              </a:path>
            </a:pathLst>
          </a:custGeom>
          <a:noFill xmlns:a="http://schemas.openxmlformats.org/drawingml/2006/main"/>
          <a:ln xmlns:a="http://schemas.openxmlformats.org/drawingml/2006/main" w="16193">
            <a:solidFill>
              <a:srgbClr val="246AB8"/>
            </a:solidFill>
            <a:prstDash val="solid"/>
          </a:ln>
        </p:spPr>
      </p:sp>
      <p:sp>
        <p:nvSpPr>
          <p:cNvPr id="66" name="target-edge-RI-head">
            <a:extLst xmlns:a="http://schemas.openxmlformats.org/drawingml/2006/main">
              <a:ext uri="{FF2B5EF4-FFF2-40B4-BE49-F238E27FC236}">
                <a16:creationId xmlns:a16="http://schemas.microsoft.com/office/drawing/2014/main" id="{2262B38B-5551-492B-A4AE-B8C2CA89CCAD}"/>
              </a:ext>
            </a:extLst>
          </p:cNvPr>
          <p:cNvSpPr>
            <a:spLocks xmlns:a="http://schemas.openxmlformats.org/drawingml/2006/main" noGrp="1"/>
          </p:cNvSpPr>
          <p:nvPr/>
        </p:nvSpPr>
        <p:spPr>
          <a:xfrm xmlns:a="http://schemas.openxmlformats.org/drawingml/2006/main">
            <a:off x="9182100" y="5543550"/>
            <a:ext cx="57150" cy="57150"/>
          </a:xfrm>
          <a:custGeom xmlns:a="http://schemas.openxmlformats.org/drawingml/2006/main">
            <a:pathLst>
              <a:path w="57150" h="57150">
                <a:moveTo>
                  <a:pt x="0" y="57150"/>
                </a:moveTo>
                <a:lnTo>
                  <a:pt x="57150" y="28575"/>
                </a:lnTo>
                <a:lnTo>
                  <a:pt x="0" y="0"/>
                </a:lnTo>
              </a:path>
            </a:pathLst>
          </a:custGeom>
          <a:noFill xmlns:a="http://schemas.openxmlformats.org/drawingml/2006/main"/>
          <a:ln xmlns:a="http://schemas.openxmlformats.org/drawingml/2006/main" w="16193">
            <a:solidFill>
              <a:srgbClr val="246AB8"/>
            </a:solidFill>
            <a:prstDash val="solid"/>
          </a:ln>
        </p:spPr>
      </p:sp>
      <p:sp>
        <p:nvSpPr>
          <p:cNvPr id="67" name="target-edge-IC">
            <a:extLst xmlns:a="http://schemas.openxmlformats.org/drawingml/2006/main">
              <a:ext uri="{FF2B5EF4-FFF2-40B4-BE49-F238E27FC236}">
                <a16:creationId xmlns:a16="http://schemas.microsoft.com/office/drawing/2014/main" id="{4EFD5295-44D6-4ACD-8E69-45BD96D22C1B}"/>
              </a:ext>
            </a:extLst>
          </p:cNvPr>
          <p:cNvSpPr>
            <a:spLocks xmlns:a="http://schemas.openxmlformats.org/drawingml/2006/main" noGrp="1"/>
          </p:cNvSpPr>
          <p:nvPr/>
        </p:nvSpPr>
        <p:spPr>
          <a:xfrm xmlns:a="http://schemas.openxmlformats.org/drawingml/2006/main">
            <a:off x="11696700" y="3028950"/>
            <a:ext cx="323850" cy="2590800"/>
          </a:xfrm>
          <a:custGeom xmlns:a="http://schemas.openxmlformats.org/drawingml/2006/main">
            <a:pathLst>
              <a:path w="323850" h="2590800">
                <a:moveTo>
                  <a:pt x="0" y="2590800"/>
                </a:moveTo>
                <a:lnTo>
                  <a:pt x="323850" y="2590800"/>
                </a:lnTo>
                <a:lnTo>
                  <a:pt x="323850" y="0"/>
                </a:lnTo>
                <a:lnTo>
                  <a:pt x="0" y="0"/>
                </a:lnTo>
              </a:path>
            </a:pathLst>
          </a:custGeom>
          <a:noFill xmlns:a="http://schemas.openxmlformats.org/drawingml/2006/main"/>
          <a:ln xmlns:a="http://schemas.openxmlformats.org/drawingml/2006/main" w="16193">
            <a:solidFill>
              <a:srgbClr val="246AB8"/>
            </a:solidFill>
            <a:prstDash val="solid"/>
          </a:ln>
        </p:spPr>
      </p:sp>
      <p:sp>
        <p:nvSpPr>
          <p:cNvPr id="68" name="target-edge-IC-head">
            <a:extLst xmlns:a="http://schemas.openxmlformats.org/drawingml/2006/main">
              <a:ext uri="{FF2B5EF4-FFF2-40B4-BE49-F238E27FC236}">
                <a16:creationId xmlns:a16="http://schemas.microsoft.com/office/drawing/2014/main" id="{CD74AF49-1A8D-474D-B554-2203C5D47683}"/>
              </a:ext>
            </a:extLst>
          </p:cNvPr>
          <p:cNvSpPr>
            <a:spLocks xmlns:a="http://schemas.openxmlformats.org/drawingml/2006/main" noGrp="1"/>
          </p:cNvSpPr>
          <p:nvPr/>
        </p:nvSpPr>
        <p:spPr>
          <a:xfrm xmlns:a="http://schemas.openxmlformats.org/drawingml/2006/main">
            <a:off x="11696700" y="30003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6193">
            <a:solidFill>
              <a:srgbClr val="246AB8"/>
            </a:solidFill>
            <a:prstDash val="solid"/>
          </a:ln>
        </p:spPr>
      </p:sp>
      <p:sp>
        <p:nvSpPr>
          <p:cNvPr id="69" name="target-edge-label-IC">
            <a:extLst xmlns:a="http://schemas.openxmlformats.org/drawingml/2006/main">
              <a:ext uri="{FF2B5EF4-FFF2-40B4-BE49-F238E27FC236}">
                <a16:creationId xmlns:a16="http://schemas.microsoft.com/office/drawing/2014/main" id="{E6443F65-58EB-489D-9DFC-59E89D217A36}"/>
              </a:ext>
            </a:extLst>
          </p:cNvPr>
          <p:cNvSpPr>
            <a:spLocks xmlns:a="http://schemas.openxmlformats.org/drawingml/2006/main" noGrp="1"/>
          </p:cNvSpPr>
          <p:nvPr/>
        </p:nvSpPr>
        <p:spPr>
          <a:xfrm xmlns:a="http://schemas.openxmlformats.org/drawingml/2006/main">
            <a:off x="11734800" y="4981575"/>
            <a:ext cx="3524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246AB8"/>
                </a:solidFill>
                <a:latin typeface="Microsoft YaHei"/>
                <a:ea typeface="Microsoft YaHei"/>
                <a:cs typeface="Microsoft YaHei"/>
              </a:defRPr>
            </a:defPPr>
            <a:lvl1pPr algn="ctr">
              <a:defRPr sz="1050" b="0">
                <a:solidFill>
                  <a:srgbClr val="246AB8"/>
                </a:solidFill>
                <a:latin typeface="Microsoft YaHei"/>
                <a:ea typeface="Microsoft YaHei"/>
                <a:cs typeface="Microsoft YaHei"/>
              </a:defRPr>
            </a:lvl1pPr>
            <a:lvl2pPr algn="ctr">
              <a:defRPr sz="1050" b="0">
                <a:solidFill>
                  <a:srgbClr val="246AB8"/>
                </a:solidFill>
                <a:latin typeface="Microsoft YaHei"/>
                <a:ea typeface="Microsoft YaHei"/>
                <a:cs typeface="Microsoft YaHei"/>
              </a:defRPr>
            </a:lvl2pPr>
            <a:lvl3pPr algn="ctr">
              <a:defRPr sz="1050" b="0">
                <a:solidFill>
                  <a:srgbClr val="246AB8"/>
                </a:solidFill>
                <a:latin typeface="Microsoft YaHei"/>
                <a:ea typeface="Microsoft YaHei"/>
                <a:cs typeface="Microsoft YaHei"/>
              </a:defRPr>
            </a:lvl3pPr>
            <a:lvl4pPr algn="ctr">
              <a:defRPr sz="1050" b="0">
                <a:solidFill>
                  <a:srgbClr val="246AB8"/>
                </a:solidFill>
                <a:latin typeface="Microsoft YaHei"/>
                <a:ea typeface="Microsoft YaHei"/>
                <a:cs typeface="Microsoft YaHei"/>
              </a:defRPr>
            </a:lvl4pPr>
            <a:lvl5pPr algn="ctr">
              <a:defRPr sz="1050" b="0">
                <a:solidFill>
                  <a:srgbClr val="246AB8"/>
                </a:solidFill>
                <a:latin typeface="Microsoft YaHei"/>
                <a:ea typeface="Microsoft YaHei"/>
                <a:cs typeface="Microsoft YaHei"/>
              </a:defRPr>
            </a:lvl5pPr>
            <a:lvl6pPr algn="ctr">
              <a:defRPr sz="1050" b="0">
                <a:solidFill>
                  <a:srgbClr val="246AB8"/>
                </a:solidFill>
                <a:latin typeface="Microsoft YaHei"/>
                <a:ea typeface="Microsoft YaHei"/>
                <a:cs typeface="Microsoft YaHei"/>
              </a:defRPr>
            </a:lvl6pPr>
            <a:lvl7pPr algn="ctr">
              <a:defRPr sz="1050" b="0">
                <a:solidFill>
                  <a:srgbClr val="246AB8"/>
                </a:solidFill>
                <a:latin typeface="Microsoft YaHei"/>
                <a:ea typeface="Microsoft YaHei"/>
                <a:cs typeface="Microsoft YaHei"/>
              </a:defRPr>
            </a:lvl7pPr>
            <a:lvl8pPr algn="ctr">
              <a:defRPr sz="1050" b="0">
                <a:solidFill>
                  <a:srgbClr val="246AB8"/>
                </a:solidFill>
                <a:latin typeface="Microsoft YaHei"/>
                <a:ea typeface="Microsoft YaHei"/>
                <a:cs typeface="Microsoft YaHei"/>
              </a:defRPr>
            </a:lvl8pPr>
            <a:lvl9pPr algn="ctr">
              <a:defRPr sz="1050" b="0">
                <a:solidFill>
                  <a:srgbClr val="246AB8"/>
                </a:solidFill>
                <a:latin typeface="Microsoft YaHei"/>
                <a:ea typeface="Microsoft YaHei"/>
                <a:cs typeface="Microsoft YaHei"/>
              </a:defRPr>
            </a:lvl9pPr>
          </a:lstStyle>
          <a:p xmlns:a="http://schemas.openxmlformats.org/drawingml/2006/main">
            <a:pPr algn="ctr">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出口</a:t>
            </a:r>
          </a:p>
        </p:txBody>
      </p:sp>
      <p:sp>
        <p:nvSpPr>
          <p:cNvPr id="70" name="target-node-C">
            <a:extLst xmlns:a="http://schemas.openxmlformats.org/drawingml/2006/main">
              <a:ext uri="{FF2B5EF4-FFF2-40B4-BE49-F238E27FC236}">
                <a16:creationId xmlns:a16="http://schemas.microsoft.com/office/drawing/2014/main" id="{9290F6DC-3307-4743-B58E-889D167AFD71}"/>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EAF1FB"/>
          </a:solidFill>
          <a:ln xmlns:a="http://schemas.openxmlformats.org/drawingml/2006/main" w="14288">
            <a:solidFill>
              <a:srgbClr val="246AB8"/>
            </a:solidFill>
            <a:prstDash val="solid"/>
          </a:ln>
        </p:spPr>
      </p:sp>
      <p:sp>
        <p:nvSpPr>
          <p:cNvPr id="71" name="target-title-C">
            <a:extLst xmlns:a="http://schemas.openxmlformats.org/drawingml/2006/main">
              <a:ext uri="{FF2B5EF4-FFF2-40B4-BE49-F238E27FC236}">
                <a16:creationId xmlns:a16="http://schemas.microsoft.com/office/drawing/2014/main" id="{20CD76EF-EBFA-4871-BF6B-B77DF13C461E}"/>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C 旧接口兼容</a:t>
            </a:r>
          </a:p>
        </p:txBody>
      </p:sp>
      <p:sp>
        <p:nvSpPr>
          <p:cNvPr id="72" name="target-alias-C">
            <a:extLst xmlns:a="http://schemas.openxmlformats.org/drawingml/2006/main">
              <a:ext uri="{FF2B5EF4-FFF2-40B4-BE49-F238E27FC236}">
                <a16:creationId xmlns:a16="http://schemas.microsoft.com/office/drawing/2014/main" id="{3BAABCEB-26C1-4CE1-B834-2605095D073E}"/>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56657A"/>
                </a:solidFill>
                <a:latin typeface="Microsoft YaHei"/>
                <a:ea typeface="Microsoft YaHei"/>
                <a:cs typeface="Microsoft YaHei"/>
              </a:defRPr>
            </a:defPPr>
            <a:lvl1pPr algn="l">
              <a:defRPr sz="1238" b="0">
                <a:solidFill>
                  <a:srgbClr val="56657A"/>
                </a:solidFill>
                <a:latin typeface="Microsoft YaHei"/>
                <a:ea typeface="Microsoft YaHei"/>
                <a:cs typeface="Microsoft YaHei"/>
              </a:defRPr>
            </a:lvl1pPr>
            <a:lvl2pPr algn="l">
              <a:defRPr sz="1238" b="0">
                <a:solidFill>
                  <a:srgbClr val="56657A"/>
                </a:solidFill>
                <a:latin typeface="Microsoft YaHei"/>
                <a:ea typeface="Microsoft YaHei"/>
                <a:cs typeface="Microsoft YaHei"/>
              </a:defRPr>
            </a:lvl2pPr>
            <a:lvl3pPr algn="l">
              <a:defRPr sz="1238" b="0">
                <a:solidFill>
                  <a:srgbClr val="56657A"/>
                </a:solidFill>
                <a:latin typeface="Microsoft YaHei"/>
                <a:ea typeface="Microsoft YaHei"/>
                <a:cs typeface="Microsoft YaHei"/>
              </a:defRPr>
            </a:lvl3pPr>
            <a:lvl4pPr algn="l">
              <a:defRPr sz="1238" b="0">
                <a:solidFill>
                  <a:srgbClr val="56657A"/>
                </a:solidFill>
                <a:latin typeface="Microsoft YaHei"/>
                <a:ea typeface="Microsoft YaHei"/>
                <a:cs typeface="Microsoft YaHei"/>
              </a:defRPr>
            </a:lvl4pPr>
            <a:lvl5pPr algn="l">
              <a:defRPr sz="1238" b="0">
                <a:solidFill>
                  <a:srgbClr val="56657A"/>
                </a:solidFill>
                <a:latin typeface="Microsoft YaHei"/>
                <a:ea typeface="Microsoft YaHei"/>
                <a:cs typeface="Microsoft YaHei"/>
              </a:defRPr>
            </a:lvl5pPr>
            <a:lvl6pPr algn="l">
              <a:defRPr sz="1238" b="0">
                <a:solidFill>
                  <a:srgbClr val="56657A"/>
                </a:solidFill>
                <a:latin typeface="Microsoft YaHei"/>
                <a:ea typeface="Microsoft YaHei"/>
                <a:cs typeface="Microsoft YaHei"/>
              </a:defRPr>
            </a:lvl6pPr>
            <a:lvl7pPr algn="l">
              <a:defRPr sz="1238" b="0">
                <a:solidFill>
                  <a:srgbClr val="56657A"/>
                </a:solidFill>
                <a:latin typeface="Microsoft YaHei"/>
                <a:ea typeface="Microsoft YaHei"/>
                <a:cs typeface="Microsoft YaHei"/>
              </a:defRPr>
            </a:lvl7pPr>
            <a:lvl8pPr algn="l">
              <a:defRPr sz="1238" b="0">
                <a:solidFill>
                  <a:srgbClr val="56657A"/>
                </a:solidFill>
                <a:latin typeface="Microsoft YaHei"/>
                <a:ea typeface="Microsoft YaHei"/>
                <a:cs typeface="Microsoft YaHei"/>
              </a:defRPr>
            </a:lvl8pPr>
            <a:lvl9pPr algn="l">
              <a:defRPr sz="1238" b="0">
                <a:solidFill>
                  <a:srgbClr val="56657A"/>
                </a:solidFill>
                <a:latin typeface="Microsoft YaHei"/>
                <a:ea typeface="Microsoft YaHei"/>
                <a:cs typeface="Microsoft YaHei"/>
              </a:defRPr>
            </a:lvl9pPr>
          </a:lstStyle>
          <a:p xmlns:a="http://schemas.openxmlformats.org/drawingml/2006/main">
            <a:pPr algn="l">
              <a:lnSpc>
                <a:spcPct val="102000"/>
              </a:lnSpc>
              <a:buNone/>
              <a:defRPr sz="1238" b="0">
                <a:solidFill>
                  <a:srgbClr val="56657A"/>
                </a:solidFill>
                <a:latin typeface="Microsoft YaHei"/>
                <a:ea typeface="Microsoft YaHei"/>
                <a:cs typeface="Microsoft YaHei"/>
              </a:defRPr>
            </a:pPr>
            <a:r>
              <a:rPr sz="1238" b="0">
                <a:solidFill>
                  <a:srgbClr val="56657A"/>
                </a:solidFill>
                <a:latin typeface="Microsoft YaHei"/>
                <a:ea typeface="Microsoft YaHei"/>
                <a:cs typeface="Microsoft YaHei"/>
              </a:rPr>
              <a:t>旧签名 / 权限 / 错误 / 返回与回调</a:t>
            </a:r>
          </a:p>
        </p:txBody>
      </p:sp>
      <p:sp>
        <p:nvSpPr>
          <p:cNvPr id="73" name="target-func-C">
            <a:extLst xmlns:a="http://schemas.openxmlformats.org/drawingml/2006/main">
              <a:ext uri="{FF2B5EF4-FFF2-40B4-BE49-F238E27FC236}">
                <a16:creationId xmlns:a16="http://schemas.microsoft.com/office/drawing/2014/main" id="{A005F70E-3001-4645-9C2A-DFD28D00F4FE}"/>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原通知次数 / 内容保持；各类 readiness 分开</a:t>
            </a:r>
          </a:p>
        </p:txBody>
      </p:sp>
      <p:sp>
        <p:nvSpPr>
          <p:cNvPr id="74" name="target-node-O">
            <a:extLst xmlns:a="http://schemas.openxmlformats.org/drawingml/2006/main">
              <a:ext uri="{FF2B5EF4-FFF2-40B4-BE49-F238E27FC236}">
                <a16:creationId xmlns:a16="http://schemas.microsoft.com/office/drawing/2014/main" id="{137FBD2D-E4EC-4DA5-B605-F3FA676A3415}"/>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5" name="target-title-O">
            <a:extLst xmlns:a="http://schemas.openxmlformats.org/drawingml/2006/main">
              <a:ext uri="{FF2B5EF4-FFF2-40B4-BE49-F238E27FC236}">
                <a16:creationId xmlns:a16="http://schemas.microsoft.com/office/drawing/2014/main" id="{1E55BED1-21A7-4CC3-9C71-A6BAEE87E3C4}"/>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O 本地操作</a:t>
            </a:r>
          </a:p>
        </p:txBody>
      </p:sp>
      <p:sp>
        <p:nvSpPr>
          <p:cNvPr id="76" name="target-alias-O">
            <a:extLst xmlns:a="http://schemas.openxmlformats.org/drawingml/2006/main">
              <a:ext uri="{FF2B5EF4-FFF2-40B4-BE49-F238E27FC236}">
                <a16:creationId xmlns:a16="http://schemas.microsoft.com/office/drawing/2014/main" id="{3D24592F-75FD-403B-AD69-612AA625B0E8}"/>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778599"/>
                </a:solidFill>
                <a:latin typeface="Microsoft YaHei"/>
                <a:ea typeface="Microsoft YaHei"/>
                <a:cs typeface="Microsoft YaHei"/>
              </a:defRPr>
            </a:defPPr>
            <a:lvl1pPr algn="l">
              <a:defRPr sz="1075" b="0">
                <a:solidFill>
                  <a:srgbClr val="778599"/>
                </a:solidFill>
                <a:latin typeface="Microsoft YaHei"/>
                <a:ea typeface="Microsoft YaHei"/>
                <a:cs typeface="Microsoft YaHei"/>
              </a:defRPr>
            </a:lvl1pPr>
            <a:lvl2pPr algn="l">
              <a:defRPr sz="1075" b="0">
                <a:solidFill>
                  <a:srgbClr val="778599"/>
                </a:solidFill>
                <a:latin typeface="Microsoft YaHei"/>
                <a:ea typeface="Microsoft YaHei"/>
                <a:cs typeface="Microsoft YaHei"/>
              </a:defRPr>
            </a:lvl2pPr>
            <a:lvl3pPr algn="l">
              <a:defRPr sz="1075" b="0">
                <a:solidFill>
                  <a:srgbClr val="778599"/>
                </a:solidFill>
                <a:latin typeface="Microsoft YaHei"/>
                <a:ea typeface="Microsoft YaHei"/>
                <a:cs typeface="Microsoft YaHei"/>
              </a:defRPr>
            </a:lvl3pPr>
            <a:lvl4pPr algn="l">
              <a:defRPr sz="1075" b="0">
                <a:solidFill>
                  <a:srgbClr val="778599"/>
                </a:solidFill>
                <a:latin typeface="Microsoft YaHei"/>
                <a:ea typeface="Microsoft YaHei"/>
                <a:cs typeface="Microsoft YaHei"/>
              </a:defRPr>
            </a:lvl4pPr>
            <a:lvl5pPr algn="l">
              <a:defRPr sz="1075" b="0">
                <a:solidFill>
                  <a:srgbClr val="778599"/>
                </a:solidFill>
                <a:latin typeface="Microsoft YaHei"/>
                <a:ea typeface="Microsoft YaHei"/>
                <a:cs typeface="Microsoft YaHei"/>
              </a:defRPr>
            </a:lvl5pPr>
            <a:lvl6pPr algn="l">
              <a:defRPr sz="1075" b="0">
                <a:solidFill>
                  <a:srgbClr val="778599"/>
                </a:solidFill>
                <a:latin typeface="Microsoft YaHei"/>
                <a:ea typeface="Microsoft YaHei"/>
                <a:cs typeface="Microsoft YaHei"/>
              </a:defRPr>
            </a:lvl6pPr>
            <a:lvl7pPr algn="l">
              <a:defRPr sz="1075" b="0">
                <a:solidFill>
                  <a:srgbClr val="778599"/>
                </a:solidFill>
                <a:latin typeface="Microsoft YaHei"/>
                <a:ea typeface="Microsoft YaHei"/>
                <a:cs typeface="Microsoft YaHei"/>
              </a:defRPr>
            </a:lvl7pPr>
            <a:lvl8pPr algn="l">
              <a:defRPr sz="1075" b="0">
                <a:solidFill>
                  <a:srgbClr val="778599"/>
                </a:solidFill>
                <a:latin typeface="Microsoft YaHei"/>
                <a:ea typeface="Microsoft YaHei"/>
                <a:cs typeface="Microsoft YaHei"/>
              </a:defRPr>
            </a:lvl8pPr>
            <a:lvl9pPr algn="l">
              <a:defRPr sz="1075" b="0">
                <a:solidFill>
                  <a:srgbClr val="778599"/>
                </a:solidFill>
                <a:latin typeface="Microsoft YaHei"/>
                <a:ea typeface="Microsoft YaHei"/>
                <a:cs typeface="Microsoft YaHei"/>
              </a:defRPr>
            </a:lvl9pPr>
          </a:lstStyle>
          <a:p xmlns:a="http://schemas.openxmlformats.org/drawingml/2006/main">
            <a:pPr algn="l">
              <a:lnSpc>
                <a:spcPct val="102000"/>
              </a:lnSpc>
              <a:buNone/>
              <a:defRPr sz="1075" b="0">
                <a:solidFill>
                  <a:srgbClr val="778599"/>
                </a:solidFill>
                <a:latin typeface="Microsoft YaHei"/>
                <a:ea typeface="Microsoft YaHei"/>
                <a:cs typeface="Microsoft YaHei"/>
              </a:defRPr>
            </a:pPr>
            <a:r>
              <a:rPr sz="1075" b="0">
                <a:solidFill>
                  <a:srgbClr val="778599"/>
                </a:solidFill>
                <a:latin typeface="Microsoft YaHei"/>
                <a:ea typeface="Microsoft YaHei"/>
                <a:cs typeface="Microsoft YaHei"/>
              </a:rPr>
              <a:t>OperationCoordinator</a:t>
            </a:r>
          </a:p>
        </p:txBody>
      </p:sp>
      <p:sp>
        <p:nvSpPr>
          <p:cNvPr id="77" name="target-func-O">
            <a:extLst xmlns:a="http://schemas.openxmlformats.org/drawingml/2006/main">
              <a:ext uri="{FF2B5EF4-FFF2-40B4-BE49-F238E27FC236}">
                <a16:creationId xmlns:a16="http://schemas.microsoft.com/office/drawing/2014/main" id="{C2482108-C05C-42CA-81F9-467DB0C840D3}"/>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简单加载不强制参与</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不接管所有通知</a:t>
            </a:r>
          </a:p>
        </p:txBody>
      </p:sp>
      <p:sp>
        <p:nvSpPr>
          <p:cNvPr id="78" name="target-node-T">
            <a:extLst xmlns:a="http://schemas.openxmlformats.org/drawingml/2006/main">
              <a:ext uri="{FF2B5EF4-FFF2-40B4-BE49-F238E27FC236}">
                <a16:creationId xmlns:a16="http://schemas.microsoft.com/office/drawing/2014/main" id="{6BF7A737-5349-4A17-9DF3-75EB63F72BF7}"/>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EAF1FB"/>
          </a:solidFill>
          <a:ln xmlns:a="http://schemas.openxmlformats.org/drawingml/2006/main" w="14288">
            <a:solidFill>
              <a:srgbClr val="246AB8"/>
            </a:solidFill>
            <a:prstDash val="solid"/>
          </a:ln>
        </p:spPr>
      </p:sp>
      <p:sp>
        <p:nvSpPr>
          <p:cNvPr id="79" name="target-title-T">
            <a:extLst xmlns:a="http://schemas.openxmlformats.org/drawingml/2006/main">
              <a:ext uri="{FF2B5EF4-FFF2-40B4-BE49-F238E27FC236}">
                <a16:creationId xmlns:a16="http://schemas.microsoft.com/office/drawing/2014/main" id="{899A70C2-99A2-4BBE-A342-590E447DB08F}"/>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80" name="target-alias-T">
            <a:extLst xmlns:a="http://schemas.openxmlformats.org/drawingml/2006/main">
              <a:ext uri="{FF2B5EF4-FFF2-40B4-BE49-F238E27FC236}">
                <a16:creationId xmlns:a16="http://schemas.microsoft.com/office/drawing/2014/main" id="{A1319E77-D1E5-4DE8-B954-8C17C45EA0BA}"/>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81" name="target-func-T">
            <a:extLst xmlns:a="http://schemas.openxmlformats.org/drawingml/2006/main">
              <a:ext uri="{FF2B5EF4-FFF2-40B4-BE49-F238E27FC236}">
                <a16:creationId xmlns:a16="http://schemas.microsoft.com/office/drawing/2014/main" id="{E60AA9FF-3B55-4FC9-B153-BA4273861839}"/>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相关账户 / 绑定观察</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与 Records 加载分开</a:t>
            </a:r>
          </a:p>
        </p:txBody>
      </p:sp>
      <p:sp>
        <p:nvSpPr>
          <p:cNvPr id="82" name="target-node-A">
            <a:extLst xmlns:a="http://schemas.openxmlformats.org/drawingml/2006/main">
              <a:ext uri="{FF2B5EF4-FFF2-40B4-BE49-F238E27FC236}">
                <a16:creationId xmlns:a16="http://schemas.microsoft.com/office/drawing/2014/main" id="{B3C55BE3-8377-48D6-AFDD-230F278A13B0}"/>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83" name="target-title-A">
            <a:extLst xmlns:a="http://schemas.openxmlformats.org/drawingml/2006/main">
              <a:ext uri="{FF2B5EF4-FFF2-40B4-BE49-F238E27FC236}">
                <a16:creationId xmlns:a16="http://schemas.microsoft.com/office/drawing/2014/main" id="{60D4F1EE-66DD-4718-8AB8-17EB366D6138}"/>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84" name="target-alias-A">
            <a:extLst xmlns:a="http://schemas.openxmlformats.org/drawingml/2006/main">
              <a:ext uri="{FF2B5EF4-FFF2-40B4-BE49-F238E27FC236}">
                <a16:creationId xmlns:a16="http://schemas.microsoft.com/office/drawing/2014/main" id="{C71070D6-1C4C-4274-A16F-EC67B238E9B2}"/>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85" name="target-func-A">
            <a:extLst xmlns:a="http://schemas.openxmlformats.org/drawingml/2006/main">
              <a:ext uri="{FF2B5EF4-FFF2-40B4-BE49-F238E27FC236}">
                <a16:creationId xmlns:a16="http://schemas.microsoft.com/office/drawing/2014/main" id="{C1D1C76C-24FE-4F9F-A79C-00653C6C1AB0}"/>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本流程不参与</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LOADED ≠ 角色就绪</a:t>
            </a:r>
          </a:p>
        </p:txBody>
      </p:sp>
      <p:sp>
        <p:nvSpPr>
          <p:cNvPr id="86" name="target-node-DO">
            <a:extLst xmlns:a="http://schemas.openxmlformats.org/drawingml/2006/main">
              <a:ext uri="{FF2B5EF4-FFF2-40B4-BE49-F238E27FC236}">
                <a16:creationId xmlns:a16="http://schemas.microsoft.com/office/drawing/2014/main" id="{528B0B36-CDC9-4B2F-92E5-BB0F303B3999}"/>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7" name="target-title-DO">
            <a:extLst xmlns:a="http://schemas.openxmlformats.org/drawingml/2006/main">
              <a:ext uri="{FF2B5EF4-FFF2-40B4-BE49-F238E27FC236}">
                <a16:creationId xmlns:a16="http://schemas.microsoft.com/office/drawing/2014/main" id="{999DEC52-9276-43F8-BDF4-30EF901AB858}"/>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OperationContext</a:t>
            </a:r>
          </a:p>
        </p:txBody>
      </p:sp>
      <p:sp>
        <p:nvSpPr>
          <p:cNvPr id="88" name="target-func-DO">
            <a:extLst xmlns:a="http://schemas.openxmlformats.org/drawingml/2006/main">
              <a:ext uri="{FF2B5EF4-FFF2-40B4-BE49-F238E27FC236}">
                <a16:creationId xmlns:a16="http://schemas.microsoft.com/office/drawing/2014/main" id="{D931B608-4032-42D4-B72A-D43F623C0622}"/>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纯操作状态 / 值对象</a:t>
            </a:r>
          </a:p>
        </p:txBody>
      </p:sp>
      <p:sp>
        <p:nvSpPr>
          <p:cNvPr id="89" name="target-node-DT">
            <a:extLst xmlns:a="http://schemas.openxmlformats.org/drawingml/2006/main">
              <a:ext uri="{FF2B5EF4-FFF2-40B4-BE49-F238E27FC236}">
                <a16:creationId xmlns:a16="http://schemas.microsoft.com/office/drawing/2014/main" id="{46FDDC2E-FF3B-4247-9679-19ED5599A686}"/>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246AB8"/>
            </a:solidFill>
            <a:prstDash val="solid"/>
          </a:ln>
        </p:spPr>
      </p:sp>
      <p:sp>
        <p:nvSpPr>
          <p:cNvPr id="90" name="target-title-DT">
            <a:extLst xmlns:a="http://schemas.openxmlformats.org/drawingml/2006/main">
              <a:ext uri="{FF2B5EF4-FFF2-40B4-BE49-F238E27FC236}">
                <a16:creationId xmlns:a16="http://schemas.microsoft.com/office/drawing/2014/main" id="{DEF82A97-0D60-44A4-B791-688E50D4A1D5}"/>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TopologyAggregate</a:t>
            </a:r>
          </a:p>
        </p:txBody>
      </p:sp>
      <p:sp>
        <p:nvSpPr>
          <p:cNvPr id="91" name="target-func-DT">
            <a:extLst xmlns:a="http://schemas.openxmlformats.org/drawingml/2006/main">
              <a:ext uri="{FF2B5EF4-FFF2-40B4-BE49-F238E27FC236}">
                <a16:creationId xmlns:a16="http://schemas.microsoft.com/office/drawing/2014/main" id="{56318A8B-D5DD-4E63-A411-FC005B86F111}"/>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纯账户 / 绑定规则</a:t>
            </a:r>
          </a:p>
        </p:txBody>
      </p:sp>
      <p:sp>
        <p:nvSpPr>
          <p:cNvPr id="92" name="target-node-DA">
            <a:extLst xmlns:a="http://schemas.openxmlformats.org/drawingml/2006/main">
              <a:ext uri="{FF2B5EF4-FFF2-40B4-BE49-F238E27FC236}">
                <a16:creationId xmlns:a16="http://schemas.microsoft.com/office/drawing/2014/main" id="{A9BF2258-8014-4B10-B5F1-78A1D7CEAF5B}"/>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93" name="target-title-DA">
            <a:extLst xmlns:a="http://schemas.openxmlformats.org/drawingml/2006/main">
              <a:ext uri="{FF2B5EF4-FFF2-40B4-BE49-F238E27FC236}">
                <a16:creationId xmlns:a16="http://schemas.microsoft.com/office/drawing/2014/main" id="{C99439D9-B2D0-4793-BB1F-DC8300763302}"/>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94" name="target-func-DA">
            <a:extLst xmlns:a="http://schemas.openxmlformats.org/drawingml/2006/main">
              <a:ext uri="{FF2B5EF4-FFF2-40B4-BE49-F238E27FC236}">
                <a16:creationId xmlns:a16="http://schemas.microsoft.com/office/drawing/2014/main" id="{B22D4AEF-61C8-448A-9706-4C6032F92916}"/>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95" name="target-node-R">
            <a:extLst xmlns:a="http://schemas.openxmlformats.org/drawingml/2006/main">
              <a:ext uri="{FF2B5EF4-FFF2-40B4-BE49-F238E27FC236}">
                <a16:creationId xmlns:a16="http://schemas.microsoft.com/office/drawing/2014/main" id="{02E3A784-8488-4748-A1C9-A43AEFCF3A15}"/>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96" name="target-title-R">
            <a:extLst xmlns:a="http://schemas.openxmlformats.org/drawingml/2006/main">
              <a:ext uri="{FF2B5EF4-FFF2-40B4-BE49-F238E27FC236}">
                <a16:creationId xmlns:a16="http://schemas.microsoft.com/office/drawing/2014/main" id="{E3A338A3-FFBD-4F50-B550-D93A73EFFFB1}"/>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97" name="target-func-R">
            <a:extLst xmlns:a="http://schemas.openxmlformats.org/drawingml/2006/main">
              <a:ext uri="{FF2B5EF4-FFF2-40B4-BE49-F238E27FC236}">
                <a16:creationId xmlns:a16="http://schemas.microsoft.com/office/drawing/2014/main" id="{897D7349-EF82-4867-9AEB-4873246B1E8B}"/>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必需 / 可选成员完成判定</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保留逐卡型的 LOADED 语义</a:t>
            </a:r>
          </a:p>
        </p:txBody>
      </p:sp>
      <p:sp>
        <p:nvSpPr>
          <p:cNvPr id="98" name="target-node-I">
            <a:extLst xmlns:a="http://schemas.openxmlformats.org/drawingml/2006/main">
              <a:ext uri="{FF2B5EF4-FFF2-40B4-BE49-F238E27FC236}">
                <a16:creationId xmlns:a16="http://schemas.microsoft.com/office/drawing/2014/main" id="{5DFCE6C8-FFF1-4A01-8583-BDB5F10200DA}"/>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EAF1FB"/>
          </a:solidFill>
          <a:ln xmlns:a="http://schemas.openxmlformats.org/drawingml/2006/main" w="14288">
            <a:solidFill>
              <a:srgbClr val="246AB8"/>
            </a:solidFill>
            <a:prstDash val="solid"/>
          </a:ln>
        </p:spPr>
      </p:sp>
      <p:sp>
        <p:nvSpPr>
          <p:cNvPr id="99" name="target-title-I">
            <a:extLst xmlns:a="http://schemas.openxmlformats.org/drawingml/2006/main">
              <a:ext uri="{FF2B5EF4-FFF2-40B4-BE49-F238E27FC236}">
                <a16:creationId xmlns:a16="http://schemas.microsoft.com/office/drawing/2014/main" id="{32639AFE-CF3A-4164-B6B3-0638E898331E}"/>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I 技术适配</a:t>
            </a:r>
          </a:p>
        </p:txBody>
      </p:sp>
      <p:sp>
        <p:nvSpPr>
          <p:cNvPr id="100" name="target-func-I">
            <a:extLst xmlns:a="http://schemas.openxmlformats.org/drawingml/2006/main">
              <a:ext uri="{FF2B5EF4-FFF2-40B4-BE49-F238E27FC236}">
                <a16:creationId xmlns:a16="http://schemas.microsoft.com/office/drawing/2014/main" id="{A2105DA9-D405-4E9D-BFEA-F46FF215C262}"/>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Registry / CES / Hook 原序</a:t>
            </a:r>
          </a:p>
        </p:txBody>
      </p:sp>
      <p:sp>
        <p:nvSpPr>
          <p:cNvPr id="101" name="host-note">
            <a:extLst xmlns:a="http://schemas.openxmlformats.org/drawingml/2006/main">
              <a:ext uri="{FF2B5EF4-FFF2-40B4-BE49-F238E27FC236}">
                <a16:creationId xmlns:a16="http://schemas.microsoft.com/office/drawing/2014/main" id="{E4D691C2-4699-4A57-A506-FD035DF1E926}"/>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102" name="invariant-rule">
            <a:extLst xmlns:a="http://schemas.openxmlformats.org/drawingml/2006/main">
              <a:ext uri="{FF2B5EF4-FFF2-40B4-BE49-F238E27FC236}">
                <a16:creationId xmlns:a16="http://schemas.microsoft.com/office/drawing/2014/main" id="{43529507-0744-4BB9-AA9B-76DB2C7EA23E}"/>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3" name="invariant">
            <a:extLst xmlns:a="http://schemas.openxmlformats.org/drawingml/2006/main">
              <a:ext uri="{FF2B5EF4-FFF2-40B4-BE49-F238E27FC236}">
                <a16:creationId xmlns:a16="http://schemas.microsoft.com/office/drawing/2014/main" id="{B3E91968-529F-440D-966A-F504A3B3AAF9}"/>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保持：生产卡型 / EF 算法及 LOADED 出口；局部失效不清空全局，已发写卡仍需效果核对。</a:t>
            </a:r>
          </a:p>
        </p:txBody>
      </p:sp>
      <p:sp>
        <p:nvSpPr>
          <p:cNvPr id="104" name="footer">
            <a:extLst xmlns:a="http://schemas.openxmlformats.org/drawingml/2006/main">
              <a:ext uri="{FF2B5EF4-FFF2-40B4-BE49-F238E27FC236}">
                <a16:creationId xmlns:a16="http://schemas.microsoft.com/office/drawing/2014/main" id="{C49D8CE6-847B-4C37-8C1E-2575BDED68E1}"/>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05" name="page-number">
            <a:extLst xmlns:a="http://schemas.openxmlformats.org/drawingml/2006/main">
              <a:ext uri="{FF2B5EF4-FFF2-40B4-BE49-F238E27FC236}">
                <a16:creationId xmlns:a16="http://schemas.microsoft.com/office/drawing/2014/main" id="{4B21A368-6369-48B0-8A2A-3CC976C86AA2}"/>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加载 / ⑤ 资料 / 完成</a:t>
            </a:r>
          </a:p>
        </p:txBody>
      </p:sp>
    </p:spTree>
    <p:extLst>
      <p:ext uri="{BB962C8B-B14F-4D97-AF65-F5344CB8AC3E}">
        <p14:creationId xmlns:p14="http://schemas.microsoft.com/office/powerpoint/2010/main" val="1082256579"/>
      </p:ext>
    </p:extLst>
  </p:cSld>
  <p:transition spd="fast" advClick="0">
    <p:fade/>
  </p:transition>
</p:sld>
</file>

<file path=ppt/slides/slide45.xml><?xml version="1.0" encoding="utf-8"?>
<p:sld xmlns:p="http://schemas.openxmlformats.org/presentationml/2006/main" show="0">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2" name="accent">
            <a:extLst xmlns:a="http://schemas.openxmlformats.org/drawingml/2006/main">
              <a:ext uri="{FF2B5EF4-FFF2-40B4-BE49-F238E27FC236}">
                <a16:creationId xmlns:a16="http://schemas.microsoft.com/office/drawing/2014/main" id="{B65A16C8-5C0D-4075-8A2B-1E04CEC14E84}"/>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deck-label">
            <a:extLst xmlns:a="http://schemas.openxmlformats.org/drawingml/2006/main">
              <a:ext uri="{FF2B5EF4-FFF2-40B4-BE49-F238E27FC236}">
                <a16:creationId xmlns:a16="http://schemas.microsoft.com/office/drawing/2014/main" id="{334EA6B5-631D-4625-9FC8-34EB82FAA76E}"/>
              </a:ext>
            </a:extLst>
          </p:cNvPr>
          <p:cNvSpPr>
            <a:spLocks xmlns:a="http://schemas.openxmlformats.org/drawingml/2006/main" noGrp="1"/>
          </p:cNvSpPr>
          <p:nvPr/>
        </p:nvSpPr>
        <p:spPr>
          <a:xfrm xmlns:a="http://schemas.openxmlformats.org/drawingml/2006/main">
            <a:off x="495300" y="2381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defRPr sz="1050" b="0">
                <a:solidFill>
                  <a:srgbClr val="246AB8"/>
                </a:solidFill>
                <a:latin typeface="Microsoft YaHei"/>
                <a:ea typeface="Microsoft YaHei"/>
                <a:cs typeface="Microsoft YaHei"/>
              </a:defRPr>
            </a:lvl1pPr>
            <a:lvl2pPr algn="l">
              <a:defRPr sz="1050" b="0">
                <a:solidFill>
                  <a:srgbClr val="246AB8"/>
                </a:solidFill>
                <a:latin typeface="Microsoft YaHei"/>
                <a:ea typeface="Microsoft YaHei"/>
                <a:cs typeface="Microsoft YaHei"/>
              </a:defRPr>
            </a:lvl2pPr>
            <a:lvl3pPr algn="l">
              <a:defRPr sz="1050" b="0">
                <a:solidFill>
                  <a:srgbClr val="246AB8"/>
                </a:solidFill>
                <a:latin typeface="Microsoft YaHei"/>
                <a:ea typeface="Microsoft YaHei"/>
                <a:cs typeface="Microsoft YaHei"/>
              </a:defRPr>
            </a:lvl3pPr>
            <a:lvl4pPr algn="l">
              <a:defRPr sz="1050" b="0">
                <a:solidFill>
                  <a:srgbClr val="246AB8"/>
                </a:solidFill>
                <a:latin typeface="Microsoft YaHei"/>
                <a:ea typeface="Microsoft YaHei"/>
                <a:cs typeface="Microsoft YaHei"/>
              </a:defRPr>
            </a:lvl4pPr>
            <a:lvl5pPr algn="l">
              <a:defRPr sz="1050" b="0">
                <a:solidFill>
                  <a:srgbClr val="246AB8"/>
                </a:solidFill>
                <a:latin typeface="Microsoft YaHei"/>
                <a:ea typeface="Microsoft YaHei"/>
                <a:cs typeface="Microsoft YaHei"/>
              </a:defRPr>
            </a:lvl5pPr>
            <a:lvl6pPr algn="l">
              <a:defRPr sz="1050" b="0">
                <a:solidFill>
                  <a:srgbClr val="246AB8"/>
                </a:solidFill>
                <a:latin typeface="Microsoft YaHei"/>
                <a:ea typeface="Microsoft YaHei"/>
                <a:cs typeface="Microsoft YaHei"/>
              </a:defRPr>
            </a:lvl6pPr>
            <a:lvl7pPr algn="l">
              <a:defRPr sz="1050" b="0">
                <a:solidFill>
                  <a:srgbClr val="246AB8"/>
                </a:solidFill>
                <a:latin typeface="Microsoft YaHei"/>
                <a:ea typeface="Microsoft YaHei"/>
                <a:cs typeface="Microsoft YaHei"/>
              </a:defRPr>
            </a:lvl7pPr>
            <a:lvl8pPr algn="l">
              <a:defRPr sz="1050" b="0">
                <a:solidFill>
                  <a:srgbClr val="246AB8"/>
                </a:solidFill>
                <a:latin typeface="Microsoft YaHei"/>
                <a:ea typeface="Microsoft YaHei"/>
                <a:cs typeface="Microsoft YaHei"/>
              </a:defRPr>
            </a:lvl8pPr>
            <a:lvl9pPr algn="l">
              <a:defRPr sz="1050" b="0">
                <a:solidFill>
                  <a:srgbClr val="246AB8"/>
                </a:solidFill>
                <a:latin typeface="Microsoft YaHei"/>
                <a:ea typeface="Microsoft YaHei"/>
                <a:cs typeface="Microsoft YaHei"/>
              </a:defRPr>
            </a:lvl9pPr>
          </a:lstStyle>
          <a:p xmlns:a="http://schemas.openxmlformats.org/drawingml/2006/main">
            <a:pPr algn="l">
              <a:lnSpc>
                <a:spcPct val="10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interaction-hint">
            <a:extLst xmlns:a="http://schemas.openxmlformats.org/drawingml/2006/main">
              <a:ext uri="{FF2B5EF4-FFF2-40B4-BE49-F238E27FC236}">
                <a16:creationId xmlns:a16="http://schemas.microsoft.com/office/drawing/2014/main" id="{B385B124-E6F4-43D9-AF7E-BA85076DE0F2}"/>
              </a:ext>
            </a:extLst>
          </p:cNvPr>
          <p:cNvSpPr>
            <a:spLocks xmlns:a="http://schemas.openxmlformats.org/drawingml/2006/main" noGrp="1"/>
          </p:cNvSpPr>
          <p:nvPr/>
        </p:nvSpPr>
        <p:spPr>
          <a:xfrm xmlns:a="http://schemas.openxmlformats.org/drawingml/2006/main">
            <a:off x="7991475" y="238125"/>
            <a:ext cx="3705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defRPr sz="1050" b="0">
                <a:solidFill>
                  <a:srgbClr val="56657A"/>
                </a:solidFill>
                <a:latin typeface="Microsoft YaHei"/>
                <a:ea typeface="Microsoft YaHei"/>
                <a:cs typeface="Microsoft YaHei"/>
              </a:defRPr>
            </a:lvl1pPr>
            <a:lvl2pPr algn="r">
              <a:defRPr sz="1050" b="0">
                <a:solidFill>
                  <a:srgbClr val="56657A"/>
                </a:solidFill>
                <a:latin typeface="Microsoft YaHei"/>
                <a:ea typeface="Microsoft YaHei"/>
                <a:cs typeface="Microsoft YaHei"/>
              </a:defRPr>
            </a:lvl2pPr>
            <a:lvl3pPr algn="r">
              <a:defRPr sz="1050" b="0">
                <a:solidFill>
                  <a:srgbClr val="56657A"/>
                </a:solidFill>
                <a:latin typeface="Microsoft YaHei"/>
                <a:ea typeface="Microsoft YaHei"/>
                <a:cs typeface="Microsoft YaHei"/>
              </a:defRPr>
            </a:lvl3pPr>
            <a:lvl4pPr algn="r">
              <a:defRPr sz="1050" b="0">
                <a:solidFill>
                  <a:srgbClr val="56657A"/>
                </a:solidFill>
                <a:latin typeface="Microsoft YaHei"/>
                <a:ea typeface="Microsoft YaHei"/>
                <a:cs typeface="Microsoft YaHei"/>
              </a:defRPr>
            </a:lvl4pPr>
            <a:lvl5pPr algn="r">
              <a:defRPr sz="1050" b="0">
                <a:solidFill>
                  <a:srgbClr val="56657A"/>
                </a:solidFill>
                <a:latin typeface="Microsoft YaHei"/>
                <a:ea typeface="Microsoft YaHei"/>
                <a:cs typeface="Microsoft YaHei"/>
              </a:defRPr>
            </a:lvl5pPr>
            <a:lvl6pPr algn="r">
              <a:defRPr sz="1050" b="0">
                <a:solidFill>
                  <a:srgbClr val="56657A"/>
                </a:solidFill>
                <a:latin typeface="Microsoft YaHei"/>
                <a:ea typeface="Microsoft YaHei"/>
                <a:cs typeface="Microsoft YaHei"/>
              </a:defRPr>
            </a:lvl6pPr>
            <a:lvl7pPr algn="r">
              <a:defRPr sz="1050" b="0">
                <a:solidFill>
                  <a:srgbClr val="56657A"/>
                </a:solidFill>
                <a:latin typeface="Microsoft YaHei"/>
                <a:ea typeface="Microsoft YaHei"/>
                <a:cs typeface="Microsoft YaHei"/>
              </a:defRPr>
            </a:lvl7pPr>
            <a:lvl8pPr algn="r">
              <a:defRPr sz="1050" b="0">
                <a:solidFill>
                  <a:srgbClr val="56657A"/>
                </a:solidFill>
                <a:latin typeface="Microsoft YaHei"/>
                <a:ea typeface="Microsoft YaHei"/>
                <a:cs typeface="Microsoft YaHei"/>
              </a:defRPr>
            </a:lvl8pPr>
            <a:lvl9pPr algn="r">
              <a:defRPr sz="1050" b="0">
                <a:solidFill>
                  <a:srgbClr val="56657A"/>
                </a:solidFill>
                <a:latin typeface="Microsoft YaHei"/>
                <a:ea typeface="Microsoft YaHei"/>
                <a:cs typeface="Microsoft YaHei"/>
              </a:defRPr>
            </a:lvl9pPr>
          </a:lstStyle>
          <a:p xmlns:a="http://schemas.openxmlformats.org/drawingml/2006/main">
            <a:pPr algn="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点业务、点阶段，左右同步看职责迁移</a:t>
            </a:r>
          </a:p>
        </p:txBody>
      </p:sp>
      <p:sp>
        <p:nvSpPr>
          <p:cNvPr id="4" name="title">
            <a:extLst xmlns:a="http://schemas.openxmlformats.org/drawingml/2006/main">
              <a:ext uri="{FF2B5EF4-FFF2-40B4-BE49-F238E27FC236}">
                <a16:creationId xmlns:a16="http://schemas.microsoft.com/office/drawing/2014/main" id="{9E68A261-493A-4F45-B3B2-B066280EFFD0}"/>
              </a:ext>
            </a:extLst>
          </p:cNvPr>
          <p:cNvSpPr>
            <a:spLocks xmlns:a="http://schemas.openxmlformats.org/drawingml/2006/main" noGrp="1"/>
          </p:cNvSpPr>
          <p:nvPr/>
        </p:nvSpPr>
        <p:spPr>
          <a:xfrm xmlns:a="http://schemas.openxmlformats.org/drawingml/2006/main">
            <a:off x="495300" y="581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0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同一业务：旧模块怎样流转，目标职责怎样接管</a:t>
            </a:r>
          </a:p>
        </p:txBody>
      </p:sp>
      <p:sp>
        <p:nvSpPr>
          <p:cNvPr id="5" name="compare-flow-0">
            <ns0:hlinkClick xmlns:ns0="http://schemas.openxmlformats.org/drawingml/2006/main" xmlns:ns1="http://schemas.openxmlformats.org/officeDocument/2006/relationships" ns1:id="rIdCompareNav0" action="ppaction://hlinksldjump" tooltip="设置显示号码"/>
            <a:extLst xmlns:a="http://schemas.openxmlformats.org/drawingml/2006/main">
              <a:ext uri="{FF2B5EF4-FFF2-40B4-BE49-F238E27FC236}">
                <a16:creationId xmlns:a16="http://schemas.microsoft.com/office/drawing/2014/main" id="{CC342423-1D91-4D5E-A441-4FB0C78759CC}"/>
              </a:ext>
            </a:extLst>
          </p:cNvPr>
          <p:cNvSpPr>
            <a:spLocks xmlns:a="http://schemas.openxmlformats.org/drawingml/2006/main" noGrp="1"/>
          </p:cNvSpPr>
          <p:nvPr/>
        </p:nvSpPr>
        <p:spPr>
          <a:xfrm xmlns:a="http://schemas.openxmlformats.org/drawingml/2006/main">
            <a:off x="49530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设置显示号码</a:t>
            </a:r>
          </a:p>
        </p:txBody>
      </p:sp>
      <p:sp>
        <p:nvSpPr>
          <p:cNvPr id="6" name="compare-flow-1">
            <ns0:hlinkClick xmlns:ns0="http://schemas.openxmlformats.org/drawingml/2006/main" xmlns:ns1="http://schemas.openxmlformats.org/officeDocument/2006/relationships" ns1:id="rIdCompareNav1" action="ppaction://hlinksldjump" tooltip="普通 SIM 激活"/>
            <a:extLst xmlns:a="http://schemas.openxmlformats.org/drawingml/2006/main">
              <a:ext uri="{FF2B5EF4-FFF2-40B4-BE49-F238E27FC236}">
                <a16:creationId xmlns:a16="http://schemas.microsoft.com/office/drawing/2014/main" id="{FC0A4C05-5628-4B4C-9986-650AE19A8052}"/>
              </a:ext>
            </a:extLst>
          </p:cNvPr>
          <p:cNvSpPr>
            <a:spLocks xmlns:a="http://schemas.openxmlformats.org/drawingml/2006/main" noGrp="1"/>
          </p:cNvSpPr>
          <p:nvPr/>
        </p:nvSpPr>
        <p:spPr>
          <a:xfrm xmlns:a="http://schemas.openxmlformats.org/drawingml/2006/main">
            <a:off x="2447925"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普通 SIM 激活</a:t>
            </a:r>
          </a:p>
        </p:txBody>
      </p:sp>
      <p:sp>
        <p:nvSpPr>
          <p:cNvPr id="7" name="compare-flow-2">
            <ns0:hlinkClick xmlns:ns0="http://schemas.openxmlformats.org/drawingml/2006/main" xmlns:ns1="http://schemas.openxmlformats.org/officeDocument/2006/relationships" ns1:id="rIdCompareNav2" action="ppaction://hlinksldjump" tooltip="主卡切换与 Data"/>
            <a:extLst xmlns:a="http://schemas.openxmlformats.org/drawingml/2006/main">
              <a:ext uri="{FF2B5EF4-FFF2-40B4-BE49-F238E27FC236}">
                <a16:creationId xmlns:a16="http://schemas.microsoft.com/office/drawing/2014/main" id="{D5EF6C1A-5FC5-4460-826A-5536DB24883C}"/>
              </a:ext>
            </a:extLst>
          </p:cNvPr>
          <p:cNvSpPr>
            <a:spLocks xmlns:a="http://schemas.openxmlformats.org/drawingml/2006/main" noGrp="1"/>
          </p:cNvSpPr>
          <p:nvPr/>
        </p:nvSpPr>
        <p:spPr>
          <a:xfrm xmlns:a="http://schemas.openxmlformats.org/drawingml/2006/main">
            <a:off x="4400550" y="1104900"/>
            <a:ext cx="18383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75" b="0">
                <a:solidFill>
                  <a:srgbClr val="246AB8"/>
                </a:solidFill>
                <a:latin typeface="Microsoft YaHei"/>
                <a:ea typeface="Microsoft YaHei"/>
                <a:cs typeface="Microsoft YaHei"/>
              </a:defRPr>
            </a:defPPr>
            <a:lvl1pPr algn="ctr">
              <a:defRPr sz="1275" b="0">
                <a:solidFill>
                  <a:srgbClr val="246AB8"/>
                </a:solidFill>
                <a:latin typeface="Microsoft YaHei"/>
                <a:ea typeface="Microsoft YaHei"/>
                <a:cs typeface="Microsoft YaHei"/>
              </a:defRPr>
            </a:lvl1pPr>
            <a:lvl2pPr algn="ctr">
              <a:defRPr sz="1275" b="0">
                <a:solidFill>
                  <a:srgbClr val="246AB8"/>
                </a:solidFill>
                <a:latin typeface="Microsoft YaHei"/>
                <a:ea typeface="Microsoft YaHei"/>
                <a:cs typeface="Microsoft YaHei"/>
              </a:defRPr>
            </a:lvl2pPr>
            <a:lvl3pPr algn="ctr">
              <a:defRPr sz="1275" b="0">
                <a:solidFill>
                  <a:srgbClr val="246AB8"/>
                </a:solidFill>
                <a:latin typeface="Microsoft YaHei"/>
                <a:ea typeface="Microsoft YaHei"/>
                <a:cs typeface="Microsoft YaHei"/>
              </a:defRPr>
            </a:lvl3pPr>
            <a:lvl4pPr algn="ctr">
              <a:defRPr sz="1275" b="0">
                <a:solidFill>
                  <a:srgbClr val="246AB8"/>
                </a:solidFill>
                <a:latin typeface="Microsoft YaHei"/>
                <a:ea typeface="Microsoft YaHei"/>
                <a:cs typeface="Microsoft YaHei"/>
              </a:defRPr>
            </a:lvl4pPr>
            <a:lvl5pPr algn="ctr">
              <a:defRPr sz="1275" b="0">
                <a:solidFill>
                  <a:srgbClr val="246AB8"/>
                </a:solidFill>
                <a:latin typeface="Microsoft YaHei"/>
                <a:ea typeface="Microsoft YaHei"/>
                <a:cs typeface="Microsoft YaHei"/>
              </a:defRPr>
            </a:lvl5pPr>
            <a:lvl6pPr algn="ctr">
              <a:defRPr sz="1275" b="0">
                <a:solidFill>
                  <a:srgbClr val="246AB8"/>
                </a:solidFill>
                <a:latin typeface="Microsoft YaHei"/>
                <a:ea typeface="Microsoft YaHei"/>
                <a:cs typeface="Microsoft YaHei"/>
              </a:defRPr>
            </a:lvl6pPr>
            <a:lvl7pPr algn="ctr">
              <a:defRPr sz="1275" b="0">
                <a:solidFill>
                  <a:srgbClr val="246AB8"/>
                </a:solidFill>
                <a:latin typeface="Microsoft YaHei"/>
                <a:ea typeface="Microsoft YaHei"/>
                <a:cs typeface="Microsoft YaHei"/>
              </a:defRPr>
            </a:lvl7pPr>
            <a:lvl8pPr algn="ctr">
              <a:defRPr sz="1275" b="0">
                <a:solidFill>
                  <a:srgbClr val="246AB8"/>
                </a:solidFill>
                <a:latin typeface="Microsoft YaHei"/>
                <a:ea typeface="Microsoft YaHei"/>
                <a:cs typeface="Microsoft YaHei"/>
              </a:defRPr>
            </a:lvl8pPr>
            <a:lvl9pPr algn="ctr">
              <a:defRPr sz="1275" b="0">
                <a:solidFill>
                  <a:srgbClr val="246AB8"/>
                </a:solidFill>
                <a:latin typeface="Microsoft YaHei"/>
                <a:ea typeface="Microsoft YaHei"/>
                <a:cs typeface="Microsoft YaHei"/>
              </a:defRPr>
            </a:lvl9pPr>
          </a:lstStyle>
          <a:p xmlns:a="http://schemas.openxmlformats.org/drawingml/2006/main">
            <a:pPr algn="ctr">
              <a:defRPr sz="1275" b="0">
                <a:solidFill>
                  <a:srgbClr val="246AB8"/>
                </a:solidFill>
                <a:latin typeface="Microsoft YaHei"/>
                <a:ea typeface="Microsoft YaHei"/>
                <a:cs typeface="Microsoft YaHei"/>
              </a:defRPr>
            </a:pPr>
            <a:r>
              <a:rPr sz="1275" b="0">
                <a:solidFill>
                  <a:srgbClr val="246AB8"/>
                </a:solidFill>
                <a:latin typeface="Microsoft YaHei"/>
                <a:ea typeface="Microsoft YaHei"/>
                <a:cs typeface="Microsoft YaHei"/>
              </a:rPr>
              <a:t>主卡切换与 Data</a:t>
            </a:r>
          </a:p>
        </p:txBody>
      </p:sp>
      <p:sp>
        <p:nvSpPr>
          <p:cNvPr id="8" name="compare-flow-3">
            <ns0:hlinkClick xmlns:ns0="http://schemas.openxmlformats.org/drawingml/2006/main" xmlns:ns1="http://schemas.openxmlformats.org/officeDocument/2006/relationships" ns1:id="rIdCompareNav3" action="ppaction://hlinksldjump" tooltip="Records 加载 / 换卡"/>
            <a:extLst xmlns:a="http://schemas.openxmlformats.org/drawingml/2006/main">
              <a:ext uri="{FF2B5EF4-FFF2-40B4-BE49-F238E27FC236}">
                <a16:creationId xmlns:a16="http://schemas.microsoft.com/office/drawing/2014/main" id="{167F6100-C364-47F1-B59F-2968F67A63EF}"/>
              </a:ext>
            </a:extLst>
          </p:cNvPr>
          <p:cNvSpPr>
            <a:spLocks xmlns:a="http://schemas.openxmlformats.org/drawingml/2006/main" noGrp="1"/>
          </p:cNvSpPr>
          <p:nvPr/>
        </p:nvSpPr>
        <p:spPr>
          <a:xfrm xmlns:a="http://schemas.openxmlformats.org/drawingml/2006/main">
            <a:off x="6353175" y="1104900"/>
            <a:ext cx="1838325" cy="295275"/>
          </a:xfrm>
          <a:prstGeom xmlns:a="http://schemas.openxmlformats.org/drawingml/2006/main" prst="roundRect">
            <a:avLst>
              <a:gd name="adj" fmla="val 1290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75" b="1">
                <a:solidFill>
                  <a:srgbClr val="FFFFFF"/>
                </a:solidFill>
                <a:latin typeface="Microsoft YaHei"/>
                <a:ea typeface="Microsoft YaHei"/>
                <a:cs typeface="Microsoft YaHei"/>
              </a:defRPr>
            </a:defPPr>
            <a:lvl1pPr algn="ctr">
              <a:defRPr sz="1275" b="1">
                <a:solidFill>
                  <a:srgbClr val="FFFFFF"/>
                </a:solidFill>
                <a:latin typeface="Microsoft YaHei"/>
                <a:ea typeface="Microsoft YaHei"/>
                <a:cs typeface="Microsoft YaHei"/>
              </a:defRPr>
            </a:lvl1pPr>
            <a:lvl2pPr algn="ctr">
              <a:defRPr sz="1275" b="1">
                <a:solidFill>
                  <a:srgbClr val="FFFFFF"/>
                </a:solidFill>
                <a:latin typeface="Microsoft YaHei"/>
                <a:ea typeface="Microsoft YaHei"/>
                <a:cs typeface="Microsoft YaHei"/>
              </a:defRPr>
            </a:lvl2pPr>
            <a:lvl3pPr algn="ctr">
              <a:defRPr sz="1275" b="1">
                <a:solidFill>
                  <a:srgbClr val="FFFFFF"/>
                </a:solidFill>
                <a:latin typeface="Microsoft YaHei"/>
                <a:ea typeface="Microsoft YaHei"/>
                <a:cs typeface="Microsoft YaHei"/>
              </a:defRPr>
            </a:lvl3pPr>
            <a:lvl4pPr algn="ctr">
              <a:defRPr sz="1275" b="1">
                <a:solidFill>
                  <a:srgbClr val="FFFFFF"/>
                </a:solidFill>
                <a:latin typeface="Microsoft YaHei"/>
                <a:ea typeface="Microsoft YaHei"/>
                <a:cs typeface="Microsoft YaHei"/>
              </a:defRPr>
            </a:lvl4pPr>
            <a:lvl5pPr algn="ctr">
              <a:defRPr sz="1275" b="1">
                <a:solidFill>
                  <a:srgbClr val="FFFFFF"/>
                </a:solidFill>
                <a:latin typeface="Microsoft YaHei"/>
                <a:ea typeface="Microsoft YaHei"/>
                <a:cs typeface="Microsoft YaHei"/>
              </a:defRPr>
            </a:lvl5pPr>
            <a:lvl6pPr algn="ctr">
              <a:defRPr sz="1275" b="1">
                <a:solidFill>
                  <a:srgbClr val="FFFFFF"/>
                </a:solidFill>
                <a:latin typeface="Microsoft YaHei"/>
                <a:ea typeface="Microsoft YaHei"/>
                <a:cs typeface="Microsoft YaHei"/>
              </a:defRPr>
            </a:lvl6pPr>
            <a:lvl7pPr algn="ctr">
              <a:defRPr sz="1275" b="1">
                <a:solidFill>
                  <a:srgbClr val="FFFFFF"/>
                </a:solidFill>
                <a:latin typeface="Microsoft YaHei"/>
                <a:ea typeface="Microsoft YaHei"/>
                <a:cs typeface="Microsoft YaHei"/>
              </a:defRPr>
            </a:lvl7pPr>
            <a:lvl8pPr algn="ctr">
              <a:defRPr sz="1275" b="1">
                <a:solidFill>
                  <a:srgbClr val="FFFFFF"/>
                </a:solidFill>
                <a:latin typeface="Microsoft YaHei"/>
                <a:ea typeface="Microsoft YaHei"/>
                <a:cs typeface="Microsoft YaHei"/>
              </a:defRPr>
            </a:lvl8pPr>
            <a:lvl9pPr algn="ctr">
              <a:defRPr sz="1275" b="1">
                <a:solidFill>
                  <a:srgbClr val="FFFFFF"/>
                </a:solidFill>
                <a:latin typeface="Microsoft YaHei"/>
                <a:ea typeface="Microsoft YaHei"/>
                <a:cs typeface="Microsoft YaHei"/>
              </a:defRPr>
            </a:lvl9pPr>
          </a:lstStyle>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Records 加载 / 换卡</a:t>
            </a:r>
          </a:p>
        </p:txBody>
      </p:sp>
      <p:sp>
        <p:nvSpPr>
          <p:cNvPr id="9" name="compare-concepts">
            <ns0:hlinkClick xmlns:ns0="http://schemas.openxmlformats.org/drawingml/2006/main" xmlns:ns1="http://schemas.openxmlformats.org/officeDocument/2006/relationships" ns1:id="rIdCompareNav4" action="ppaction://hlinksldjump" tooltip="原概念图"/>
            <a:extLst xmlns:a="http://schemas.openxmlformats.org/drawingml/2006/main">
              <a:ext uri="{FF2B5EF4-FFF2-40B4-BE49-F238E27FC236}">
                <a16:creationId xmlns:a16="http://schemas.microsoft.com/office/drawing/2014/main" id="{05A3A7EE-6055-4672-8B4D-C8080D90F787}"/>
              </a:ext>
            </a:extLst>
          </p:cNvPr>
          <p:cNvSpPr>
            <a:spLocks xmlns:a="http://schemas.openxmlformats.org/drawingml/2006/main" noGrp="1"/>
          </p:cNvSpPr>
          <p:nvPr/>
        </p:nvSpPr>
        <p:spPr>
          <a:xfrm xmlns:a="http://schemas.openxmlformats.org/drawingml/2006/main">
            <a:off x="9696450" y="1104900"/>
            <a:ext cx="93345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原概念图</a:t>
            </a:r>
          </a:p>
        </p:txBody>
      </p:sp>
      <p:sp>
        <p:nvSpPr>
          <p:cNvPr id="10" name="compare-body">
            <ns0:hlinkClick xmlns:ns0="http://schemas.openxmlformats.org/drawingml/2006/main" xmlns:ns1="http://schemas.openxmlformats.org/officeDocument/2006/relationships" ns1:id="rIdCompareNav5" action="ppaction://hlinksldjump" tooltip="继续正文"/>
            <a:extLst xmlns:a="http://schemas.openxmlformats.org/drawingml/2006/main">
              <a:ext uri="{FF2B5EF4-FFF2-40B4-BE49-F238E27FC236}">
                <a16:creationId xmlns:a16="http://schemas.microsoft.com/office/drawing/2014/main" id="{D9C3E54D-C696-4F2E-AF13-D79183780F01}"/>
              </a:ext>
            </a:extLst>
          </p:cNvPr>
          <p:cNvSpPr>
            <a:spLocks xmlns:a="http://schemas.openxmlformats.org/drawingml/2006/main" noGrp="1"/>
          </p:cNvSpPr>
          <p:nvPr/>
        </p:nvSpPr>
        <p:spPr>
          <a:xfrm xmlns:a="http://schemas.openxmlformats.org/drawingml/2006/main">
            <a:off x="10744200" y="1104900"/>
            <a:ext cx="952500"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继续正文</a:t>
            </a:r>
          </a:p>
        </p:txBody>
      </p:sp>
      <p:sp>
        <p:nvSpPr>
          <p:cNvPr id="11" name="compare-stage-0">
            <ns0:hlinkClick xmlns:ns0="http://schemas.openxmlformats.org/drawingml/2006/main" xmlns:ns1="http://schemas.openxmlformats.org/officeDocument/2006/relationships" ns1:id="rIdCompareNav6" action="ppaction://hlinksldjump" tooltip="概览"/>
            <a:extLst xmlns:a="http://schemas.openxmlformats.org/drawingml/2006/main">
              <a:ext uri="{FF2B5EF4-FFF2-40B4-BE49-F238E27FC236}">
                <a16:creationId xmlns:a16="http://schemas.microsoft.com/office/drawing/2014/main" id="{A25D222B-D51A-4560-9AE9-D6A645F5D827}"/>
              </a:ext>
            </a:extLst>
          </p:cNvPr>
          <p:cNvSpPr>
            <a:spLocks xmlns:a="http://schemas.openxmlformats.org/drawingml/2006/main" noGrp="1"/>
          </p:cNvSpPr>
          <p:nvPr/>
        </p:nvSpPr>
        <p:spPr>
          <a:xfrm xmlns:a="http://schemas.openxmlformats.org/drawingml/2006/main">
            <a:off x="495300" y="1495425"/>
            <a:ext cx="7429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概览</a:t>
            </a:r>
          </a:p>
        </p:txBody>
      </p:sp>
      <p:sp>
        <p:nvSpPr>
          <p:cNvPr id="12" name="compare-stage-1">
            <ns0:hlinkClick xmlns:ns0="http://schemas.openxmlformats.org/drawingml/2006/main" xmlns:ns1="http://schemas.openxmlformats.org/officeDocument/2006/relationships" ns1:id="rIdCompareNav7" action="ppaction://hlinksldjump" tooltip="① 入口"/>
            <a:extLst xmlns:a="http://schemas.openxmlformats.org/drawingml/2006/main">
              <a:ext uri="{FF2B5EF4-FFF2-40B4-BE49-F238E27FC236}">
                <a16:creationId xmlns:a16="http://schemas.microsoft.com/office/drawing/2014/main" id="{E8B17B25-02B3-41C6-BCFC-9E068FDC24DD}"/>
              </a:ext>
            </a:extLst>
          </p:cNvPr>
          <p:cNvSpPr>
            <a:spLocks xmlns:a="http://schemas.openxmlformats.org/drawingml/2006/main" noGrp="1"/>
          </p:cNvSpPr>
          <p:nvPr/>
        </p:nvSpPr>
        <p:spPr>
          <a:xfrm xmlns:a="http://schemas.openxmlformats.org/drawingml/2006/main">
            <a:off x="1314450" y="1495425"/>
            <a:ext cx="895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① 入口</a:t>
            </a:r>
          </a:p>
        </p:txBody>
      </p:sp>
      <p:sp>
        <p:nvSpPr>
          <p:cNvPr id="13" name="compare-stage-2">
            <ns0:hlinkClick xmlns:ns0="http://schemas.openxmlformats.org/drawingml/2006/main" xmlns:ns1="http://schemas.openxmlformats.org/officeDocument/2006/relationships" ns1:id="rIdCompareNav8" action="ppaction://hlinksldjump" tooltip="② 目标 / 规则"/>
            <a:extLst xmlns:a="http://schemas.openxmlformats.org/drawingml/2006/main">
              <a:ext uri="{FF2B5EF4-FFF2-40B4-BE49-F238E27FC236}">
                <a16:creationId xmlns:a16="http://schemas.microsoft.com/office/drawing/2014/main" id="{E9DD1C13-DE60-4ED2-8BEB-EFB20B07320E}"/>
              </a:ext>
            </a:extLst>
          </p:cNvPr>
          <p:cNvSpPr>
            <a:spLocks xmlns:a="http://schemas.openxmlformats.org/drawingml/2006/main" noGrp="1"/>
          </p:cNvSpPr>
          <p:nvPr/>
        </p:nvSpPr>
        <p:spPr>
          <a:xfrm xmlns:a="http://schemas.openxmlformats.org/drawingml/2006/main">
            <a:off x="2286000" y="1495425"/>
            <a:ext cx="12763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② 目标 / 规则</a:t>
            </a:r>
          </a:p>
        </p:txBody>
      </p:sp>
      <p:sp>
        <p:nvSpPr>
          <p:cNvPr id="14" name="compare-stage-3">
            <ns0:hlinkClick xmlns:ns0="http://schemas.openxmlformats.org/drawingml/2006/main" xmlns:ns1="http://schemas.openxmlformats.org/officeDocument/2006/relationships" ns1:id="rIdCompareNav9" action="ppaction://hlinksldjump" tooltip="③ 设备执行"/>
            <a:extLst xmlns:a="http://schemas.openxmlformats.org/drawingml/2006/main">
              <a:ext uri="{FF2B5EF4-FFF2-40B4-BE49-F238E27FC236}">
                <a16:creationId xmlns:a16="http://schemas.microsoft.com/office/drawing/2014/main" id="{7707BFA8-0D3E-412B-83E6-D583FEB1501D}"/>
              </a:ext>
            </a:extLst>
          </p:cNvPr>
          <p:cNvSpPr>
            <a:spLocks xmlns:a="http://schemas.openxmlformats.org/drawingml/2006/main" noGrp="1"/>
          </p:cNvSpPr>
          <p:nvPr/>
        </p:nvSpPr>
        <p:spPr>
          <a:xfrm xmlns:a="http://schemas.openxmlformats.org/drawingml/2006/main">
            <a:off x="36385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③ 设备执行</a:t>
            </a:r>
          </a:p>
        </p:txBody>
      </p:sp>
      <p:sp>
        <p:nvSpPr>
          <p:cNvPr id="15" name="compare-stage-4">
            <ns0:hlinkClick xmlns:ns0="http://schemas.openxmlformats.org/drawingml/2006/main" xmlns:ns1="http://schemas.openxmlformats.org/officeDocument/2006/relationships" ns1:id="rIdCompareNav10" action="ppaction://hlinksldjump" tooltip="④ 接纳结果"/>
            <a:extLst xmlns:a="http://schemas.openxmlformats.org/drawingml/2006/main">
              <a:ext uri="{FF2B5EF4-FFF2-40B4-BE49-F238E27FC236}">
                <a16:creationId xmlns:a16="http://schemas.microsoft.com/office/drawing/2014/main" id="{B89261BA-4D00-4B51-8DCD-A45D3F9D392E}"/>
              </a:ext>
            </a:extLst>
          </p:cNvPr>
          <p:cNvSpPr>
            <a:spLocks xmlns:a="http://schemas.openxmlformats.org/drawingml/2006/main" noGrp="1"/>
          </p:cNvSpPr>
          <p:nvPr/>
        </p:nvSpPr>
        <p:spPr>
          <a:xfrm xmlns:a="http://schemas.openxmlformats.org/drawingml/2006/main">
            <a:off x="4933950" y="1495425"/>
            <a:ext cx="12192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④ 接纳结果</a:t>
            </a:r>
          </a:p>
        </p:txBody>
      </p:sp>
      <p:sp>
        <p:nvSpPr>
          <p:cNvPr id="16" name="compare-stage-5">
            <ns0:hlinkClick xmlns:ns0="http://schemas.openxmlformats.org/drawingml/2006/main" xmlns:ns1="http://schemas.openxmlformats.org/officeDocument/2006/relationships" ns1:id="rIdCompareNav11" action="ppaction://hlinksldjump" tooltip="⑤ 资料 / 完成"/>
            <a:extLst xmlns:a="http://schemas.openxmlformats.org/drawingml/2006/main">
              <a:ext uri="{FF2B5EF4-FFF2-40B4-BE49-F238E27FC236}">
                <a16:creationId xmlns:a16="http://schemas.microsoft.com/office/drawing/2014/main" id="{75D3D629-BD25-42EE-B0C7-9C3A8FD0619F}"/>
              </a:ext>
            </a:extLst>
          </p:cNvPr>
          <p:cNvSpPr>
            <a:spLocks xmlns:a="http://schemas.openxmlformats.org/drawingml/2006/main" noGrp="1"/>
          </p:cNvSpPr>
          <p:nvPr/>
        </p:nvSpPr>
        <p:spPr>
          <a:xfrm xmlns:a="http://schemas.openxmlformats.org/drawingml/2006/main">
            <a:off x="6229350" y="1495425"/>
            <a:ext cx="139065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⑤ 资料 / 完成</a:t>
            </a:r>
          </a:p>
        </p:txBody>
      </p:sp>
      <p:sp>
        <p:nvSpPr>
          <p:cNvPr id="17" name="compare-stage-6">
            <ns0:hlinkClick xmlns:ns0="http://schemas.openxmlformats.org/drawingml/2006/main" xmlns:ns1="http://schemas.openxmlformats.org/officeDocument/2006/relationships" ns1:id="rIdCompareNav12" action="ppaction://hlinksldjump" tooltip="异常 / 恢复"/>
            <a:extLst xmlns:a="http://schemas.openxmlformats.org/drawingml/2006/main">
              <a:ext uri="{FF2B5EF4-FFF2-40B4-BE49-F238E27FC236}">
                <a16:creationId xmlns:a16="http://schemas.microsoft.com/office/drawing/2014/main" id="{51C7A131-22EA-4E7F-9810-F99E6F0B8D03}"/>
              </a:ext>
            </a:extLst>
          </p:cNvPr>
          <p:cNvSpPr>
            <a:spLocks xmlns:a="http://schemas.openxmlformats.org/drawingml/2006/main" noGrp="1"/>
          </p:cNvSpPr>
          <p:nvPr/>
        </p:nvSpPr>
        <p:spPr>
          <a:xfrm xmlns:a="http://schemas.openxmlformats.org/drawingml/2006/main">
            <a:off x="7696200" y="1495425"/>
            <a:ext cx="1238250" cy="276225"/>
          </a:xfrm>
          <a:prstGeom xmlns:a="http://schemas.openxmlformats.org/drawingml/2006/main" prst="roundRect">
            <a:avLst>
              <a:gd name="adj" fmla="val 13793"/>
            </a:avLst>
          </a:prstGeom>
          <a:solidFill xmlns:a="http://schemas.openxmlformats.org/drawingml/2006/main">
            <a:srgbClr val="246AB8"/>
          </a:solidFill>
          <a:ln xmlns:a="http://schemas.openxmlformats.org/drawingml/2006/main" w="9525">
            <a:solidFill>
              <a:srgbClr val="246AB8"/>
            </a:solidFill>
            <a:prstDash val="solid"/>
          </a:ln>
        </p:spPr>
        <p:txBody>
          <a:bodyPr xmlns:a="http://schemas.openxmlformats.org/drawingml/2006/main" lIns="0" tIns="0" rIns="0" bIns="0" anchor="ctr"/>
          <a:lstStyle xmlns:a="http://schemas.openxmlformats.org/drawingml/2006/main">
            <a:defPPr algn="ctr">
              <a:defRPr sz="1200" b="1">
                <a:solidFill>
                  <a:srgbClr val="FFFFFF"/>
                </a:solidFill>
                <a:latin typeface="Microsoft YaHei"/>
                <a:ea typeface="Microsoft YaHei"/>
                <a:cs typeface="Microsoft YaHei"/>
              </a:defRPr>
            </a:defPPr>
            <a:lvl1pPr algn="ctr">
              <a:defRPr sz="1200" b="1">
                <a:solidFill>
                  <a:srgbClr val="FFFFFF"/>
                </a:solidFill>
                <a:latin typeface="Microsoft YaHei"/>
                <a:ea typeface="Microsoft YaHei"/>
                <a:cs typeface="Microsoft YaHei"/>
              </a:defRPr>
            </a:lvl1pPr>
            <a:lvl2pPr algn="ctr">
              <a:defRPr sz="1200" b="1">
                <a:solidFill>
                  <a:srgbClr val="FFFFFF"/>
                </a:solidFill>
                <a:latin typeface="Microsoft YaHei"/>
                <a:ea typeface="Microsoft YaHei"/>
                <a:cs typeface="Microsoft YaHei"/>
              </a:defRPr>
            </a:lvl2pPr>
            <a:lvl3pPr algn="ctr">
              <a:defRPr sz="1200" b="1">
                <a:solidFill>
                  <a:srgbClr val="FFFFFF"/>
                </a:solidFill>
                <a:latin typeface="Microsoft YaHei"/>
                <a:ea typeface="Microsoft YaHei"/>
                <a:cs typeface="Microsoft YaHei"/>
              </a:defRPr>
            </a:lvl3pPr>
            <a:lvl4pPr algn="ctr">
              <a:defRPr sz="1200" b="1">
                <a:solidFill>
                  <a:srgbClr val="FFFFFF"/>
                </a:solidFill>
                <a:latin typeface="Microsoft YaHei"/>
                <a:ea typeface="Microsoft YaHei"/>
                <a:cs typeface="Microsoft YaHei"/>
              </a:defRPr>
            </a:lvl4pPr>
            <a:lvl5pPr algn="ctr">
              <a:defRPr sz="1200" b="1">
                <a:solidFill>
                  <a:srgbClr val="FFFFFF"/>
                </a:solidFill>
                <a:latin typeface="Microsoft YaHei"/>
                <a:ea typeface="Microsoft YaHei"/>
                <a:cs typeface="Microsoft YaHei"/>
              </a:defRPr>
            </a:lvl5pPr>
            <a:lvl6pPr algn="ctr">
              <a:defRPr sz="1200" b="1">
                <a:solidFill>
                  <a:srgbClr val="FFFFFF"/>
                </a:solidFill>
                <a:latin typeface="Microsoft YaHei"/>
                <a:ea typeface="Microsoft YaHei"/>
                <a:cs typeface="Microsoft YaHei"/>
              </a:defRPr>
            </a:lvl6pPr>
            <a:lvl7pPr algn="ctr">
              <a:defRPr sz="1200" b="1">
                <a:solidFill>
                  <a:srgbClr val="FFFFFF"/>
                </a:solidFill>
                <a:latin typeface="Microsoft YaHei"/>
                <a:ea typeface="Microsoft YaHei"/>
                <a:cs typeface="Microsoft YaHei"/>
              </a:defRPr>
            </a:lvl7pPr>
            <a:lvl8pPr algn="ctr">
              <a:defRPr sz="1200" b="1">
                <a:solidFill>
                  <a:srgbClr val="FFFFFF"/>
                </a:solidFill>
                <a:latin typeface="Microsoft YaHei"/>
                <a:ea typeface="Microsoft YaHei"/>
                <a:cs typeface="Microsoft YaHei"/>
              </a:defRPr>
            </a:lvl8pPr>
            <a:lvl9pPr algn="ctr">
              <a:defRPr sz="1200" b="1">
                <a:solidFill>
                  <a:srgbClr val="FFFFFF"/>
                </a:solidFill>
                <a:latin typeface="Microsoft YaHei"/>
                <a:ea typeface="Microsoft YaHei"/>
                <a:cs typeface="Microsoft YaHei"/>
              </a:defRPr>
            </a:lvl9pPr>
          </a:lstStyle>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异常 / 恢复</a:t>
            </a:r>
          </a:p>
        </p:txBody>
      </p:sp>
      <p:sp>
        <p:nvSpPr>
          <p:cNvPr id="18" name="compare-prev">
            <ns0:hlinkClick xmlns:ns0="http://schemas.openxmlformats.org/drawingml/2006/main" xmlns:ns1="http://schemas.openxmlformats.org/officeDocument/2006/relationships" ns1:id="rIdCompareNav13" action="ppaction://hlinksldjump" tooltip="上一步"/>
            <a:extLst xmlns:a="http://schemas.openxmlformats.org/drawingml/2006/main">
              <a:ext uri="{FF2B5EF4-FFF2-40B4-BE49-F238E27FC236}">
                <a16:creationId xmlns:a16="http://schemas.microsoft.com/office/drawing/2014/main" id="{12949828-6A68-465E-A2B3-90639365FA02}"/>
              </a:ext>
            </a:extLst>
          </p:cNvPr>
          <p:cNvSpPr>
            <a:spLocks xmlns:a="http://schemas.openxmlformats.org/drawingml/2006/main" noGrp="1"/>
          </p:cNvSpPr>
          <p:nvPr/>
        </p:nvSpPr>
        <p:spPr>
          <a:xfrm xmlns:a="http://schemas.openxmlformats.org/drawingml/2006/main">
            <a:off x="1007745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上一步</a:t>
            </a:r>
          </a:p>
        </p:txBody>
      </p:sp>
      <p:sp>
        <p:nvSpPr>
          <p:cNvPr id="19" name="compare-next">
            <ns0:hlinkClick xmlns:ns0="http://schemas.openxmlformats.org/drawingml/2006/main" xmlns:ns1="http://schemas.openxmlformats.org/officeDocument/2006/relationships" ns1:id="rIdCompareNav14" action="ppaction://hlinksldjump" tooltip="回概览"/>
            <a:extLst xmlns:a="http://schemas.openxmlformats.org/drawingml/2006/main">
              <a:ext uri="{FF2B5EF4-FFF2-40B4-BE49-F238E27FC236}">
                <a16:creationId xmlns:a16="http://schemas.microsoft.com/office/drawing/2014/main" id="{9A2A75E5-8B14-4209-B0A9-238D4FE4B365}"/>
              </a:ext>
            </a:extLst>
          </p:cNvPr>
          <p:cNvSpPr>
            <a:spLocks xmlns:a="http://schemas.openxmlformats.org/drawingml/2006/main" noGrp="1"/>
          </p:cNvSpPr>
          <p:nvPr/>
        </p:nvSpPr>
        <p:spPr>
          <a:xfrm xmlns:a="http://schemas.openxmlformats.org/drawingml/2006/main">
            <a:off x="10934700" y="1495425"/>
            <a:ext cx="762000" cy="27622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DD8E6"/>
            </a:solidFill>
            <a:prstDash val="solid"/>
          </a:ln>
        </p:spPr>
        <p:txBody>
          <a:bodyPr xmlns:a="http://schemas.openxmlformats.org/drawingml/2006/main" lIns="0" tIns="0" rIns="0" bIns="0" anchor="ctr"/>
          <a:lstStyle xmlns:a="http://schemas.openxmlformats.org/drawingml/2006/main">
            <a:defPPr algn="ctr">
              <a:defRPr sz="1200" b="0">
                <a:solidFill>
                  <a:srgbClr val="246AB8"/>
                </a:solidFill>
                <a:latin typeface="Microsoft YaHei"/>
                <a:ea typeface="Microsoft YaHei"/>
                <a:cs typeface="Microsoft YaHei"/>
              </a:defRPr>
            </a:defPPr>
            <a:lvl1pPr algn="ctr">
              <a:defRPr sz="1200" b="0">
                <a:solidFill>
                  <a:srgbClr val="246AB8"/>
                </a:solidFill>
                <a:latin typeface="Microsoft YaHei"/>
                <a:ea typeface="Microsoft YaHei"/>
                <a:cs typeface="Microsoft YaHei"/>
              </a:defRPr>
            </a:lvl1pPr>
            <a:lvl2pPr algn="ctr">
              <a:defRPr sz="1200" b="0">
                <a:solidFill>
                  <a:srgbClr val="246AB8"/>
                </a:solidFill>
                <a:latin typeface="Microsoft YaHei"/>
                <a:ea typeface="Microsoft YaHei"/>
                <a:cs typeface="Microsoft YaHei"/>
              </a:defRPr>
            </a:lvl2pPr>
            <a:lvl3pPr algn="ctr">
              <a:defRPr sz="1200" b="0">
                <a:solidFill>
                  <a:srgbClr val="246AB8"/>
                </a:solidFill>
                <a:latin typeface="Microsoft YaHei"/>
                <a:ea typeface="Microsoft YaHei"/>
                <a:cs typeface="Microsoft YaHei"/>
              </a:defRPr>
            </a:lvl3pPr>
            <a:lvl4pPr algn="ctr">
              <a:defRPr sz="1200" b="0">
                <a:solidFill>
                  <a:srgbClr val="246AB8"/>
                </a:solidFill>
                <a:latin typeface="Microsoft YaHei"/>
                <a:ea typeface="Microsoft YaHei"/>
                <a:cs typeface="Microsoft YaHei"/>
              </a:defRPr>
            </a:lvl4pPr>
            <a:lvl5pPr algn="ctr">
              <a:defRPr sz="1200" b="0">
                <a:solidFill>
                  <a:srgbClr val="246AB8"/>
                </a:solidFill>
                <a:latin typeface="Microsoft YaHei"/>
                <a:ea typeface="Microsoft YaHei"/>
                <a:cs typeface="Microsoft YaHei"/>
              </a:defRPr>
            </a:lvl5pPr>
            <a:lvl6pPr algn="ctr">
              <a:defRPr sz="1200" b="0">
                <a:solidFill>
                  <a:srgbClr val="246AB8"/>
                </a:solidFill>
                <a:latin typeface="Microsoft YaHei"/>
                <a:ea typeface="Microsoft YaHei"/>
                <a:cs typeface="Microsoft YaHei"/>
              </a:defRPr>
            </a:lvl6pPr>
            <a:lvl7pPr algn="ctr">
              <a:defRPr sz="1200" b="0">
                <a:solidFill>
                  <a:srgbClr val="246AB8"/>
                </a:solidFill>
                <a:latin typeface="Microsoft YaHei"/>
                <a:ea typeface="Microsoft YaHei"/>
                <a:cs typeface="Microsoft YaHei"/>
              </a:defRPr>
            </a:lvl7pPr>
            <a:lvl8pPr algn="ctr">
              <a:defRPr sz="1200" b="0">
                <a:solidFill>
                  <a:srgbClr val="246AB8"/>
                </a:solidFill>
                <a:latin typeface="Microsoft YaHei"/>
                <a:ea typeface="Microsoft YaHei"/>
                <a:cs typeface="Microsoft YaHei"/>
              </a:defRPr>
            </a:lvl8pPr>
            <a:lvl9pPr algn="ctr">
              <a:defRPr sz="1200" b="0">
                <a:solidFill>
                  <a:srgbClr val="246AB8"/>
                </a:solidFill>
                <a:latin typeface="Microsoft YaHei"/>
                <a:ea typeface="Microsoft YaHei"/>
                <a:cs typeface="Microsoft YaHei"/>
              </a:defRPr>
            </a:lvl9pPr>
          </a:lstStyle>
          <a:p xmlns:a="http://schemas.openxmlformats.org/drawingml/2006/main">
            <a:pPr algn="ctr">
              <a:defRPr sz="1200" b="0">
                <a:solidFill>
                  <a:srgbClr val="246AB8"/>
                </a:solidFill>
                <a:latin typeface="Microsoft YaHei"/>
                <a:ea typeface="Microsoft YaHei"/>
                <a:cs typeface="Microsoft YaHei"/>
              </a:defRPr>
            </a:pPr>
            <a:r>
              <a:rPr sz="1200" b="0">
                <a:solidFill>
                  <a:srgbClr val="246AB8"/>
                </a:solidFill>
                <a:latin typeface="Microsoft YaHei"/>
                <a:ea typeface="Microsoft YaHei"/>
                <a:cs typeface="Microsoft YaHei"/>
              </a:rPr>
              <a:t>回概览</a:t>
            </a:r>
          </a:p>
        </p:txBody>
      </p:sp>
      <p:sp>
        <p:nvSpPr>
          <p:cNvPr id="20" name="stage-caption">
            <a:extLst xmlns:a="http://schemas.openxmlformats.org/drawingml/2006/main">
              <a:ext uri="{FF2B5EF4-FFF2-40B4-BE49-F238E27FC236}">
                <a16:creationId xmlns:a16="http://schemas.microsoft.com/office/drawing/2014/main" id="{9C52DF7C-026A-479A-8E40-FCB533F166E3}"/>
              </a:ext>
            </a:extLst>
          </p:cNvPr>
          <p:cNvSpPr>
            <a:spLocks xmlns:a="http://schemas.openxmlformats.org/drawingml/2006/main" noGrp="1"/>
          </p:cNvSpPr>
          <p:nvPr/>
        </p:nvSpPr>
        <p:spPr>
          <a:xfrm xmlns:a="http://schemas.openxmlformats.org/drawingml/2006/main">
            <a:off x="495300" y="18859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B56812"/>
                </a:solidFill>
                <a:latin typeface="Microsoft YaHei"/>
                <a:ea typeface="Microsoft YaHei"/>
                <a:cs typeface="Microsoft YaHei"/>
              </a:defRPr>
            </a:defPPr>
            <a:lvl1pPr algn="l">
              <a:defRPr sz="1500" b="0">
                <a:solidFill>
                  <a:srgbClr val="B56812"/>
                </a:solidFill>
                <a:latin typeface="Microsoft YaHei"/>
                <a:ea typeface="Microsoft YaHei"/>
                <a:cs typeface="Microsoft YaHei"/>
              </a:defRPr>
            </a:lvl1pPr>
            <a:lvl2pPr algn="l">
              <a:defRPr sz="1500" b="0">
                <a:solidFill>
                  <a:srgbClr val="B56812"/>
                </a:solidFill>
                <a:latin typeface="Microsoft YaHei"/>
                <a:ea typeface="Microsoft YaHei"/>
                <a:cs typeface="Microsoft YaHei"/>
              </a:defRPr>
            </a:lvl2pPr>
            <a:lvl3pPr algn="l">
              <a:defRPr sz="1500" b="0">
                <a:solidFill>
                  <a:srgbClr val="B56812"/>
                </a:solidFill>
                <a:latin typeface="Microsoft YaHei"/>
                <a:ea typeface="Microsoft YaHei"/>
                <a:cs typeface="Microsoft YaHei"/>
              </a:defRPr>
            </a:lvl3pPr>
            <a:lvl4pPr algn="l">
              <a:defRPr sz="1500" b="0">
                <a:solidFill>
                  <a:srgbClr val="B56812"/>
                </a:solidFill>
                <a:latin typeface="Microsoft YaHei"/>
                <a:ea typeface="Microsoft YaHei"/>
                <a:cs typeface="Microsoft YaHei"/>
              </a:defRPr>
            </a:lvl4pPr>
            <a:lvl5pPr algn="l">
              <a:defRPr sz="1500" b="0">
                <a:solidFill>
                  <a:srgbClr val="B56812"/>
                </a:solidFill>
                <a:latin typeface="Microsoft YaHei"/>
                <a:ea typeface="Microsoft YaHei"/>
                <a:cs typeface="Microsoft YaHei"/>
              </a:defRPr>
            </a:lvl5pPr>
            <a:lvl6pPr algn="l">
              <a:defRPr sz="1500" b="0">
                <a:solidFill>
                  <a:srgbClr val="B56812"/>
                </a:solidFill>
                <a:latin typeface="Microsoft YaHei"/>
                <a:ea typeface="Microsoft YaHei"/>
                <a:cs typeface="Microsoft YaHei"/>
              </a:defRPr>
            </a:lvl6pPr>
            <a:lvl7pPr algn="l">
              <a:defRPr sz="1500" b="0">
                <a:solidFill>
                  <a:srgbClr val="B56812"/>
                </a:solidFill>
                <a:latin typeface="Microsoft YaHei"/>
                <a:ea typeface="Microsoft YaHei"/>
                <a:cs typeface="Microsoft YaHei"/>
              </a:defRPr>
            </a:lvl7pPr>
            <a:lvl8pPr algn="l">
              <a:defRPr sz="1500" b="0">
                <a:solidFill>
                  <a:srgbClr val="B56812"/>
                </a:solidFill>
                <a:latin typeface="Microsoft YaHei"/>
                <a:ea typeface="Microsoft YaHei"/>
                <a:cs typeface="Microsoft YaHei"/>
              </a:defRPr>
            </a:lvl8pPr>
            <a:lvl9pPr algn="l">
              <a:defRPr sz="1500" b="0">
                <a:solidFill>
                  <a:srgbClr val="B56812"/>
                </a:solidFill>
                <a:latin typeface="Microsoft YaHei"/>
                <a:ea typeface="Microsoft YaHei"/>
                <a:cs typeface="Microsoft YaHei"/>
              </a:defRPr>
            </a:lvl9pPr>
          </a:lstStyle>
          <a:p xmlns:a="http://schemas.openxmlformats.org/drawingml/2006/main">
            <a:pPr algn="l">
              <a:lnSpc>
                <a:spcPct val="102000"/>
              </a:lnSpc>
              <a:buNone/>
              <a:defRPr sz="1500" b="0">
                <a:solidFill>
                  <a:srgbClr val="B56812"/>
                </a:solidFill>
                <a:latin typeface="Microsoft YaHei"/>
                <a:ea typeface="Microsoft YaHei"/>
                <a:cs typeface="Microsoft YaHei"/>
              </a:defRPr>
            </a:pPr>
            <a:r>
              <a:rPr sz="1500" b="0">
                <a:solidFill>
                  <a:srgbClr val="B56812"/>
                </a:solidFill>
                <a:latin typeface="Microsoft YaHei"/>
                <a:ea typeface="Microsoft YaHei"/>
                <a:cs typeface="Microsoft YaHei"/>
              </a:rPr>
              <a:t>换卡 / Refresh：旧保护覆盖需交错验证；目标拒绝旧读写入新状态，无关加载继续，已发写卡仍需核对效果。</a:t>
            </a:r>
          </a:p>
        </p:txBody>
      </p:sp>
      <p:sp>
        <p:nvSpPr>
          <p:cNvPr id="21" name="top-rule">
            <a:extLst xmlns:a="http://schemas.openxmlformats.org/drawingml/2006/main">
              <a:ext uri="{FF2B5EF4-FFF2-40B4-BE49-F238E27FC236}">
                <a16:creationId xmlns:a16="http://schemas.microsoft.com/office/drawing/2014/main" id="{C0E342B7-1207-4E8E-B3C6-5D50FF6F240F}"/>
              </a:ext>
            </a:extLst>
          </p:cNvPr>
          <p:cNvSpPr>
            <a:spLocks xmlns:a="http://schemas.openxmlformats.org/drawingml/2006/main" noGrp="1"/>
          </p:cNvSpPr>
          <p:nvPr/>
        </p:nvSpPr>
        <p:spPr>
          <a:xfrm xmlns:a="http://schemas.openxmlformats.org/drawingml/2006/main">
            <a:off x="495300" y="2371725"/>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2" name="legacy-heading">
            <a:extLst xmlns:a="http://schemas.openxmlformats.org/drawingml/2006/main">
              <a:ext uri="{FF2B5EF4-FFF2-40B4-BE49-F238E27FC236}">
                <a16:creationId xmlns:a16="http://schemas.microsoft.com/office/drawing/2014/main" id="{9BA70157-141A-4E3E-B414-B85FE6377032}"/>
              </a:ext>
            </a:extLst>
          </p:cNvPr>
          <p:cNvSpPr>
            <a:spLocks xmlns:a="http://schemas.openxmlformats.org/drawingml/2006/main" noGrp="1"/>
          </p:cNvSpPr>
          <p:nvPr/>
        </p:nvSpPr>
        <p:spPr>
          <a:xfrm xmlns:a="http://schemas.openxmlformats.org/drawingml/2006/main">
            <a:off x="495300" y="2428875"/>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7263A"/>
                </a:solidFill>
                <a:latin typeface="Microsoft YaHei"/>
                <a:ea typeface="Microsoft YaHei"/>
                <a:cs typeface="Microsoft YaHei"/>
              </a:defRPr>
            </a:defPPr>
            <a:lvl1pPr algn="l">
              <a:defRPr sz="1575" b="1">
                <a:solidFill>
                  <a:srgbClr val="17263A"/>
                </a:solidFill>
                <a:latin typeface="Microsoft YaHei"/>
                <a:ea typeface="Microsoft YaHei"/>
                <a:cs typeface="Microsoft YaHei"/>
              </a:defRPr>
            </a:lvl1pPr>
            <a:lvl2pPr algn="l">
              <a:defRPr sz="1575" b="1">
                <a:solidFill>
                  <a:srgbClr val="17263A"/>
                </a:solidFill>
                <a:latin typeface="Microsoft YaHei"/>
                <a:ea typeface="Microsoft YaHei"/>
                <a:cs typeface="Microsoft YaHei"/>
              </a:defRPr>
            </a:lvl2pPr>
            <a:lvl3pPr algn="l">
              <a:defRPr sz="1575" b="1">
                <a:solidFill>
                  <a:srgbClr val="17263A"/>
                </a:solidFill>
                <a:latin typeface="Microsoft YaHei"/>
                <a:ea typeface="Microsoft YaHei"/>
                <a:cs typeface="Microsoft YaHei"/>
              </a:defRPr>
            </a:lvl3pPr>
            <a:lvl4pPr algn="l">
              <a:defRPr sz="1575" b="1">
                <a:solidFill>
                  <a:srgbClr val="17263A"/>
                </a:solidFill>
                <a:latin typeface="Microsoft YaHei"/>
                <a:ea typeface="Microsoft YaHei"/>
                <a:cs typeface="Microsoft YaHei"/>
              </a:defRPr>
            </a:lvl4pPr>
            <a:lvl5pPr algn="l">
              <a:defRPr sz="1575" b="1">
                <a:solidFill>
                  <a:srgbClr val="17263A"/>
                </a:solidFill>
                <a:latin typeface="Microsoft YaHei"/>
                <a:ea typeface="Microsoft YaHei"/>
                <a:cs typeface="Microsoft YaHei"/>
              </a:defRPr>
            </a:lvl5pPr>
            <a:lvl6pPr algn="l">
              <a:defRPr sz="1575" b="1">
                <a:solidFill>
                  <a:srgbClr val="17263A"/>
                </a:solidFill>
                <a:latin typeface="Microsoft YaHei"/>
                <a:ea typeface="Microsoft YaHei"/>
                <a:cs typeface="Microsoft YaHei"/>
              </a:defRPr>
            </a:lvl6pPr>
            <a:lvl7pPr algn="l">
              <a:defRPr sz="1575" b="1">
                <a:solidFill>
                  <a:srgbClr val="17263A"/>
                </a:solidFill>
                <a:latin typeface="Microsoft YaHei"/>
                <a:ea typeface="Microsoft YaHei"/>
                <a:cs typeface="Microsoft YaHei"/>
              </a:defRPr>
            </a:lvl7pPr>
            <a:lvl8pPr algn="l">
              <a:defRPr sz="1575" b="1">
                <a:solidFill>
                  <a:srgbClr val="17263A"/>
                </a:solidFill>
                <a:latin typeface="Microsoft YaHei"/>
                <a:ea typeface="Microsoft YaHei"/>
                <a:cs typeface="Microsoft YaHei"/>
              </a:defRPr>
            </a:lvl8pPr>
            <a:lvl9pPr algn="l">
              <a:defRPr sz="1575" b="1">
                <a:solidFill>
                  <a:srgbClr val="17263A"/>
                </a:solidFill>
                <a:latin typeface="Microsoft YaHei"/>
                <a:ea typeface="Microsoft YaHei"/>
                <a:cs typeface="Microsoft YaHei"/>
              </a:defRPr>
            </a:lvl9pPr>
          </a:lstStyle>
          <a:p xmlns:a="http://schemas.openxmlformats.org/drawingml/2006/main">
            <a:pPr algn="l">
              <a:lnSpc>
                <a:spcPct val="102000"/>
              </a:lnSpc>
              <a:buNone/>
              <a:defRPr sz="1575" b="1">
                <a:solidFill>
                  <a:srgbClr val="17263A"/>
                </a:solidFill>
                <a:latin typeface="Microsoft YaHei"/>
                <a:ea typeface="Microsoft YaHei"/>
                <a:cs typeface="Microsoft YaHei"/>
              </a:defRPr>
            </a:pPr>
            <a:r>
              <a:rPr sz="1575" b="1">
                <a:solidFill>
                  <a:srgbClr val="17263A"/>
                </a:solidFill>
                <a:latin typeface="Microsoft YaHei"/>
                <a:ea typeface="Microsoft YaHei"/>
                <a:cs typeface="Microsoft YaHei"/>
              </a:rPr>
              <a:t>重构前：现有模块</a:t>
            </a:r>
          </a:p>
        </p:txBody>
      </p:sp>
      <p:sp>
        <p:nvSpPr>
          <p:cNvPr id="23" name="target-heading">
            <a:extLst xmlns:a="http://schemas.openxmlformats.org/drawingml/2006/main">
              <a:ext uri="{FF2B5EF4-FFF2-40B4-BE49-F238E27FC236}">
                <a16:creationId xmlns:a16="http://schemas.microsoft.com/office/drawing/2014/main" id="{05DD93BA-537C-4249-97F1-B4B914ECAC26}"/>
              </a:ext>
            </a:extLst>
          </p:cNvPr>
          <p:cNvSpPr>
            <a:spLocks xmlns:a="http://schemas.openxmlformats.org/drawingml/2006/main" noGrp="1"/>
          </p:cNvSpPr>
          <p:nvPr/>
        </p:nvSpPr>
        <p:spPr>
          <a:xfrm xmlns:a="http://schemas.openxmlformats.org/drawingml/2006/main">
            <a:off x="6591300" y="24288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defRPr sz="1575" b="1">
                <a:solidFill>
                  <a:srgbClr val="246AB8"/>
                </a:solidFill>
                <a:latin typeface="Microsoft YaHei"/>
                <a:ea typeface="Microsoft YaHei"/>
                <a:cs typeface="Microsoft YaHei"/>
              </a:defRPr>
            </a:lvl1pPr>
            <a:lvl2pPr algn="l">
              <a:defRPr sz="1575" b="1">
                <a:solidFill>
                  <a:srgbClr val="246AB8"/>
                </a:solidFill>
                <a:latin typeface="Microsoft YaHei"/>
                <a:ea typeface="Microsoft YaHei"/>
                <a:cs typeface="Microsoft YaHei"/>
              </a:defRPr>
            </a:lvl2pPr>
            <a:lvl3pPr algn="l">
              <a:defRPr sz="1575" b="1">
                <a:solidFill>
                  <a:srgbClr val="246AB8"/>
                </a:solidFill>
                <a:latin typeface="Microsoft YaHei"/>
                <a:ea typeface="Microsoft YaHei"/>
                <a:cs typeface="Microsoft YaHei"/>
              </a:defRPr>
            </a:lvl3pPr>
            <a:lvl4pPr algn="l">
              <a:defRPr sz="1575" b="1">
                <a:solidFill>
                  <a:srgbClr val="246AB8"/>
                </a:solidFill>
                <a:latin typeface="Microsoft YaHei"/>
                <a:ea typeface="Microsoft YaHei"/>
                <a:cs typeface="Microsoft YaHei"/>
              </a:defRPr>
            </a:lvl4pPr>
            <a:lvl5pPr algn="l">
              <a:defRPr sz="1575" b="1">
                <a:solidFill>
                  <a:srgbClr val="246AB8"/>
                </a:solidFill>
                <a:latin typeface="Microsoft YaHei"/>
                <a:ea typeface="Microsoft YaHei"/>
                <a:cs typeface="Microsoft YaHei"/>
              </a:defRPr>
            </a:lvl5pPr>
            <a:lvl6pPr algn="l">
              <a:defRPr sz="1575" b="1">
                <a:solidFill>
                  <a:srgbClr val="246AB8"/>
                </a:solidFill>
                <a:latin typeface="Microsoft YaHei"/>
                <a:ea typeface="Microsoft YaHei"/>
                <a:cs typeface="Microsoft YaHei"/>
              </a:defRPr>
            </a:lvl6pPr>
            <a:lvl7pPr algn="l">
              <a:defRPr sz="1575" b="1">
                <a:solidFill>
                  <a:srgbClr val="246AB8"/>
                </a:solidFill>
                <a:latin typeface="Microsoft YaHei"/>
                <a:ea typeface="Microsoft YaHei"/>
                <a:cs typeface="Microsoft YaHei"/>
              </a:defRPr>
            </a:lvl7pPr>
            <a:lvl8pPr algn="l">
              <a:defRPr sz="1575" b="1">
                <a:solidFill>
                  <a:srgbClr val="246AB8"/>
                </a:solidFill>
                <a:latin typeface="Microsoft YaHei"/>
                <a:ea typeface="Microsoft YaHei"/>
                <a:cs typeface="Microsoft YaHei"/>
              </a:defRPr>
            </a:lvl8pPr>
            <a:lvl9pPr algn="l">
              <a:defRPr sz="1575" b="1">
                <a:solidFill>
                  <a:srgbClr val="246AB8"/>
                </a:solidFill>
                <a:latin typeface="Microsoft YaHei"/>
                <a:ea typeface="Microsoft YaHei"/>
                <a:cs typeface="Microsoft YaHei"/>
              </a:defRPr>
            </a:lvl9pPr>
          </a:lstStyle>
          <a:p xmlns:a="http://schemas.openxmlformats.org/drawingml/2006/main">
            <a:pPr algn="l">
              <a:lnSpc>
                <a:spcPct val="10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重构后：目标职责与分层（方案）</a:t>
            </a:r>
          </a:p>
        </p:txBody>
      </p:sp>
      <p:sp>
        <p:nvSpPr>
          <p:cNvPr id="24" name="middle-divider">
            <a:extLst xmlns:a="http://schemas.openxmlformats.org/drawingml/2006/main">
              <a:ext uri="{FF2B5EF4-FFF2-40B4-BE49-F238E27FC236}">
                <a16:creationId xmlns:a16="http://schemas.microsoft.com/office/drawing/2014/main" id="{420F0357-7935-45C9-A78E-403966BC854A}"/>
              </a:ext>
            </a:extLst>
          </p:cNvPr>
          <p:cNvSpPr>
            <a:spLocks xmlns:a="http://schemas.openxmlformats.org/drawingml/2006/main" noGrp="1"/>
          </p:cNvSpPr>
          <p:nvPr/>
        </p:nvSpPr>
        <p:spPr>
          <a:xfrm xmlns:a="http://schemas.openxmlformats.org/drawingml/2006/main">
            <a:off x="6096000" y="2657475"/>
            <a:ext cx="9525" cy="333375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5" name="legacy-edge-EK">
            <a:extLst xmlns:a="http://schemas.openxmlformats.org/drawingml/2006/main">
              <a:ext uri="{FF2B5EF4-FFF2-40B4-BE49-F238E27FC236}">
                <a16:creationId xmlns:a16="http://schemas.microsoft.com/office/drawing/2014/main" id="{3718B8F8-4751-4533-92FC-3CE48047040D}"/>
              </a:ext>
            </a:extLst>
          </p:cNvPr>
          <p:cNvSpPr>
            <a:spLocks xmlns:a="http://schemas.openxmlformats.org/drawingml/2006/main" noGrp="1"/>
          </p:cNvSpPr>
          <p:nvPr/>
        </p:nvSpPr>
        <p:spPr>
          <a:xfrm xmlns:a="http://schemas.openxmlformats.org/drawingml/2006/main">
            <a:off x="1747838" y="3190875"/>
            <a:ext cx="9525" cy="200025"/>
          </a:xfrm>
          <a:custGeom xmlns:a="http://schemas.openxmlformats.org/drawingml/2006/main">
            <a:pathLst>
              <a:path w="9525" h="200025">
                <a:moveTo>
                  <a:pt x="4763" y="0"/>
                </a:moveTo>
                <a:lnTo>
                  <a:pt x="4763" y="200025"/>
                </a:lnTo>
              </a:path>
            </a:pathLst>
          </a:custGeom>
          <a:noFill xmlns:a="http://schemas.openxmlformats.org/drawingml/2006/main"/>
          <a:ln xmlns:a="http://schemas.openxmlformats.org/drawingml/2006/main" w="17145">
            <a:solidFill>
              <a:srgbClr val="B56812"/>
            </a:solidFill>
            <a:prstDash val="dash"/>
          </a:ln>
        </p:spPr>
      </p:sp>
      <p:sp>
        <p:nvSpPr>
          <p:cNvPr id="26" name="legacy-edge-EK-head">
            <a:extLst xmlns:a="http://schemas.openxmlformats.org/drawingml/2006/main">
              <a:ext uri="{FF2B5EF4-FFF2-40B4-BE49-F238E27FC236}">
                <a16:creationId xmlns:a16="http://schemas.microsoft.com/office/drawing/2014/main" id="{A8C30875-6B06-4E8A-A1BC-5F9A1F87146C}"/>
              </a:ext>
            </a:extLst>
          </p:cNvPr>
          <p:cNvSpPr>
            <a:spLocks xmlns:a="http://schemas.openxmlformats.org/drawingml/2006/main" noGrp="1"/>
          </p:cNvSpPr>
          <p:nvPr/>
        </p:nvSpPr>
        <p:spPr>
          <a:xfrm xmlns:a="http://schemas.openxmlformats.org/drawingml/2006/main">
            <a:off x="1724025" y="33337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B56812"/>
            </a:solidFill>
            <a:prstDash val="solid"/>
          </a:ln>
        </p:spPr>
      </p:sp>
      <p:sp>
        <p:nvSpPr>
          <p:cNvPr id="27" name="legacy-edge-label-EK">
            <a:extLst xmlns:a="http://schemas.openxmlformats.org/drawingml/2006/main">
              <a:ext uri="{FF2B5EF4-FFF2-40B4-BE49-F238E27FC236}">
                <a16:creationId xmlns:a16="http://schemas.microsoft.com/office/drawing/2014/main" id="{558E6EC2-4DE1-492A-8A6F-38278E7ABD60}"/>
              </a:ext>
            </a:extLst>
          </p:cNvPr>
          <p:cNvSpPr>
            <a:spLocks xmlns:a="http://schemas.openxmlformats.org/drawingml/2006/main" noGrp="1"/>
          </p:cNvSpPr>
          <p:nvPr/>
        </p:nvSpPr>
        <p:spPr>
          <a:xfrm xmlns:a="http://schemas.openxmlformats.org/drawingml/2006/main">
            <a:off x="1838325" y="3190875"/>
            <a:ext cx="4572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B56812"/>
                </a:solidFill>
                <a:latin typeface="Microsoft YaHei"/>
                <a:ea typeface="Microsoft YaHei"/>
                <a:cs typeface="Microsoft YaHei"/>
              </a:defRPr>
            </a:defPPr>
            <a:lvl1pPr algn="ctr">
              <a:defRPr sz="1125" b="0">
                <a:solidFill>
                  <a:srgbClr val="B56812"/>
                </a:solidFill>
                <a:latin typeface="Microsoft YaHei"/>
                <a:ea typeface="Microsoft YaHei"/>
                <a:cs typeface="Microsoft YaHei"/>
              </a:defRPr>
            </a:lvl1pPr>
            <a:lvl2pPr algn="ctr">
              <a:defRPr sz="1125" b="0">
                <a:solidFill>
                  <a:srgbClr val="B56812"/>
                </a:solidFill>
                <a:latin typeface="Microsoft YaHei"/>
                <a:ea typeface="Microsoft YaHei"/>
                <a:cs typeface="Microsoft YaHei"/>
              </a:defRPr>
            </a:lvl2pPr>
            <a:lvl3pPr algn="ctr">
              <a:defRPr sz="1125" b="0">
                <a:solidFill>
                  <a:srgbClr val="B56812"/>
                </a:solidFill>
                <a:latin typeface="Microsoft YaHei"/>
                <a:ea typeface="Microsoft YaHei"/>
                <a:cs typeface="Microsoft YaHei"/>
              </a:defRPr>
            </a:lvl3pPr>
            <a:lvl4pPr algn="ctr">
              <a:defRPr sz="1125" b="0">
                <a:solidFill>
                  <a:srgbClr val="B56812"/>
                </a:solidFill>
                <a:latin typeface="Microsoft YaHei"/>
                <a:ea typeface="Microsoft YaHei"/>
                <a:cs typeface="Microsoft YaHei"/>
              </a:defRPr>
            </a:lvl4pPr>
            <a:lvl5pPr algn="ctr">
              <a:defRPr sz="1125" b="0">
                <a:solidFill>
                  <a:srgbClr val="B56812"/>
                </a:solidFill>
                <a:latin typeface="Microsoft YaHei"/>
                <a:ea typeface="Microsoft YaHei"/>
                <a:cs typeface="Microsoft YaHei"/>
              </a:defRPr>
            </a:lvl5pPr>
            <a:lvl6pPr algn="ctr">
              <a:defRPr sz="1125" b="0">
                <a:solidFill>
                  <a:srgbClr val="B56812"/>
                </a:solidFill>
                <a:latin typeface="Microsoft YaHei"/>
                <a:ea typeface="Microsoft YaHei"/>
                <a:cs typeface="Microsoft YaHei"/>
              </a:defRPr>
            </a:lvl6pPr>
            <a:lvl7pPr algn="ctr">
              <a:defRPr sz="1125" b="0">
                <a:solidFill>
                  <a:srgbClr val="B56812"/>
                </a:solidFill>
                <a:latin typeface="Microsoft YaHei"/>
                <a:ea typeface="Microsoft YaHei"/>
                <a:cs typeface="Microsoft YaHei"/>
              </a:defRPr>
            </a:lvl7pPr>
            <a:lvl8pPr algn="ctr">
              <a:defRPr sz="1125" b="0">
                <a:solidFill>
                  <a:srgbClr val="B56812"/>
                </a:solidFill>
                <a:latin typeface="Microsoft YaHei"/>
                <a:ea typeface="Microsoft YaHei"/>
                <a:cs typeface="Microsoft YaHei"/>
              </a:defRPr>
            </a:lvl8pPr>
            <a:lvl9pPr algn="ctr">
              <a:defRPr sz="1125" b="0">
                <a:solidFill>
                  <a:srgbClr val="B56812"/>
                </a:solidFill>
                <a:latin typeface="Microsoft YaHei"/>
                <a:ea typeface="Microsoft YaHei"/>
                <a:cs typeface="Microsoft YaHei"/>
              </a:defRPr>
            </a:lvl9pPr>
          </a:lstStyle>
          <a:p xmlns:a="http://schemas.openxmlformats.org/drawingml/2006/main">
            <a:pPr algn="ctr">
              <a:lnSpc>
                <a:spcPct val="102000"/>
              </a:lnSpc>
              <a:buNone/>
              <a:defRPr sz="1125" b="0">
                <a:solidFill>
                  <a:srgbClr val="B56812"/>
                </a:solidFill>
                <a:latin typeface="Microsoft YaHei"/>
                <a:ea typeface="Microsoft YaHei"/>
                <a:cs typeface="Microsoft YaHei"/>
              </a:defRPr>
            </a:pPr>
            <a:r>
              <a:rPr sz="1125" b="0">
                <a:solidFill>
                  <a:srgbClr val="B56812"/>
                </a:solidFill>
                <a:latin typeface="Microsoft YaHei"/>
                <a:ea typeface="Microsoft YaHei"/>
                <a:cs typeface="Microsoft YaHei"/>
              </a:rPr>
              <a:t>①②</a:t>
            </a:r>
          </a:p>
        </p:txBody>
      </p:sp>
      <p:sp>
        <p:nvSpPr>
          <p:cNvPr id="28" name="legacy-edge-RK">
            <a:extLst xmlns:a="http://schemas.openxmlformats.org/drawingml/2006/main">
              <a:ext uri="{FF2B5EF4-FFF2-40B4-BE49-F238E27FC236}">
                <a16:creationId xmlns:a16="http://schemas.microsoft.com/office/drawing/2014/main" id="{094B35D5-AD8A-4CC5-8F2D-564CDF251014}"/>
              </a:ext>
            </a:extLst>
          </p:cNvPr>
          <p:cNvSpPr>
            <a:spLocks xmlns:a="http://schemas.openxmlformats.org/drawingml/2006/main" noGrp="1"/>
          </p:cNvSpPr>
          <p:nvPr/>
        </p:nvSpPr>
        <p:spPr>
          <a:xfrm xmlns:a="http://schemas.openxmlformats.org/drawingml/2006/main">
            <a:off x="3009900" y="4357688"/>
            <a:ext cx="342900" cy="9525"/>
          </a:xfrm>
          <a:custGeom xmlns:a="http://schemas.openxmlformats.org/drawingml/2006/main">
            <a:pathLst>
              <a:path w="342900" h="9525">
                <a:moveTo>
                  <a:pt x="342900" y="4763"/>
                </a:moveTo>
                <a:lnTo>
                  <a:pt x="0" y="4763"/>
                </a:lnTo>
              </a:path>
            </a:pathLst>
          </a:custGeom>
          <a:noFill xmlns:a="http://schemas.openxmlformats.org/drawingml/2006/main"/>
          <a:ln xmlns:a="http://schemas.openxmlformats.org/drawingml/2006/main" w="17145">
            <a:solidFill>
              <a:srgbClr val="B56812"/>
            </a:solidFill>
            <a:prstDash val="dash"/>
          </a:ln>
        </p:spPr>
      </p:sp>
      <p:sp>
        <p:nvSpPr>
          <p:cNvPr id="29" name="legacy-edge-RK-head">
            <a:extLst xmlns:a="http://schemas.openxmlformats.org/drawingml/2006/main">
              <a:ext uri="{FF2B5EF4-FFF2-40B4-BE49-F238E27FC236}">
                <a16:creationId xmlns:a16="http://schemas.microsoft.com/office/drawing/2014/main" id="{C994306A-F71D-4AB0-9ED2-B37F2E4E11B1}"/>
              </a:ext>
            </a:extLst>
          </p:cNvPr>
          <p:cNvSpPr>
            <a:spLocks xmlns:a="http://schemas.openxmlformats.org/drawingml/2006/main" noGrp="1"/>
          </p:cNvSpPr>
          <p:nvPr/>
        </p:nvSpPr>
        <p:spPr>
          <a:xfrm xmlns:a="http://schemas.openxmlformats.org/drawingml/2006/main">
            <a:off x="3009900" y="43338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7145">
            <a:solidFill>
              <a:srgbClr val="B56812"/>
            </a:solidFill>
            <a:prstDash val="solid"/>
          </a:ln>
        </p:spPr>
      </p:sp>
      <p:sp>
        <p:nvSpPr>
          <p:cNvPr id="30" name="legacy-edge-label-RK">
            <a:extLst xmlns:a="http://schemas.openxmlformats.org/drawingml/2006/main">
              <a:ext uri="{FF2B5EF4-FFF2-40B4-BE49-F238E27FC236}">
                <a16:creationId xmlns:a16="http://schemas.microsoft.com/office/drawing/2014/main" id="{F265A356-6F13-4BFF-B8C9-993789004C75}"/>
              </a:ext>
            </a:extLst>
          </p:cNvPr>
          <p:cNvSpPr>
            <a:spLocks xmlns:a="http://schemas.openxmlformats.org/drawingml/2006/main" noGrp="1"/>
          </p:cNvSpPr>
          <p:nvPr/>
        </p:nvSpPr>
        <p:spPr>
          <a:xfrm xmlns:a="http://schemas.openxmlformats.org/drawingml/2006/main">
            <a:off x="3057525" y="4133850"/>
            <a:ext cx="266700"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B56812"/>
                </a:solidFill>
                <a:latin typeface="Microsoft YaHei"/>
                <a:ea typeface="Microsoft YaHei"/>
                <a:cs typeface="Microsoft YaHei"/>
              </a:defRPr>
            </a:defPPr>
            <a:lvl1pPr algn="ctr">
              <a:defRPr sz="1125" b="0">
                <a:solidFill>
                  <a:srgbClr val="B56812"/>
                </a:solidFill>
                <a:latin typeface="Microsoft YaHei"/>
                <a:ea typeface="Microsoft YaHei"/>
                <a:cs typeface="Microsoft YaHei"/>
              </a:defRPr>
            </a:lvl1pPr>
            <a:lvl2pPr algn="ctr">
              <a:defRPr sz="1125" b="0">
                <a:solidFill>
                  <a:srgbClr val="B56812"/>
                </a:solidFill>
                <a:latin typeface="Microsoft YaHei"/>
                <a:ea typeface="Microsoft YaHei"/>
                <a:cs typeface="Microsoft YaHei"/>
              </a:defRPr>
            </a:lvl2pPr>
            <a:lvl3pPr algn="ctr">
              <a:defRPr sz="1125" b="0">
                <a:solidFill>
                  <a:srgbClr val="B56812"/>
                </a:solidFill>
                <a:latin typeface="Microsoft YaHei"/>
                <a:ea typeface="Microsoft YaHei"/>
                <a:cs typeface="Microsoft YaHei"/>
              </a:defRPr>
            </a:lvl3pPr>
            <a:lvl4pPr algn="ctr">
              <a:defRPr sz="1125" b="0">
                <a:solidFill>
                  <a:srgbClr val="B56812"/>
                </a:solidFill>
                <a:latin typeface="Microsoft YaHei"/>
                <a:ea typeface="Microsoft YaHei"/>
                <a:cs typeface="Microsoft YaHei"/>
              </a:defRPr>
            </a:lvl4pPr>
            <a:lvl5pPr algn="ctr">
              <a:defRPr sz="1125" b="0">
                <a:solidFill>
                  <a:srgbClr val="B56812"/>
                </a:solidFill>
                <a:latin typeface="Microsoft YaHei"/>
                <a:ea typeface="Microsoft YaHei"/>
                <a:cs typeface="Microsoft YaHei"/>
              </a:defRPr>
            </a:lvl5pPr>
            <a:lvl6pPr algn="ctr">
              <a:defRPr sz="1125" b="0">
                <a:solidFill>
                  <a:srgbClr val="B56812"/>
                </a:solidFill>
                <a:latin typeface="Microsoft YaHei"/>
                <a:ea typeface="Microsoft YaHei"/>
                <a:cs typeface="Microsoft YaHei"/>
              </a:defRPr>
            </a:lvl6pPr>
            <a:lvl7pPr algn="ctr">
              <a:defRPr sz="1125" b="0">
                <a:solidFill>
                  <a:srgbClr val="B56812"/>
                </a:solidFill>
                <a:latin typeface="Microsoft YaHei"/>
                <a:ea typeface="Microsoft YaHei"/>
                <a:cs typeface="Microsoft YaHei"/>
              </a:defRPr>
            </a:lvl7pPr>
            <a:lvl8pPr algn="ctr">
              <a:defRPr sz="1125" b="0">
                <a:solidFill>
                  <a:srgbClr val="B56812"/>
                </a:solidFill>
                <a:latin typeface="Microsoft YaHei"/>
                <a:ea typeface="Microsoft YaHei"/>
                <a:cs typeface="Microsoft YaHei"/>
              </a:defRPr>
            </a:lvl8pPr>
            <a:lvl9pPr algn="ctr">
              <a:defRPr sz="1125" b="0">
                <a:solidFill>
                  <a:srgbClr val="B56812"/>
                </a:solidFill>
                <a:latin typeface="Microsoft YaHei"/>
                <a:ea typeface="Microsoft YaHei"/>
                <a:cs typeface="Microsoft YaHei"/>
              </a:defRPr>
            </a:lvl9pPr>
          </a:lstStyle>
          <a:p xmlns:a="http://schemas.openxmlformats.org/drawingml/2006/main">
            <a:pPr algn="ctr">
              <a:lnSpc>
                <a:spcPct val="102000"/>
              </a:lnSpc>
              <a:buNone/>
              <a:defRPr sz="1125" b="0">
                <a:solidFill>
                  <a:srgbClr val="B56812"/>
                </a:solidFill>
                <a:latin typeface="Microsoft YaHei"/>
                <a:ea typeface="Microsoft YaHei"/>
                <a:cs typeface="Microsoft YaHei"/>
              </a:defRPr>
            </a:pPr>
            <a:r>
              <a:rPr sz="1125" b="0">
                <a:solidFill>
                  <a:srgbClr val="B56812"/>
                </a:solidFill>
                <a:latin typeface="Microsoft YaHei"/>
                <a:ea typeface="Microsoft YaHei"/>
                <a:cs typeface="Microsoft YaHei"/>
              </a:rPr>
              <a:t>④</a:t>
            </a:r>
          </a:p>
        </p:txBody>
      </p:sp>
      <p:sp>
        <p:nvSpPr>
          <p:cNvPr id="31" name="legacy-edge-KD">
            <a:extLst xmlns:a="http://schemas.openxmlformats.org/drawingml/2006/main">
              <a:ext uri="{FF2B5EF4-FFF2-40B4-BE49-F238E27FC236}">
                <a16:creationId xmlns:a16="http://schemas.microsoft.com/office/drawing/2014/main" id="{A4BE7142-7056-4627-9AA8-228B3DD097F3}"/>
              </a:ext>
            </a:extLst>
          </p:cNvPr>
          <p:cNvSpPr>
            <a:spLocks xmlns:a="http://schemas.openxmlformats.org/drawingml/2006/main" noGrp="1"/>
          </p:cNvSpPr>
          <p:nvPr/>
        </p:nvSpPr>
        <p:spPr>
          <a:xfrm xmlns:a="http://schemas.openxmlformats.org/drawingml/2006/main">
            <a:off x="1328738" y="4743450"/>
            <a:ext cx="9525" cy="342900"/>
          </a:xfrm>
          <a:custGeom xmlns:a="http://schemas.openxmlformats.org/drawingml/2006/main">
            <a:pathLst>
              <a:path w="9525" h="342900">
                <a:moveTo>
                  <a:pt x="4763" y="0"/>
                </a:moveTo>
                <a:lnTo>
                  <a:pt x="4763" y="342900"/>
                </a:lnTo>
              </a:path>
            </a:pathLst>
          </a:custGeom>
          <a:noFill xmlns:a="http://schemas.openxmlformats.org/drawingml/2006/main"/>
          <a:ln xmlns:a="http://schemas.openxmlformats.org/drawingml/2006/main" w="17145">
            <a:solidFill>
              <a:srgbClr val="B56812"/>
            </a:solidFill>
            <a:prstDash val="dash"/>
          </a:ln>
        </p:spPr>
      </p:sp>
      <p:sp>
        <p:nvSpPr>
          <p:cNvPr id="32" name="legacy-edge-KD-head">
            <a:extLst xmlns:a="http://schemas.openxmlformats.org/drawingml/2006/main">
              <a:ext uri="{FF2B5EF4-FFF2-40B4-BE49-F238E27FC236}">
                <a16:creationId xmlns:a16="http://schemas.microsoft.com/office/drawing/2014/main" id="{0A06FB70-2EAF-430B-BC5D-5E9A1D4A307B}"/>
              </a:ext>
            </a:extLst>
          </p:cNvPr>
          <p:cNvSpPr>
            <a:spLocks xmlns:a="http://schemas.openxmlformats.org/drawingml/2006/main" noGrp="1"/>
          </p:cNvSpPr>
          <p:nvPr/>
        </p:nvSpPr>
        <p:spPr>
          <a:xfrm xmlns:a="http://schemas.openxmlformats.org/drawingml/2006/main">
            <a:off x="1304925" y="502920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7145">
            <a:solidFill>
              <a:srgbClr val="B56812"/>
            </a:solidFill>
            <a:prstDash val="solid"/>
          </a:ln>
        </p:spPr>
      </p:sp>
      <p:sp>
        <p:nvSpPr>
          <p:cNvPr id="33" name="legacy-edge-label-KD">
            <a:extLst xmlns:a="http://schemas.openxmlformats.org/drawingml/2006/main">
              <a:ext uri="{FF2B5EF4-FFF2-40B4-BE49-F238E27FC236}">
                <a16:creationId xmlns:a16="http://schemas.microsoft.com/office/drawing/2014/main" id="{F60BE2BF-94D5-497C-88E7-5B671B5AB67D}"/>
              </a:ext>
            </a:extLst>
          </p:cNvPr>
          <p:cNvSpPr>
            <a:spLocks xmlns:a="http://schemas.openxmlformats.org/drawingml/2006/main" noGrp="1"/>
          </p:cNvSpPr>
          <p:nvPr/>
        </p:nvSpPr>
        <p:spPr>
          <a:xfrm xmlns:a="http://schemas.openxmlformats.org/drawingml/2006/main">
            <a:off x="1409700" y="4810125"/>
            <a:ext cx="238125" cy="19050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0">
                <a:solidFill>
                  <a:srgbClr val="B56812"/>
                </a:solidFill>
                <a:latin typeface="Microsoft YaHei"/>
                <a:ea typeface="Microsoft YaHei"/>
                <a:cs typeface="Microsoft YaHei"/>
              </a:defRPr>
            </a:defPPr>
            <a:lvl1pPr algn="ctr">
              <a:defRPr sz="1125" b="0">
                <a:solidFill>
                  <a:srgbClr val="B56812"/>
                </a:solidFill>
                <a:latin typeface="Microsoft YaHei"/>
                <a:ea typeface="Microsoft YaHei"/>
                <a:cs typeface="Microsoft YaHei"/>
              </a:defRPr>
            </a:lvl1pPr>
            <a:lvl2pPr algn="ctr">
              <a:defRPr sz="1125" b="0">
                <a:solidFill>
                  <a:srgbClr val="B56812"/>
                </a:solidFill>
                <a:latin typeface="Microsoft YaHei"/>
                <a:ea typeface="Microsoft YaHei"/>
                <a:cs typeface="Microsoft YaHei"/>
              </a:defRPr>
            </a:lvl2pPr>
            <a:lvl3pPr algn="ctr">
              <a:defRPr sz="1125" b="0">
                <a:solidFill>
                  <a:srgbClr val="B56812"/>
                </a:solidFill>
                <a:latin typeface="Microsoft YaHei"/>
                <a:ea typeface="Microsoft YaHei"/>
                <a:cs typeface="Microsoft YaHei"/>
              </a:defRPr>
            </a:lvl3pPr>
            <a:lvl4pPr algn="ctr">
              <a:defRPr sz="1125" b="0">
                <a:solidFill>
                  <a:srgbClr val="B56812"/>
                </a:solidFill>
                <a:latin typeface="Microsoft YaHei"/>
                <a:ea typeface="Microsoft YaHei"/>
                <a:cs typeface="Microsoft YaHei"/>
              </a:defRPr>
            </a:lvl4pPr>
            <a:lvl5pPr algn="ctr">
              <a:defRPr sz="1125" b="0">
                <a:solidFill>
                  <a:srgbClr val="B56812"/>
                </a:solidFill>
                <a:latin typeface="Microsoft YaHei"/>
                <a:ea typeface="Microsoft YaHei"/>
                <a:cs typeface="Microsoft YaHei"/>
              </a:defRPr>
            </a:lvl5pPr>
            <a:lvl6pPr algn="ctr">
              <a:defRPr sz="1125" b="0">
                <a:solidFill>
                  <a:srgbClr val="B56812"/>
                </a:solidFill>
                <a:latin typeface="Microsoft YaHei"/>
                <a:ea typeface="Microsoft YaHei"/>
                <a:cs typeface="Microsoft YaHei"/>
              </a:defRPr>
            </a:lvl6pPr>
            <a:lvl7pPr algn="ctr">
              <a:defRPr sz="1125" b="0">
                <a:solidFill>
                  <a:srgbClr val="B56812"/>
                </a:solidFill>
                <a:latin typeface="Microsoft YaHei"/>
                <a:ea typeface="Microsoft YaHei"/>
                <a:cs typeface="Microsoft YaHei"/>
              </a:defRPr>
            </a:lvl7pPr>
            <a:lvl8pPr algn="ctr">
              <a:defRPr sz="1125" b="0">
                <a:solidFill>
                  <a:srgbClr val="B56812"/>
                </a:solidFill>
                <a:latin typeface="Microsoft YaHei"/>
                <a:ea typeface="Microsoft YaHei"/>
                <a:cs typeface="Microsoft YaHei"/>
              </a:defRPr>
            </a:lvl8pPr>
            <a:lvl9pPr algn="ctr">
              <a:defRPr sz="1125" b="0">
                <a:solidFill>
                  <a:srgbClr val="B56812"/>
                </a:solidFill>
                <a:latin typeface="Microsoft YaHei"/>
                <a:ea typeface="Microsoft YaHei"/>
                <a:cs typeface="Microsoft YaHei"/>
              </a:defRPr>
            </a:lvl9pPr>
          </a:lstStyle>
          <a:p xmlns:a="http://schemas.openxmlformats.org/drawingml/2006/main">
            <a:pPr algn="ctr">
              <a:lnSpc>
                <a:spcPct val="102000"/>
              </a:lnSpc>
              <a:buNone/>
              <a:defRPr sz="1125" b="0">
                <a:solidFill>
                  <a:srgbClr val="B56812"/>
                </a:solidFill>
                <a:latin typeface="Microsoft YaHei"/>
                <a:ea typeface="Microsoft YaHei"/>
                <a:cs typeface="Microsoft YaHei"/>
              </a:defRPr>
            </a:pPr>
            <a:r>
              <a:rPr sz="1125" b="0">
                <a:solidFill>
                  <a:srgbClr val="B56812"/>
                </a:solidFill>
                <a:latin typeface="Microsoft YaHei"/>
                <a:ea typeface="Microsoft YaHei"/>
                <a:cs typeface="Microsoft YaHei"/>
              </a:rPr>
              <a:t>⑤</a:t>
            </a:r>
          </a:p>
        </p:txBody>
      </p:sp>
      <p:sp>
        <p:nvSpPr>
          <p:cNvPr id="34" name="legacy-node-E">
            <a:extLst xmlns:a="http://schemas.openxmlformats.org/drawingml/2006/main">
              <a:ext uri="{FF2B5EF4-FFF2-40B4-BE49-F238E27FC236}">
                <a16:creationId xmlns:a16="http://schemas.microsoft.com/office/drawing/2014/main" id="{D0F01DC2-5E73-4649-A492-013CA6E71688}"/>
              </a:ext>
            </a:extLst>
          </p:cNvPr>
          <p:cNvSpPr>
            <a:spLocks xmlns:a="http://schemas.openxmlformats.org/drawingml/2006/main" noGrp="1"/>
          </p:cNvSpPr>
          <p:nvPr/>
        </p:nvSpPr>
        <p:spPr>
          <a:xfrm xmlns:a="http://schemas.openxmlformats.org/drawingml/2006/main">
            <a:off x="495300" y="2657475"/>
            <a:ext cx="5257800" cy="533400"/>
          </a:xfrm>
          <a:prstGeom xmlns:a="http://schemas.openxmlformats.org/drawingml/2006/main" prst="roundRect">
            <a:avLst>
              <a:gd name="adj" fmla="val 7143"/>
            </a:avLst>
          </a:prstGeom>
          <a:solidFill xmlns:a="http://schemas.openxmlformats.org/drawingml/2006/main">
            <a:srgbClr val="FFF4DF"/>
          </a:solidFill>
          <a:ln xmlns:a="http://schemas.openxmlformats.org/drawingml/2006/main" w="14288">
            <a:solidFill>
              <a:srgbClr val="B56812"/>
            </a:solidFill>
            <a:prstDash val="solid"/>
          </a:ln>
        </p:spPr>
      </p:sp>
      <p:sp>
        <p:nvSpPr>
          <p:cNvPr id="35" name="legacy-title-E">
            <a:extLst xmlns:a="http://schemas.openxmlformats.org/drawingml/2006/main">
              <a:ext uri="{FF2B5EF4-FFF2-40B4-BE49-F238E27FC236}">
                <a16:creationId xmlns:a16="http://schemas.microsoft.com/office/drawing/2014/main" id="{81209A98-5BA7-4556-9695-CCA2D6416C96}"/>
              </a:ext>
            </a:extLst>
          </p:cNvPr>
          <p:cNvSpPr>
            <a:spLocks xmlns:a="http://schemas.openxmlformats.org/drawingml/2006/main" noGrp="1"/>
          </p:cNvSpPr>
          <p:nvPr/>
        </p:nvSpPr>
        <p:spPr>
          <a:xfrm xmlns:a="http://schemas.openxmlformats.org/drawingml/2006/main">
            <a:off x="609600" y="2714625"/>
            <a:ext cx="502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7263A"/>
                </a:solidFill>
                <a:latin typeface="Microsoft YaHei"/>
                <a:ea typeface="Microsoft YaHei"/>
                <a:cs typeface="Microsoft YaHei"/>
              </a:defRPr>
            </a:defPPr>
            <a:lvl1pPr algn="l">
              <a:defRPr sz="1650" b="1">
                <a:solidFill>
                  <a:srgbClr val="17263A"/>
                </a:solidFill>
                <a:latin typeface="Microsoft YaHei"/>
                <a:ea typeface="Microsoft YaHei"/>
                <a:cs typeface="Microsoft YaHei"/>
              </a:defRPr>
            </a:lvl1pPr>
            <a:lvl2pPr algn="l">
              <a:defRPr sz="1650" b="1">
                <a:solidFill>
                  <a:srgbClr val="17263A"/>
                </a:solidFill>
                <a:latin typeface="Microsoft YaHei"/>
                <a:ea typeface="Microsoft YaHei"/>
                <a:cs typeface="Microsoft YaHei"/>
              </a:defRPr>
            </a:lvl2pPr>
            <a:lvl3pPr algn="l">
              <a:defRPr sz="1650" b="1">
                <a:solidFill>
                  <a:srgbClr val="17263A"/>
                </a:solidFill>
                <a:latin typeface="Microsoft YaHei"/>
                <a:ea typeface="Microsoft YaHei"/>
                <a:cs typeface="Microsoft YaHei"/>
              </a:defRPr>
            </a:lvl3pPr>
            <a:lvl4pPr algn="l">
              <a:defRPr sz="1650" b="1">
                <a:solidFill>
                  <a:srgbClr val="17263A"/>
                </a:solidFill>
                <a:latin typeface="Microsoft YaHei"/>
                <a:ea typeface="Microsoft YaHei"/>
                <a:cs typeface="Microsoft YaHei"/>
              </a:defRPr>
            </a:lvl4pPr>
            <a:lvl5pPr algn="l">
              <a:defRPr sz="1650" b="1">
                <a:solidFill>
                  <a:srgbClr val="17263A"/>
                </a:solidFill>
                <a:latin typeface="Microsoft YaHei"/>
                <a:ea typeface="Microsoft YaHei"/>
                <a:cs typeface="Microsoft YaHei"/>
              </a:defRPr>
            </a:lvl5pPr>
            <a:lvl6pPr algn="l">
              <a:defRPr sz="1650" b="1">
                <a:solidFill>
                  <a:srgbClr val="17263A"/>
                </a:solidFill>
                <a:latin typeface="Microsoft YaHei"/>
                <a:ea typeface="Microsoft YaHei"/>
                <a:cs typeface="Microsoft YaHei"/>
              </a:defRPr>
            </a:lvl6pPr>
            <a:lvl7pPr algn="l">
              <a:defRPr sz="1650" b="1">
                <a:solidFill>
                  <a:srgbClr val="17263A"/>
                </a:solidFill>
                <a:latin typeface="Microsoft YaHei"/>
                <a:ea typeface="Microsoft YaHei"/>
                <a:cs typeface="Microsoft YaHei"/>
              </a:defRPr>
            </a:lvl7pPr>
            <a:lvl8pPr algn="l">
              <a:defRPr sz="1650" b="1">
                <a:solidFill>
                  <a:srgbClr val="17263A"/>
                </a:solidFill>
                <a:latin typeface="Microsoft YaHei"/>
                <a:ea typeface="Microsoft YaHei"/>
                <a:cs typeface="Microsoft YaHei"/>
              </a:defRPr>
            </a:lvl8pPr>
            <a:lvl9pPr algn="l">
              <a:defRPr sz="1650" b="1">
                <a:solidFill>
                  <a:srgbClr val="17263A"/>
                </a:solidFill>
                <a:latin typeface="Microsoft YaHei"/>
                <a:ea typeface="Microsoft YaHei"/>
                <a:cs typeface="Microsoft YaHei"/>
              </a:defRPr>
            </a:lvl9pPr>
          </a:lstStyle>
          <a:p xmlns:a="http://schemas.openxmlformats.org/drawingml/2006/main">
            <a:pPr algn="l">
              <a:lnSpc>
                <a:spcPct val="102000"/>
              </a:lnSpc>
              <a:buNone/>
              <a:defRPr sz="1650" b="1">
                <a:solidFill>
                  <a:srgbClr val="17263A"/>
                </a:solidFill>
                <a:latin typeface="Microsoft YaHei"/>
                <a:ea typeface="Microsoft YaHei"/>
                <a:cs typeface="Microsoft YaHei"/>
              </a:defRPr>
            </a:pPr>
            <a:r>
              <a:rPr sz="1650" b="1">
                <a:solidFill>
                  <a:srgbClr val="17263A"/>
                </a:solidFill>
                <a:latin typeface="Microsoft YaHei"/>
                <a:ea typeface="Microsoft YaHei"/>
                <a:cs typeface="Microsoft YaHei"/>
              </a:rPr>
              <a:t>SimStateManager / SimFileManager</a:t>
            </a:r>
          </a:p>
        </p:txBody>
      </p:sp>
      <p:sp>
        <p:nvSpPr>
          <p:cNvPr id="36" name="legacy-line-E-0">
            <a:extLst xmlns:a="http://schemas.openxmlformats.org/drawingml/2006/main">
              <a:ext uri="{FF2B5EF4-FFF2-40B4-BE49-F238E27FC236}">
                <a16:creationId xmlns:a16="http://schemas.microsoft.com/office/drawing/2014/main" id="{33D5541E-79E2-4DF2-AD07-D7D46F28DDD4}"/>
              </a:ext>
            </a:extLst>
          </p:cNvPr>
          <p:cNvSpPr>
            <a:spLocks xmlns:a="http://schemas.openxmlformats.org/drawingml/2006/main" noGrp="1"/>
          </p:cNvSpPr>
          <p:nvPr/>
        </p:nvSpPr>
        <p:spPr>
          <a:xfrm xmlns:a="http://schemas.openxmlformats.org/drawingml/2006/main">
            <a:off x="609600" y="29622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READY / ICC_REFRESH 等事件驱动生产文件加载</a:t>
            </a:r>
          </a:p>
        </p:txBody>
      </p:sp>
      <p:sp>
        <p:nvSpPr>
          <p:cNvPr id="37" name="legacy-node-K">
            <a:extLst xmlns:a="http://schemas.openxmlformats.org/drawingml/2006/main">
              <a:ext uri="{FF2B5EF4-FFF2-40B4-BE49-F238E27FC236}">
                <a16:creationId xmlns:a16="http://schemas.microsoft.com/office/drawing/2014/main" id="{9D57C6B5-507C-4FC7-B8EF-5C290E1BF5C4}"/>
              </a:ext>
            </a:extLst>
          </p:cNvPr>
          <p:cNvSpPr>
            <a:spLocks xmlns:a="http://schemas.openxmlformats.org/drawingml/2006/main" noGrp="1"/>
          </p:cNvSpPr>
          <p:nvPr/>
        </p:nvSpPr>
        <p:spPr>
          <a:xfrm xmlns:a="http://schemas.openxmlformats.org/drawingml/2006/main">
            <a:off x="495300" y="3390900"/>
            <a:ext cx="2514600" cy="1352550"/>
          </a:xfrm>
          <a:prstGeom xmlns:a="http://schemas.openxmlformats.org/drawingml/2006/main" prst="roundRect">
            <a:avLst>
              <a:gd name="adj" fmla="val 2817"/>
            </a:avLst>
          </a:prstGeom>
          <a:solidFill xmlns:a="http://schemas.openxmlformats.org/drawingml/2006/main">
            <a:srgbClr val="FFF4DF"/>
          </a:solidFill>
          <a:ln xmlns:a="http://schemas.openxmlformats.org/drawingml/2006/main" w="14288">
            <a:solidFill>
              <a:srgbClr val="B56812"/>
            </a:solidFill>
            <a:prstDash val="solid"/>
          </a:ln>
        </p:spPr>
      </p:sp>
      <p:sp>
        <p:nvSpPr>
          <p:cNvPr id="38" name="legacy-title-K">
            <a:extLst xmlns:a="http://schemas.openxmlformats.org/drawingml/2006/main">
              <a:ext uri="{FF2B5EF4-FFF2-40B4-BE49-F238E27FC236}">
                <a16:creationId xmlns:a16="http://schemas.microsoft.com/office/drawing/2014/main" id="{50FD4993-0529-4526-9C34-1AB6E59EF955}"/>
              </a:ext>
            </a:extLst>
          </p:cNvPr>
          <p:cNvSpPr>
            <a:spLocks xmlns:a="http://schemas.openxmlformats.org/drawingml/2006/main" noGrp="1"/>
          </p:cNvSpPr>
          <p:nvPr/>
        </p:nvSpPr>
        <p:spPr>
          <a:xfrm xmlns:a="http://schemas.openxmlformats.org/drawingml/2006/main">
            <a:off x="609600" y="34480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SimFile / IccFile</a:t>
            </a:r>
          </a:p>
        </p:txBody>
      </p:sp>
      <p:sp>
        <p:nvSpPr>
          <p:cNvPr id="39" name="legacy-alias-K">
            <a:extLst xmlns:a="http://schemas.openxmlformats.org/drawingml/2006/main">
              <a:ext uri="{FF2B5EF4-FFF2-40B4-BE49-F238E27FC236}">
                <a16:creationId xmlns:a16="http://schemas.microsoft.com/office/drawing/2014/main" id="{4E028796-68F0-4373-BA5A-E53DF280BBA3}"/>
              </a:ext>
            </a:extLst>
          </p:cNvPr>
          <p:cNvSpPr>
            <a:spLocks xmlns:a="http://schemas.openxmlformats.org/drawingml/2006/main" noGrp="1"/>
          </p:cNvSpPr>
          <p:nvPr/>
        </p:nvSpPr>
        <p:spPr>
          <a:xfrm xmlns:a="http://schemas.openxmlformats.org/drawingml/2006/main">
            <a:off x="609600" y="36957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按卡型处理文件与加载状态</a:t>
            </a:r>
          </a:p>
        </p:txBody>
      </p:sp>
      <p:sp>
        <p:nvSpPr>
          <p:cNvPr id="40" name="legacy-line-K-0">
            <a:extLst xmlns:a="http://schemas.openxmlformats.org/drawingml/2006/main">
              <a:ext uri="{FF2B5EF4-FFF2-40B4-BE49-F238E27FC236}">
                <a16:creationId xmlns:a16="http://schemas.microsoft.com/office/drawing/2014/main" id="{DBF1DEBF-38E5-4F77-9EBD-455E7758156B}"/>
              </a:ext>
            </a:extLst>
          </p:cNvPr>
          <p:cNvSpPr>
            <a:spLocks xmlns:a="http://schemas.openxmlformats.org/drawingml/2006/main" noGrp="1"/>
          </p:cNvSpPr>
          <p:nvPr/>
        </p:nvSpPr>
        <p:spPr>
          <a:xfrm xmlns:a="http://schemas.openxmlformats.org/drawingml/2006/main">
            <a:off x="609600" y="3905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② LoadSimFiles / Refresh 选择</a:t>
            </a:r>
          </a:p>
        </p:txBody>
      </p:sp>
      <p:sp>
        <p:nvSpPr>
          <p:cNvPr id="41" name="legacy-line-K-1">
            <a:extLst xmlns:a="http://schemas.openxmlformats.org/drawingml/2006/main">
              <a:ext uri="{FF2B5EF4-FFF2-40B4-BE49-F238E27FC236}">
                <a16:creationId xmlns:a16="http://schemas.microsoft.com/office/drawing/2014/main" id="{67AD18AE-95EC-4AD8-BC60-65908DEB8FA9}"/>
              </a:ext>
            </a:extLst>
          </p:cNvPr>
          <p:cNvSpPr>
            <a:spLocks xmlns:a="http://schemas.openxmlformats.org/drawingml/2006/main" noGrp="1"/>
          </p:cNvSpPr>
          <p:nvPr/>
        </p:nvSpPr>
        <p:spPr>
          <a:xfrm xmlns:a="http://schemas.openxmlformats.org/drawingml/2006/main">
            <a:off x="609600" y="4143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ProcessEvent → 解析字段</a:t>
            </a:r>
          </a:p>
        </p:txBody>
      </p:sp>
      <p:sp>
        <p:nvSpPr>
          <p:cNvPr id="42" name="legacy-line-K-2">
            <a:extLst xmlns:a="http://schemas.openxmlformats.org/drawingml/2006/main">
              <a:ext uri="{FF2B5EF4-FFF2-40B4-BE49-F238E27FC236}">
                <a16:creationId xmlns:a16="http://schemas.microsoft.com/office/drawing/2014/main" id="{B19E764F-9582-42A9-9DEB-D0DA60A3E60F}"/>
              </a:ext>
            </a:extLst>
          </p:cNvPr>
          <p:cNvSpPr>
            <a:spLocks xmlns:a="http://schemas.openxmlformats.org/drawingml/2006/main" noGrp="1"/>
          </p:cNvSpPr>
          <p:nvPr/>
        </p:nvSpPr>
        <p:spPr>
          <a:xfrm xmlns:a="http://schemas.openxmlformats.org/drawingml/2006/main">
            <a:off x="609600" y="4381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⑤ ProcessFileLoaded 完成判定</a:t>
            </a:r>
          </a:p>
        </p:txBody>
      </p:sp>
      <p:sp>
        <p:nvSpPr>
          <p:cNvPr id="43" name="legacy-node-R">
            <a:extLst xmlns:a="http://schemas.openxmlformats.org/drawingml/2006/main">
              <a:ext uri="{FF2B5EF4-FFF2-40B4-BE49-F238E27FC236}">
                <a16:creationId xmlns:a16="http://schemas.microsoft.com/office/drawing/2014/main" id="{B2B51212-3C2E-4EAF-B7DF-90C9CE6997FF}"/>
              </a:ext>
            </a:extLst>
          </p:cNvPr>
          <p:cNvSpPr>
            <a:spLocks xmlns:a="http://schemas.openxmlformats.org/drawingml/2006/main" noGrp="1"/>
          </p:cNvSpPr>
          <p:nvPr/>
        </p:nvSpPr>
        <p:spPr>
          <a:xfrm xmlns:a="http://schemas.openxmlformats.org/drawingml/2006/main">
            <a:off x="3352800" y="3390900"/>
            <a:ext cx="2400300" cy="1352550"/>
          </a:xfrm>
          <a:prstGeom xmlns:a="http://schemas.openxmlformats.org/drawingml/2006/main" prst="roundRect">
            <a:avLst>
              <a:gd name="adj" fmla="val 2817"/>
            </a:avLst>
          </a:prstGeom>
          <a:solidFill xmlns:a="http://schemas.openxmlformats.org/drawingml/2006/main">
            <a:srgbClr val="FFF4DF"/>
          </a:solidFill>
          <a:ln xmlns:a="http://schemas.openxmlformats.org/drawingml/2006/main" w="14288">
            <a:solidFill>
              <a:srgbClr val="B56812"/>
            </a:solidFill>
            <a:prstDash val="solid"/>
          </a:ln>
        </p:spPr>
      </p:sp>
      <p:sp>
        <p:nvSpPr>
          <p:cNvPr id="44" name="legacy-title-R">
            <a:extLst xmlns:a="http://schemas.openxmlformats.org/drawingml/2006/main">
              <a:ext uri="{FF2B5EF4-FFF2-40B4-BE49-F238E27FC236}">
                <a16:creationId xmlns:a16="http://schemas.microsoft.com/office/drawing/2014/main" id="{F311FCDE-BC6E-4D7C-A318-B42653C78047}"/>
              </a:ext>
            </a:extLst>
          </p:cNvPr>
          <p:cNvSpPr>
            <a:spLocks xmlns:a="http://schemas.openxmlformats.org/drawingml/2006/main" noGrp="1"/>
          </p:cNvSpPr>
          <p:nvPr/>
        </p:nvSpPr>
        <p:spPr>
          <a:xfrm xmlns:a="http://schemas.openxmlformats.org/drawingml/2006/main">
            <a:off x="3467100" y="344805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80" b="1">
                <a:solidFill>
                  <a:srgbClr val="17263A"/>
                </a:solidFill>
                <a:latin typeface="Microsoft YaHei"/>
                <a:ea typeface="Microsoft YaHei"/>
                <a:cs typeface="Microsoft YaHei"/>
              </a:defRPr>
            </a:defPPr>
            <a:lvl1pPr algn="l">
              <a:defRPr sz="1380" b="1">
                <a:solidFill>
                  <a:srgbClr val="17263A"/>
                </a:solidFill>
                <a:latin typeface="Microsoft YaHei"/>
                <a:ea typeface="Microsoft YaHei"/>
                <a:cs typeface="Microsoft YaHei"/>
              </a:defRPr>
            </a:lvl1pPr>
            <a:lvl2pPr algn="l">
              <a:defRPr sz="1380" b="1">
                <a:solidFill>
                  <a:srgbClr val="17263A"/>
                </a:solidFill>
                <a:latin typeface="Microsoft YaHei"/>
                <a:ea typeface="Microsoft YaHei"/>
                <a:cs typeface="Microsoft YaHei"/>
              </a:defRPr>
            </a:lvl2pPr>
            <a:lvl3pPr algn="l">
              <a:defRPr sz="1380" b="1">
                <a:solidFill>
                  <a:srgbClr val="17263A"/>
                </a:solidFill>
                <a:latin typeface="Microsoft YaHei"/>
                <a:ea typeface="Microsoft YaHei"/>
                <a:cs typeface="Microsoft YaHei"/>
              </a:defRPr>
            </a:lvl3pPr>
            <a:lvl4pPr algn="l">
              <a:defRPr sz="1380" b="1">
                <a:solidFill>
                  <a:srgbClr val="17263A"/>
                </a:solidFill>
                <a:latin typeface="Microsoft YaHei"/>
                <a:ea typeface="Microsoft YaHei"/>
                <a:cs typeface="Microsoft YaHei"/>
              </a:defRPr>
            </a:lvl4pPr>
            <a:lvl5pPr algn="l">
              <a:defRPr sz="1380" b="1">
                <a:solidFill>
                  <a:srgbClr val="17263A"/>
                </a:solidFill>
                <a:latin typeface="Microsoft YaHei"/>
                <a:ea typeface="Microsoft YaHei"/>
                <a:cs typeface="Microsoft YaHei"/>
              </a:defRPr>
            </a:lvl5pPr>
            <a:lvl6pPr algn="l">
              <a:defRPr sz="1380" b="1">
                <a:solidFill>
                  <a:srgbClr val="17263A"/>
                </a:solidFill>
                <a:latin typeface="Microsoft YaHei"/>
                <a:ea typeface="Microsoft YaHei"/>
                <a:cs typeface="Microsoft YaHei"/>
              </a:defRPr>
            </a:lvl6pPr>
            <a:lvl7pPr algn="l">
              <a:defRPr sz="1380" b="1">
                <a:solidFill>
                  <a:srgbClr val="17263A"/>
                </a:solidFill>
                <a:latin typeface="Microsoft YaHei"/>
                <a:ea typeface="Microsoft YaHei"/>
                <a:cs typeface="Microsoft YaHei"/>
              </a:defRPr>
            </a:lvl7pPr>
            <a:lvl8pPr algn="l">
              <a:defRPr sz="1380" b="1">
                <a:solidFill>
                  <a:srgbClr val="17263A"/>
                </a:solidFill>
                <a:latin typeface="Microsoft YaHei"/>
                <a:ea typeface="Microsoft YaHei"/>
                <a:cs typeface="Microsoft YaHei"/>
              </a:defRPr>
            </a:lvl8pPr>
            <a:lvl9pPr algn="l">
              <a:defRPr sz="1380" b="1">
                <a:solidFill>
                  <a:srgbClr val="17263A"/>
                </a:solidFill>
                <a:latin typeface="Microsoft YaHei"/>
                <a:ea typeface="Microsoft YaHei"/>
                <a:cs typeface="Microsoft YaHei"/>
              </a:defRPr>
            </a:lvl9pPr>
          </a:lstStyle>
          <a:p xmlns:a="http://schemas.openxmlformats.org/drawingml/2006/main">
            <a:pPr algn="l">
              <a:lnSpc>
                <a:spcPct val="102000"/>
              </a:lnSpc>
              <a:buNone/>
              <a:defRPr sz="1380" b="1">
                <a:solidFill>
                  <a:srgbClr val="17263A"/>
                </a:solidFill>
                <a:latin typeface="Microsoft YaHei"/>
                <a:ea typeface="Microsoft YaHei"/>
                <a:cs typeface="Microsoft YaHei"/>
              </a:defRPr>
            </a:pPr>
            <a:r>
              <a:rPr sz="1380" b="1">
                <a:solidFill>
                  <a:srgbClr val="17263A"/>
                </a:solidFill>
                <a:latin typeface="Microsoft YaHei"/>
                <a:ea typeface="Microsoft YaHei"/>
                <a:cs typeface="Microsoft YaHei"/>
              </a:rPr>
              <a:t>IccFileController / TelRil</a:t>
            </a:r>
          </a:p>
        </p:txBody>
      </p:sp>
      <p:sp>
        <p:nvSpPr>
          <p:cNvPr id="45" name="legacy-alias-R">
            <a:extLst xmlns:a="http://schemas.openxmlformats.org/drawingml/2006/main">
              <a:ext uri="{FF2B5EF4-FFF2-40B4-BE49-F238E27FC236}">
                <a16:creationId xmlns:a16="http://schemas.microsoft.com/office/drawing/2014/main" id="{F73AC5A3-C8D0-4BBF-A90A-EF00A72D7347}"/>
              </a:ext>
            </a:extLst>
          </p:cNvPr>
          <p:cNvSpPr>
            <a:spLocks xmlns:a="http://schemas.openxmlformats.org/drawingml/2006/main" noGrp="1"/>
          </p:cNvSpPr>
          <p:nvPr/>
        </p:nvSpPr>
        <p:spPr>
          <a:xfrm xmlns:a="http://schemas.openxmlformats.org/drawingml/2006/main">
            <a:off x="3467100" y="3695700"/>
            <a:ext cx="2171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EF 请求 / 异步回包</a:t>
            </a:r>
          </a:p>
        </p:txBody>
      </p:sp>
      <p:sp>
        <p:nvSpPr>
          <p:cNvPr id="46" name="legacy-line-R-0">
            <a:extLst xmlns:a="http://schemas.openxmlformats.org/drawingml/2006/main">
              <a:ext uri="{FF2B5EF4-FFF2-40B4-BE49-F238E27FC236}">
                <a16:creationId xmlns:a16="http://schemas.microsoft.com/office/drawing/2014/main" id="{ABB85926-939C-42C1-97EB-9296DD003C80}"/>
              </a:ext>
            </a:extLst>
          </p:cNvPr>
          <p:cNvSpPr>
            <a:spLocks xmlns:a="http://schemas.openxmlformats.org/drawingml/2006/main" noGrp="1"/>
          </p:cNvSpPr>
          <p:nvPr/>
        </p:nvSpPr>
        <p:spPr>
          <a:xfrm xmlns:a="http://schemas.openxmlformats.org/drawingml/2006/main">
            <a:off x="346710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③ 复用 EF / APDU 生产协议</a:t>
            </a:r>
          </a:p>
        </p:txBody>
      </p:sp>
      <p:sp>
        <p:nvSpPr>
          <p:cNvPr id="47" name="legacy-line-R-1">
            <a:extLst xmlns:a="http://schemas.openxmlformats.org/drawingml/2006/main">
              <a:ext uri="{FF2B5EF4-FFF2-40B4-BE49-F238E27FC236}">
                <a16:creationId xmlns:a16="http://schemas.microsoft.com/office/drawing/2014/main" id="{1AF810AE-EFEA-4D42-8EEA-8BDD270D32E1}"/>
              </a:ext>
            </a:extLst>
          </p:cNvPr>
          <p:cNvSpPr>
            <a:spLocks xmlns:a="http://schemas.openxmlformats.org/drawingml/2006/main" noGrp="1"/>
          </p:cNvSpPr>
          <p:nvPr/>
        </p:nvSpPr>
        <p:spPr>
          <a:xfrm xmlns:a="http://schemas.openxmlformats.org/drawingml/2006/main">
            <a:off x="3467100" y="41433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④ 按原事件回到文件对象</a:t>
            </a:r>
          </a:p>
        </p:txBody>
      </p:sp>
      <p:sp>
        <p:nvSpPr>
          <p:cNvPr id="48" name="legacy-line-bg-R-2">
            <a:extLst xmlns:a="http://schemas.openxmlformats.org/drawingml/2006/main">
              <a:ext uri="{FF2B5EF4-FFF2-40B4-BE49-F238E27FC236}">
                <a16:creationId xmlns:a16="http://schemas.microsoft.com/office/drawing/2014/main" id="{0F1B54CA-88D5-4C2D-884D-68A4DD943F49}"/>
              </a:ext>
            </a:extLst>
          </p:cNvPr>
          <p:cNvSpPr>
            <a:spLocks xmlns:a="http://schemas.openxmlformats.org/drawingml/2006/main" noGrp="1"/>
          </p:cNvSpPr>
          <p:nvPr/>
        </p:nvSpPr>
        <p:spPr>
          <a:xfrm xmlns:a="http://schemas.openxmlformats.org/drawingml/2006/main">
            <a:off x="3419475" y="4371975"/>
            <a:ext cx="2266950" cy="209550"/>
          </a:xfrm>
          <a:prstGeom xmlns:a="http://schemas.openxmlformats.org/drawingml/2006/main" prst="rect">
            <a:avLst/>
          </a:prstGeom>
          <a:solidFill xmlns:a="http://schemas.openxmlformats.org/drawingml/2006/main">
            <a:srgbClr val="FFF4DF"/>
          </a:solidFill>
          <a:ln xmlns:a="http://schemas.openxmlformats.org/drawingml/2006/main" w="0">
            <a:noFill/>
            <a:prstDash val="solid"/>
          </a:ln>
        </p:spPr>
      </p:sp>
      <p:sp>
        <p:nvSpPr>
          <p:cNvPr id="49" name="legacy-line-R-2">
            <a:extLst xmlns:a="http://schemas.openxmlformats.org/drawingml/2006/main">
              <a:ext uri="{FF2B5EF4-FFF2-40B4-BE49-F238E27FC236}">
                <a16:creationId xmlns:a16="http://schemas.microsoft.com/office/drawing/2014/main" id="{4CECC2F7-A858-4603-8071-30D185CF7727}"/>
              </a:ext>
            </a:extLst>
          </p:cNvPr>
          <p:cNvSpPr>
            <a:spLocks xmlns:a="http://schemas.openxmlformats.org/drawingml/2006/main" noGrp="1"/>
          </p:cNvSpPr>
          <p:nvPr/>
        </p:nvSpPr>
        <p:spPr>
          <a:xfrm xmlns:a="http://schemas.openxmlformats.org/drawingml/2006/main">
            <a:off x="3467100" y="438150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263A"/>
                </a:solidFill>
                <a:latin typeface="Microsoft YaHei"/>
                <a:ea typeface="Microsoft YaHei"/>
                <a:cs typeface="Microsoft YaHei"/>
              </a:defRPr>
            </a:defPPr>
            <a:lvl1pPr algn="l">
              <a:defRPr sz="1200" b="1">
                <a:solidFill>
                  <a:srgbClr val="17263A"/>
                </a:solidFill>
                <a:latin typeface="Microsoft YaHei"/>
                <a:ea typeface="Microsoft YaHei"/>
                <a:cs typeface="Microsoft YaHei"/>
              </a:defRPr>
            </a:lvl1pPr>
            <a:lvl2pPr algn="l">
              <a:defRPr sz="1200" b="1">
                <a:solidFill>
                  <a:srgbClr val="17263A"/>
                </a:solidFill>
                <a:latin typeface="Microsoft YaHei"/>
                <a:ea typeface="Microsoft YaHei"/>
                <a:cs typeface="Microsoft YaHei"/>
              </a:defRPr>
            </a:lvl2pPr>
            <a:lvl3pPr algn="l">
              <a:defRPr sz="1200" b="1">
                <a:solidFill>
                  <a:srgbClr val="17263A"/>
                </a:solidFill>
                <a:latin typeface="Microsoft YaHei"/>
                <a:ea typeface="Microsoft YaHei"/>
                <a:cs typeface="Microsoft YaHei"/>
              </a:defRPr>
            </a:lvl3pPr>
            <a:lvl4pPr algn="l">
              <a:defRPr sz="1200" b="1">
                <a:solidFill>
                  <a:srgbClr val="17263A"/>
                </a:solidFill>
                <a:latin typeface="Microsoft YaHei"/>
                <a:ea typeface="Microsoft YaHei"/>
                <a:cs typeface="Microsoft YaHei"/>
              </a:defRPr>
            </a:lvl4pPr>
            <a:lvl5pPr algn="l">
              <a:defRPr sz="1200" b="1">
                <a:solidFill>
                  <a:srgbClr val="17263A"/>
                </a:solidFill>
                <a:latin typeface="Microsoft YaHei"/>
                <a:ea typeface="Microsoft YaHei"/>
                <a:cs typeface="Microsoft YaHei"/>
              </a:defRPr>
            </a:lvl5pPr>
            <a:lvl6pPr algn="l">
              <a:defRPr sz="1200" b="1">
                <a:solidFill>
                  <a:srgbClr val="17263A"/>
                </a:solidFill>
                <a:latin typeface="Microsoft YaHei"/>
                <a:ea typeface="Microsoft YaHei"/>
                <a:cs typeface="Microsoft YaHei"/>
              </a:defRPr>
            </a:lvl6pPr>
            <a:lvl7pPr algn="l">
              <a:defRPr sz="1200" b="1">
                <a:solidFill>
                  <a:srgbClr val="17263A"/>
                </a:solidFill>
                <a:latin typeface="Microsoft YaHei"/>
                <a:ea typeface="Microsoft YaHei"/>
                <a:cs typeface="Microsoft YaHei"/>
              </a:defRPr>
            </a:lvl7pPr>
            <a:lvl8pPr algn="l">
              <a:defRPr sz="1200" b="1">
                <a:solidFill>
                  <a:srgbClr val="17263A"/>
                </a:solidFill>
                <a:latin typeface="Microsoft YaHei"/>
                <a:ea typeface="Microsoft YaHei"/>
                <a:cs typeface="Microsoft YaHei"/>
              </a:defRPr>
            </a:lvl8pPr>
            <a:lvl9pPr algn="l">
              <a:defRPr sz="1200" b="1">
                <a:solidFill>
                  <a:srgbClr val="17263A"/>
                </a:solidFill>
                <a:latin typeface="Microsoft YaHei"/>
                <a:ea typeface="Microsoft YaHei"/>
                <a:cs typeface="Microsoft YaHei"/>
              </a:defRPr>
            </a:lvl9pPr>
          </a:lstStyle>
          <a:p xmlns:a="http://schemas.openxmlformats.org/drawingml/2006/main">
            <a:pPr algn="l">
              <a:lnSpc>
                <a:spcPct val="102000"/>
              </a:lnSpc>
              <a:buNone/>
              <a:defRPr sz="1200" b="1">
                <a:solidFill>
                  <a:srgbClr val="17263A"/>
                </a:solidFill>
                <a:latin typeface="Microsoft YaHei"/>
                <a:ea typeface="Microsoft YaHei"/>
                <a:cs typeface="Microsoft YaHei"/>
              </a:defRPr>
            </a:pPr>
            <a:r>
              <a:rPr sz="1200" b="1">
                <a:solidFill>
                  <a:srgbClr val="17263A"/>
                </a:solidFill>
                <a:latin typeface="Microsoft YaHei"/>
                <a:ea typeface="Microsoft YaHei"/>
                <a:cs typeface="Microsoft YaHei"/>
              </a:rPr>
              <a:t>已有保护需逐分支核实</a:t>
            </a:r>
          </a:p>
        </p:txBody>
      </p:sp>
      <p:sp>
        <p:nvSpPr>
          <p:cNvPr id="50" name="legacy-node-D">
            <a:extLst xmlns:a="http://schemas.openxmlformats.org/drawingml/2006/main">
              <a:ext uri="{FF2B5EF4-FFF2-40B4-BE49-F238E27FC236}">
                <a16:creationId xmlns:a16="http://schemas.microsoft.com/office/drawing/2014/main" id="{9A618CE8-1B2C-41D7-AB7D-957BBBB19FF4}"/>
              </a:ext>
            </a:extLst>
          </p:cNvPr>
          <p:cNvSpPr>
            <a:spLocks xmlns:a="http://schemas.openxmlformats.org/drawingml/2006/main" noGrp="1"/>
          </p:cNvSpPr>
          <p:nvPr/>
        </p:nvSpPr>
        <p:spPr>
          <a:xfrm xmlns:a="http://schemas.openxmlformats.org/drawingml/2006/main">
            <a:off x="495300" y="5086350"/>
            <a:ext cx="2514600" cy="781050"/>
          </a:xfrm>
          <a:prstGeom xmlns:a="http://schemas.openxmlformats.org/drawingml/2006/main" prst="roundRect">
            <a:avLst>
              <a:gd name="adj" fmla="val 4878"/>
            </a:avLst>
          </a:prstGeom>
          <a:solidFill xmlns:a="http://schemas.openxmlformats.org/drawingml/2006/main">
            <a:srgbClr val="FFF4DF"/>
          </a:solidFill>
          <a:ln xmlns:a="http://schemas.openxmlformats.org/drawingml/2006/main" w="14288">
            <a:solidFill>
              <a:srgbClr val="B56812"/>
            </a:solidFill>
            <a:prstDash val="solid"/>
          </a:ln>
        </p:spPr>
      </p:sp>
      <p:sp>
        <p:nvSpPr>
          <p:cNvPr id="51" name="legacy-title-D">
            <a:extLst xmlns:a="http://schemas.openxmlformats.org/drawingml/2006/main">
              <a:ext uri="{FF2B5EF4-FFF2-40B4-BE49-F238E27FC236}">
                <a16:creationId xmlns:a16="http://schemas.microsoft.com/office/drawing/2014/main" id="{841E80D8-5368-4848-8780-A939CC9424D3}"/>
              </a:ext>
            </a:extLst>
          </p:cNvPr>
          <p:cNvSpPr>
            <a:spLocks xmlns:a="http://schemas.openxmlformats.org/drawingml/2006/main" noGrp="1"/>
          </p:cNvSpPr>
          <p:nvPr/>
        </p:nvSpPr>
        <p:spPr>
          <a:xfrm xmlns:a="http://schemas.openxmlformats.org/drawingml/2006/main">
            <a:off x="609600" y="5143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17263A"/>
                </a:solidFill>
                <a:latin typeface="Microsoft YaHei"/>
                <a:ea typeface="Microsoft YaHei"/>
                <a:cs typeface="Microsoft YaHei"/>
              </a:defRPr>
            </a:defPPr>
            <a:lvl1pPr algn="l">
              <a:defRPr sz="1485" b="1">
                <a:solidFill>
                  <a:srgbClr val="17263A"/>
                </a:solidFill>
                <a:latin typeface="Microsoft YaHei"/>
                <a:ea typeface="Microsoft YaHei"/>
                <a:cs typeface="Microsoft YaHei"/>
              </a:defRPr>
            </a:lvl1pPr>
            <a:lvl2pPr algn="l">
              <a:defRPr sz="1485" b="1">
                <a:solidFill>
                  <a:srgbClr val="17263A"/>
                </a:solidFill>
                <a:latin typeface="Microsoft YaHei"/>
                <a:ea typeface="Microsoft YaHei"/>
                <a:cs typeface="Microsoft YaHei"/>
              </a:defRPr>
            </a:lvl2pPr>
            <a:lvl3pPr algn="l">
              <a:defRPr sz="1485" b="1">
                <a:solidFill>
                  <a:srgbClr val="17263A"/>
                </a:solidFill>
                <a:latin typeface="Microsoft YaHei"/>
                <a:ea typeface="Microsoft YaHei"/>
                <a:cs typeface="Microsoft YaHei"/>
              </a:defRPr>
            </a:lvl3pPr>
            <a:lvl4pPr algn="l">
              <a:defRPr sz="1485" b="1">
                <a:solidFill>
                  <a:srgbClr val="17263A"/>
                </a:solidFill>
                <a:latin typeface="Microsoft YaHei"/>
                <a:ea typeface="Microsoft YaHei"/>
                <a:cs typeface="Microsoft YaHei"/>
              </a:defRPr>
            </a:lvl4pPr>
            <a:lvl5pPr algn="l">
              <a:defRPr sz="1485" b="1">
                <a:solidFill>
                  <a:srgbClr val="17263A"/>
                </a:solidFill>
                <a:latin typeface="Microsoft YaHei"/>
                <a:ea typeface="Microsoft YaHei"/>
                <a:cs typeface="Microsoft YaHei"/>
              </a:defRPr>
            </a:lvl5pPr>
            <a:lvl6pPr algn="l">
              <a:defRPr sz="1485" b="1">
                <a:solidFill>
                  <a:srgbClr val="17263A"/>
                </a:solidFill>
                <a:latin typeface="Microsoft YaHei"/>
                <a:ea typeface="Microsoft YaHei"/>
                <a:cs typeface="Microsoft YaHei"/>
              </a:defRPr>
            </a:lvl6pPr>
            <a:lvl7pPr algn="l">
              <a:defRPr sz="1485" b="1">
                <a:solidFill>
                  <a:srgbClr val="17263A"/>
                </a:solidFill>
                <a:latin typeface="Microsoft YaHei"/>
                <a:ea typeface="Microsoft YaHei"/>
                <a:cs typeface="Microsoft YaHei"/>
              </a:defRPr>
            </a:lvl7pPr>
            <a:lvl8pPr algn="l">
              <a:defRPr sz="1485" b="1">
                <a:solidFill>
                  <a:srgbClr val="17263A"/>
                </a:solidFill>
                <a:latin typeface="Microsoft YaHei"/>
                <a:ea typeface="Microsoft YaHei"/>
                <a:cs typeface="Microsoft YaHei"/>
              </a:defRPr>
            </a:lvl8pPr>
            <a:lvl9pPr algn="l">
              <a:defRPr sz="1485" b="1">
                <a:solidFill>
                  <a:srgbClr val="17263A"/>
                </a:solidFill>
                <a:latin typeface="Microsoft YaHei"/>
                <a:ea typeface="Microsoft YaHei"/>
                <a:cs typeface="Microsoft YaHei"/>
              </a:defRPr>
            </a:lvl9pPr>
          </a:lstStyle>
          <a:p xmlns:a="http://schemas.openxmlformats.org/drawingml/2006/main">
            <a:pPr algn="l">
              <a:lnSpc>
                <a:spcPct val="102000"/>
              </a:lnSpc>
              <a:buNone/>
              <a:defRPr sz="1485" b="1">
                <a:solidFill>
                  <a:srgbClr val="17263A"/>
                </a:solidFill>
                <a:latin typeface="Microsoft YaHei"/>
                <a:ea typeface="Microsoft YaHei"/>
                <a:cs typeface="Microsoft YaHei"/>
              </a:defRPr>
            </a:pPr>
            <a:r>
              <a:rPr sz="1485" b="1">
                <a:solidFill>
                  <a:srgbClr val="17263A"/>
                </a:solidFill>
                <a:latin typeface="Microsoft YaHei"/>
                <a:ea typeface="Microsoft YaHei"/>
                <a:cs typeface="Microsoft YaHei"/>
              </a:rPr>
              <a:t>Records / 本地缓存</a:t>
            </a:r>
          </a:p>
        </p:txBody>
      </p:sp>
      <p:sp>
        <p:nvSpPr>
          <p:cNvPr id="52" name="legacy-line-bg-D-0">
            <a:extLst xmlns:a="http://schemas.openxmlformats.org/drawingml/2006/main">
              <a:ext uri="{FF2B5EF4-FFF2-40B4-BE49-F238E27FC236}">
                <a16:creationId xmlns:a16="http://schemas.microsoft.com/office/drawing/2014/main" id="{E9E93931-1FEE-4C27-B4E4-C037B8BEDC00}"/>
              </a:ext>
            </a:extLst>
          </p:cNvPr>
          <p:cNvSpPr>
            <a:spLocks xmlns:a="http://schemas.openxmlformats.org/drawingml/2006/main" noGrp="1"/>
          </p:cNvSpPr>
          <p:nvPr/>
        </p:nvSpPr>
        <p:spPr>
          <a:xfrm xmlns:a="http://schemas.openxmlformats.org/drawingml/2006/main">
            <a:off x="561975" y="5381625"/>
            <a:ext cx="2381250" cy="209550"/>
          </a:xfrm>
          <a:prstGeom xmlns:a="http://schemas.openxmlformats.org/drawingml/2006/main" prst="rect">
            <a:avLst/>
          </a:prstGeom>
          <a:solidFill xmlns:a="http://schemas.openxmlformats.org/drawingml/2006/main">
            <a:srgbClr val="FFF4DF"/>
          </a:solidFill>
          <a:ln xmlns:a="http://schemas.openxmlformats.org/drawingml/2006/main" w="0">
            <a:noFill/>
            <a:prstDash val="solid"/>
          </a:ln>
        </p:spPr>
      </p:sp>
      <p:sp>
        <p:nvSpPr>
          <p:cNvPr id="53" name="legacy-line-D-0">
            <a:extLst xmlns:a="http://schemas.openxmlformats.org/drawingml/2006/main">
              <a:ext uri="{FF2B5EF4-FFF2-40B4-BE49-F238E27FC236}">
                <a16:creationId xmlns:a16="http://schemas.microsoft.com/office/drawing/2014/main" id="{B813AAAC-D476-4922-8DB8-CFB29A0A22A3}"/>
              </a:ext>
            </a:extLst>
          </p:cNvPr>
          <p:cNvSpPr>
            <a:spLocks xmlns:a="http://schemas.openxmlformats.org/drawingml/2006/main" noGrp="1"/>
          </p:cNvSpPr>
          <p:nvPr/>
        </p:nvSpPr>
        <p:spPr>
          <a:xfrm xmlns:a="http://schemas.openxmlformats.org/drawingml/2006/main">
            <a:off x="609600" y="5391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1">
                <a:solidFill>
                  <a:srgbClr val="17263A"/>
                </a:solidFill>
                <a:latin typeface="Microsoft YaHei"/>
                <a:ea typeface="Microsoft YaHei"/>
                <a:cs typeface="Microsoft YaHei"/>
              </a:defRPr>
            </a:defPPr>
            <a:lvl1pPr algn="l">
              <a:defRPr sz="1238" b="1">
                <a:solidFill>
                  <a:srgbClr val="17263A"/>
                </a:solidFill>
                <a:latin typeface="Microsoft YaHei"/>
                <a:ea typeface="Microsoft YaHei"/>
                <a:cs typeface="Microsoft YaHei"/>
              </a:defRPr>
            </a:lvl1pPr>
            <a:lvl2pPr algn="l">
              <a:defRPr sz="1238" b="1">
                <a:solidFill>
                  <a:srgbClr val="17263A"/>
                </a:solidFill>
                <a:latin typeface="Microsoft YaHei"/>
                <a:ea typeface="Microsoft YaHei"/>
                <a:cs typeface="Microsoft YaHei"/>
              </a:defRPr>
            </a:lvl2pPr>
            <a:lvl3pPr algn="l">
              <a:defRPr sz="1238" b="1">
                <a:solidFill>
                  <a:srgbClr val="17263A"/>
                </a:solidFill>
                <a:latin typeface="Microsoft YaHei"/>
                <a:ea typeface="Microsoft YaHei"/>
                <a:cs typeface="Microsoft YaHei"/>
              </a:defRPr>
            </a:lvl3pPr>
            <a:lvl4pPr algn="l">
              <a:defRPr sz="1238" b="1">
                <a:solidFill>
                  <a:srgbClr val="17263A"/>
                </a:solidFill>
                <a:latin typeface="Microsoft YaHei"/>
                <a:ea typeface="Microsoft YaHei"/>
                <a:cs typeface="Microsoft YaHei"/>
              </a:defRPr>
            </a:lvl4pPr>
            <a:lvl5pPr algn="l">
              <a:defRPr sz="1238" b="1">
                <a:solidFill>
                  <a:srgbClr val="17263A"/>
                </a:solidFill>
                <a:latin typeface="Microsoft YaHei"/>
                <a:ea typeface="Microsoft YaHei"/>
                <a:cs typeface="Microsoft YaHei"/>
              </a:defRPr>
            </a:lvl5pPr>
            <a:lvl6pPr algn="l">
              <a:defRPr sz="1238" b="1">
                <a:solidFill>
                  <a:srgbClr val="17263A"/>
                </a:solidFill>
                <a:latin typeface="Microsoft YaHei"/>
                <a:ea typeface="Microsoft YaHei"/>
                <a:cs typeface="Microsoft YaHei"/>
              </a:defRPr>
            </a:lvl6pPr>
            <a:lvl7pPr algn="l">
              <a:defRPr sz="1238" b="1">
                <a:solidFill>
                  <a:srgbClr val="17263A"/>
                </a:solidFill>
                <a:latin typeface="Microsoft YaHei"/>
                <a:ea typeface="Microsoft YaHei"/>
                <a:cs typeface="Microsoft YaHei"/>
              </a:defRPr>
            </a:lvl7pPr>
            <a:lvl8pPr algn="l">
              <a:defRPr sz="1238" b="1">
                <a:solidFill>
                  <a:srgbClr val="17263A"/>
                </a:solidFill>
                <a:latin typeface="Microsoft YaHei"/>
                <a:ea typeface="Microsoft YaHei"/>
                <a:cs typeface="Microsoft YaHei"/>
              </a:defRPr>
            </a:lvl8pPr>
            <a:lvl9pPr algn="l">
              <a:defRPr sz="1238" b="1">
                <a:solidFill>
                  <a:srgbClr val="17263A"/>
                </a:solidFill>
                <a:latin typeface="Microsoft YaHei"/>
                <a:ea typeface="Microsoft YaHei"/>
                <a:cs typeface="Microsoft YaHei"/>
              </a:defRPr>
            </a:lvl9pPr>
          </a:lstStyle>
          <a:p xmlns:a="http://schemas.openxmlformats.org/drawingml/2006/main">
            <a:pPr algn="l">
              <a:lnSpc>
                <a:spcPct val="102000"/>
              </a:lnSpc>
              <a:buNone/>
              <a:defRPr sz="1238" b="1">
                <a:solidFill>
                  <a:srgbClr val="17263A"/>
                </a:solidFill>
                <a:latin typeface="Microsoft YaHei"/>
                <a:ea typeface="Microsoft YaHei"/>
                <a:cs typeface="Microsoft YaHei"/>
              </a:defRPr>
            </a:pPr>
            <a:r>
              <a:rPr sz="1238" b="1">
                <a:solidFill>
                  <a:srgbClr val="17263A"/>
                </a:solidFill>
                <a:latin typeface="Microsoft YaHei"/>
                <a:ea typeface="Microsoft YaHei"/>
                <a:cs typeface="Microsoft YaHei"/>
              </a:rPr>
              <a:t>④ 字段；⑤ fileToGet_</a:t>
            </a:r>
          </a:p>
        </p:txBody>
      </p:sp>
      <p:sp>
        <p:nvSpPr>
          <p:cNvPr id="54" name="legacy-node-N">
            <a:extLst xmlns:a="http://schemas.openxmlformats.org/drawingml/2006/main">
              <a:ext uri="{FF2B5EF4-FFF2-40B4-BE49-F238E27FC236}">
                <a16:creationId xmlns:a16="http://schemas.microsoft.com/office/drawing/2014/main" id="{94558F99-41D1-44D9-B7CA-29CB52E29E5B}"/>
              </a:ext>
            </a:extLst>
          </p:cNvPr>
          <p:cNvSpPr>
            <a:spLocks xmlns:a="http://schemas.openxmlformats.org/drawingml/2006/main" noGrp="1"/>
          </p:cNvSpPr>
          <p:nvPr/>
        </p:nvSpPr>
        <p:spPr>
          <a:xfrm xmlns:a="http://schemas.openxmlformats.org/drawingml/2006/main">
            <a:off x="3352800" y="5086350"/>
            <a:ext cx="24003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DD8E6"/>
            </a:solidFill>
            <a:prstDash val="solid"/>
          </a:ln>
        </p:spPr>
      </p:sp>
      <p:sp>
        <p:nvSpPr>
          <p:cNvPr id="55" name="legacy-title-N">
            <a:extLst xmlns:a="http://schemas.openxmlformats.org/drawingml/2006/main">
              <a:ext uri="{FF2B5EF4-FFF2-40B4-BE49-F238E27FC236}">
                <a16:creationId xmlns:a16="http://schemas.microsoft.com/office/drawing/2014/main" id="{65BA0504-0BDC-4375-986F-12EF1F22DF36}"/>
              </a:ext>
            </a:extLst>
          </p:cNvPr>
          <p:cNvSpPr>
            <a:spLocks xmlns:a="http://schemas.openxmlformats.org/drawingml/2006/main" noGrp="1"/>
          </p:cNvSpPr>
          <p:nvPr/>
        </p:nvSpPr>
        <p:spPr>
          <a:xfrm xmlns:a="http://schemas.openxmlformats.org/drawingml/2006/main">
            <a:off x="3467100" y="5143500"/>
            <a:ext cx="2171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85" b="1">
                <a:solidFill>
                  <a:srgbClr val="778599"/>
                </a:solidFill>
                <a:latin typeface="Microsoft YaHei"/>
                <a:ea typeface="Microsoft YaHei"/>
                <a:cs typeface="Microsoft YaHei"/>
              </a:defRPr>
            </a:defPPr>
            <a:lvl1pPr algn="l">
              <a:defRPr sz="1485" b="1">
                <a:solidFill>
                  <a:srgbClr val="778599"/>
                </a:solidFill>
                <a:latin typeface="Microsoft YaHei"/>
                <a:ea typeface="Microsoft YaHei"/>
                <a:cs typeface="Microsoft YaHei"/>
              </a:defRPr>
            </a:lvl1pPr>
            <a:lvl2pPr algn="l">
              <a:defRPr sz="1485" b="1">
                <a:solidFill>
                  <a:srgbClr val="778599"/>
                </a:solidFill>
                <a:latin typeface="Microsoft YaHei"/>
                <a:ea typeface="Microsoft YaHei"/>
                <a:cs typeface="Microsoft YaHei"/>
              </a:defRPr>
            </a:lvl2pPr>
            <a:lvl3pPr algn="l">
              <a:defRPr sz="1485" b="1">
                <a:solidFill>
                  <a:srgbClr val="778599"/>
                </a:solidFill>
                <a:latin typeface="Microsoft YaHei"/>
                <a:ea typeface="Microsoft YaHei"/>
                <a:cs typeface="Microsoft YaHei"/>
              </a:defRPr>
            </a:lvl3pPr>
            <a:lvl4pPr algn="l">
              <a:defRPr sz="1485" b="1">
                <a:solidFill>
                  <a:srgbClr val="778599"/>
                </a:solidFill>
                <a:latin typeface="Microsoft YaHei"/>
                <a:ea typeface="Microsoft YaHei"/>
                <a:cs typeface="Microsoft YaHei"/>
              </a:defRPr>
            </a:lvl4pPr>
            <a:lvl5pPr algn="l">
              <a:defRPr sz="1485" b="1">
                <a:solidFill>
                  <a:srgbClr val="778599"/>
                </a:solidFill>
                <a:latin typeface="Microsoft YaHei"/>
                <a:ea typeface="Microsoft YaHei"/>
                <a:cs typeface="Microsoft YaHei"/>
              </a:defRPr>
            </a:lvl5pPr>
            <a:lvl6pPr algn="l">
              <a:defRPr sz="1485" b="1">
                <a:solidFill>
                  <a:srgbClr val="778599"/>
                </a:solidFill>
                <a:latin typeface="Microsoft YaHei"/>
                <a:ea typeface="Microsoft YaHei"/>
                <a:cs typeface="Microsoft YaHei"/>
              </a:defRPr>
            </a:lvl6pPr>
            <a:lvl7pPr algn="l">
              <a:defRPr sz="1485" b="1">
                <a:solidFill>
                  <a:srgbClr val="778599"/>
                </a:solidFill>
                <a:latin typeface="Microsoft YaHei"/>
                <a:ea typeface="Microsoft YaHei"/>
                <a:cs typeface="Microsoft YaHei"/>
              </a:defRPr>
            </a:lvl7pPr>
            <a:lvl8pPr algn="l">
              <a:defRPr sz="1485" b="1">
                <a:solidFill>
                  <a:srgbClr val="778599"/>
                </a:solidFill>
                <a:latin typeface="Microsoft YaHei"/>
                <a:ea typeface="Microsoft YaHei"/>
                <a:cs typeface="Microsoft YaHei"/>
              </a:defRPr>
            </a:lvl8pPr>
            <a:lvl9pPr algn="l">
              <a:defRPr sz="1485" b="1">
                <a:solidFill>
                  <a:srgbClr val="778599"/>
                </a:solidFill>
                <a:latin typeface="Microsoft YaHei"/>
                <a:ea typeface="Microsoft YaHei"/>
                <a:cs typeface="Microsoft YaHei"/>
              </a:defRPr>
            </a:lvl9pPr>
          </a:lstStyle>
          <a:p xmlns:a="http://schemas.openxmlformats.org/drawingml/2006/main">
            <a:pPr algn="l">
              <a:lnSpc>
                <a:spcPct val="102000"/>
              </a:lnSpc>
              <a:buNone/>
              <a:defRPr sz="1485" b="1">
                <a:solidFill>
                  <a:srgbClr val="778599"/>
                </a:solidFill>
                <a:latin typeface="Microsoft YaHei"/>
                <a:ea typeface="Microsoft YaHei"/>
                <a:cs typeface="Microsoft YaHei"/>
              </a:defRPr>
            </a:pPr>
            <a:r>
              <a:rPr sz="1485" b="1">
                <a:solidFill>
                  <a:srgbClr val="778599"/>
                </a:solidFill>
                <a:latin typeface="Microsoft YaHei"/>
                <a:ea typeface="Microsoft YaHei"/>
                <a:cs typeface="Microsoft YaHei"/>
              </a:rPr>
              <a:t>原加载完成出口</a:t>
            </a:r>
          </a:p>
        </p:txBody>
      </p:sp>
      <p:sp>
        <p:nvSpPr>
          <p:cNvPr id="56" name="legacy-line-N-0">
            <a:extLst xmlns:a="http://schemas.openxmlformats.org/drawingml/2006/main">
              <a:ext uri="{FF2B5EF4-FFF2-40B4-BE49-F238E27FC236}">
                <a16:creationId xmlns:a16="http://schemas.microsoft.com/office/drawing/2014/main" id="{54A96D29-2B17-4439-9FA3-CA63AD83DFDE}"/>
              </a:ext>
            </a:extLst>
          </p:cNvPr>
          <p:cNvSpPr>
            <a:spLocks xmlns:a="http://schemas.openxmlformats.org/drawingml/2006/main" noGrp="1"/>
          </p:cNvSpPr>
          <p:nvPr/>
        </p:nvSpPr>
        <p:spPr>
          <a:xfrm xmlns:a="http://schemas.openxmlformats.org/drawingml/2006/main">
            <a:off x="3467100" y="53911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RECORDS_LOADED</a:t>
            </a:r>
          </a:p>
        </p:txBody>
      </p:sp>
      <p:sp>
        <p:nvSpPr>
          <p:cNvPr id="57" name="legacy-line-N-1">
            <a:extLst xmlns:a="http://schemas.openxmlformats.org/drawingml/2006/main">
              <a:ext uri="{FF2B5EF4-FFF2-40B4-BE49-F238E27FC236}">
                <a16:creationId xmlns:a16="http://schemas.microsoft.com/office/drawing/2014/main" id="{AD50078C-65B3-4891-AD8D-88BCC87283DA}"/>
              </a:ext>
            </a:extLst>
          </p:cNvPr>
          <p:cNvSpPr>
            <a:spLocks xmlns:a="http://schemas.openxmlformats.org/drawingml/2006/main" noGrp="1"/>
          </p:cNvSpPr>
          <p:nvPr/>
        </p:nvSpPr>
        <p:spPr>
          <a:xfrm xmlns:a="http://schemas.openxmlformats.org/drawingml/2006/main">
            <a:off x="3467100" y="5629275"/>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778599"/>
                </a:solidFill>
                <a:latin typeface="Microsoft YaHei"/>
                <a:ea typeface="Microsoft YaHei"/>
                <a:cs typeface="Microsoft YaHei"/>
              </a:defRPr>
            </a:defPPr>
            <a:lvl1pPr algn="l">
              <a:defRPr sz="1200" b="0">
                <a:solidFill>
                  <a:srgbClr val="778599"/>
                </a:solidFill>
                <a:latin typeface="Microsoft YaHei"/>
                <a:ea typeface="Microsoft YaHei"/>
                <a:cs typeface="Microsoft YaHei"/>
              </a:defRPr>
            </a:lvl1pPr>
            <a:lvl2pPr algn="l">
              <a:defRPr sz="1200" b="0">
                <a:solidFill>
                  <a:srgbClr val="778599"/>
                </a:solidFill>
                <a:latin typeface="Microsoft YaHei"/>
                <a:ea typeface="Microsoft YaHei"/>
                <a:cs typeface="Microsoft YaHei"/>
              </a:defRPr>
            </a:lvl2pPr>
            <a:lvl3pPr algn="l">
              <a:defRPr sz="1200" b="0">
                <a:solidFill>
                  <a:srgbClr val="778599"/>
                </a:solidFill>
                <a:latin typeface="Microsoft YaHei"/>
                <a:ea typeface="Microsoft YaHei"/>
                <a:cs typeface="Microsoft YaHei"/>
              </a:defRPr>
            </a:lvl3pPr>
            <a:lvl4pPr algn="l">
              <a:defRPr sz="1200" b="0">
                <a:solidFill>
                  <a:srgbClr val="778599"/>
                </a:solidFill>
                <a:latin typeface="Microsoft YaHei"/>
                <a:ea typeface="Microsoft YaHei"/>
                <a:cs typeface="Microsoft YaHei"/>
              </a:defRPr>
            </a:lvl4pPr>
            <a:lvl5pPr algn="l">
              <a:defRPr sz="1200" b="0">
                <a:solidFill>
                  <a:srgbClr val="778599"/>
                </a:solidFill>
                <a:latin typeface="Microsoft YaHei"/>
                <a:ea typeface="Microsoft YaHei"/>
                <a:cs typeface="Microsoft YaHei"/>
              </a:defRPr>
            </a:lvl5pPr>
            <a:lvl6pPr algn="l">
              <a:defRPr sz="1200" b="0">
                <a:solidFill>
                  <a:srgbClr val="778599"/>
                </a:solidFill>
                <a:latin typeface="Microsoft YaHei"/>
                <a:ea typeface="Microsoft YaHei"/>
                <a:cs typeface="Microsoft YaHei"/>
              </a:defRPr>
            </a:lvl6pPr>
            <a:lvl7pPr algn="l">
              <a:defRPr sz="1200" b="0">
                <a:solidFill>
                  <a:srgbClr val="778599"/>
                </a:solidFill>
                <a:latin typeface="Microsoft YaHei"/>
                <a:ea typeface="Microsoft YaHei"/>
                <a:cs typeface="Microsoft YaHei"/>
              </a:defRPr>
            </a:lvl7pPr>
            <a:lvl8pPr algn="l">
              <a:defRPr sz="1200" b="0">
                <a:solidFill>
                  <a:srgbClr val="778599"/>
                </a:solidFill>
                <a:latin typeface="Microsoft YaHei"/>
                <a:ea typeface="Microsoft YaHei"/>
                <a:cs typeface="Microsoft YaHei"/>
              </a:defRPr>
            </a:lvl8pPr>
            <a:lvl9pPr algn="l">
              <a:defRPr sz="1200" b="0">
                <a:solidFill>
                  <a:srgbClr val="778599"/>
                </a:solidFill>
                <a:latin typeface="Microsoft YaHei"/>
                <a:ea typeface="Microsoft YaHei"/>
                <a:cs typeface="Microsoft YaHei"/>
              </a:defRPr>
            </a:lvl9pPr>
          </a:lstStyle>
          <a:p xmlns:a="http://schemas.openxmlformats.org/drawingml/2006/main">
            <a:pPr algn="l">
              <a:lnSpc>
                <a:spcPct val="102000"/>
              </a:lnSpc>
              <a:buNone/>
              <a:defRPr sz="1200" b="0">
                <a:solidFill>
                  <a:srgbClr val="778599"/>
                </a:solidFill>
                <a:latin typeface="Microsoft YaHei"/>
                <a:ea typeface="Microsoft YaHei"/>
                <a:cs typeface="Microsoft YaHei"/>
              </a:defRPr>
            </a:pPr>
            <a:r>
              <a:rPr sz="1200" b="0">
                <a:solidFill>
                  <a:srgbClr val="778599"/>
                </a:solidFill>
                <a:latin typeface="Microsoft YaHei"/>
                <a:ea typeface="Microsoft YaHei"/>
                <a:cs typeface="Microsoft YaHei"/>
              </a:rPr>
              <a:t>Registry / CES / Hook</a:t>
            </a:r>
          </a:p>
        </p:txBody>
      </p:sp>
      <p:sp>
        <p:nvSpPr>
          <p:cNvPr id="58" name="legacy-flow-note">
            <a:extLst xmlns:a="http://schemas.openxmlformats.org/drawingml/2006/main">
              <a:ext uri="{FF2B5EF4-FFF2-40B4-BE49-F238E27FC236}">
                <a16:creationId xmlns:a16="http://schemas.microsoft.com/office/drawing/2014/main" id="{F2825926-32C4-49A4-8CC5-D4AE863C756F}"/>
              </a:ext>
            </a:extLst>
          </p:cNvPr>
          <p:cNvSpPr>
            <a:spLocks xmlns:a="http://schemas.openxmlformats.org/drawingml/2006/main" noGrp="1"/>
          </p:cNvSpPr>
          <p:nvPr/>
        </p:nvSpPr>
        <p:spPr>
          <a:xfrm xmlns:a="http://schemas.openxmlformats.org/drawingml/2006/main">
            <a:off x="495300" y="5962650"/>
            <a:ext cx="52578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READY / Refresh → EF / Records → LOADED；省略透传函数及中间调用栈</a:t>
            </a:r>
          </a:p>
        </p:txBody>
      </p:sp>
      <p:sp>
        <p:nvSpPr>
          <p:cNvPr id="59" name="application-label">
            <a:extLst xmlns:a="http://schemas.openxmlformats.org/drawingml/2006/main">
              <a:ext uri="{FF2B5EF4-FFF2-40B4-BE49-F238E27FC236}">
                <a16:creationId xmlns:a16="http://schemas.microsoft.com/office/drawing/2014/main" id="{256FD688-5EA6-4720-8729-B2606CB25A3D}"/>
              </a:ext>
            </a:extLst>
          </p:cNvPr>
          <p:cNvSpPr>
            <a:spLocks xmlns:a="http://schemas.openxmlformats.org/drawingml/2006/main" noGrp="1"/>
          </p:cNvSpPr>
          <p:nvPr/>
        </p:nvSpPr>
        <p:spPr>
          <a:xfrm xmlns:a="http://schemas.openxmlformats.org/drawingml/2006/main">
            <a:off x="6591300" y="31718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Application</a:t>
            </a:r>
          </a:p>
        </p:txBody>
      </p:sp>
      <p:sp>
        <p:nvSpPr>
          <p:cNvPr id="60" name="domain-label">
            <a:extLst xmlns:a="http://schemas.openxmlformats.org/drawingml/2006/main">
              <a:ext uri="{FF2B5EF4-FFF2-40B4-BE49-F238E27FC236}">
                <a16:creationId xmlns:a16="http://schemas.microsoft.com/office/drawing/2014/main" id="{B728A454-C0E7-4B40-858D-C93E80D379B2}"/>
              </a:ext>
            </a:extLst>
          </p:cNvPr>
          <p:cNvSpPr>
            <a:spLocks xmlns:a="http://schemas.openxmlformats.org/drawingml/2006/main" noGrp="1"/>
          </p:cNvSpPr>
          <p:nvPr/>
        </p:nvSpPr>
        <p:spPr>
          <a:xfrm xmlns:a="http://schemas.openxmlformats.org/drawingml/2006/main">
            <a:off x="6591300" y="4267200"/>
            <a:ext cx="6381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B56812"/>
                </a:solidFill>
                <a:latin typeface="Microsoft YaHei"/>
                <a:ea typeface="Microsoft YaHei"/>
                <a:cs typeface="Microsoft YaHei"/>
              </a:defRPr>
            </a:defPPr>
            <a:lvl1pPr algn="l">
              <a:defRPr sz="1050" b="0">
                <a:solidFill>
                  <a:srgbClr val="B56812"/>
                </a:solidFill>
                <a:latin typeface="Microsoft YaHei"/>
                <a:ea typeface="Microsoft YaHei"/>
                <a:cs typeface="Microsoft YaHei"/>
              </a:defRPr>
            </a:lvl1pPr>
            <a:lvl2pPr algn="l">
              <a:defRPr sz="1050" b="0">
                <a:solidFill>
                  <a:srgbClr val="B56812"/>
                </a:solidFill>
                <a:latin typeface="Microsoft YaHei"/>
                <a:ea typeface="Microsoft YaHei"/>
                <a:cs typeface="Microsoft YaHei"/>
              </a:defRPr>
            </a:lvl2pPr>
            <a:lvl3pPr algn="l">
              <a:defRPr sz="1050" b="0">
                <a:solidFill>
                  <a:srgbClr val="B56812"/>
                </a:solidFill>
                <a:latin typeface="Microsoft YaHei"/>
                <a:ea typeface="Microsoft YaHei"/>
                <a:cs typeface="Microsoft YaHei"/>
              </a:defRPr>
            </a:lvl3pPr>
            <a:lvl4pPr algn="l">
              <a:defRPr sz="1050" b="0">
                <a:solidFill>
                  <a:srgbClr val="B56812"/>
                </a:solidFill>
                <a:latin typeface="Microsoft YaHei"/>
                <a:ea typeface="Microsoft YaHei"/>
                <a:cs typeface="Microsoft YaHei"/>
              </a:defRPr>
            </a:lvl4pPr>
            <a:lvl5pPr algn="l">
              <a:defRPr sz="1050" b="0">
                <a:solidFill>
                  <a:srgbClr val="B56812"/>
                </a:solidFill>
                <a:latin typeface="Microsoft YaHei"/>
                <a:ea typeface="Microsoft YaHei"/>
                <a:cs typeface="Microsoft YaHei"/>
              </a:defRPr>
            </a:lvl5pPr>
            <a:lvl6pPr algn="l">
              <a:defRPr sz="1050" b="0">
                <a:solidFill>
                  <a:srgbClr val="B56812"/>
                </a:solidFill>
                <a:latin typeface="Microsoft YaHei"/>
                <a:ea typeface="Microsoft YaHei"/>
                <a:cs typeface="Microsoft YaHei"/>
              </a:defRPr>
            </a:lvl6pPr>
            <a:lvl7pPr algn="l">
              <a:defRPr sz="1050" b="0">
                <a:solidFill>
                  <a:srgbClr val="B56812"/>
                </a:solidFill>
                <a:latin typeface="Microsoft YaHei"/>
                <a:ea typeface="Microsoft YaHei"/>
                <a:cs typeface="Microsoft YaHei"/>
              </a:defRPr>
            </a:lvl7pPr>
            <a:lvl8pPr algn="l">
              <a:defRPr sz="1050" b="0">
                <a:solidFill>
                  <a:srgbClr val="B56812"/>
                </a:solidFill>
                <a:latin typeface="Microsoft YaHei"/>
                <a:ea typeface="Microsoft YaHei"/>
                <a:cs typeface="Microsoft YaHei"/>
              </a:defRPr>
            </a:lvl8pPr>
            <a:lvl9pPr algn="l">
              <a:defRPr sz="1050" b="0">
                <a:solidFill>
                  <a:srgbClr val="B56812"/>
                </a:solidFill>
                <a:latin typeface="Microsoft YaHei"/>
                <a:ea typeface="Microsoft YaHei"/>
                <a:cs typeface="Microsoft YaHei"/>
              </a:defRPr>
            </a:lvl9pPr>
          </a:lstStyle>
          <a:p xmlns:a="http://schemas.openxmlformats.org/drawingml/2006/main">
            <a:pPr algn="l">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Domain</a:t>
            </a:r>
          </a:p>
        </p:txBody>
      </p:sp>
      <p:sp>
        <p:nvSpPr>
          <p:cNvPr id="61" name="target-edge-RT">
            <a:extLst xmlns:a="http://schemas.openxmlformats.org/drawingml/2006/main">
              <a:ext uri="{FF2B5EF4-FFF2-40B4-BE49-F238E27FC236}">
                <a16:creationId xmlns:a16="http://schemas.microsoft.com/office/drawing/2014/main" id="{FE96944D-24D3-46A2-AC63-B02B47E15FB7}"/>
              </a:ext>
            </a:extLst>
          </p:cNvPr>
          <p:cNvSpPr>
            <a:spLocks xmlns:a="http://schemas.openxmlformats.org/drawingml/2006/main" noGrp="1"/>
          </p:cNvSpPr>
          <p:nvPr/>
        </p:nvSpPr>
        <p:spPr>
          <a:xfrm xmlns:a="http://schemas.openxmlformats.org/drawingml/2006/main">
            <a:off x="8572500" y="3790950"/>
            <a:ext cx="1447800" cy="1447800"/>
          </a:xfrm>
          <a:custGeom xmlns:a="http://schemas.openxmlformats.org/drawingml/2006/main">
            <a:pathLst>
              <a:path w="1447800" h="1447800">
                <a:moveTo>
                  <a:pt x="0" y="1447800"/>
                </a:moveTo>
                <a:lnTo>
                  <a:pt x="0" y="1257300"/>
                </a:lnTo>
                <a:lnTo>
                  <a:pt x="1447800" y="1257300"/>
                </a:lnTo>
                <a:lnTo>
                  <a:pt x="1447800" y="0"/>
                </a:lnTo>
                <a:lnTo>
                  <a:pt x="1362075" y="0"/>
                </a:lnTo>
              </a:path>
            </a:pathLst>
          </a:custGeom>
          <a:noFill xmlns:a="http://schemas.openxmlformats.org/drawingml/2006/main"/>
          <a:ln xmlns:a="http://schemas.openxmlformats.org/drawingml/2006/main" w="16193">
            <a:solidFill>
              <a:srgbClr val="B56812"/>
            </a:solidFill>
            <a:prstDash val="dash"/>
          </a:ln>
        </p:spPr>
      </p:sp>
      <p:sp>
        <p:nvSpPr>
          <p:cNvPr id="62" name="target-edge-RT-head">
            <a:extLst xmlns:a="http://schemas.openxmlformats.org/drawingml/2006/main">
              <a:ext uri="{FF2B5EF4-FFF2-40B4-BE49-F238E27FC236}">
                <a16:creationId xmlns:a16="http://schemas.microsoft.com/office/drawing/2014/main" id="{6DB0F702-C3C0-4900-9187-B956AD405C57}"/>
              </a:ext>
            </a:extLst>
          </p:cNvPr>
          <p:cNvSpPr>
            <a:spLocks xmlns:a="http://schemas.openxmlformats.org/drawingml/2006/main" noGrp="1"/>
          </p:cNvSpPr>
          <p:nvPr/>
        </p:nvSpPr>
        <p:spPr>
          <a:xfrm xmlns:a="http://schemas.openxmlformats.org/drawingml/2006/main">
            <a:off x="9934575" y="3762375"/>
            <a:ext cx="57150" cy="57150"/>
          </a:xfrm>
          <a:custGeom xmlns:a="http://schemas.openxmlformats.org/drawingml/2006/main">
            <a:pathLst>
              <a:path w="57150" h="57150">
                <a:moveTo>
                  <a:pt x="57150" y="0"/>
                </a:moveTo>
                <a:lnTo>
                  <a:pt x="0" y="28575"/>
                </a:lnTo>
                <a:lnTo>
                  <a:pt x="57150" y="57150"/>
                </a:lnTo>
              </a:path>
            </a:pathLst>
          </a:custGeom>
          <a:noFill xmlns:a="http://schemas.openxmlformats.org/drawingml/2006/main"/>
          <a:ln xmlns:a="http://schemas.openxmlformats.org/drawingml/2006/main" w="16193">
            <a:solidFill>
              <a:srgbClr val="B56812"/>
            </a:solidFill>
            <a:prstDash val="solid"/>
          </a:ln>
        </p:spPr>
      </p:sp>
      <p:sp>
        <p:nvSpPr>
          <p:cNvPr id="63" name="target-edge-label-RT">
            <a:extLst xmlns:a="http://schemas.openxmlformats.org/drawingml/2006/main">
              <a:ext uri="{FF2B5EF4-FFF2-40B4-BE49-F238E27FC236}">
                <a16:creationId xmlns:a16="http://schemas.microsoft.com/office/drawing/2014/main" id="{D54E55A9-CA54-49D8-8FAD-05C78074F591}"/>
              </a:ext>
            </a:extLst>
          </p:cNvPr>
          <p:cNvSpPr>
            <a:spLocks xmlns:a="http://schemas.openxmlformats.org/drawingml/2006/main" noGrp="1"/>
          </p:cNvSpPr>
          <p:nvPr/>
        </p:nvSpPr>
        <p:spPr>
          <a:xfrm xmlns:a="http://schemas.openxmlformats.org/drawingml/2006/main">
            <a:off x="9620250" y="5048250"/>
            <a:ext cx="381000" cy="1809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050" b="0">
                <a:solidFill>
                  <a:srgbClr val="B56812"/>
                </a:solidFill>
                <a:latin typeface="Microsoft YaHei"/>
                <a:ea typeface="Microsoft YaHei"/>
                <a:cs typeface="Microsoft YaHei"/>
              </a:defRPr>
            </a:defPPr>
            <a:lvl1pPr algn="ctr">
              <a:defRPr sz="1050" b="0">
                <a:solidFill>
                  <a:srgbClr val="B56812"/>
                </a:solidFill>
                <a:latin typeface="Microsoft YaHei"/>
                <a:ea typeface="Microsoft YaHei"/>
                <a:cs typeface="Microsoft YaHei"/>
              </a:defRPr>
            </a:lvl1pPr>
            <a:lvl2pPr algn="ctr">
              <a:defRPr sz="1050" b="0">
                <a:solidFill>
                  <a:srgbClr val="B56812"/>
                </a:solidFill>
                <a:latin typeface="Microsoft YaHei"/>
                <a:ea typeface="Microsoft YaHei"/>
                <a:cs typeface="Microsoft YaHei"/>
              </a:defRPr>
            </a:lvl2pPr>
            <a:lvl3pPr algn="ctr">
              <a:defRPr sz="1050" b="0">
                <a:solidFill>
                  <a:srgbClr val="B56812"/>
                </a:solidFill>
                <a:latin typeface="Microsoft YaHei"/>
                <a:ea typeface="Microsoft YaHei"/>
                <a:cs typeface="Microsoft YaHei"/>
              </a:defRPr>
            </a:lvl3pPr>
            <a:lvl4pPr algn="ctr">
              <a:defRPr sz="1050" b="0">
                <a:solidFill>
                  <a:srgbClr val="B56812"/>
                </a:solidFill>
                <a:latin typeface="Microsoft YaHei"/>
                <a:ea typeface="Microsoft YaHei"/>
                <a:cs typeface="Microsoft YaHei"/>
              </a:defRPr>
            </a:lvl4pPr>
            <a:lvl5pPr algn="ctr">
              <a:defRPr sz="1050" b="0">
                <a:solidFill>
                  <a:srgbClr val="B56812"/>
                </a:solidFill>
                <a:latin typeface="Microsoft YaHei"/>
                <a:ea typeface="Microsoft YaHei"/>
                <a:cs typeface="Microsoft YaHei"/>
              </a:defRPr>
            </a:lvl5pPr>
            <a:lvl6pPr algn="ctr">
              <a:defRPr sz="1050" b="0">
                <a:solidFill>
                  <a:srgbClr val="B56812"/>
                </a:solidFill>
                <a:latin typeface="Microsoft YaHei"/>
                <a:ea typeface="Microsoft YaHei"/>
                <a:cs typeface="Microsoft YaHei"/>
              </a:defRPr>
            </a:lvl6pPr>
            <a:lvl7pPr algn="ctr">
              <a:defRPr sz="1050" b="0">
                <a:solidFill>
                  <a:srgbClr val="B56812"/>
                </a:solidFill>
                <a:latin typeface="Microsoft YaHei"/>
                <a:ea typeface="Microsoft YaHei"/>
                <a:cs typeface="Microsoft YaHei"/>
              </a:defRPr>
            </a:lvl7pPr>
            <a:lvl8pPr algn="ctr">
              <a:defRPr sz="1050" b="0">
                <a:solidFill>
                  <a:srgbClr val="B56812"/>
                </a:solidFill>
                <a:latin typeface="Microsoft YaHei"/>
                <a:ea typeface="Microsoft YaHei"/>
                <a:cs typeface="Microsoft YaHei"/>
              </a:defRPr>
            </a:lvl8pPr>
            <a:lvl9pPr algn="ctr">
              <a:defRPr sz="1050" b="0">
                <a:solidFill>
                  <a:srgbClr val="B56812"/>
                </a:solidFill>
                <a:latin typeface="Microsoft YaHei"/>
                <a:ea typeface="Microsoft YaHei"/>
                <a:cs typeface="Microsoft YaHei"/>
              </a:defRPr>
            </a:lvl9pPr>
          </a:lstStyle>
          <a:p xmlns:a="http://schemas.openxmlformats.org/drawingml/2006/main">
            <a:pPr algn="ctr">
              <a:lnSpc>
                <a:spcPct val="102000"/>
              </a:lnSpc>
              <a:buNone/>
              <a:defRPr sz="1050" b="0">
                <a:solidFill>
                  <a:srgbClr val="B56812"/>
                </a:solidFill>
                <a:latin typeface="Microsoft YaHei"/>
                <a:ea typeface="Microsoft YaHei"/>
                <a:cs typeface="Microsoft YaHei"/>
              </a:defRPr>
            </a:pPr>
            <a:r>
              <a:rPr sz="1050" b="0">
                <a:solidFill>
                  <a:srgbClr val="B56812"/>
                </a:solidFill>
                <a:latin typeface="Microsoft YaHei"/>
                <a:ea typeface="Microsoft YaHei"/>
                <a:cs typeface="Microsoft YaHei"/>
              </a:rPr>
              <a:t>观察</a:t>
            </a:r>
          </a:p>
        </p:txBody>
      </p:sp>
      <p:sp>
        <p:nvSpPr>
          <p:cNvPr id="64" name="target-edge-TD">
            <a:extLst xmlns:a="http://schemas.openxmlformats.org/drawingml/2006/main">
              <a:ext uri="{FF2B5EF4-FFF2-40B4-BE49-F238E27FC236}">
                <a16:creationId xmlns:a16="http://schemas.microsoft.com/office/drawing/2014/main" id="{5FB7B5F4-6B46-4782-8533-FC9E17AE6755}"/>
              </a:ext>
            </a:extLst>
          </p:cNvPr>
          <p:cNvSpPr>
            <a:spLocks xmlns:a="http://schemas.openxmlformats.org/drawingml/2006/main" noGrp="1"/>
          </p:cNvSpPr>
          <p:nvPr/>
        </p:nvSpPr>
        <p:spPr>
          <a:xfrm xmlns:a="http://schemas.openxmlformats.org/drawingml/2006/main">
            <a:off x="9139238" y="4229100"/>
            <a:ext cx="9525" cy="228600"/>
          </a:xfrm>
          <a:custGeom xmlns:a="http://schemas.openxmlformats.org/drawingml/2006/main">
            <a:pathLst>
              <a:path w="9525" h="228600">
                <a:moveTo>
                  <a:pt x="4763" y="0"/>
                </a:moveTo>
                <a:lnTo>
                  <a:pt x="4763" y="228600"/>
                </a:lnTo>
              </a:path>
            </a:pathLst>
          </a:custGeom>
          <a:noFill xmlns:a="http://schemas.openxmlformats.org/drawingml/2006/main"/>
          <a:ln xmlns:a="http://schemas.openxmlformats.org/drawingml/2006/main" w="16193">
            <a:solidFill>
              <a:srgbClr val="B56812"/>
            </a:solidFill>
            <a:prstDash val="dash"/>
          </a:ln>
        </p:spPr>
      </p:sp>
      <p:sp>
        <p:nvSpPr>
          <p:cNvPr id="65" name="target-edge-TD-head">
            <a:extLst xmlns:a="http://schemas.openxmlformats.org/drawingml/2006/main">
              <a:ext uri="{FF2B5EF4-FFF2-40B4-BE49-F238E27FC236}">
                <a16:creationId xmlns:a16="http://schemas.microsoft.com/office/drawing/2014/main" id="{998F315F-7E1D-4D27-890A-CAB1D044D9A9}"/>
              </a:ext>
            </a:extLst>
          </p:cNvPr>
          <p:cNvSpPr>
            <a:spLocks xmlns:a="http://schemas.openxmlformats.org/drawingml/2006/main" noGrp="1"/>
          </p:cNvSpPr>
          <p:nvPr/>
        </p:nvSpPr>
        <p:spPr>
          <a:xfrm xmlns:a="http://schemas.openxmlformats.org/drawingml/2006/main">
            <a:off x="9115425" y="4400550"/>
            <a:ext cx="57150" cy="57150"/>
          </a:xfrm>
          <a:custGeom xmlns:a="http://schemas.openxmlformats.org/drawingml/2006/main">
            <a:pathLst>
              <a:path w="57150" h="57150">
                <a:moveTo>
                  <a:pt x="0" y="0"/>
                </a:moveTo>
                <a:lnTo>
                  <a:pt x="28575" y="57150"/>
                </a:lnTo>
                <a:lnTo>
                  <a:pt x="57150" y="0"/>
                </a:lnTo>
              </a:path>
            </a:pathLst>
          </a:custGeom>
          <a:noFill xmlns:a="http://schemas.openxmlformats.org/drawingml/2006/main"/>
          <a:ln xmlns:a="http://schemas.openxmlformats.org/drawingml/2006/main" w="16193">
            <a:solidFill>
              <a:srgbClr val="B56812"/>
            </a:solidFill>
            <a:prstDash val="solid"/>
          </a:ln>
        </p:spPr>
      </p:sp>
      <p:sp>
        <p:nvSpPr>
          <p:cNvPr id="66" name="target-node-C">
            <a:extLst xmlns:a="http://schemas.openxmlformats.org/drawingml/2006/main">
              <a:ext uri="{FF2B5EF4-FFF2-40B4-BE49-F238E27FC236}">
                <a16:creationId xmlns:a16="http://schemas.microsoft.com/office/drawing/2014/main" id="{BE731F8A-6F3B-460F-92E6-468E0E187B56}"/>
              </a:ext>
            </a:extLst>
          </p:cNvPr>
          <p:cNvSpPr>
            <a:spLocks xmlns:a="http://schemas.openxmlformats.org/drawingml/2006/main" noGrp="1"/>
          </p:cNvSpPr>
          <p:nvPr/>
        </p:nvSpPr>
        <p:spPr>
          <a:xfrm xmlns:a="http://schemas.openxmlformats.org/drawingml/2006/main">
            <a:off x="6591300" y="2657475"/>
            <a:ext cx="510540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DD8E6"/>
            </a:solidFill>
            <a:prstDash val="solid"/>
          </a:ln>
        </p:spPr>
      </p:sp>
      <p:sp>
        <p:nvSpPr>
          <p:cNvPr id="67" name="target-title-C">
            <a:extLst xmlns:a="http://schemas.openxmlformats.org/drawingml/2006/main">
              <a:ext uri="{FF2B5EF4-FFF2-40B4-BE49-F238E27FC236}">
                <a16:creationId xmlns:a16="http://schemas.microsoft.com/office/drawing/2014/main" id="{2979D9A4-5DD9-4549-AF79-D2423DFCC63C}"/>
              </a:ext>
            </a:extLst>
          </p:cNvPr>
          <p:cNvSpPr>
            <a:spLocks xmlns:a="http://schemas.openxmlformats.org/drawingml/2006/main" noGrp="1"/>
          </p:cNvSpPr>
          <p:nvPr/>
        </p:nvSpPr>
        <p:spPr>
          <a:xfrm xmlns:a="http://schemas.openxmlformats.org/drawingml/2006/main">
            <a:off x="6705600" y="27051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78599"/>
                </a:solidFill>
                <a:latin typeface="Microsoft YaHei"/>
                <a:ea typeface="Microsoft YaHei"/>
                <a:cs typeface="Microsoft YaHei"/>
              </a:defRPr>
            </a:defPPr>
            <a:lvl1pPr algn="l">
              <a:defRPr sz="1575" b="1">
                <a:solidFill>
                  <a:srgbClr val="778599"/>
                </a:solidFill>
                <a:latin typeface="Microsoft YaHei"/>
                <a:ea typeface="Microsoft YaHei"/>
                <a:cs typeface="Microsoft YaHei"/>
              </a:defRPr>
            </a:lvl1pPr>
            <a:lvl2pPr algn="l">
              <a:defRPr sz="1575" b="1">
                <a:solidFill>
                  <a:srgbClr val="778599"/>
                </a:solidFill>
                <a:latin typeface="Microsoft YaHei"/>
                <a:ea typeface="Microsoft YaHei"/>
                <a:cs typeface="Microsoft YaHei"/>
              </a:defRPr>
            </a:lvl2pPr>
            <a:lvl3pPr algn="l">
              <a:defRPr sz="1575" b="1">
                <a:solidFill>
                  <a:srgbClr val="778599"/>
                </a:solidFill>
                <a:latin typeface="Microsoft YaHei"/>
                <a:ea typeface="Microsoft YaHei"/>
                <a:cs typeface="Microsoft YaHei"/>
              </a:defRPr>
            </a:lvl3pPr>
            <a:lvl4pPr algn="l">
              <a:defRPr sz="1575" b="1">
                <a:solidFill>
                  <a:srgbClr val="778599"/>
                </a:solidFill>
                <a:latin typeface="Microsoft YaHei"/>
                <a:ea typeface="Microsoft YaHei"/>
                <a:cs typeface="Microsoft YaHei"/>
              </a:defRPr>
            </a:lvl4pPr>
            <a:lvl5pPr algn="l">
              <a:defRPr sz="1575" b="1">
                <a:solidFill>
                  <a:srgbClr val="778599"/>
                </a:solidFill>
                <a:latin typeface="Microsoft YaHei"/>
                <a:ea typeface="Microsoft YaHei"/>
                <a:cs typeface="Microsoft YaHei"/>
              </a:defRPr>
            </a:lvl5pPr>
            <a:lvl6pPr algn="l">
              <a:defRPr sz="1575" b="1">
                <a:solidFill>
                  <a:srgbClr val="778599"/>
                </a:solidFill>
                <a:latin typeface="Microsoft YaHei"/>
                <a:ea typeface="Microsoft YaHei"/>
                <a:cs typeface="Microsoft YaHei"/>
              </a:defRPr>
            </a:lvl6pPr>
            <a:lvl7pPr algn="l">
              <a:defRPr sz="1575" b="1">
                <a:solidFill>
                  <a:srgbClr val="778599"/>
                </a:solidFill>
                <a:latin typeface="Microsoft YaHei"/>
                <a:ea typeface="Microsoft YaHei"/>
                <a:cs typeface="Microsoft YaHei"/>
              </a:defRPr>
            </a:lvl7pPr>
            <a:lvl8pPr algn="l">
              <a:defRPr sz="1575" b="1">
                <a:solidFill>
                  <a:srgbClr val="778599"/>
                </a:solidFill>
                <a:latin typeface="Microsoft YaHei"/>
                <a:ea typeface="Microsoft YaHei"/>
                <a:cs typeface="Microsoft YaHei"/>
              </a:defRPr>
            </a:lvl8pPr>
            <a:lvl9pPr algn="l">
              <a:defRPr sz="1575" b="1">
                <a:solidFill>
                  <a:srgbClr val="778599"/>
                </a:solidFill>
                <a:latin typeface="Microsoft YaHei"/>
                <a:ea typeface="Microsoft YaHei"/>
                <a:cs typeface="Microsoft YaHei"/>
              </a:defRPr>
            </a:lvl9pPr>
          </a:lstStyle>
          <a:p xmlns:a="http://schemas.openxmlformats.org/drawingml/2006/main">
            <a:pPr algn="l">
              <a:lnSpc>
                <a:spcPct val="102000"/>
              </a:lnSpc>
              <a:buNone/>
              <a:defRPr sz="1575" b="1">
                <a:solidFill>
                  <a:srgbClr val="778599"/>
                </a:solidFill>
                <a:latin typeface="Microsoft YaHei"/>
                <a:ea typeface="Microsoft YaHei"/>
                <a:cs typeface="Microsoft YaHei"/>
              </a:defRPr>
            </a:pPr>
            <a:r>
              <a:rPr sz="1575" b="1">
                <a:solidFill>
                  <a:srgbClr val="778599"/>
                </a:solidFill>
                <a:latin typeface="Microsoft YaHei"/>
                <a:ea typeface="Microsoft YaHei"/>
                <a:cs typeface="Microsoft YaHei"/>
              </a:rPr>
              <a:t>C 旧接口兼容</a:t>
            </a:r>
          </a:p>
        </p:txBody>
      </p:sp>
      <p:sp>
        <p:nvSpPr>
          <p:cNvPr id="68" name="target-alias-C">
            <a:extLst xmlns:a="http://schemas.openxmlformats.org/drawingml/2006/main">
              <a:ext uri="{FF2B5EF4-FFF2-40B4-BE49-F238E27FC236}">
                <a16:creationId xmlns:a16="http://schemas.microsoft.com/office/drawing/2014/main" id="{5123C013-9719-4474-8F21-EF088D6D00C5}"/>
              </a:ext>
            </a:extLst>
          </p:cNvPr>
          <p:cNvSpPr>
            <a:spLocks xmlns:a="http://schemas.openxmlformats.org/drawingml/2006/main" noGrp="1"/>
          </p:cNvSpPr>
          <p:nvPr/>
        </p:nvSpPr>
        <p:spPr>
          <a:xfrm xmlns:a="http://schemas.openxmlformats.org/drawingml/2006/main">
            <a:off x="8181975" y="2733675"/>
            <a:ext cx="3400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38" b="0">
                <a:solidFill>
                  <a:srgbClr val="778599"/>
                </a:solidFill>
                <a:latin typeface="Microsoft YaHei"/>
                <a:ea typeface="Microsoft YaHei"/>
                <a:cs typeface="Microsoft YaHei"/>
              </a:defRPr>
            </a:defPPr>
            <a:lvl1pPr algn="l">
              <a:defRPr sz="1238" b="0">
                <a:solidFill>
                  <a:srgbClr val="778599"/>
                </a:solidFill>
                <a:latin typeface="Microsoft YaHei"/>
                <a:ea typeface="Microsoft YaHei"/>
                <a:cs typeface="Microsoft YaHei"/>
              </a:defRPr>
            </a:lvl1pPr>
            <a:lvl2pPr algn="l">
              <a:defRPr sz="1238" b="0">
                <a:solidFill>
                  <a:srgbClr val="778599"/>
                </a:solidFill>
                <a:latin typeface="Microsoft YaHei"/>
                <a:ea typeface="Microsoft YaHei"/>
                <a:cs typeface="Microsoft YaHei"/>
              </a:defRPr>
            </a:lvl2pPr>
            <a:lvl3pPr algn="l">
              <a:defRPr sz="1238" b="0">
                <a:solidFill>
                  <a:srgbClr val="778599"/>
                </a:solidFill>
                <a:latin typeface="Microsoft YaHei"/>
                <a:ea typeface="Microsoft YaHei"/>
                <a:cs typeface="Microsoft YaHei"/>
              </a:defRPr>
            </a:lvl3pPr>
            <a:lvl4pPr algn="l">
              <a:defRPr sz="1238" b="0">
                <a:solidFill>
                  <a:srgbClr val="778599"/>
                </a:solidFill>
                <a:latin typeface="Microsoft YaHei"/>
                <a:ea typeface="Microsoft YaHei"/>
                <a:cs typeface="Microsoft YaHei"/>
              </a:defRPr>
            </a:lvl4pPr>
            <a:lvl5pPr algn="l">
              <a:defRPr sz="1238" b="0">
                <a:solidFill>
                  <a:srgbClr val="778599"/>
                </a:solidFill>
                <a:latin typeface="Microsoft YaHei"/>
                <a:ea typeface="Microsoft YaHei"/>
                <a:cs typeface="Microsoft YaHei"/>
              </a:defRPr>
            </a:lvl5pPr>
            <a:lvl6pPr algn="l">
              <a:defRPr sz="1238" b="0">
                <a:solidFill>
                  <a:srgbClr val="778599"/>
                </a:solidFill>
                <a:latin typeface="Microsoft YaHei"/>
                <a:ea typeface="Microsoft YaHei"/>
                <a:cs typeface="Microsoft YaHei"/>
              </a:defRPr>
            </a:lvl6pPr>
            <a:lvl7pPr algn="l">
              <a:defRPr sz="1238" b="0">
                <a:solidFill>
                  <a:srgbClr val="778599"/>
                </a:solidFill>
                <a:latin typeface="Microsoft YaHei"/>
                <a:ea typeface="Microsoft YaHei"/>
                <a:cs typeface="Microsoft YaHei"/>
              </a:defRPr>
            </a:lvl7pPr>
            <a:lvl8pPr algn="l">
              <a:defRPr sz="1238" b="0">
                <a:solidFill>
                  <a:srgbClr val="778599"/>
                </a:solidFill>
                <a:latin typeface="Microsoft YaHei"/>
                <a:ea typeface="Microsoft YaHei"/>
                <a:cs typeface="Microsoft YaHei"/>
              </a:defRPr>
            </a:lvl8pPr>
            <a:lvl9pPr algn="l">
              <a:defRPr sz="1238" b="0">
                <a:solidFill>
                  <a:srgbClr val="778599"/>
                </a:solidFill>
                <a:latin typeface="Microsoft YaHei"/>
                <a:ea typeface="Microsoft YaHei"/>
                <a:cs typeface="Microsoft YaHei"/>
              </a:defRPr>
            </a:lvl9pPr>
          </a:lstStyle>
          <a:p xmlns:a="http://schemas.openxmlformats.org/drawingml/2006/main">
            <a:pPr algn="l">
              <a:lnSpc>
                <a:spcPct val="102000"/>
              </a:lnSpc>
              <a:buNone/>
              <a:defRPr sz="1238" b="0">
                <a:solidFill>
                  <a:srgbClr val="778599"/>
                </a:solidFill>
                <a:latin typeface="Microsoft YaHei"/>
                <a:ea typeface="Microsoft YaHei"/>
                <a:cs typeface="Microsoft YaHei"/>
              </a:defRPr>
            </a:pPr>
            <a:r>
              <a:rPr sz="1238" b="0">
                <a:solidFill>
                  <a:srgbClr val="778599"/>
                </a:solidFill>
                <a:latin typeface="Microsoft YaHei"/>
                <a:ea typeface="Microsoft YaHei"/>
                <a:cs typeface="Microsoft YaHei"/>
              </a:rPr>
              <a:t>旧签名 / 权限 / 错误 / 返回与回调</a:t>
            </a:r>
          </a:p>
        </p:txBody>
      </p:sp>
      <p:sp>
        <p:nvSpPr>
          <p:cNvPr id="69" name="target-func-C">
            <a:extLst xmlns:a="http://schemas.openxmlformats.org/drawingml/2006/main">
              <a:ext uri="{FF2B5EF4-FFF2-40B4-BE49-F238E27FC236}">
                <a16:creationId xmlns:a16="http://schemas.microsoft.com/office/drawing/2014/main" id="{81B28886-0F50-4A05-9854-2DD1F891006A}"/>
              </a:ext>
            </a:extLst>
          </p:cNvPr>
          <p:cNvSpPr>
            <a:spLocks xmlns:a="http://schemas.openxmlformats.org/drawingml/2006/main" noGrp="1"/>
          </p:cNvSpPr>
          <p:nvPr/>
        </p:nvSpPr>
        <p:spPr>
          <a:xfrm xmlns:a="http://schemas.openxmlformats.org/drawingml/2006/main">
            <a:off x="6705600" y="29337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778599"/>
                </a:solidFill>
                <a:latin typeface="Microsoft YaHei"/>
                <a:ea typeface="Microsoft YaHei"/>
                <a:cs typeface="Microsoft YaHei"/>
              </a:defRPr>
            </a:defPPr>
            <a:lvl1pPr algn="l">
              <a:defRPr sz="1275" b="0">
                <a:solidFill>
                  <a:srgbClr val="778599"/>
                </a:solidFill>
                <a:latin typeface="Microsoft YaHei"/>
                <a:ea typeface="Microsoft YaHei"/>
                <a:cs typeface="Microsoft YaHei"/>
              </a:defRPr>
            </a:lvl1pPr>
            <a:lvl2pPr algn="l">
              <a:defRPr sz="1275" b="0">
                <a:solidFill>
                  <a:srgbClr val="778599"/>
                </a:solidFill>
                <a:latin typeface="Microsoft YaHei"/>
                <a:ea typeface="Microsoft YaHei"/>
                <a:cs typeface="Microsoft YaHei"/>
              </a:defRPr>
            </a:lvl2pPr>
            <a:lvl3pPr algn="l">
              <a:defRPr sz="1275" b="0">
                <a:solidFill>
                  <a:srgbClr val="778599"/>
                </a:solidFill>
                <a:latin typeface="Microsoft YaHei"/>
                <a:ea typeface="Microsoft YaHei"/>
                <a:cs typeface="Microsoft YaHei"/>
              </a:defRPr>
            </a:lvl3pPr>
            <a:lvl4pPr algn="l">
              <a:defRPr sz="1275" b="0">
                <a:solidFill>
                  <a:srgbClr val="778599"/>
                </a:solidFill>
                <a:latin typeface="Microsoft YaHei"/>
                <a:ea typeface="Microsoft YaHei"/>
                <a:cs typeface="Microsoft YaHei"/>
              </a:defRPr>
            </a:lvl4pPr>
            <a:lvl5pPr algn="l">
              <a:defRPr sz="1275" b="0">
                <a:solidFill>
                  <a:srgbClr val="778599"/>
                </a:solidFill>
                <a:latin typeface="Microsoft YaHei"/>
                <a:ea typeface="Microsoft YaHei"/>
                <a:cs typeface="Microsoft YaHei"/>
              </a:defRPr>
            </a:lvl5pPr>
            <a:lvl6pPr algn="l">
              <a:defRPr sz="1275" b="0">
                <a:solidFill>
                  <a:srgbClr val="778599"/>
                </a:solidFill>
                <a:latin typeface="Microsoft YaHei"/>
                <a:ea typeface="Microsoft YaHei"/>
                <a:cs typeface="Microsoft YaHei"/>
              </a:defRPr>
            </a:lvl6pPr>
            <a:lvl7pPr algn="l">
              <a:defRPr sz="1275" b="0">
                <a:solidFill>
                  <a:srgbClr val="778599"/>
                </a:solidFill>
                <a:latin typeface="Microsoft YaHei"/>
                <a:ea typeface="Microsoft YaHei"/>
                <a:cs typeface="Microsoft YaHei"/>
              </a:defRPr>
            </a:lvl7pPr>
            <a:lvl8pPr algn="l">
              <a:defRPr sz="1275" b="0">
                <a:solidFill>
                  <a:srgbClr val="778599"/>
                </a:solidFill>
                <a:latin typeface="Microsoft YaHei"/>
                <a:ea typeface="Microsoft YaHei"/>
                <a:cs typeface="Microsoft YaHei"/>
              </a:defRPr>
            </a:lvl8pPr>
            <a:lvl9pPr algn="l">
              <a:defRPr sz="1275" b="0">
                <a:solidFill>
                  <a:srgbClr val="778599"/>
                </a:solidFill>
                <a:latin typeface="Microsoft YaHei"/>
                <a:ea typeface="Microsoft YaHei"/>
                <a:cs typeface="Microsoft YaHei"/>
              </a:defRPr>
            </a:lvl9pPr>
          </a:lstStyle>
          <a:p xmlns:a="http://schemas.openxmlformats.org/drawingml/2006/main">
            <a:pPr algn="l">
              <a:lnSpc>
                <a:spcPct val="102000"/>
              </a:lnSpc>
              <a:buNone/>
              <a:defRPr sz="1275" b="0">
                <a:solidFill>
                  <a:srgbClr val="778599"/>
                </a:solidFill>
                <a:latin typeface="Microsoft YaHei"/>
                <a:ea typeface="Microsoft YaHei"/>
                <a:cs typeface="Microsoft YaHei"/>
              </a:defRPr>
            </a:pPr>
            <a:r>
              <a:rPr sz="1275" b="0">
                <a:solidFill>
                  <a:srgbClr val="778599"/>
                </a:solidFill>
                <a:latin typeface="Microsoft YaHei"/>
                <a:ea typeface="Microsoft YaHei"/>
                <a:cs typeface="Microsoft YaHei"/>
              </a:rPr>
              <a:t>旧保护风险需验证；新会话门控作为目标增强</a:t>
            </a:r>
          </a:p>
        </p:txBody>
      </p:sp>
      <p:sp>
        <p:nvSpPr>
          <p:cNvPr id="70" name="target-node-O">
            <a:extLst xmlns:a="http://schemas.openxmlformats.org/drawingml/2006/main">
              <a:ext uri="{FF2B5EF4-FFF2-40B4-BE49-F238E27FC236}">
                <a16:creationId xmlns:a16="http://schemas.microsoft.com/office/drawing/2014/main" id="{11C4F2AA-306A-43FD-8AB6-F8C427A81E8A}"/>
              </a:ext>
            </a:extLst>
          </p:cNvPr>
          <p:cNvSpPr>
            <a:spLocks xmlns:a="http://schemas.openxmlformats.org/drawingml/2006/main" noGrp="1"/>
          </p:cNvSpPr>
          <p:nvPr/>
        </p:nvSpPr>
        <p:spPr>
          <a:xfrm xmlns:a="http://schemas.openxmlformats.org/drawingml/2006/main">
            <a:off x="659130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1" name="target-title-O">
            <a:extLst xmlns:a="http://schemas.openxmlformats.org/drawingml/2006/main">
              <a:ext uri="{FF2B5EF4-FFF2-40B4-BE49-F238E27FC236}">
                <a16:creationId xmlns:a16="http://schemas.microsoft.com/office/drawing/2014/main" id="{C0A8E477-04BD-4065-B5E8-F99C3D666038}"/>
              </a:ext>
            </a:extLst>
          </p:cNvPr>
          <p:cNvSpPr>
            <a:spLocks xmlns:a="http://schemas.openxmlformats.org/drawingml/2006/main" noGrp="1"/>
          </p:cNvSpPr>
          <p:nvPr/>
        </p:nvSpPr>
        <p:spPr>
          <a:xfrm xmlns:a="http://schemas.openxmlformats.org/drawingml/2006/main">
            <a:off x="667702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O 本地操作</a:t>
            </a:r>
          </a:p>
        </p:txBody>
      </p:sp>
      <p:sp>
        <p:nvSpPr>
          <p:cNvPr id="72" name="target-alias-O">
            <a:extLst xmlns:a="http://schemas.openxmlformats.org/drawingml/2006/main">
              <a:ext uri="{FF2B5EF4-FFF2-40B4-BE49-F238E27FC236}">
                <a16:creationId xmlns:a16="http://schemas.microsoft.com/office/drawing/2014/main" id="{43127650-5737-4195-9374-DE2760A9256B}"/>
              </a:ext>
            </a:extLst>
          </p:cNvPr>
          <p:cNvSpPr>
            <a:spLocks xmlns:a="http://schemas.openxmlformats.org/drawingml/2006/main" noGrp="1"/>
          </p:cNvSpPr>
          <p:nvPr/>
        </p:nvSpPr>
        <p:spPr>
          <a:xfrm xmlns:a="http://schemas.openxmlformats.org/drawingml/2006/main">
            <a:off x="667702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75" b="0">
                <a:solidFill>
                  <a:srgbClr val="778599"/>
                </a:solidFill>
                <a:latin typeface="Microsoft YaHei"/>
                <a:ea typeface="Microsoft YaHei"/>
                <a:cs typeface="Microsoft YaHei"/>
              </a:defRPr>
            </a:defPPr>
            <a:lvl1pPr algn="l">
              <a:defRPr sz="1075" b="0">
                <a:solidFill>
                  <a:srgbClr val="778599"/>
                </a:solidFill>
                <a:latin typeface="Microsoft YaHei"/>
                <a:ea typeface="Microsoft YaHei"/>
                <a:cs typeface="Microsoft YaHei"/>
              </a:defRPr>
            </a:lvl1pPr>
            <a:lvl2pPr algn="l">
              <a:defRPr sz="1075" b="0">
                <a:solidFill>
                  <a:srgbClr val="778599"/>
                </a:solidFill>
                <a:latin typeface="Microsoft YaHei"/>
                <a:ea typeface="Microsoft YaHei"/>
                <a:cs typeface="Microsoft YaHei"/>
              </a:defRPr>
            </a:lvl2pPr>
            <a:lvl3pPr algn="l">
              <a:defRPr sz="1075" b="0">
                <a:solidFill>
                  <a:srgbClr val="778599"/>
                </a:solidFill>
                <a:latin typeface="Microsoft YaHei"/>
                <a:ea typeface="Microsoft YaHei"/>
                <a:cs typeface="Microsoft YaHei"/>
              </a:defRPr>
            </a:lvl3pPr>
            <a:lvl4pPr algn="l">
              <a:defRPr sz="1075" b="0">
                <a:solidFill>
                  <a:srgbClr val="778599"/>
                </a:solidFill>
                <a:latin typeface="Microsoft YaHei"/>
                <a:ea typeface="Microsoft YaHei"/>
                <a:cs typeface="Microsoft YaHei"/>
              </a:defRPr>
            </a:lvl4pPr>
            <a:lvl5pPr algn="l">
              <a:defRPr sz="1075" b="0">
                <a:solidFill>
                  <a:srgbClr val="778599"/>
                </a:solidFill>
                <a:latin typeface="Microsoft YaHei"/>
                <a:ea typeface="Microsoft YaHei"/>
                <a:cs typeface="Microsoft YaHei"/>
              </a:defRPr>
            </a:lvl5pPr>
            <a:lvl6pPr algn="l">
              <a:defRPr sz="1075" b="0">
                <a:solidFill>
                  <a:srgbClr val="778599"/>
                </a:solidFill>
                <a:latin typeface="Microsoft YaHei"/>
                <a:ea typeface="Microsoft YaHei"/>
                <a:cs typeface="Microsoft YaHei"/>
              </a:defRPr>
            </a:lvl6pPr>
            <a:lvl7pPr algn="l">
              <a:defRPr sz="1075" b="0">
                <a:solidFill>
                  <a:srgbClr val="778599"/>
                </a:solidFill>
                <a:latin typeface="Microsoft YaHei"/>
                <a:ea typeface="Microsoft YaHei"/>
                <a:cs typeface="Microsoft YaHei"/>
              </a:defRPr>
            </a:lvl7pPr>
            <a:lvl8pPr algn="l">
              <a:defRPr sz="1075" b="0">
                <a:solidFill>
                  <a:srgbClr val="778599"/>
                </a:solidFill>
                <a:latin typeface="Microsoft YaHei"/>
                <a:ea typeface="Microsoft YaHei"/>
                <a:cs typeface="Microsoft YaHei"/>
              </a:defRPr>
            </a:lvl8pPr>
            <a:lvl9pPr algn="l">
              <a:defRPr sz="1075" b="0">
                <a:solidFill>
                  <a:srgbClr val="778599"/>
                </a:solidFill>
                <a:latin typeface="Microsoft YaHei"/>
                <a:ea typeface="Microsoft YaHei"/>
                <a:cs typeface="Microsoft YaHei"/>
              </a:defRPr>
            </a:lvl9pPr>
          </a:lstStyle>
          <a:p xmlns:a="http://schemas.openxmlformats.org/drawingml/2006/main">
            <a:pPr algn="l">
              <a:lnSpc>
                <a:spcPct val="102000"/>
              </a:lnSpc>
              <a:buNone/>
              <a:defRPr sz="1075" b="0">
                <a:solidFill>
                  <a:srgbClr val="778599"/>
                </a:solidFill>
                <a:latin typeface="Microsoft YaHei"/>
                <a:ea typeface="Microsoft YaHei"/>
                <a:cs typeface="Microsoft YaHei"/>
              </a:defRPr>
            </a:pPr>
            <a:r>
              <a:rPr sz="1075" b="0">
                <a:solidFill>
                  <a:srgbClr val="778599"/>
                </a:solidFill>
                <a:latin typeface="Microsoft YaHei"/>
                <a:ea typeface="Microsoft YaHei"/>
                <a:cs typeface="Microsoft YaHei"/>
              </a:rPr>
              <a:t>OperationCoordinator</a:t>
            </a:r>
          </a:p>
        </p:txBody>
      </p:sp>
      <p:sp>
        <p:nvSpPr>
          <p:cNvPr id="73" name="target-func-O">
            <a:extLst xmlns:a="http://schemas.openxmlformats.org/drawingml/2006/main">
              <a:ext uri="{FF2B5EF4-FFF2-40B4-BE49-F238E27FC236}">
                <a16:creationId xmlns:a16="http://schemas.microsoft.com/office/drawing/2014/main" id="{78B2C4F1-E0B2-48AE-B004-9C35EC144602}"/>
              </a:ext>
            </a:extLst>
          </p:cNvPr>
          <p:cNvSpPr>
            <a:spLocks xmlns:a="http://schemas.openxmlformats.org/drawingml/2006/main" noGrp="1"/>
          </p:cNvSpPr>
          <p:nvPr/>
        </p:nvSpPr>
        <p:spPr>
          <a:xfrm xmlns:a="http://schemas.openxmlformats.org/drawingml/2006/main">
            <a:off x="667702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简单读无需经过 O</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在途写由 O / R 核对</a:t>
            </a:r>
          </a:p>
        </p:txBody>
      </p:sp>
      <p:sp>
        <p:nvSpPr>
          <p:cNvPr id="74" name="target-node-T">
            <a:extLst xmlns:a="http://schemas.openxmlformats.org/drawingml/2006/main">
              <a:ext uri="{FF2B5EF4-FFF2-40B4-BE49-F238E27FC236}">
                <a16:creationId xmlns:a16="http://schemas.microsoft.com/office/drawing/2014/main" id="{C47BF1BE-CF83-4060-BF24-136785AC11AD}"/>
              </a:ext>
            </a:extLst>
          </p:cNvPr>
          <p:cNvSpPr>
            <a:spLocks xmlns:a="http://schemas.openxmlformats.org/drawingml/2006/main" noGrp="1"/>
          </p:cNvSpPr>
          <p:nvPr/>
        </p:nvSpPr>
        <p:spPr>
          <a:xfrm xmlns:a="http://schemas.openxmlformats.org/drawingml/2006/main">
            <a:off x="8353425" y="3371850"/>
            <a:ext cx="1581150" cy="857250"/>
          </a:xfrm>
          <a:prstGeom xmlns:a="http://schemas.openxmlformats.org/drawingml/2006/main" prst="roundRect">
            <a:avLst>
              <a:gd name="adj" fmla="val 4444"/>
            </a:avLst>
          </a:prstGeom>
          <a:solidFill xmlns:a="http://schemas.openxmlformats.org/drawingml/2006/main">
            <a:srgbClr val="FFF4DF"/>
          </a:solidFill>
          <a:ln xmlns:a="http://schemas.openxmlformats.org/drawingml/2006/main" w="14288">
            <a:solidFill>
              <a:srgbClr val="B56812"/>
            </a:solidFill>
            <a:prstDash val="solid"/>
          </a:ln>
        </p:spPr>
      </p:sp>
      <p:sp>
        <p:nvSpPr>
          <p:cNvPr id="75" name="target-title-T">
            <a:extLst xmlns:a="http://schemas.openxmlformats.org/drawingml/2006/main">
              <a:ext uri="{FF2B5EF4-FFF2-40B4-BE49-F238E27FC236}">
                <a16:creationId xmlns:a16="http://schemas.microsoft.com/office/drawing/2014/main" id="{D13DA675-B0AA-4049-9B39-645A120843C8}"/>
              </a:ext>
            </a:extLst>
          </p:cNvPr>
          <p:cNvSpPr>
            <a:spLocks xmlns:a="http://schemas.openxmlformats.org/drawingml/2006/main" noGrp="1"/>
          </p:cNvSpPr>
          <p:nvPr/>
        </p:nvSpPr>
        <p:spPr>
          <a:xfrm xmlns:a="http://schemas.openxmlformats.org/drawingml/2006/main">
            <a:off x="8439150"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T 账户与绑定</a:t>
            </a:r>
          </a:p>
        </p:txBody>
      </p:sp>
      <p:sp>
        <p:nvSpPr>
          <p:cNvPr id="76" name="target-alias-T">
            <a:extLst xmlns:a="http://schemas.openxmlformats.org/drawingml/2006/main">
              <a:ext uri="{FF2B5EF4-FFF2-40B4-BE49-F238E27FC236}">
                <a16:creationId xmlns:a16="http://schemas.microsoft.com/office/drawing/2014/main" id="{D6E89A07-52FD-4995-93EF-ECDC33B07F26}"/>
              </a:ext>
            </a:extLst>
          </p:cNvPr>
          <p:cNvSpPr>
            <a:spLocks xmlns:a="http://schemas.openxmlformats.org/drawingml/2006/main" noGrp="1"/>
          </p:cNvSpPr>
          <p:nvPr/>
        </p:nvSpPr>
        <p:spPr>
          <a:xfrm xmlns:a="http://schemas.openxmlformats.org/drawingml/2006/main">
            <a:off x="8439150"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0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TopologyService</a:t>
            </a:r>
          </a:p>
        </p:txBody>
      </p:sp>
      <p:sp>
        <p:nvSpPr>
          <p:cNvPr id="77" name="target-func-T">
            <a:extLst xmlns:a="http://schemas.openxmlformats.org/drawingml/2006/main">
              <a:ext uri="{FF2B5EF4-FFF2-40B4-BE49-F238E27FC236}">
                <a16:creationId xmlns:a16="http://schemas.microsoft.com/office/drawing/2014/main" id="{5A2A829B-EE4B-4A7B-B5D8-6D2AD62BDC40}"/>
              </a:ext>
            </a:extLst>
          </p:cNvPr>
          <p:cNvSpPr>
            <a:spLocks xmlns:a="http://schemas.openxmlformats.org/drawingml/2006/main" noGrp="1"/>
          </p:cNvSpPr>
          <p:nvPr/>
        </p:nvSpPr>
        <p:spPr>
          <a:xfrm xmlns:a="http://schemas.openxmlformats.org/drawingml/2006/main">
            <a:off x="8439150"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17263A"/>
                </a:solidFill>
                <a:latin typeface="Microsoft YaHei"/>
                <a:ea typeface="Microsoft YaHei"/>
                <a:cs typeface="Microsoft YaHei"/>
              </a:defRPr>
            </a:defPPr>
            <a:lvl1pPr algn="l">
              <a:defRPr sz="1163" b="0">
                <a:solidFill>
                  <a:srgbClr val="17263A"/>
                </a:solidFill>
                <a:latin typeface="Microsoft YaHei"/>
                <a:ea typeface="Microsoft YaHei"/>
                <a:cs typeface="Microsoft YaHei"/>
              </a:defRPr>
            </a:lvl1pPr>
            <a:lvl2pPr algn="l">
              <a:defRPr sz="1163" b="0">
                <a:solidFill>
                  <a:srgbClr val="17263A"/>
                </a:solidFill>
                <a:latin typeface="Microsoft YaHei"/>
                <a:ea typeface="Microsoft YaHei"/>
                <a:cs typeface="Microsoft YaHei"/>
              </a:defRPr>
            </a:lvl2pPr>
            <a:lvl3pPr algn="l">
              <a:defRPr sz="1163" b="0">
                <a:solidFill>
                  <a:srgbClr val="17263A"/>
                </a:solidFill>
                <a:latin typeface="Microsoft YaHei"/>
                <a:ea typeface="Microsoft YaHei"/>
                <a:cs typeface="Microsoft YaHei"/>
              </a:defRPr>
            </a:lvl3pPr>
            <a:lvl4pPr algn="l">
              <a:defRPr sz="1163" b="0">
                <a:solidFill>
                  <a:srgbClr val="17263A"/>
                </a:solidFill>
                <a:latin typeface="Microsoft YaHei"/>
                <a:ea typeface="Microsoft YaHei"/>
                <a:cs typeface="Microsoft YaHei"/>
              </a:defRPr>
            </a:lvl4pPr>
            <a:lvl5pPr algn="l">
              <a:defRPr sz="1163" b="0">
                <a:solidFill>
                  <a:srgbClr val="17263A"/>
                </a:solidFill>
                <a:latin typeface="Microsoft YaHei"/>
                <a:ea typeface="Microsoft YaHei"/>
                <a:cs typeface="Microsoft YaHei"/>
              </a:defRPr>
            </a:lvl5pPr>
            <a:lvl6pPr algn="l">
              <a:defRPr sz="1163" b="0">
                <a:solidFill>
                  <a:srgbClr val="17263A"/>
                </a:solidFill>
                <a:latin typeface="Microsoft YaHei"/>
                <a:ea typeface="Microsoft YaHei"/>
                <a:cs typeface="Microsoft YaHei"/>
              </a:defRPr>
            </a:lvl6pPr>
            <a:lvl7pPr algn="l">
              <a:defRPr sz="1163" b="0">
                <a:solidFill>
                  <a:srgbClr val="17263A"/>
                </a:solidFill>
                <a:latin typeface="Microsoft YaHei"/>
                <a:ea typeface="Microsoft YaHei"/>
                <a:cs typeface="Microsoft YaHei"/>
              </a:defRPr>
            </a:lvl7pPr>
            <a:lvl8pPr algn="l">
              <a:defRPr sz="1163" b="0">
                <a:solidFill>
                  <a:srgbClr val="17263A"/>
                </a:solidFill>
                <a:latin typeface="Microsoft YaHei"/>
                <a:ea typeface="Microsoft YaHei"/>
                <a:cs typeface="Microsoft YaHei"/>
              </a:defRPr>
            </a:lvl8pPr>
            <a:lvl9pPr algn="l">
              <a:defRPr sz="1163" b="0">
                <a:solidFill>
                  <a:srgbClr val="17263A"/>
                </a:solidFill>
                <a:latin typeface="Microsoft YaHei"/>
                <a:ea typeface="Microsoft YaHei"/>
                <a:cs typeface="Microsoft YaHei"/>
              </a:defRPr>
            </a:lvl9pPr>
          </a:lstStyle>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独立撤销旧绑定写权</a:t>
            </a:r>
          </a:p>
          <a:p xmlns:a="http://schemas.openxmlformats.org/drawingml/2006/main">
            <a:pPr algn="l">
              <a:lnSpc>
                <a:spcPct val="102000"/>
              </a:lnSpc>
              <a:buNone/>
              <a:defRPr sz="1163" b="0">
                <a:solidFill>
                  <a:srgbClr val="17263A"/>
                </a:solidFill>
                <a:latin typeface="Microsoft YaHei"/>
                <a:ea typeface="Microsoft YaHei"/>
                <a:cs typeface="Microsoft YaHei"/>
              </a:defRPr>
            </a:pPr>
            <a:r>
              <a:rPr sz="1163" b="0">
                <a:solidFill>
                  <a:srgbClr val="17263A"/>
                </a:solidFill>
                <a:latin typeface="Microsoft YaHei"/>
                <a:ea typeface="Microsoft YaHei"/>
                <a:cs typeface="Microsoft YaHei"/>
              </a:rPr>
              <a:t>历史账户 / 无关绑定</a:t>
            </a:r>
          </a:p>
        </p:txBody>
      </p:sp>
      <p:sp>
        <p:nvSpPr>
          <p:cNvPr id="78" name="target-node-A">
            <a:extLst xmlns:a="http://schemas.openxmlformats.org/drawingml/2006/main">
              <a:ext uri="{FF2B5EF4-FFF2-40B4-BE49-F238E27FC236}">
                <a16:creationId xmlns:a16="http://schemas.microsoft.com/office/drawing/2014/main" id="{D9F01B71-25CB-4D0A-A781-2ABA592A427E}"/>
              </a:ext>
            </a:extLst>
          </p:cNvPr>
          <p:cNvSpPr>
            <a:spLocks xmlns:a="http://schemas.openxmlformats.org/drawingml/2006/main" noGrp="1"/>
          </p:cNvSpPr>
          <p:nvPr/>
        </p:nvSpPr>
        <p:spPr>
          <a:xfrm xmlns:a="http://schemas.openxmlformats.org/drawingml/2006/main">
            <a:off x="10115550" y="3371850"/>
            <a:ext cx="1581150" cy="857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DD8E6"/>
            </a:solidFill>
            <a:prstDash val="solid"/>
          </a:ln>
        </p:spPr>
      </p:sp>
      <p:sp>
        <p:nvSpPr>
          <p:cNvPr id="79" name="target-title-A">
            <a:extLst xmlns:a="http://schemas.openxmlformats.org/drawingml/2006/main">
              <a:ext uri="{FF2B5EF4-FFF2-40B4-BE49-F238E27FC236}">
                <a16:creationId xmlns:a16="http://schemas.microsoft.com/office/drawing/2014/main" id="{4589EF5E-ED5B-47F8-95B0-0D3A2B945883}"/>
              </a:ext>
            </a:extLst>
          </p:cNvPr>
          <p:cNvSpPr>
            <a:spLocks xmlns:a="http://schemas.openxmlformats.org/drawingml/2006/main" noGrp="1"/>
          </p:cNvSpPr>
          <p:nvPr/>
        </p:nvSpPr>
        <p:spPr>
          <a:xfrm xmlns:a="http://schemas.openxmlformats.org/drawingml/2006/main">
            <a:off x="10201275" y="3429000"/>
            <a:ext cx="1409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A 角色与资源</a:t>
            </a:r>
          </a:p>
        </p:txBody>
      </p:sp>
      <p:sp>
        <p:nvSpPr>
          <p:cNvPr id="80" name="target-alias-A">
            <a:extLst xmlns:a="http://schemas.openxmlformats.org/drawingml/2006/main">
              <a:ext uri="{FF2B5EF4-FFF2-40B4-BE49-F238E27FC236}">
                <a16:creationId xmlns:a16="http://schemas.microsoft.com/office/drawing/2014/main" id="{5046B12F-AED6-4127-A01A-281860C9D819}"/>
              </a:ext>
            </a:extLst>
          </p:cNvPr>
          <p:cNvSpPr>
            <a:spLocks xmlns:a="http://schemas.openxmlformats.org/drawingml/2006/main" noGrp="1"/>
          </p:cNvSpPr>
          <p:nvPr/>
        </p:nvSpPr>
        <p:spPr>
          <a:xfrm xmlns:a="http://schemas.openxmlformats.org/drawingml/2006/main">
            <a:off x="10201275" y="36385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AssignmentService</a:t>
            </a:r>
          </a:p>
        </p:txBody>
      </p:sp>
      <p:sp>
        <p:nvSpPr>
          <p:cNvPr id="81" name="target-func-A">
            <a:extLst xmlns:a="http://schemas.openxmlformats.org/drawingml/2006/main">
              <a:ext uri="{FF2B5EF4-FFF2-40B4-BE49-F238E27FC236}">
                <a16:creationId xmlns:a16="http://schemas.microsoft.com/office/drawing/2014/main" id="{3DAC5DEA-63A4-4862-8CD5-8228A314B35F}"/>
              </a:ext>
            </a:extLst>
          </p:cNvPr>
          <p:cNvSpPr>
            <a:spLocks xmlns:a="http://schemas.openxmlformats.org/drawingml/2006/main" noGrp="1"/>
          </p:cNvSpPr>
          <p:nvPr/>
        </p:nvSpPr>
        <p:spPr>
          <a:xfrm xmlns:a="http://schemas.openxmlformats.org/drawingml/2006/main">
            <a:off x="10201275" y="38290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63" b="0">
                <a:solidFill>
                  <a:srgbClr val="778599"/>
                </a:solidFill>
                <a:latin typeface="Microsoft YaHei"/>
                <a:ea typeface="Microsoft YaHei"/>
                <a:cs typeface="Microsoft YaHei"/>
              </a:defRPr>
            </a:defPPr>
            <a:lvl1pPr algn="l">
              <a:defRPr sz="1163" b="0">
                <a:solidFill>
                  <a:srgbClr val="778599"/>
                </a:solidFill>
                <a:latin typeface="Microsoft YaHei"/>
                <a:ea typeface="Microsoft YaHei"/>
                <a:cs typeface="Microsoft YaHei"/>
              </a:defRPr>
            </a:lvl1pPr>
            <a:lvl2pPr algn="l">
              <a:defRPr sz="1163" b="0">
                <a:solidFill>
                  <a:srgbClr val="778599"/>
                </a:solidFill>
                <a:latin typeface="Microsoft YaHei"/>
                <a:ea typeface="Microsoft YaHei"/>
                <a:cs typeface="Microsoft YaHei"/>
              </a:defRPr>
            </a:lvl2pPr>
            <a:lvl3pPr algn="l">
              <a:defRPr sz="1163" b="0">
                <a:solidFill>
                  <a:srgbClr val="778599"/>
                </a:solidFill>
                <a:latin typeface="Microsoft YaHei"/>
                <a:ea typeface="Microsoft YaHei"/>
                <a:cs typeface="Microsoft YaHei"/>
              </a:defRPr>
            </a:lvl3pPr>
            <a:lvl4pPr algn="l">
              <a:defRPr sz="1163" b="0">
                <a:solidFill>
                  <a:srgbClr val="778599"/>
                </a:solidFill>
                <a:latin typeface="Microsoft YaHei"/>
                <a:ea typeface="Microsoft YaHei"/>
                <a:cs typeface="Microsoft YaHei"/>
              </a:defRPr>
            </a:lvl4pPr>
            <a:lvl5pPr algn="l">
              <a:defRPr sz="1163" b="0">
                <a:solidFill>
                  <a:srgbClr val="778599"/>
                </a:solidFill>
                <a:latin typeface="Microsoft YaHei"/>
                <a:ea typeface="Microsoft YaHei"/>
                <a:cs typeface="Microsoft YaHei"/>
              </a:defRPr>
            </a:lvl5pPr>
            <a:lvl6pPr algn="l">
              <a:defRPr sz="1163" b="0">
                <a:solidFill>
                  <a:srgbClr val="778599"/>
                </a:solidFill>
                <a:latin typeface="Microsoft YaHei"/>
                <a:ea typeface="Microsoft YaHei"/>
                <a:cs typeface="Microsoft YaHei"/>
              </a:defRPr>
            </a:lvl6pPr>
            <a:lvl7pPr algn="l">
              <a:defRPr sz="1163" b="0">
                <a:solidFill>
                  <a:srgbClr val="778599"/>
                </a:solidFill>
                <a:latin typeface="Microsoft YaHei"/>
                <a:ea typeface="Microsoft YaHei"/>
                <a:cs typeface="Microsoft YaHei"/>
              </a:defRPr>
            </a:lvl7pPr>
            <a:lvl8pPr algn="l">
              <a:defRPr sz="1163" b="0">
                <a:solidFill>
                  <a:srgbClr val="778599"/>
                </a:solidFill>
                <a:latin typeface="Microsoft YaHei"/>
                <a:ea typeface="Microsoft YaHei"/>
                <a:cs typeface="Microsoft YaHei"/>
              </a:defRPr>
            </a:lvl8pPr>
            <a:lvl9pPr algn="l">
              <a:defRPr sz="1163" b="0">
                <a:solidFill>
                  <a:srgbClr val="778599"/>
                </a:solidFill>
                <a:latin typeface="Microsoft YaHei"/>
                <a:ea typeface="Microsoft YaHei"/>
                <a:cs typeface="Microsoft YaHei"/>
              </a:defRPr>
            </a:lvl9pPr>
          </a:lstStyle>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无关卡 / 流程继续</a:t>
            </a:r>
          </a:p>
          <a:p xmlns:a="http://schemas.openxmlformats.org/drawingml/2006/main">
            <a:pPr algn="l">
              <a:lnSpc>
                <a:spcPct val="102000"/>
              </a:lnSpc>
              <a:buNone/>
              <a:defRPr sz="1163" b="0">
                <a:solidFill>
                  <a:srgbClr val="778599"/>
                </a:solidFill>
                <a:latin typeface="Microsoft YaHei"/>
                <a:ea typeface="Microsoft YaHei"/>
                <a:cs typeface="Microsoft YaHei"/>
              </a:defRPr>
            </a:pPr>
            <a:r>
              <a:rPr sz="1163" b="0">
                <a:solidFill>
                  <a:srgbClr val="778599"/>
                </a:solidFill>
                <a:latin typeface="Microsoft YaHei"/>
                <a:ea typeface="Microsoft YaHei"/>
                <a:cs typeface="Microsoft YaHei"/>
              </a:rPr>
              <a:t>不全局撤销有效请求</a:t>
            </a:r>
          </a:p>
        </p:txBody>
      </p:sp>
      <p:sp>
        <p:nvSpPr>
          <p:cNvPr id="82" name="target-node-DO">
            <a:extLst xmlns:a="http://schemas.openxmlformats.org/drawingml/2006/main">
              <a:ext uri="{FF2B5EF4-FFF2-40B4-BE49-F238E27FC236}">
                <a16:creationId xmlns:a16="http://schemas.microsoft.com/office/drawing/2014/main" id="{04E5A657-C6F5-43F4-9687-8884103338D0}"/>
              </a:ext>
            </a:extLst>
          </p:cNvPr>
          <p:cNvSpPr>
            <a:spLocks xmlns:a="http://schemas.openxmlformats.org/drawingml/2006/main" noGrp="1"/>
          </p:cNvSpPr>
          <p:nvPr/>
        </p:nvSpPr>
        <p:spPr>
          <a:xfrm xmlns:a="http://schemas.openxmlformats.org/drawingml/2006/main">
            <a:off x="659130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3" name="target-title-DO">
            <a:extLst xmlns:a="http://schemas.openxmlformats.org/drawingml/2006/main">
              <a:ext uri="{FF2B5EF4-FFF2-40B4-BE49-F238E27FC236}">
                <a16:creationId xmlns:a16="http://schemas.microsoft.com/office/drawing/2014/main" id="{D2837987-F777-408F-A82A-0F302F6C1794}"/>
              </a:ext>
            </a:extLst>
          </p:cNvPr>
          <p:cNvSpPr>
            <a:spLocks xmlns:a="http://schemas.openxmlformats.org/drawingml/2006/main" noGrp="1"/>
          </p:cNvSpPr>
          <p:nvPr/>
        </p:nvSpPr>
        <p:spPr>
          <a:xfrm xmlns:a="http://schemas.openxmlformats.org/drawingml/2006/main">
            <a:off x="666750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OperationContext</a:t>
            </a:r>
          </a:p>
        </p:txBody>
      </p:sp>
      <p:sp>
        <p:nvSpPr>
          <p:cNvPr id="84" name="target-func-DO">
            <a:extLst xmlns:a="http://schemas.openxmlformats.org/drawingml/2006/main">
              <a:ext uri="{FF2B5EF4-FFF2-40B4-BE49-F238E27FC236}">
                <a16:creationId xmlns:a16="http://schemas.microsoft.com/office/drawing/2014/main" id="{D101DE56-8B36-4118-B697-799B44254390}"/>
              </a:ext>
            </a:extLst>
          </p:cNvPr>
          <p:cNvSpPr>
            <a:spLocks xmlns:a="http://schemas.openxmlformats.org/drawingml/2006/main" noGrp="1"/>
          </p:cNvSpPr>
          <p:nvPr/>
        </p:nvSpPr>
        <p:spPr>
          <a:xfrm xmlns:a="http://schemas.openxmlformats.org/drawingml/2006/main">
            <a:off x="666750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纯操作状态 / 值对象</a:t>
            </a:r>
          </a:p>
        </p:txBody>
      </p:sp>
      <p:sp>
        <p:nvSpPr>
          <p:cNvPr id="85" name="target-node-DT">
            <a:extLst xmlns:a="http://schemas.openxmlformats.org/drawingml/2006/main">
              <a:ext uri="{FF2B5EF4-FFF2-40B4-BE49-F238E27FC236}">
                <a16:creationId xmlns:a16="http://schemas.microsoft.com/office/drawing/2014/main" id="{E1282970-1602-4DC1-8693-971CDD7E35D9}"/>
              </a:ext>
            </a:extLst>
          </p:cNvPr>
          <p:cNvSpPr>
            <a:spLocks xmlns:a="http://schemas.openxmlformats.org/drawingml/2006/main" noGrp="1"/>
          </p:cNvSpPr>
          <p:nvPr/>
        </p:nvSpPr>
        <p:spPr>
          <a:xfrm xmlns:a="http://schemas.openxmlformats.org/drawingml/2006/main">
            <a:off x="8353425" y="4457700"/>
            <a:ext cx="1581150" cy="476250"/>
          </a:xfrm>
          <a:prstGeom xmlns:a="http://schemas.openxmlformats.org/drawingml/2006/main" prst="roundRect">
            <a:avLst>
              <a:gd name="adj" fmla="val 8000"/>
            </a:avLst>
          </a:prstGeom>
          <a:solidFill xmlns:a="http://schemas.openxmlformats.org/drawingml/2006/main">
            <a:srgbClr val="FFF4DF"/>
          </a:solidFill>
          <a:ln xmlns:a="http://schemas.openxmlformats.org/drawingml/2006/main" w="14288">
            <a:solidFill>
              <a:srgbClr val="B56812"/>
            </a:solidFill>
            <a:prstDash val="solid"/>
          </a:ln>
        </p:spPr>
      </p:sp>
      <p:sp>
        <p:nvSpPr>
          <p:cNvPr id="86" name="target-title-DT">
            <a:extLst xmlns:a="http://schemas.openxmlformats.org/drawingml/2006/main">
              <a:ext uri="{FF2B5EF4-FFF2-40B4-BE49-F238E27FC236}">
                <a16:creationId xmlns:a16="http://schemas.microsoft.com/office/drawing/2014/main" id="{E1855877-2CC4-484E-A8AC-7E0EB16B5EBD}"/>
              </a:ext>
            </a:extLst>
          </p:cNvPr>
          <p:cNvSpPr>
            <a:spLocks xmlns:a="http://schemas.openxmlformats.org/drawingml/2006/main" noGrp="1"/>
          </p:cNvSpPr>
          <p:nvPr/>
        </p:nvSpPr>
        <p:spPr>
          <a:xfrm xmlns:a="http://schemas.openxmlformats.org/drawingml/2006/main">
            <a:off x="8429625"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17263A"/>
                </a:solidFill>
                <a:latin typeface="Microsoft YaHei"/>
                <a:ea typeface="Microsoft YaHei"/>
                <a:cs typeface="Microsoft YaHei"/>
              </a:defRPr>
            </a:defPPr>
            <a:lvl1pPr algn="ctr">
              <a:defRPr sz="1170" b="1">
                <a:solidFill>
                  <a:srgbClr val="17263A"/>
                </a:solidFill>
                <a:latin typeface="Microsoft YaHei"/>
                <a:ea typeface="Microsoft YaHei"/>
                <a:cs typeface="Microsoft YaHei"/>
              </a:defRPr>
            </a:lvl1pPr>
            <a:lvl2pPr algn="ctr">
              <a:defRPr sz="1170" b="1">
                <a:solidFill>
                  <a:srgbClr val="17263A"/>
                </a:solidFill>
                <a:latin typeface="Microsoft YaHei"/>
                <a:ea typeface="Microsoft YaHei"/>
                <a:cs typeface="Microsoft YaHei"/>
              </a:defRPr>
            </a:lvl2pPr>
            <a:lvl3pPr algn="ctr">
              <a:defRPr sz="1170" b="1">
                <a:solidFill>
                  <a:srgbClr val="17263A"/>
                </a:solidFill>
                <a:latin typeface="Microsoft YaHei"/>
                <a:ea typeface="Microsoft YaHei"/>
                <a:cs typeface="Microsoft YaHei"/>
              </a:defRPr>
            </a:lvl3pPr>
            <a:lvl4pPr algn="ctr">
              <a:defRPr sz="1170" b="1">
                <a:solidFill>
                  <a:srgbClr val="17263A"/>
                </a:solidFill>
                <a:latin typeface="Microsoft YaHei"/>
                <a:ea typeface="Microsoft YaHei"/>
                <a:cs typeface="Microsoft YaHei"/>
              </a:defRPr>
            </a:lvl4pPr>
            <a:lvl5pPr algn="ctr">
              <a:defRPr sz="1170" b="1">
                <a:solidFill>
                  <a:srgbClr val="17263A"/>
                </a:solidFill>
                <a:latin typeface="Microsoft YaHei"/>
                <a:ea typeface="Microsoft YaHei"/>
                <a:cs typeface="Microsoft YaHei"/>
              </a:defRPr>
            </a:lvl5pPr>
            <a:lvl6pPr algn="ctr">
              <a:defRPr sz="1170" b="1">
                <a:solidFill>
                  <a:srgbClr val="17263A"/>
                </a:solidFill>
                <a:latin typeface="Microsoft YaHei"/>
                <a:ea typeface="Microsoft YaHei"/>
                <a:cs typeface="Microsoft YaHei"/>
              </a:defRPr>
            </a:lvl6pPr>
            <a:lvl7pPr algn="ctr">
              <a:defRPr sz="1170" b="1">
                <a:solidFill>
                  <a:srgbClr val="17263A"/>
                </a:solidFill>
                <a:latin typeface="Microsoft YaHei"/>
                <a:ea typeface="Microsoft YaHei"/>
                <a:cs typeface="Microsoft YaHei"/>
              </a:defRPr>
            </a:lvl7pPr>
            <a:lvl8pPr algn="ctr">
              <a:defRPr sz="1170" b="1">
                <a:solidFill>
                  <a:srgbClr val="17263A"/>
                </a:solidFill>
                <a:latin typeface="Microsoft YaHei"/>
                <a:ea typeface="Microsoft YaHei"/>
                <a:cs typeface="Microsoft YaHei"/>
              </a:defRPr>
            </a:lvl8pPr>
            <a:lvl9pPr algn="ctr">
              <a:defRPr sz="1170" b="1">
                <a:solidFill>
                  <a:srgbClr val="17263A"/>
                </a:solidFill>
                <a:latin typeface="Microsoft YaHei"/>
                <a:ea typeface="Microsoft YaHei"/>
                <a:cs typeface="Microsoft YaHei"/>
              </a:defRPr>
            </a:lvl9pPr>
          </a:lstStyle>
          <a:p xmlns:a="http://schemas.openxmlformats.org/drawingml/2006/main">
            <a:pPr algn="ctr">
              <a:lnSpc>
                <a:spcPct val="102000"/>
              </a:lnSpc>
              <a:buNone/>
              <a:defRPr sz="1170" b="1">
                <a:solidFill>
                  <a:srgbClr val="17263A"/>
                </a:solidFill>
                <a:latin typeface="Microsoft YaHei"/>
                <a:ea typeface="Microsoft YaHei"/>
                <a:cs typeface="Microsoft YaHei"/>
              </a:defRPr>
            </a:pPr>
            <a:r>
              <a:rPr sz="1170" b="1">
                <a:solidFill>
                  <a:srgbClr val="17263A"/>
                </a:solidFill>
                <a:latin typeface="Microsoft YaHei"/>
                <a:ea typeface="Microsoft YaHei"/>
                <a:cs typeface="Microsoft YaHei"/>
              </a:rPr>
              <a:t>TopologyAggregate</a:t>
            </a:r>
          </a:p>
        </p:txBody>
      </p:sp>
      <p:sp>
        <p:nvSpPr>
          <p:cNvPr id="87" name="target-func-DT">
            <a:extLst xmlns:a="http://schemas.openxmlformats.org/drawingml/2006/main">
              <a:ext uri="{FF2B5EF4-FFF2-40B4-BE49-F238E27FC236}">
                <a16:creationId xmlns:a16="http://schemas.microsoft.com/office/drawing/2014/main" id="{2CADF46C-8433-4E94-933C-87ACDE873483}"/>
              </a:ext>
            </a:extLst>
          </p:cNvPr>
          <p:cNvSpPr>
            <a:spLocks xmlns:a="http://schemas.openxmlformats.org/drawingml/2006/main" noGrp="1"/>
          </p:cNvSpPr>
          <p:nvPr/>
        </p:nvSpPr>
        <p:spPr>
          <a:xfrm xmlns:a="http://schemas.openxmlformats.org/drawingml/2006/main">
            <a:off x="8429625"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6657A"/>
                </a:solidFill>
                <a:latin typeface="Microsoft YaHei"/>
                <a:ea typeface="Microsoft YaHei"/>
                <a:cs typeface="Microsoft YaHei"/>
              </a:defRPr>
            </a:defPPr>
            <a:lvl1pPr algn="ctr">
              <a:defRPr sz="1050" b="0">
                <a:solidFill>
                  <a:srgbClr val="56657A"/>
                </a:solidFill>
                <a:latin typeface="Microsoft YaHei"/>
                <a:ea typeface="Microsoft YaHei"/>
                <a:cs typeface="Microsoft YaHei"/>
              </a:defRPr>
            </a:lvl1pPr>
            <a:lvl2pPr algn="ctr">
              <a:defRPr sz="1050" b="0">
                <a:solidFill>
                  <a:srgbClr val="56657A"/>
                </a:solidFill>
                <a:latin typeface="Microsoft YaHei"/>
                <a:ea typeface="Microsoft YaHei"/>
                <a:cs typeface="Microsoft YaHei"/>
              </a:defRPr>
            </a:lvl2pPr>
            <a:lvl3pPr algn="ctr">
              <a:defRPr sz="1050" b="0">
                <a:solidFill>
                  <a:srgbClr val="56657A"/>
                </a:solidFill>
                <a:latin typeface="Microsoft YaHei"/>
                <a:ea typeface="Microsoft YaHei"/>
                <a:cs typeface="Microsoft YaHei"/>
              </a:defRPr>
            </a:lvl3pPr>
            <a:lvl4pPr algn="ctr">
              <a:defRPr sz="1050" b="0">
                <a:solidFill>
                  <a:srgbClr val="56657A"/>
                </a:solidFill>
                <a:latin typeface="Microsoft YaHei"/>
                <a:ea typeface="Microsoft YaHei"/>
                <a:cs typeface="Microsoft YaHei"/>
              </a:defRPr>
            </a:lvl4pPr>
            <a:lvl5pPr algn="ctr">
              <a:defRPr sz="1050" b="0">
                <a:solidFill>
                  <a:srgbClr val="56657A"/>
                </a:solidFill>
                <a:latin typeface="Microsoft YaHei"/>
                <a:ea typeface="Microsoft YaHei"/>
                <a:cs typeface="Microsoft YaHei"/>
              </a:defRPr>
            </a:lvl5pPr>
            <a:lvl6pPr algn="ctr">
              <a:defRPr sz="1050" b="0">
                <a:solidFill>
                  <a:srgbClr val="56657A"/>
                </a:solidFill>
                <a:latin typeface="Microsoft YaHei"/>
                <a:ea typeface="Microsoft YaHei"/>
                <a:cs typeface="Microsoft YaHei"/>
              </a:defRPr>
            </a:lvl6pPr>
            <a:lvl7pPr algn="ctr">
              <a:defRPr sz="1050" b="0">
                <a:solidFill>
                  <a:srgbClr val="56657A"/>
                </a:solidFill>
                <a:latin typeface="Microsoft YaHei"/>
                <a:ea typeface="Microsoft YaHei"/>
                <a:cs typeface="Microsoft YaHei"/>
              </a:defRPr>
            </a:lvl7pPr>
            <a:lvl8pPr algn="ctr">
              <a:defRPr sz="1050" b="0">
                <a:solidFill>
                  <a:srgbClr val="56657A"/>
                </a:solidFill>
                <a:latin typeface="Microsoft YaHei"/>
                <a:ea typeface="Microsoft YaHei"/>
                <a:cs typeface="Microsoft YaHei"/>
              </a:defRPr>
            </a:lvl8pPr>
            <a:lvl9pPr algn="ctr">
              <a:defRPr sz="1050" b="0">
                <a:solidFill>
                  <a:srgbClr val="56657A"/>
                </a:solidFill>
                <a:latin typeface="Microsoft YaHei"/>
                <a:ea typeface="Microsoft YaHei"/>
                <a:cs typeface="Microsoft YaHei"/>
              </a:defRPr>
            </a:lvl9pPr>
          </a:lstStyle>
          <a:p xmlns:a="http://schemas.openxmlformats.org/drawingml/2006/main">
            <a:pPr algn="ctr">
              <a:lnSpc>
                <a:spcPct val="10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纯账户 / 绑定规则</a:t>
            </a:r>
          </a:p>
        </p:txBody>
      </p:sp>
      <p:sp>
        <p:nvSpPr>
          <p:cNvPr id="88" name="target-node-DA">
            <a:extLst xmlns:a="http://schemas.openxmlformats.org/drawingml/2006/main">
              <a:ext uri="{FF2B5EF4-FFF2-40B4-BE49-F238E27FC236}">
                <a16:creationId xmlns:a16="http://schemas.microsoft.com/office/drawing/2014/main" id="{4DD7950D-6E33-4102-A250-E82ECC8BAFD5}"/>
              </a:ext>
            </a:extLst>
          </p:cNvPr>
          <p:cNvSpPr>
            <a:spLocks xmlns:a="http://schemas.openxmlformats.org/drawingml/2006/main" noGrp="1"/>
          </p:cNvSpPr>
          <p:nvPr/>
        </p:nvSpPr>
        <p:spPr>
          <a:xfrm xmlns:a="http://schemas.openxmlformats.org/drawingml/2006/main">
            <a:off x="10115550" y="4457700"/>
            <a:ext cx="1581150" cy="476250"/>
          </a:xfrm>
          <a:prstGeom xmlns:a="http://schemas.openxmlformats.org/drawingml/2006/main" prst="roundRect">
            <a:avLst>
              <a:gd name="adj" fmla="val 8000"/>
            </a:avLst>
          </a:prstGeom>
          <a:solidFill xmlns:a="http://schemas.openxmlformats.org/drawingml/2006/main">
            <a:srgbClr val="FBFAF7"/>
          </a:solidFill>
          <a:ln xmlns:a="http://schemas.openxmlformats.org/drawingml/2006/main" w="9525">
            <a:solidFill>
              <a:srgbClr val="CDD8E6"/>
            </a:solidFill>
            <a:prstDash val="solid"/>
          </a:ln>
        </p:spPr>
      </p:sp>
      <p:sp>
        <p:nvSpPr>
          <p:cNvPr id="89" name="target-title-DA">
            <a:extLst xmlns:a="http://schemas.openxmlformats.org/drawingml/2006/main">
              <a:ext uri="{FF2B5EF4-FFF2-40B4-BE49-F238E27FC236}">
                <a16:creationId xmlns:a16="http://schemas.microsoft.com/office/drawing/2014/main" id="{6B159C8B-F5D3-4A38-A156-F8254D03E583}"/>
              </a:ext>
            </a:extLst>
          </p:cNvPr>
          <p:cNvSpPr>
            <a:spLocks xmlns:a="http://schemas.openxmlformats.org/drawingml/2006/main" noGrp="1"/>
          </p:cNvSpPr>
          <p:nvPr/>
        </p:nvSpPr>
        <p:spPr>
          <a:xfrm xmlns:a="http://schemas.openxmlformats.org/drawingml/2006/main">
            <a:off x="10191750" y="4514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70" b="1">
                <a:solidFill>
                  <a:srgbClr val="778599"/>
                </a:solidFill>
                <a:latin typeface="Microsoft YaHei"/>
                <a:ea typeface="Microsoft YaHei"/>
                <a:cs typeface="Microsoft YaHei"/>
              </a:defRPr>
            </a:defPPr>
            <a:lvl1pPr algn="ctr">
              <a:defRPr sz="1170" b="1">
                <a:solidFill>
                  <a:srgbClr val="778599"/>
                </a:solidFill>
                <a:latin typeface="Microsoft YaHei"/>
                <a:ea typeface="Microsoft YaHei"/>
                <a:cs typeface="Microsoft YaHei"/>
              </a:defRPr>
            </a:lvl1pPr>
            <a:lvl2pPr algn="ctr">
              <a:defRPr sz="1170" b="1">
                <a:solidFill>
                  <a:srgbClr val="778599"/>
                </a:solidFill>
                <a:latin typeface="Microsoft YaHei"/>
                <a:ea typeface="Microsoft YaHei"/>
                <a:cs typeface="Microsoft YaHei"/>
              </a:defRPr>
            </a:lvl2pPr>
            <a:lvl3pPr algn="ctr">
              <a:defRPr sz="1170" b="1">
                <a:solidFill>
                  <a:srgbClr val="778599"/>
                </a:solidFill>
                <a:latin typeface="Microsoft YaHei"/>
                <a:ea typeface="Microsoft YaHei"/>
                <a:cs typeface="Microsoft YaHei"/>
              </a:defRPr>
            </a:lvl3pPr>
            <a:lvl4pPr algn="ctr">
              <a:defRPr sz="1170" b="1">
                <a:solidFill>
                  <a:srgbClr val="778599"/>
                </a:solidFill>
                <a:latin typeface="Microsoft YaHei"/>
                <a:ea typeface="Microsoft YaHei"/>
                <a:cs typeface="Microsoft YaHei"/>
              </a:defRPr>
            </a:lvl4pPr>
            <a:lvl5pPr algn="ctr">
              <a:defRPr sz="1170" b="1">
                <a:solidFill>
                  <a:srgbClr val="778599"/>
                </a:solidFill>
                <a:latin typeface="Microsoft YaHei"/>
                <a:ea typeface="Microsoft YaHei"/>
                <a:cs typeface="Microsoft YaHei"/>
              </a:defRPr>
            </a:lvl5pPr>
            <a:lvl6pPr algn="ctr">
              <a:defRPr sz="1170" b="1">
                <a:solidFill>
                  <a:srgbClr val="778599"/>
                </a:solidFill>
                <a:latin typeface="Microsoft YaHei"/>
                <a:ea typeface="Microsoft YaHei"/>
                <a:cs typeface="Microsoft YaHei"/>
              </a:defRPr>
            </a:lvl6pPr>
            <a:lvl7pPr algn="ctr">
              <a:defRPr sz="1170" b="1">
                <a:solidFill>
                  <a:srgbClr val="778599"/>
                </a:solidFill>
                <a:latin typeface="Microsoft YaHei"/>
                <a:ea typeface="Microsoft YaHei"/>
                <a:cs typeface="Microsoft YaHei"/>
              </a:defRPr>
            </a:lvl7pPr>
            <a:lvl8pPr algn="ctr">
              <a:defRPr sz="1170" b="1">
                <a:solidFill>
                  <a:srgbClr val="778599"/>
                </a:solidFill>
                <a:latin typeface="Microsoft YaHei"/>
                <a:ea typeface="Microsoft YaHei"/>
                <a:cs typeface="Microsoft YaHei"/>
              </a:defRPr>
            </a:lvl8pPr>
            <a:lvl9pPr algn="ctr">
              <a:defRPr sz="1170" b="1">
                <a:solidFill>
                  <a:srgbClr val="778599"/>
                </a:solidFill>
                <a:latin typeface="Microsoft YaHei"/>
                <a:ea typeface="Microsoft YaHei"/>
                <a:cs typeface="Microsoft YaHei"/>
              </a:defRPr>
            </a:lvl9pPr>
          </a:lstStyle>
          <a:p xmlns:a="http://schemas.openxmlformats.org/drawingml/2006/main">
            <a:pPr algn="ctr">
              <a:lnSpc>
                <a:spcPct val="102000"/>
              </a:lnSpc>
              <a:buNone/>
              <a:defRPr sz="1170" b="1">
                <a:solidFill>
                  <a:srgbClr val="778599"/>
                </a:solidFill>
                <a:latin typeface="Microsoft YaHei"/>
                <a:ea typeface="Microsoft YaHei"/>
                <a:cs typeface="Microsoft YaHei"/>
              </a:defRPr>
            </a:pPr>
            <a:r>
              <a:rPr sz="1170" b="1">
                <a:solidFill>
                  <a:srgbClr val="778599"/>
                </a:solidFill>
                <a:latin typeface="Microsoft YaHei"/>
                <a:ea typeface="Microsoft YaHei"/>
                <a:cs typeface="Microsoft YaHei"/>
              </a:rPr>
              <a:t>AssignmentPolicy</a:t>
            </a:r>
          </a:p>
        </p:txBody>
      </p:sp>
      <p:sp>
        <p:nvSpPr>
          <p:cNvPr id="90" name="target-func-DA">
            <a:extLst xmlns:a="http://schemas.openxmlformats.org/drawingml/2006/main">
              <a:ext uri="{FF2B5EF4-FFF2-40B4-BE49-F238E27FC236}">
                <a16:creationId xmlns:a16="http://schemas.microsoft.com/office/drawing/2014/main" id="{C484CCB8-3062-43C4-A114-0F73E68B8CBA}"/>
              </a:ext>
            </a:extLst>
          </p:cNvPr>
          <p:cNvSpPr>
            <a:spLocks xmlns:a="http://schemas.openxmlformats.org/drawingml/2006/main" noGrp="1"/>
          </p:cNvSpPr>
          <p:nvPr/>
        </p:nvSpPr>
        <p:spPr>
          <a:xfrm xmlns:a="http://schemas.openxmlformats.org/drawingml/2006/main">
            <a:off x="10191750" y="47339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778599"/>
                </a:solidFill>
                <a:latin typeface="Microsoft YaHei"/>
                <a:ea typeface="Microsoft YaHei"/>
                <a:cs typeface="Microsoft YaHei"/>
              </a:defRPr>
            </a:defPPr>
            <a:lvl1pPr algn="ctr">
              <a:defRPr sz="1050" b="0">
                <a:solidFill>
                  <a:srgbClr val="778599"/>
                </a:solidFill>
                <a:latin typeface="Microsoft YaHei"/>
                <a:ea typeface="Microsoft YaHei"/>
                <a:cs typeface="Microsoft YaHei"/>
              </a:defRPr>
            </a:lvl1pPr>
            <a:lvl2pPr algn="ctr">
              <a:defRPr sz="1050" b="0">
                <a:solidFill>
                  <a:srgbClr val="778599"/>
                </a:solidFill>
                <a:latin typeface="Microsoft YaHei"/>
                <a:ea typeface="Microsoft YaHei"/>
                <a:cs typeface="Microsoft YaHei"/>
              </a:defRPr>
            </a:lvl2pPr>
            <a:lvl3pPr algn="ctr">
              <a:defRPr sz="1050" b="0">
                <a:solidFill>
                  <a:srgbClr val="778599"/>
                </a:solidFill>
                <a:latin typeface="Microsoft YaHei"/>
                <a:ea typeface="Microsoft YaHei"/>
                <a:cs typeface="Microsoft YaHei"/>
              </a:defRPr>
            </a:lvl3pPr>
            <a:lvl4pPr algn="ctr">
              <a:defRPr sz="1050" b="0">
                <a:solidFill>
                  <a:srgbClr val="778599"/>
                </a:solidFill>
                <a:latin typeface="Microsoft YaHei"/>
                <a:ea typeface="Microsoft YaHei"/>
                <a:cs typeface="Microsoft YaHei"/>
              </a:defRPr>
            </a:lvl4pPr>
            <a:lvl5pPr algn="ctr">
              <a:defRPr sz="1050" b="0">
                <a:solidFill>
                  <a:srgbClr val="778599"/>
                </a:solidFill>
                <a:latin typeface="Microsoft YaHei"/>
                <a:ea typeface="Microsoft YaHei"/>
                <a:cs typeface="Microsoft YaHei"/>
              </a:defRPr>
            </a:lvl5pPr>
            <a:lvl6pPr algn="ctr">
              <a:defRPr sz="1050" b="0">
                <a:solidFill>
                  <a:srgbClr val="778599"/>
                </a:solidFill>
                <a:latin typeface="Microsoft YaHei"/>
                <a:ea typeface="Microsoft YaHei"/>
                <a:cs typeface="Microsoft YaHei"/>
              </a:defRPr>
            </a:lvl6pPr>
            <a:lvl7pPr algn="ctr">
              <a:defRPr sz="1050" b="0">
                <a:solidFill>
                  <a:srgbClr val="778599"/>
                </a:solidFill>
                <a:latin typeface="Microsoft YaHei"/>
                <a:ea typeface="Microsoft YaHei"/>
                <a:cs typeface="Microsoft YaHei"/>
              </a:defRPr>
            </a:lvl7pPr>
            <a:lvl8pPr algn="ctr">
              <a:defRPr sz="1050" b="0">
                <a:solidFill>
                  <a:srgbClr val="778599"/>
                </a:solidFill>
                <a:latin typeface="Microsoft YaHei"/>
                <a:ea typeface="Microsoft YaHei"/>
                <a:cs typeface="Microsoft YaHei"/>
              </a:defRPr>
            </a:lvl8pPr>
            <a:lvl9pPr algn="ctr">
              <a:defRPr sz="1050" b="0">
                <a:solidFill>
                  <a:srgbClr val="778599"/>
                </a:solidFill>
                <a:latin typeface="Microsoft YaHei"/>
                <a:ea typeface="Microsoft YaHei"/>
                <a:cs typeface="Microsoft YaHei"/>
              </a:defRPr>
            </a:lvl9pPr>
          </a:lstStyle>
          <a:p xmlns:a="http://schemas.openxmlformats.org/drawingml/2006/main">
            <a:pPr algn="ctr">
              <a:lnSpc>
                <a:spcPct val="102000"/>
              </a:lnSpc>
              <a:buNone/>
              <a:defRPr sz="1050" b="0">
                <a:solidFill>
                  <a:srgbClr val="778599"/>
                </a:solidFill>
                <a:latin typeface="Microsoft YaHei"/>
                <a:ea typeface="Microsoft YaHei"/>
                <a:cs typeface="Microsoft YaHei"/>
              </a:defRPr>
            </a:pPr>
            <a:r>
              <a:rPr sz="1050" b="0">
                <a:solidFill>
                  <a:srgbClr val="778599"/>
                </a:solidFill>
                <a:latin typeface="Microsoft YaHei"/>
                <a:ea typeface="Microsoft YaHei"/>
                <a:cs typeface="Microsoft YaHei"/>
              </a:rPr>
              <a:t>纯角色 / 资源约束</a:t>
            </a:r>
          </a:p>
        </p:txBody>
      </p:sp>
      <p:sp>
        <p:nvSpPr>
          <p:cNvPr id="91" name="target-node-R">
            <a:extLst xmlns:a="http://schemas.openxmlformats.org/drawingml/2006/main">
              <a:ext uri="{FF2B5EF4-FFF2-40B4-BE49-F238E27FC236}">
                <a16:creationId xmlns:a16="http://schemas.microsoft.com/office/drawing/2014/main" id="{2464F79C-B9FC-4329-BCD3-2009D2E20A9C}"/>
              </a:ext>
            </a:extLst>
          </p:cNvPr>
          <p:cNvSpPr>
            <a:spLocks xmlns:a="http://schemas.openxmlformats.org/drawingml/2006/main" noGrp="1"/>
          </p:cNvSpPr>
          <p:nvPr/>
        </p:nvSpPr>
        <p:spPr>
          <a:xfrm xmlns:a="http://schemas.openxmlformats.org/drawingml/2006/main">
            <a:off x="6591300" y="5238750"/>
            <a:ext cx="2457450" cy="685800"/>
          </a:xfrm>
          <a:prstGeom xmlns:a="http://schemas.openxmlformats.org/drawingml/2006/main" prst="roundRect">
            <a:avLst>
              <a:gd name="adj" fmla="val 5556"/>
            </a:avLst>
          </a:prstGeom>
          <a:solidFill xmlns:a="http://schemas.openxmlformats.org/drawingml/2006/main">
            <a:srgbClr val="FFF4DF"/>
          </a:solidFill>
          <a:ln xmlns:a="http://schemas.openxmlformats.org/drawingml/2006/main" w="14288">
            <a:solidFill>
              <a:srgbClr val="B56812"/>
            </a:solidFill>
            <a:prstDash val="solid"/>
          </a:ln>
        </p:spPr>
      </p:sp>
      <p:sp>
        <p:nvSpPr>
          <p:cNvPr id="92" name="target-title-R">
            <a:extLst xmlns:a="http://schemas.openxmlformats.org/drawingml/2006/main">
              <a:ext uri="{FF2B5EF4-FFF2-40B4-BE49-F238E27FC236}">
                <a16:creationId xmlns:a16="http://schemas.microsoft.com/office/drawing/2014/main" id="{B8015680-5FD1-410D-BC01-738F67D1A048}"/>
              </a:ext>
            </a:extLst>
          </p:cNvPr>
          <p:cNvSpPr>
            <a:spLocks xmlns:a="http://schemas.openxmlformats.org/drawingml/2006/main" noGrp="1"/>
          </p:cNvSpPr>
          <p:nvPr/>
        </p:nvSpPr>
        <p:spPr>
          <a:xfrm xmlns:a="http://schemas.openxmlformats.org/drawingml/2006/main">
            <a:off x="668655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17263A"/>
                </a:solidFill>
                <a:latin typeface="Microsoft YaHei"/>
                <a:ea typeface="Microsoft YaHei"/>
                <a:cs typeface="Microsoft YaHei"/>
              </a:defRPr>
            </a:defPPr>
            <a:lvl1pPr algn="l">
              <a:defRPr sz="1425" b="1">
                <a:solidFill>
                  <a:srgbClr val="17263A"/>
                </a:solidFill>
                <a:latin typeface="Microsoft YaHei"/>
                <a:ea typeface="Microsoft YaHei"/>
                <a:cs typeface="Microsoft YaHei"/>
              </a:defRPr>
            </a:lvl1pPr>
            <a:lvl2pPr algn="l">
              <a:defRPr sz="1425" b="1">
                <a:solidFill>
                  <a:srgbClr val="17263A"/>
                </a:solidFill>
                <a:latin typeface="Microsoft YaHei"/>
                <a:ea typeface="Microsoft YaHei"/>
                <a:cs typeface="Microsoft YaHei"/>
              </a:defRPr>
            </a:lvl2pPr>
            <a:lvl3pPr algn="l">
              <a:defRPr sz="1425" b="1">
                <a:solidFill>
                  <a:srgbClr val="17263A"/>
                </a:solidFill>
                <a:latin typeface="Microsoft YaHei"/>
                <a:ea typeface="Microsoft YaHei"/>
                <a:cs typeface="Microsoft YaHei"/>
              </a:defRPr>
            </a:lvl3pPr>
            <a:lvl4pPr algn="l">
              <a:defRPr sz="1425" b="1">
                <a:solidFill>
                  <a:srgbClr val="17263A"/>
                </a:solidFill>
                <a:latin typeface="Microsoft YaHei"/>
                <a:ea typeface="Microsoft YaHei"/>
                <a:cs typeface="Microsoft YaHei"/>
              </a:defRPr>
            </a:lvl4pPr>
            <a:lvl5pPr algn="l">
              <a:defRPr sz="1425" b="1">
                <a:solidFill>
                  <a:srgbClr val="17263A"/>
                </a:solidFill>
                <a:latin typeface="Microsoft YaHei"/>
                <a:ea typeface="Microsoft YaHei"/>
                <a:cs typeface="Microsoft YaHei"/>
              </a:defRPr>
            </a:lvl5pPr>
            <a:lvl6pPr algn="l">
              <a:defRPr sz="1425" b="1">
                <a:solidFill>
                  <a:srgbClr val="17263A"/>
                </a:solidFill>
                <a:latin typeface="Microsoft YaHei"/>
                <a:ea typeface="Microsoft YaHei"/>
                <a:cs typeface="Microsoft YaHei"/>
              </a:defRPr>
            </a:lvl6pPr>
            <a:lvl7pPr algn="l">
              <a:defRPr sz="1425" b="1">
                <a:solidFill>
                  <a:srgbClr val="17263A"/>
                </a:solidFill>
                <a:latin typeface="Microsoft YaHei"/>
                <a:ea typeface="Microsoft YaHei"/>
                <a:cs typeface="Microsoft YaHei"/>
              </a:defRPr>
            </a:lvl7pPr>
            <a:lvl8pPr algn="l">
              <a:defRPr sz="1425" b="1">
                <a:solidFill>
                  <a:srgbClr val="17263A"/>
                </a:solidFill>
                <a:latin typeface="Microsoft YaHei"/>
                <a:ea typeface="Microsoft YaHei"/>
                <a:cs typeface="Microsoft YaHei"/>
              </a:defRPr>
            </a:lvl8pPr>
            <a:lvl9pPr algn="l">
              <a:defRPr sz="1425" b="1">
                <a:solidFill>
                  <a:srgbClr val="17263A"/>
                </a:solidFill>
                <a:latin typeface="Microsoft YaHei"/>
                <a:ea typeface="Microsoft YaHei"/>
                <a:cs typeface="Microsoft YaHei"/>
              </a:defRPr>
            </a:lvl9pPr>
          </a:lstStyle>
          <a:p xmlns:a="http://schemas.openxmlformats.org/drawingml/2006/main">
            <a:pPr algn="l">
              <a:lnSpc>
                <a:spcPct val="102000"/>
              </a:lnSpc>
              <a:buNone/>
              <a:defRPr sz="1425" b="1">
                <a:solidFill>
                  <a:srgbClr val="17263A"/>
                </a:solidFill>
                <a:latin typeface="Microsoft YaHei"/>
                <a:ea typeface="Microsoft YaHei"/>
                <a:cs typeface="Microsoft YaHei"/>
              </a:defRPr>
            </a:pPr>
            <a:r>
              <a:rPr sz="1425" b="1">
                <a:solidFill>
                  <a:srgbClr val="17263A"/>
                </a:solidFill>
                <a:latin typeface="Microsoft YaHei"/>
                <a:ea typeface="Microsoft YaHei"/>
                <a:cs typeface="Microsoft YaHei"/>
              </a:rPr>
              <a:t>R 卡运行 · CardRuntime</a:t>
            </a:r>
          </a:p>
        </p:txBody>
      </p:sp>
      <p:sp>
        <p:nvSpPr>
          <p:cNvPr id="93" name="target-func-R">
            <a:extLst xmlns:a="http://schemas.openxmlformats.org/drawingml/2006/main">
              <a:ext uri="{FF2B5EF4-FFF2-40B4-BE49-F238E27FC236}">
                <a16:creationId xmlns:a16="http://schemas.microsoft.com/office/drawing/2014/main" id="{2E922FE7-6066-4E38-BF6D-05717C0066C5}"/>
              </a:ext>
            </a:extLst>
          </p:cNvPr>
          <p:cNvSpPr>
            <a:spLocks xmlns:a="http://schemas.openxmlformats.org/drawingml/2006/main" noGrp="1"/>
          </p:cNvSpPr>
          <p:nvPr/>
        </p:nvSpPr>
        <p:spPr>
          <a:xfrm xmlns:a="http://schemas.openxmlformats.org/drawingml/2006/main">
            <a:off x="668655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17263A"/>
                </a:solidFill>
                <a:latin typeface="Microsoft YaHei"/>
                <a:ea typeface="Microsoft YaHei"/>
                <a:cs typeface="Microsoft YaHei"/>
              </a:defRPr>
            </a:defPPr>
            <a:lvl1pPr algn="l">
              <a:defRPr sz="1125" b="0">
                <a:solidFill>
                  <a:srgbClr val="17263A"/>
                </a:solidFill>
                <a:latin typeface="Microsoft YaHei"/>
                <a:ea typeface="Microsoft YaHei"/>
                <a:cs typeface="Microsoft YaHei"/>
              </a:defRPr>
            </a:lvl1pPr>
            <a:lvl2pPr algn="l">
              <a:defRPr sz="1125" b="0">
                <a:solidFill>
                  <a:srgbClr val="17263A"/>
                </a:solidFill>
                <a:latin typeface="Microsoft YaHei"/>
                <a:ea typeface="Microsoft YaHei"/>
                <a:cs typeface="Microsoft YaHei"/>
              </a:defRPr>
            </a:lvl2pPr>
            <a:lvl3pPr algn="l">
              <a:defRPr sz="1125" b="0">
                <a:solidFill>
                  <a:srgbClr val="17263A"/>
                </a:solidFill>
                <a:latin typeface="Microsoft YaHei"/>
                <a:ea typeface="Microsoft YaHei"/>
                <a:cs typeface="Microsoft YaHei"/>
              </a:defRPr>
            </a:lvl3pPr>
            <a:lvl4pPr algn="l">
              <a:defRPr sz="1125" b="0">
                <a:solidFill>
                  <a:srgbClr val="17263A"/>
                </a:solidFill>
                <a:latin typeface="Microsoft YaHei"/>
                <a:ea typeface="Microsoft YaHei"/>
                <a:cs typeface="Microsoft YaHei"/>
              </a:defRPr>
            </a:lvl4pPr>
            <a:lvl5pPr algn="l">
              <a:defRPr sz="1125" b="0">
                <a:solidFill>
                  <a:srgbClr val="17263A"/>
                </a:solidFill>
                <a:latin typeface="Microsoft YaHei"/>
                <a:ea typeface="Microsoft YaHei"/>
                <a:cs typeface="Microsoft YaHei"/>
              </a:defRPr>
            </a:lvl5pPr>
            <a:lvl6pPr algn="l">
              <a:defRPr sz="1125" b="0">
                <a:solidFill>
                  <a:srgbClr val="17263A"/>
                </a:solidFill>
                <a:latin typeface="Microsoft YaHei"/>
                <a:ea typeface="Microsoft YaHei"/>
                <a:cs typeface="Microsoft YaHei"/>
              </a:defRPr>
            </a:lvl6pPr>
            <a:lvl7pPr algn="l">
              <a:defRPr sz="1125" b="0">
                <a:solidFill>
                  <a:srgbClr val="17263A"/>
                </a:solidFill>
                <a:latin typeface="Microsoft YaHei"/>
                <a:ea typeface="Microsoft YaHei"/>
                <a:cs typeface="Microsoft YaHei"/>
              </a:defRPr>
            </a:lvl7pPr>
            <a:lvl8pPr algn="l">
              <a:defRPr sz="1125" b="0">
                <a:solidFill>
                  <a:srgbClr val="17263A"/>
                </a:solidFill>
                <a:latin typeface="Microsoft YaHei"/>
                <a:ea typeface="Microsoft YaHei"/>
                <a:cs typeface="Microsoft YaHei"/>
              </a:defRPr>
            </a:lvl8pPr>
            <a:lvl9pPr algn="l">
              <a:defRPr sz="1125" b="0">
                <a:solidFill>
                  <a:srgbClr val="17263A"/>
                </a:solidFill>
                <a:latin typeface="Microsoft YaHei"/>
                <a:ea typeface="Microsoft YaHei"/>
                <a:cs typeface="Microsoft YaHei"/>
              </a:defRPr>
            </a:lvl9pPr>
          </a:lstStyle>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旧读拒绝；有效 scope 继续</a:t>
            </a:r>
          </a:p>
          <a:p xmlns:a="http://schemas.openxmlformats.org/drawingml/2006/main">
            <a:pPr algn="l">
              <a:lnSpc>
                <a:spcPct val="102000"/>
              </a:lnSpc>
              <a:buNone/>
              <a:defRPr sz="1125" b="0">
                <a:solidFill>
                  <a:srgbClr val="17263A"/>
                </a:solidFill>
                <a:latin typeface="Microsoft YaHei"/>
                <a:ea typeface="Microsoft YaHei"/>
                <a:cs typeface="Microsoft YaHei"/>
              </a:defRPr>
            </a:pPr>
            <a:r>
              <a:rPr sz="1125" b="0">
                <a:solidFill>
                  <a:srgbClr val="17263A"/>
                </a:solidFill>
                <a:latin typeface="Microsoft YaHei"/>
                <a:ea typeface="Microsoft YaHei"/>
                <a:cs typeface="Microsoft YaHei"/>
              </a:rPr>
              <a:t>已发写卡不因失效而被取消</a:t>
            </a:r>
          </a:p>
        </p:txBody>
      </p:sp>
      <p:sp>
        <p:nvSpPr>
          <p:cNvPr id="94" name="target-node-I">
            <a:extLst xmlns:a="http://schemas.openxmlformats.org/drawingml/2006/main">
              <a:ext uri="{FF2B5EF4-FFF2-40B4-BE49-F238E27FC236}">
                <a16:creationId xmlns:a16="http://schemas.microsoft.com/office/drawing/2014/main" id="{0A7EE73C-315C-45C5-AEB9-D3C9D8C3A39D}"/>
              </a:ext>
            </a:extLst>
          </p:cNvPr>
          <p:cNvSpPr>
            <a:spLocks xmlns:a="http://schemas.openxmlformats.org/drawingml/2006/main" noGrp="1"/>
          </p:cNvSpPr>
          <p:nvPr/>
        </p:nvSpPr>
        <p:spPr>
          <a:xfrm xmlns:a="http://schemas.openxmlformats.org/drawingml/2006/main">
            <a:off x="9239250" y="5238750"/>
            <a:ext cx="2457450" cy="6858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DD8E6"/>
            </a:solidFill>
            <a:prstDash val="solid"/>
          </a:ln>
        </p:spPr>
      </p:sp>
      <p:sp>
        <p:nvSpPr>
          <p:cNvPr id="95" name="target-title-I">
            <a:extLst xmlns:a="http://schemas.openxmlformats.org/drawingml/2006/main">
              <a:ext uri="{FF2B5EF4-FFF2-40B4-BE49-F238E27FC236}">
                <a16:creationId xmlns:a16="http://schemas.microsoft.com/office/drawing/2014/main" id="{66C4B4C7-A0A0-4BAE-A01D-2D449C15D3C9}"/>
              </a:ext>
            </a:extLst>
          </p:cNvPr>
          <p:cNvSpPr>
            <a:spLocks xmlns:a="http://schemas.openxmlformats.org/drawingml/2006/main" noGrp="1"/>
          </p:cNvSpPr>
          <p:nvPr/>
        </p:nvSpPr>
        <p:spPr>
          <a:xfrm xmlns:a="http://schemas.openxmlformats.org/drawingml/2006/main">
            <a:off x="9334500" y="52768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78599"/>
                </a:solidFill>
                <a:latin typeface="Microsoft YaHei"/>
                <a:ea typeface="Microsoft YaHei"/>
                <a:cs typeface="Microsoft YaHei"/>
              </a:defRPr>
            </a:defPPr>
            <a:lvl1pPr algn="l">
              <a:defRPr sz="1425" b="1">
                <a:solidFill>
                  <a:srgbClr val="778599"/>
                </a:solidFill>
                <a:latin typeface="Microsoft YaHei"/>
                <a:ea typeface="Microsoft YaHei"/>
                <a:cs typeface="Microsoft YaHei"/>
              </a:defRPr>
            </a:lvl1pPr>
            <a:lvl2pPr algn="l">
              <a:defRPr sz="1425" b="1">
                <a:solidFill>
                  <a:srgbClr val="778599"/>
                </a:solidFill>
                <a:latin typeface="Microsoft YaHei"/>
                <a:ea typeface="Microsoft YaHei"/>
                <a:cs typeface="Microsoft YaHei"/>
              </a:defRPr>
            </a:lvl2pPr>
            <a:lvl3pPr algn="l">
              <a:defRPr sz="1425" b="1">
                <a:solidFill>
                  <a:srgbClr val="778599"/>
                </a:solidFill>
                <a:latin typeface="Microsoft YaHei"/>
                <a:ea typeface="Microsoft YaHei"/>
                <a:cs typeface="Microsoft YaHei"/>
              </a:defRPr>
            </a:lvl3pPr>
            <a:lvl4pPr algn="l">
              <a:defRPr sz="1425" b="1">
                <a:solidFill>
                  <a:srgbClr val="778599"/>
                </a:solidFill>
                <a:latin typeface="Microsoft YaHei"/>
                <a:ea typeface="Microsoft YaHei"/>
                <a:cs typeface="Microsoft YaHei"/>
              </a:defRPr>
            </a:lvl4pPr>
            <a:lvl5pPr algn="l">
              <a:defRPr sz="1425" b="1">
                <a:solidFill>
                  <a:srgbClr val="778599"/>
                </a:solidFill>
                <a:latin typeface="Microsoft YaHei"/>
                <a:ea typeface="Microsoft YaHei"/>
                <a:cs typeface="Microsoft YaHei"/>
              </a:defRPr>
            </a:lvl5pPr>
            <a:lvl6pPr algn="l">
              <a:defRPr sz="1425" b="1">
                <a:solidFill>
                  <a:srgbClr val="778599"/>
                </a:solidFill>
                <a:latin typeface="Microsoft YaHei"/>
                <a:ea typeface="Microsoft YaHei"/>
                <a:cs typeface="Microsoft YaHei"/>
              </a:defRPr>
            </a:lvl6pPr>
            <a:lvl7pPr algn="l">
              <a:defRPr sz="1425" b="1">
                <a:solidFill>
                  <a:srgbClr val="778599"/>
                </a:solidFill>
                <a:latin typeface="Microsoft YaHei"/>
                <a:ea typeface="Microsoft YaHei"/>
                <a:cs typeface="Microsoft YaHei"/>
              </a:defRPr>
            </a:lvl7pPr>
            <a:lvl8pPr algn="l">
              <a:defRPr sz="1425" b="1">
                <a:solidFill>
                  <a:srgbClr val="778599"/>
                </a:solidFill>
                <a:latin typeface="Microsoft YaHei"/>
                <a:ea typeface="Microsoft YaHei"/>
                <a:cs typeface="Microsoft YaHei"/>
              </a:defRPr>
            </a:lvl8pPr>
            <a:lvl9pPr algn="l">
              <a:defRPr sz="1425" b="1">
                <a:solidFill>
                  <a:srgbClr val="778599"/>
                </a:solidFill>
                <a:latin typeface="Microsoft YaHei"/>
                <a:ea typeface="Microsoft YaHei"/>
                <a:cs typeface="Microsoft YaHei"/>
              </a:defRPr>
            </a:lvl9pPr>
          </a:lstStyle>
          <a:p xmlns:a="http://schemas.openxmlformats.org/drawingml/2006/main">
            <a:pPr algn="l">
              <a:lnSpc>
                <a:spcPct val="102000"/>
              </a:lnSpc>
              <a:buNone/>
              <a:defRPr sz="1425" b="1">
                <a:solidFill>
                  <a:srgbClr val="778599"/>
                </a:solidFill>
                <a:latin typeface="Microsoft YaHei"/>
                <a:ea typeface="Microsoft YaHei"/>
                <a:cs typeface="Microsoft YaHei"/>
              </a:defRPr>
            </a:pPr>
            <a:r>
              <a:rPr sz="1425" b="1">
                <a:solidFill>
                  <a:srgbClr val="778599"/>
                </a:solidFill>
                <a:latin typeface="Microsoft YaHei"/>
                <a:ea typeface="Microsoft YaHei"/>
                <a:cs typeface="Microsoft YaHei"/>
              </a:rPr>
              <a:t>I 技术适配</a:t>
            </a:r>
          </a:p>
        </p:txBody>
      </p:sp>
      <p:sp>
        <p:nvSpPr>
          <p:cNvPr id="96" name="target-func-I">
            <a:extLst xmlns:a="http://schemas.openxmlformats.org/drawingml/2006/main">
              <a:ext uri="{FF2B5EF4-FFF2-40B4-BE49-F238E27FC236}">
                <a16:creationId xmlns:a16="http://schemas.microsoft.com/office/drawing/2014/main" id="{CEAC1023-D1CF-486C-B96B-1C7C6E9AC2BA}"/>
              </a:ext>
            </a:extLst>
          </p:cNvPr>
          <p:cNvSpPr>
            <a:spLocks xmlns:a="http://schemas.openxmlformats.org/drawingml/2006/main" noGrp="1"/>
          </p:cNvSpPr>
          <p:nvPr/>
        </p:nvSpPr>
        <p:spPr>
          <a:xfrm xmlns:a="http://schemas.openxmlformats.org/drawingml/2006/main">
            <a:off x="9334500" y="55245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778599"/>
                </a:solidFill>
                <a:latin typeface="Microsoft YaHei"/>
                <a:ea typeface="Microsoft YaHei"/>
                <a:cs typeface="Microsoft YaHei"/>
              </a:defRPr>
            </a:defPPr>
            <a:lvl1pPr algn="l">
              <a:defRPr sz="1125" b="0">
                <a:solidFill>
                  <a:srgbClr val="778599"/>
                </a:solidFill>
                <a:latin typeface="Microsoft YaHei"/>
                <a:ea typeface="Microsoft YaHei"/>
                <a:cs typeface="Microsoft YaHei"/>
              </a:defRPr>
            </a:lvl1pPr>
            <a:lvl2pPr algn="l">
              <a:defRPr sz="1125" b="0">
                <a:solidFill>
                  <a:srgbClr val="778599"/>
                </a:solidFill>
                <a:latin typeface="Microsoft YaHei"/>
                <a:ea typeface="Microsoft YaHei"/>
                <a:cs typeface="Microsoft YaHei"/>
              </a:defRPr>
            </a:lvl2pPr>
            <a:lvl3pPr algn="l">
              <a:defRPr sz="1125" b="0">
                <a:solidFill>
                  <a:srgbClr val="778599"/>
                </a:solidFill>
                <a:latin typeface="Microsoft YaHei"/>
                <a:ea typeface="Microsoft YaHei"/>
                <a:cs typeface="Microsoft YaHei"/>
              </a:defRPr>
            </a:lvl3pPr>
            <a:lvl4pPr algn="l">
              <a:defRPr sz="1125" b="0">
                <a:solidFill>
                  <a:srgbClr val="778599"/>
                </a:solidFill>
                <a:latin typeface="Microsoft YaHei"/>
                <a:ea typeface="Microsoft YaHei"/>
                <a:cs typeface="Microsoft YaHei"/>
              </a:defRPr>
            </a:lvl4pPr>
            <a:lvl5pPr algn="l">
              <a:defRPr sz="1125" b="0">
                <a:solidFill>
                  <a:srgbClr val="778599"/>
                </a:solidFill>
                <a:latin typeface="Microsoft YaHei"/>
                <a:ea typeface="Microsoft YaHei"/>
                <a:cs typeface="Microsoft YaHei"/>
              </a:defRPr>
            </a:lvl5pPr>
            <a:lvl6pPr algn="l">
              <a:defRPr sz="1125" b="0">
                <a:solidFill>
                  <a:srgbClr val="778599"/>
                </a:solidFill>
                <a:latin typeface="Microsoft YaHei"/>
                <a:ea typeface="Microsoft YaHei"/>
                <a:cs typeface="Microsoft YaHei"/>
              </a:defRPr>
            </a:lvl6pPr>
            <a:lvl7pPr algn="l">
              <a:defRPr sz="1125" b="0">
                <a:solidFill>
                  <a:srgbClr val="778599"/>
                </a:solidFill>
                <a:latin typeface="Microsoft YaHei"/>
                <a:ea typeface="Microsoft YaHei"/>
                <a:cs typeface="Microsoft YaHei"/>
              </a:defRPr>
            </a:lvl7pPr>
            <a:lvl8pPr algn="l">
              <a:defRPr sz="1125" b="0">
                <a:solidFill>
                  <a:srgbClr val="778599"/>
                </a:solidFill>
                <a:latin typeface="Microsoft YaHei"/>
                <a:ea typeface="Microsoft YaHei"/>
                <a:cs typeface="Microsoft YaHei"/>
              </a:defRPr>
            </a:lvl8pPr>
            <a:lvl9pPr algn="l">
              <a:defRPr sz="1125" b="0">
                <a:solidFill>
                  <a:srgbClr val="778599"/>
                </a:solidFill>
                <a:latin typeface="Microsoft YaHei"/>
                <a:ea typeface="Microsoft YaHei"/>
                <a:cs typeface="Microsoft YaHei"/>
              </a:defRPr>
            </a:lvl9pPr>
          </a:lstStyle>
          <a:p xmlns:a="http://schemas.openxmlformats.org/drawingml/2006/main">
            <a:pPr algn="l">
              <a:lnSpc>
                <a:spcPct val="102000"/>
              </a:lnSpc>
              <a:buNone/>
              <a:defRPr sz="1125" b="0">
                <a:solidFill>
                  <a:srgbClr val="778599"/>
                </a:solidFill>
                <a:latin typeface="Microsoft YaHei"/>
                <a:ea typeface="Microsoft YaHei"/>
                <a:cs typeface="Microsoft YaHei"/>
              </a:defRPr>
            </a:pPr>
            <a:r>
              <a:rPr sz="1125" b="0">
                <a:solidFill>
                  <a:srgbClr val="778599"/>
                </a:solidFill>
                <a:latin typeface="Microsoft YaHei"/>
                <a:ea typeface="Microsoft YaHei"/>
                <a:cs typeface="Microsoft YaHei"/>
              </a:rPr>
              <a:t>Registry / CES / Hook 原输出</a:t>
            </a:r>
          </a:p>
        </p:txBody>
      </p:sp>
      <p:sp>
        <p:nvSpPr>
          <p:cNvPr id="97" name="host-note">
            <a:extLst xmlns:a="http://schemas.openxmlformats.org/drawingml/2006/main">
              <a:ext uri="{FF2B5EF4-FFF2-40B4-BE49-F238E27FC236}">
                <a16:creationId xmlns:a16="http://schemas.microsoft.com/office/drawing/2014/main" id="{357E5BEF-3A1C-4851-A9D1-287624E40D9B}"/>
              </a:ext>
            </a:extLst>
          </p:cNvPr>
          <p:cNvSpPr>
            <a:spLocks xmlns:a="http://schemas.openxmlformats.org/drawingml/2006/main" noGrp="1"/>
          </p:cNvSpPr>
          <p:nvPr/>
        </p:nvSpPr>
        <p:spPr>
          <a:xfrm xmlns:a="http://schemas.openxmlformats.org/drawingml/2006/main">
            <a:off x="6591300" y="5962650"/>
            <a:ext cx="510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88" b="0">
                <a:solidFill>
                  <a:srgbClr val="56657A"/>
                </a:solidFill>
                <a:latin typeface="Microsoft YaHei"/>
                <a:ea typeface="Microsoft YaHei"/>
                <a:cs typeface="Microsoft YaHei"/>
              </a:defRPr>
            </a:defPPr>
            <a:lvl1pPr algn="l">
              <a:defRPr sz="1088" b="0">
                <a:solidFill>
                  <a:srgbClr val="56657A"/>
                </a:solidFill>
                <a:latin typeface="Microsoft YaHei"/>
                <a:ea typeface="Microsoft YaHei"/>
                <a:cs typeface="Microsoft YaHei"/>
              </a:defRPr>
            </a:lvl1pPr>
            <a:lvl2pPr algn="l">
              <a:defRPr sz="1088" b="0">
                <a:solidFill>
                  <a:srgbClr val="56657A"/>
                </a:solidFill>
                <a:latin typeface="Microsoft YaHei"/>
                <a:ea typeface="Microsoft YaHei"/>
                <a:cs typeface="Microsoft YaHei"/>
              </a:defRPr>
            </a:lvl2pPr>
            <a:lvl3pPr algn="l">
              <a:defRPr sz="1088" b="0">
                <a:solidFill>
                  <a:srgbClr val="56657A"/>
                </a:solidFill>
                <a:latin typeface="Microsoft YaHei"/>
                <a:ea typeface="Microsoft YaHei"/>
                <a:cs typeface="Microsoft YaHei"/>
              </a:defRPr>
            </a:lvl3pPr>
            <a:lvl4pPr algn="l">
              <a:defRPr sz="1088" b="0">
                <a:solidFill>
                  <a:srgbClr val="56657A"/>
                </a:solidFill>
                <a:latin typeface="Microsoft YaHei"/>
                <a:ea typeface="Microsoft YaHei"/>
                <a:cs typeface="Microsoft YaHei"/>
              </a:defRPr>
            </a:lvl4pPr>
            <a:lvl5pPr algn="l">
              <a:defRPr sz="1088" b="0">
                <a:solidFill>
                  <a:srgbClr val="56657A"/>
                </a:solidFill>
                <a:latin typeface="Microsoft YaHei"/>
                <a:ea typeface="Microsoft YaHei"/>
                <a:cs typeface="Microsoft YaHei"/>
              </a:defRPr>
            </a:lvl5pPr>
            <a:lvl6pPr algn="l">
              <a:defRPr sz="1088" b="0">
                <a:solidFill>
                  <a:srgbClr val="56657A"/>
                </a:solidFill>
                <a:latin typeface="Microsoft YaHei"/>
                <a:ea typeface="Microsoft YaHei"/>
                <a:cs typeface="Microsoft YaHei"/>
              </a:defRPr>
            </a:lvl6pPr>
            <a:lvl7pPr algn="l">
              <a:defRPr sz="1088" b="0">
                <a:solidFill>
                  <a:srgbClr val="56657A"/>
                </a:solidFill>
                <a:latin typeface="Microsoft YaHei"/>
                <a:ea typeface="Microsoft YaHei"/>
                <a:cs typeface="Microsoft YaHei"/>
              </a:defRPr>
            </a:lvl7pPr>
            <a:lvl8pPr algn="l">
              <a:defRPr sz="1088" b="0">
                <a:solidFill>
                  <a:srgbClr val="56657A"/>
                </a:solidFill>
                <a:latin typeface="Microsoft YaHei"/>
                <a:ea typeface="Microsoft YaHei"/>
                <a:cs typeface="Microsoft YaHei"/>
              </a:defRPr>
            </a:lvl8pPr>
            <a:lvl9pPr algn="l">
              <a:defRPr sz="1088" b="0">
                <a:solidFill>
                  <a:srgbClr val="56657A"/>
                </a:solidFill>
                <a:latin typeface="Microsoft YaHei"/>
                <a:ea typeface="Microsoft YaHei"/>
                <a:cs typeface="Microsoft YaHei"/>
              </a:defRPr>
            </a:lvl9pPr>
          </a:lstStyle>
          <a:p xmlns:a="http://schemas.openxmlformats.org/drawingml/2006/main">
            <a:pPr algn="l">
              <a:lnSpc>
                <a:spcPct val="102000"/>
              </a:lnSpc>
              <a:buNone/>
              <a:defRPr sz="1088" b="0">
                <a:solidFill>
                  <a:srgbClr val="56657A"/>
                </a:solidFill>
                <a:latin typeface="Microsoft YaHei"/>
                <a:ea typeface="Microsoft YaHei"/>
                <a:cs typeface="Microsoft YaHei"/>
              </a:defRPr>
            </a:pPr>
            <a:r>
              <a:rPr sz="1088" b="0">
                <a:solidFill>
                  <a:srgbClr val="56657A"/>
                </a:solidFill>
                <a:latin typeface="Microsoft YaHei"/>
                <a:ea typeface="Microsoft YaHei"/>
                <a:cs typeface="Microsoft YaHei"/>
              </a:rPr>
              <a:t>H 装配 / 寿命；Application 经 Ports 分别使用 R / I</a:t>
            </a:r>
          </a:p>
        </p:txBody>
      </p:sp>
      <p:sp>
        <p:nvSpPr>
          <p:cNvPr id="98" name="invariant-rule">
            <a:extLst xmlns:a="http://schemas.openxmlformats.org/drawingml/2006/main">
              <a:ext uri="{FF2B5EF4-FFF2-40B4-BE49-F238E27FC236}">
                <a16:creationId xmlns:a16="http://schemas.microsoft.com/office/drawing/2014/main" id="{E56D0559-B0A8-46D5-B6D5-DE87E5DEBB80}"/>
              </a:ext>
            </a:extLst>
          </p:cNvPr>
          <p:cNvSpPr>
            <a:spLocks xmlns:a="http://schemas.openxmlformats.org/drawingml/2006/main" noGrp="1"/>
          </p:cNvSpPr>
          <p:nvPr/>
        </p:nvSpPr>
        <p:spPr>
          <a:xfrm xmlns:a="http://schemas.openxmlformats.org/drawingml/2006/main">
            <a:off x="495300" y="6210300"/>
            <a:ext cx="11201400" cy="952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9" name="invariant">
            <a:extLst xmlns:a="http://schemas.openxmlformats.org/drawingml/2006/main">
              <a:ext uri="{FF2B5EF4-FFF2-40B4-BE49-F238E27FC236}">
                <a16:creationId xmlns:a16="http://schemas.microsoft.com/office/drawing/2014/main" id="{CC09F5A5-9AEC-4D70-98F8-C5AA667E0446}"/>
              </a:ext>
            </a:extLst>
          </p:cNvPr>
          <p:cNvSpPr>
            <a:spLocks xmlns:a="http://schemas.openxmlformats.org/drawingml/2006/main" noGrp="1"/>
          </p:cNvSpPr>
          <p:nvPr/>
        </p:nvSpPr>
        <p:spPr>
          <a:xfrm xmlns:a="http://schemas.openxmlformats.org/drawingml/2006/main">
            <a:off x="495300" y="6305550"/>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7263A"/>
                </a:solidFill>
                <a:latin typeface="Microsoft YaHei"/>
                <a:ea typeface="Microsoft YaHei"/>
                <a:cs typeface="Microsoft YaHei"/>
              </a:defRPr>
            </a:defPPr>
            <a:lvl1pPr algn="l">
              <a:defRPr sz="1275" b="0">
                <a:solidFill>
                  <a:srgbClr val="17263A"/>
                </a:solidFill>
                <a:latin typeface="Microsoft YaHei"/>
                <a:ea typeface="Microsoft YaHei"/>
                <a:cs typeface="Microsoft YaHei"/>
              </a:defRPr>
            </a:lvl1pPr>
            <a:lvl2pPr algn="l">
              <a:defRPr sz="1275" b="0">
                <a:solidFill>
                  <a:srgbClr val="17263A"/>
                </a:solidFill>
                <a:latin typeface="Microsoft YaHei"/>
                <a:ea typeface="Microsoft YaHei"/>
                <a:cs typeface="Microsoft YaHei"/>
              </a:defRPr>
            </a:lvl2pPr>
            <a:lvl3pPr algn="l">
              <a:defRPr sz="1275" b="0">
                <a:solidFill>
                  <a:srgbClr val="17263A"/>
                </a:solidFill>
                <a:latin typeface="Microsoft YaHei"/>
                <a:ea typeface="Microsoft YaHei"/>
                <a:cs typeface="Microsoft YaHei"/>
              </a:defRPr>
            </a:lvl3pPr>
            <a:lvl4pPr algn="l">
              <a:defRPr sz="1275" b="0">
                <a:solidFill>
                  <a:srgbClr val="17263A"/>
                </a:solidFill>
                <a:latin typeface="Microsoft YaHei"/>
                <a:ea typeface="Microsoft YaHei"/>
                <a:cs typeface="Microsoft YaHei"/>
              </a:defRPr>
            </a:lvl4pPr>
            <a:lvl5pPr algn="l">
              <a:defRPr sz="1275" b="0">
                <a:solidFill>
                  <a:srgbClr val="17263A"/>
                </a:solidFill>
                <a:latin typeface="Microsoft YaHei"/>
                <a:ea typeface="Microsoft YaHei"/>
                <a:cs typeface="Microsoft YaHei"/>
              </a:defRPr>
            </a:lvl5pPr>
            <a:lvl6pPr algn="l">
              <a:defRPr sz="1275" b="0">
                <a:solidFill>
                  <a:srgbClr val="17263A"/>
                </a:solidFill>
                <a:latin typeface="Microsoft YaHei"/>
                <a:ea typeface="Microsoft YaHei"/>
                <a:cs typeface="Microsoft YaHei"/>
              </a:defRPr>
            </a:lvl6pPr>
            <a:lvl7pPr algn="l">
              <a:defRPr sz="1275" b="0">
                <a:solidFill>
                  <a:srgbClr val="17263A"/>
                </a:solidFill>
                <a:latin typeface="Microsoft YaHei"/>
                <a:ea typeface="Microsoft YaHei"/>
                <a:cs typeface="Microsoft YaHei"/>
              </a:defRPr>
            </a:lvl7pPr>
            <a:lvl8pPr algn="l">
              <a:defRPr sz="1275" b="0">
                <a:solidFill>
                  <a:srgbClr val="17263A"/>
                </a:solidFill>
                <a:latin typeface="Microsoft YaHei"/>
                <a:ea typeface="Microsoft YaHei"/>
                <a:cs typeface="Microsoft YaHei"/>
              </a:defRPr>
            </a:lvl8pPr>
            <a:lvl9pPr algn="l">
              <a:defRPr sz="1275" b="0">
                <a:solidFill>
                  <a:srgbClr val="17263A"/>
                </a:solidFill>
                <a:latin typeface="Microsoft YaHei"/>
                <a:ea typeface="Microsoft YaHei"/>
                <a:cs typeface="Microsoft YaHei"/>
              </a:defRPr>
            </a:lvl9pPr>
          </a:lstStyle>
          <a:p xmlns:a="http://schemas.openxmlformats.org/drawingml/2006/main">
            <a:pPr algn="l">
              <a:lnSpc>
                <a:spcPct val="102000"/>
              </a:lnSpc>
              <a:buNone/>
              <a:defRPr sz="1275" b="0">
                <a:solidFill>
                  <a:srgbClr val="17263A"/>
                </a:solidFill>
                <a:latin typeface="Microsoft YaHei"/>
                <a:ea typeface="Microsoft YaHei"/>
                <a:cs typeface="Microsoft YaHei"/>
              </a:defRPr>
            </a:pPr>
            <a:r>
              <a:rPr sz="1275" b="0">
                <a:solidFill>
                  <a:srgbClr val="17263A"/>
                </a:solidFill>
                <a:latin typeface="Microsoft YaHei"/>
                <a:ea typeface="Microsoft YaHei"/>
                <a:cs typeface="Microsoft YaHei"/>
              </a:rPr>
              <a:t>保持：生产卡型 / EF 算法及 LOADED 出口；局部失效不清空全局，已发写卡仍需效果核对。</a:t>
            </a:r>
          </a:p>
        </p:txBody>
      </p:sp>
      <p:sp>
        <p:nvSpPr>
          <p:cNvPr id="100" name="footer">
            <a:extLst xmlns:a="http://schemas.openxmlformats.org/drawingml/2006/main">
              <a:ext uri="{FF2B5EF4-FFF2-40B4-BE49-F238E27FC236}">
                <a16:creationId xmlns:a16="http://schemas.microsoft.com/office/drawing/2014/main" id="{F8333915-71EC-4D0F-98D4-230DB7C9A925}"/>
              </a:ext>
            </a:extLst>
          </p:cNvPr>
          <p:cNvSpPr>
            <a:spLocks xmlns:a="http://schemas.openxmlformats.org/drawingml/2006/main" noGrp="1"/>
          </p:cNvSpPr>
          <p:nvPr/>
        </p:nvSpPr>
        <p:spPr>
          <a:xfrm xmlns:a="http://schemas.openxmlformats.org/drawingml/2006/main">
            <a:off x="495300" y="6591300"/>
            <a:ext cx="923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defRPr sz="900" b="0">
                <a:solidFill>
                  <a:srgbClr val="56657A"/>
                </a:solidFill>
                <a:latin typeface="Microsoft YaHei"/>
                <a:ea typeface="Microsoft YaHei"/>
                <a:cs typeface="Microsoft YaHei"/>
              </a:defRPr>
            </a:lvl1pPr>
            <a:lvl2pPr algn="l">
              <a:defRPr sz="900" b="0">
                <a:solidFill>
                  <a:srgbClr val="56657A"/>
                </a:solidFill>
                <a:latin typeface="Microsoft YaHei"/>
                <a:ea typeface="Microsoft YaHei"/>
                <a:cs typeface="Microsoft YaHei"/>
              </a:defRPr>
            </a:lvl2pPr>
            <a:lvl3pPr algn="l">
              <a:defRPr sz="900" b="0">
                <a:solidFill>
                  <a:srgbClr val="56657A"/>
                </a:solidFill>
                <a:latin typeface="Microsoft YaHei"/>
                <a:ea typeface="Microsoft YaHei"/>
                <a:cs typeface="Microsoft YaHei"/>
              </a:defRPr>
            </a:lvl3pPr>
            <a:lvl4pPr algn="l">
              <a:defRPr sz="900" b="0">
                <a:solidFill>
                  <a:srgbClr val="56657A"/>
                </a:solidFill>
                <a:latin typeface="Microsoft YaHei"/>
                <a:ea typeface="Microsoft YaHei"/>
                <a:cs typeface="Microsoft YaHei"/>
              </a:defRPr>
            </a:lvl4pPr>
            <a:lvl5pPr algn="l">
              <a:defRPr sz="900" b="0">
                <a:solidFill>
                  <a:srgbClr val="56657A"/>
                </a:solidFill>
                <a:latin typeface="Microsoft YaHei"/>
                <a:ea typeface="Microsoft YaHei"/>
                <a:cs typeface="Microsoft YaHei"/>
              </a:defRPr>
            </a:lvl5pPr>
            <a:lvl6pPr algn="l">
              <a:defRPr sz="900" b="0">
                <a:solidFill>
                  <a:srgbClr val="56657A"/>
                </a:solidFill>
                <a:latin typeface="Microsoft YaHei"/>
                <a:ea typeface="Microsoft YaHei"/>
                <a:cs typeface="Microsoft YaHei"/>
              </a:defRPr>
            </a:lvl6pPr>
            <a:lvl7pPr algn="l">
              <a:defRPr sz="900" b="0">
                <a:solidFill>
                  <a:srgbClr val="56657A"/>
                </a:solidFill>
                <a:latin typeface="Microsoft YaHei"/>
                <a:ea typeface="Microsoft YaHei"/>
                <a:cs typeface="Microsoft YaHei"/>
              </a:defRPr>
            </a:lvl7pPr>
            <a:lvl8pPr algn="l">
              <a:defRPr sz="900" b="0">
                <a:solidFill>
                  <a:srgbClr val="56657A"/>
                </a:solidFill>
                <a:latin typeface="Microsoft YaHei"/>
                <a:ea typeface="Microsoft YaHei"/>
                <a:cs typeface="Microsoft YaHei"/>
              </a:defRPr>
            </a:lvl8pPr>
            <a:lvl9pPr algn="l">
              <a:defRPr sz="900" b="0">
                <a:solidFill>
                  <a:srgbClr val="56657A"/>
                </a:solidFill>
                <a:latin typeface="Microsoft YaHei"/>
                <a:ea typeface="Microsoft YaHei"/>
                <a:cs typeface="Microsoft YaHei"/>
              </a:defRPr>
            </a:lvl9pPr>
          </a:lstStyle>
          <a:p xmlns:a="http://schemas.openxmlformats.org/drawingml/2006/main">
            <a:pPr algn="l">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　蓝色：当前参与　灰色：本步未参与　橙色：异常核对</a:t>
            </a:r>
          </a:p>
        </p:txBody>
      </p:sp>
      <p:sp>
        <p:nvSpPr>
          <p:cNvPr id="101" name="page-number">
            <a:extLst xmlns:a="http://schemas.openxmlformats.org/drawingml/2006/main">
              <a:ext uri="{FF2B5EF4-FFF2-40B4-BE49-F238E27FC236}">
                <a16:creationId xmlns:a16="http://schemas.microsoft.com/office/drawing/2014/main" id="{A6D3F68B-71E6-4DE9-A70F-2D72B1B4E129}"/>
              </a:ext>
            </a:extLst>
          </p:cNvPr>
          <p:cNvSpPr>
            <a:spLocks xmlns:a="http://schemas.openxmlformats.org/drawingml/2006/main" noGrp="1"/>
          </p:cNvSpPr>
          <p:nvPr/>
        </p:nvSpPr>
        <p:spPr>
          <a:xfrm xmlns:a="http://schemas.openxmlformats.org/drawingml/2006/main">
            <a:off x="9525000" y="6591300"/>
            <a:ext cx="217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0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正文 10 · 加载 / 异常 / 恢复</a:t>
            </a:r>
          </a:p>
        </p:txBody>
      </p:sp>
    </p:spTree>
    <p:extLst>
      <p:ext uri="{BB962C8B-B14F-4D97-AF65-F5344CB8AC3E}">
        <p14:creationId xmlns:p14="http://schemas.microsoft.com/office/powerpoint/2010/main" val="1479647913"/>
      </p:ext>
    </p:extLst>
  </p:cSld>
  <p:transition spd="fast" advClick="0">
    <p:fade/>
  </p:transition>
</p:sld>
</file>

<file path=ppt/slides/slide4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5B4805B7-48D9-4DE8-A037-1FDCBCDC49E8}"/>
              </a:ext>
            </a:extLst>
          </p:cNvPr>
          <p:cNvCxnSpPr>
            <a:stCxn xmlns:a="http://schemas.openxmlformats.org/drawingml/2006/main" id="20" idx="0"/>
            <a:endCxn xmlns:a="http://schemas.openxmlformats.org/drawingml/2006/main" id="17" idx="2"/>
          </p:cNvCxnSpPr>
          <p:nvPr/>
        </p:nvCxnSpPr>
        <p:spPr>
          <a:xfrm xmlns:a="http://schemas.openxmlformats.org/drawingml/2006/main" flipV="1">
            <a:off x="9158288" y="3381375"/>
            <a:ext cx="0" cy="981075"/>
          </a:xfrm>
          <a:prstGeom xmlns:a="http://schemas.openxmlformats.org/drawingml/2006/main" prst="straightConnector1">
            <a:avLst/>
          </a:prstGeom>
          <a:ln xmlns:a="http://schemas.openxmlformats.org/drawingml/2006/main" w="16193">
            <a:solidFill>
              <a:srgbClr val="208C9F"/>
            </a:solidFill>
            <a:prstDash val="solid"/>
            <a:headEnd type="none" w="med" len="med"/>
            <a:tailEnd type="arrow" w="sm" len="sm"/>
          </a:ln>
        </p:spPr>
      </p:cxnSp>
      <p:cxnSp>
        <p:nvCxnSpPr>
          <p:cNvPr id="14" name="">
            <a:extLst xmlns:a="http://schemas.openxmlformats.org/drawingml/2006/main">
              <a:ext uri="{FF2B5EF4-FFF2-40B4-BE49-F238E27FC236}">
                <a16:creationId xmlns:a16="http://schemas.microsoft.com/office/drawing/2014/main" id="{0A100B73-BB0D-4BFB-B01F-2A85C80F8208}"/>
              </a:ext>
            </a:extLst>
          </p:cNvPr>
          <p:cNvCxnSpPr>
            <a:stCxn xmlns:a="http://schemas.openxmlformats.org/drawingml/2006/main" id="8" idx="3"/>
            <a:endCxn xmlns:a="http://schemas.openxmlformats.org/drawingml/2006/main" id="11" idx="1"/>
          </p:cNvCxnSpPr>
          <p:nvPr/>
        </p:nvCxnSpPr>
        <p:spPr>
          <a:xfrm xmlns:a="http://schemas.openxmlformats.org/drawingml/2006/main">
            <a:off x="3048000" y="2928938"/>
            <a:ext cx="285750" cy="0"/>
          </a:xfrm>
          <a:prstGeom xmlns:a="http://schemas.openxmlformats.org/drawingml/2006/main" prst="straightConnector1">
            <a:avLst/>
          </a:prstGeom>
          <a:ln xmlns:a="http://schemas.openxmlformats.org/drawingml/2006/main" w="16193">
            <a:solidFill>
              <a:srgbClr val="246AB8"/>
            </a:solidFill>
            <a:prstDash val="solid"/>
            <a:headEnd type="none" w="med" len="med"/>
            <a:tailEnd type="arrow" w="sm" len="sm"/>
          </a:ln>
        </p:spPr>
      </p:cxnSp>
      <p:sp>
        <p:nvSpPr>
          <p:cNvPr id="28" name="shape-48">
            <a:extLst xmlns:a="http://schemas.openxmlformats.org/drawingml/2006/main">
              <a:ext uri="{FF2B5EF4-FFF2-40B4-BE49-F238E27FC236}">
                <a16:creationId xmlns:a16="http://schemas.microsoft.com/office/drawing/2014/main" id="{5E82822C-5B73-4BEB-971A-D2CC1A71235A}"/>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shape-49">
            <a:extLst xmlns:a="http://schemas.openxmlformats.org/drawingml/2006/main">
              <a:ext uri="{FF2B5EF4-FFF2-40B4-BE49-F238E27FC236}">
                <a16:creationId xmlns:a16="http://schemas.microsoft.com/office/drawing/2014/main" id="{F1781148-3919-45B6-8CAC-DD5AAEDAC995}"/>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shape-50">
            <a:extLst xmlns:a="http://schemas.openxmlformats.org/drawingml/2006/main">
              <a:ext uri="{FF2B5EF4-FFF2-40B4-BE49-F238E27FC236}">
                <a16:creationId xmlns:a16="http://schemas.microsoft.com/office/drawing/2014/main" id="{BD916BA1-2D01-4654-A486-73D454EF9809}"/>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运行调用与源码依赖是两种方向</a:t>
            </a:r>
          </a:p>
        </p:txBody>
      </p:sp>
      <p:sp>
        <p:nvSpPr>
          <p:cNvPr id="4" name="shape-51">
            <a:extLst xmlns:a="http://schemas.openxmlformats.org/drawingml/2006/main">
              <a:ext uri="{FF2B5EF4-FFF2-40B4-BE49-F238E27FC236}">
                <a16:creationId xmlns:a16="http://schemas.microsoft.com/office/drawing/2014/main" id="{BD057A02-FBE2-4912-BEB7-84F2A9BC782D}"/>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分开读图，避免把运行时调用误解为 Domain 直接依赖平台实现</a:t>
            </a:r>
          </a:p>
        </p:txBody>
      </p:sp>
      <p:sp>
        <p:nvSpPr>
          <p:cNvPr id="5" name="shape-52">
            <a:extLst xmlns:a="http://schemas.openxmlformats.org/drawingml/2006/main">
              <a:ext uri="{FF2B5EF4-FFF2-40B4-BE49-F238E27FC236}">
                <a16:creationId xmlns:a16="http://schemas.microsoft.com/office/drawing/2014/main" id="{72AD77CE-7C69-4BD0-A011-391C4364D8F2}"/>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shape-53">
            <a:extLst xmlns:a="http://schemas.openxmlformats.org/drawingml/2006/main">
              <a:ext uri="{FF2B5EF4-FFF2-40B4-BE49-F238E27FC236}">
                <a16:creationId xmlns:a16="http://schemas.microsoft.com/office/drawing/2014/main" id="{C531B657-4B96-42B9-B740-AB70B2EC6706}"/>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7" name="shape-54">
            <a:extLst xmlns:a="http://schemas.openxmlformats.org/drawingml/2006/main">
              <a:ext uri="{FF2B5EF4-FFF2-40B4-BE49-F238E27FC236}">
                <a16:creationId xmlns:a16="http://schemas.microsoft.com/office/drawing/2014/main" id="{AD142B36-DD28-4869-8C63-CA5059ABA800}"/>
              </a:ext>
            </a:extLst>
          </p:cNvPr>
          <p:cNvSpPr>
            <a:spLocks xmlns:a="http://schemas.openxmlformats.org/drawingml/2006/main" noGrp="1"/>
          </p:cNvSpPr>
          <p:nvPr/>
        </p:nvSpPr>
        <p:spPr>
          <a:xfrm xmlns:a="http://schemas.openxmlformats.org/drawingml/2006/main">
            <a:off x="495300" y="1857375"/>
            <a:ext cx="5238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1">
                <a:solidFill>
                  <a:srgbClr val="246AB8"/>
                </a:solidFill>
                <a:latin typeface="Microsoft YaHei"/>
                <a:ea typeface="Microsoft YaHei"/>
                <a:cs typeface="Microsoft YaHei"/>
              </a:defRPr>
            </a:defPPr>
            <a:lvl1pPr algn="l">
              <a:buNone/>
              <a:defRPr sz="2025" b="1">
                <a:solidFill>
                  <a:srgbClr val="246AB8"/>
                </a:solidFill>
                <a:latin typeface="Microsoft YaHei"/>
                <a:ea typeface="Microsoft YaHei"/>
                <a:cs typeface="Microsoft YaHei"/>
              </a:defRPr>
            </a:lvl1pPr>
            <a:lvl2pPr algn="l">
              <a:buNone/>
              <a:defRPr sz="2025" b="1">
                <a:solidFill>
                  <a:srgbClr val="246AB8"/>
                </a:solidFill>
                <a:latin typeface="Microsoft YaHei"/>
                <a:ea typeface="Microsoft YaHei"/>
                <a:cs typeface="Microsoft YaHei"/>
              </a:defRPr>
            </a:lvl2pPr>
            <a:lvl3pPr algn="l">
              <a:buNone/>
              <a:defRPr sz="2025" b="1">
                <a:solidFill>
                  <a:srgbClr val="246AB8"/>
                </a:solidFill>
                <a:latin typeface="Microsoft YaHei"/>
                <a:ea typeface="Microsoft YaHei"/>
                <a:cs typeface="Microsoft YaHei"/>
              </a:defRPr>
            </a:lvl3pPr>
            <a:lvl4pPr algn="l">
              <a:buNone/>
              <a:defRPr sz="2025" b="1">
                <a:solidFill>
                  <a:srgbClr val="246AB8"/>
                </a:solidFill>
                <a:latin typeface="Microsoft YaHei"/>
                <a:ea typeface="Microsoft YaHei"/>
                <a:cs typeface="Microsoft YaHei"/>
              </a:defRPr>
            </a:lvl4pPr>
            <a:lvl5pPr algn="l">
              <a:buNone/>
              <a:defRPr sz="2025" b="1">
                <a:solidFill>
                  <a:srgbClr val="246AB8"/>
                </a:solidFill>
                <a:latin typeface="Microsoft YaHei"/>
                <a:ea typeface="Microsoft YaHei"/>
                <a:cs typeface="Microsoft YaHei"/>
              </a:defRPr>
            </a:lvl5pPr>
            <a:lvl6pPr algn="l">
              <a:buNone/>
              <a:defRPr sz="2025" b="1">
                <a:solidFill>
                  <a:srgbClr val="246AB8"/>
                </a:solidFill>
                <a:latin typeface="Microsoft YaHei"/>
                <a:ea typeface="Microsoft YaHei"/>
                <a:cs typeface="Microsoft YaHei"/>
              </a:defRPr>
            </a:lvl6pPr>
            <a:lvl7pPr algn="l">
              <a:buNone/>
              <a:defRPr sz="2025" b="1">
                <a:solidFill>
                  <a:srgbClr val="246AB8"/>
                </a:solidFill>
                <a:latin typeface="Microsoft YaHei"/>
                <a:ea typeface="Microsoft YaHei"/>
                <a:cs typeface="Microsoft YaHei"/>
              </a:defRPr>
            </a:lvl7pPr>
            <a:lvl8pPr algn="l">
              <a:buNone/>
              <a:defRPr sz="2025" b="1">
                <a:solidFill>
                  <a:srgbClr val="246AB8"/>
                </a:solidFill>
                <a:latin typeface="Microsoft YaHei"/>
                <a:ea typeface="Microsoft YaHei"/>
                <a:cs typeface="Microsoft YaHei"/>
              </a:defRPr>
            </a:lvl8pPr>
            <a:lvl9pPr algn="l">
              <a:buNone/>
              <a:defRPr sz="2025" b="1">
                <a:solidFill>
                  <a:srgbClr val="246AB8"/>
                </a:solidFill>
                <a:latin typeface="Microsoft YaHei"/>
                <a:ea typeface="Microsoft YaHei"/>
                <a:cs typeface="Microsoft YaHei"/>
              </a:defRPr>
            </a:lvl9pPr>
          </a:lstStyle>
          <a:p xmlns:a="http://schemas.openxmlformats.org/drawingml/2006/main">
            <a:pPr algn="l">
              <a:lnSpc>
                <a:spcPct val="112000"/>
              </a:lnSpc>
              <a:buNone/>
              <a:defRPr sz="2025" b="1">
                <a:solidFill>
                  <a:srgbClr val="246AB8"/>
                </a:solidFill>
                <a:latin typeface="Microsoft YaHei"/>
                <a:ea typeface="Microsoft YaHei"/>
                <a:cs typeface="Microsoft YaHei"/>
              </a:defRPr>
            </a:pPr>
            <a:r>
              <a:rPr sz="2025" b="1">
                <a:solidFill>
                  <a:srgbClr val="246AB8"/>
                </a:solidFill>
                <a:latin typeface="Microsoft YaHei"/>
                <a:ea typeface="Microsoft YaHei"/>
                <a:cs typeface="Microsoft YaHei"/>
              </a:rPr>
              <a:t>运行时：用例调用真实能力</a:t>
            </a:r>
          </a:p>
        </p:txBody>
      </p:sp>
      <p:sp>
        <p:nvSpPr>
          <p:cNvPr id="8" name="shape-55">
            <a:extLst xmlns:a="http://schemas.openxmlformats.org/drawingml/2006/main">
              <a:ext uri="{FF2B5EF4-FFF2-40B4-BE49-F238E27FC236}">
                <a16:creationId xmlns:a16="http://schemas.microsoft.com/office/drawing/2014/main" id="{E9DC4745-0B33-4C56-9B8E-4CE951B13086}"/>
              </a:ext>
            </a:extLst>
          </p:cNvPr>
          <p:cNvSpPr>
            <a:spLocks xmlns:a="http://schemas.openxmlformats.org/drawingml/2006/main" noGrp="1"/>
          </p:cNvSpPr>
          <p:nvPr/>
        </p:nvSpPr>
        <p:spPr>
          <a:xfrm xmlns:a="http://schemas.openxmlformats.org/drawingml/2006/main">
            <a:off x="495300" y="2476500"/>
            <a:ext cx="2552700" cy="904875"/>
          </a:xfrm>
          <a:prstGeom xmlns:a="http://schemas.openxmlformats.org/drawingml/2006/main" prst="rect">
            <a:avLst/>
          </a:prstGeom>
          <a:solidFill xmlns:a="http://schemas.openxmlformats.org/drawingml/2006/main">
            <a:srgbClr val="FFFFFF"/>
          </a:solidFill>
          <a:ln xmlns:a="http://schemas.openxmlformats.org/drawingml/2006/main" w="12383">
            <a:solidFill>
              <a:srgbClr val="246AB8"/>
            </a:solidFill>
            <a:prstDash val="solid"/>
          </a:ln>
        </p:spPr>
      </p:sp>
      <p:sp>
        <p:nvSpPr>
          <p:cNvPr id="9" name="shape-56">
            <a:extLst xmlns:a="http://schemas.openxmlformats.org/drawingml/2006/main">
              <a:ext uri="{FF2B5EF4-FFF2-40B4-BE49-F238E27FC236}">
                <a16:creationId xmlns:a16="http://schemas.microsoft.com/office/drawing/2014/main" id="{ACC0B83F-A7AC-45E8-B5B0-3D717FE44443}"/>
              </a:ext>
            </a:extLst>
          </p:cNvPr>
          <p:cNvSpPr>
            <a:spLocks xmlns:a="http://schemas.openxmlformats.org/drawingml/2006/main" noGrp="1"/>
          </p:cNvSpPr>
          <p:nvPr/>
        </p:nvSpPr>
        <p:spPr>
          <a:xfrm xmlns:a="http://schemas.openxmlformats.org/drawingml/2006/main">
            <a:off x="628650" y="2571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246AB8"/>
                </a:solidFill>
                <a:latin typeface="Microsoft YaHei"/>
                <a:ea typeface="Microsoft YaHei"/>
                <a:cs typeface="Microsoft YaHei"/>
              </a:defRPr>
            </a:defPPr>
            <a:lvl1pPr algn="l">
              <a:buNone/>
              <a:defRPr sz="1800" b="1">
                <a:solidFill>
                  <a:srgbClr val="246AB8"/>
                </a:solidFill>
                <a:latin typeface="Microsoft YaHei"/>
                <a:ea typeface="Microsoft YaHei"/>
                <a:cs typeface="Microsoft YaHei"/>
              </a:defRPr>
            </a:lvl1pPr>
            <a:lvl2pPr algn="l">
              <a:buNone/>
              <a:defRPr sz="1800" b="1">
                <a:solidFill>
                  <a:srgbClr val="246AB8"/>
                </a:solidFill>
                <a:latin typeface="Microsoft YaHei"/>
                <a:ea typeface="Microsoft YaHei"/>
                <a:cs typeface="Microsoft YaHei"/>
              </a:defRPr>
            </a:lvl2pPr>
            <a:lvl3pPr algn="l">
              <a:buNone/>
              <a:defRPr sz="1800" b="1">
                <a:solidFill>
                  <a:srgbClr val="246AB8"/>
                </a:solidFill>
                <a:latin typeface="Microsoft YaHei"/>
                <a:ea typeface="Microsoft YaHei"/>
                <a:cs typeface="Microsoft YaHei"/>
              </a:defRPr>
            </a:lvl3pPr>
            <a:lvl4pPr algn="l">
              <a:buNone/>
              <a:defRPr sz="1800" b="1">
                <a:solidFill>
                  <a:srgbClr val="246AB8"/>
                </a:solidFill>
                <a:latin typeface="Microsoft YaHei"/>
                <a:ea typeface="Microsoft YaHei"/>
                <a:cs typeface="Microsoft YaHei"/>
              </a:defRPr>
            </a:lvl4pPr>
            <a:lvl5pPr algn="l">
              <a:buNone/>
              <a:defRPr sz="1800" b="1">
                <a:solidFill>
                  <a:srgbClr val="246AB8"/>
                </a:solidFill>
                <a:latin typeface="Microsoft YaHei"/>
                <a:ea typeface="Microsoft YaHei"/>
                <a:cs typeface="Microsoft YaHei"/>
              </a:defRPr>
            </a:lvl5pPr>
            <a:lvl6pPr algn="l">
              <a:buNone/>
              <a:defRPr sz="1800" b="1">
                <a:solidFill>
                  <a:srgbClr val="246AB8"/>
                </a:solidFill>
                <a:latin typeface="Microsoft YaHei"/>
                <a:ea typeface="Microsoft YaHei"/>
                <a:cs typeface="Microsoft YaHei"/>
              </a:defRPr>
            </a:lvl6pPr>
            <a:lvl7pPr algn="l">
              <a:buNone/>
              <a:defRPr sz="1800" b="1">
                <a:solidFill>
                  <a:srgbClr val="246AB8"/>
                </a:solidFill>
                <a:latin typeface="Microsoft YaHei"/>
                <a:ea typeface="Microsoft YaHei"/>
                <a:cs typeface="Microsoft YaHei"/>
              </a:defRPr>
            </a:lvl7pPr>
            <a:lvl8pPr algn="l">
              <a:buNone/>
              <a:defRPr sz="1800" b="1">
                <a:solidFill>
                  <a:srgbClr val="246AB8"/>
                </a:solidFill>
                <a:latin typeface="Microsoft YaHei"/>
                <a:ea typeface="Microsoft YaHei"/>
                <a:cs typeface="Microsoft YaHei"/>
              </a:defRPr>
            </a:lvl8pPr>
            <a:lvl9pPr algn="l">
              <a:buNone/>
              <a:defRPr sz="1800" b="1">
                <a:solidFill>
                  <a:srgbClr val="246AB8"/>
                </a:solidFill>
                <a:latin typeface="Microsoft YaHei"/>
                <a:ea typeface="Microsoft YaHei"/>
                <a:cs typeface="Microsoft YaHei"/>
              </a:defRPr>
            </a:lvl9pPr>
          </a:lstStyle>
          <a:p xmlns:a="http://schemas.openxmlformats.org/drawingml/2006/main">
            <a:pPr algn="l">
              <a:lnSpc>
                <a:spcPct val="112000"/>
              </a:lnSpc>
              <a:buNone/>
              <a:defRPr sz="1800" b="1">
                <a:solidFill>
                  <a:srgbClr val="246AB8"/>
                </a:solidFill>
                <a:latin typeface="Microsoft YaHei"/>
                <a:ea typeface="Microsoft YaHei"/>
                <a:cs typeface="Microsoft YaHei"/>
              </a:defRPr>
            </a:pPr>
            <a:r>
              <a:rPr sz="1800" b="1">
                <a:solidFill>
                  <a:srgbClr val="246AB8"/>
                </a:solidFill>
                <a:latin typeface="Microsoft YaHei"/>
                <a:ea typeface="Microsoft YaHei"/>
                <a:cs typeface="Microsoft YaHei"/>
              </a:rPr>
              <a:t>应用用例</a:t>
            </a:r>
          </a:p>
        </p:txBody>
      </p:sp>
      <p:sp>
        <p:nvSpPr>
          <p:cNvPr id="10" name="shape-57">
            <a:extLst xmlns:a="http://schemas.openxmlformats.org/drawingml/2006/main">
              <a:ext uri="{FF2B5EF4-FFF2-40B4-BE49-F238E27FC236}">
                <a16:creationId xmlns:a16="http://schemas.microsoft.com/office/drawing/2014/main" id="{36A48A2C-4F98-4946-9A20-4E52F58F35DF}"/>
              </a:ext>
            </a:extLst>
          </p:cNvPr>
          <p:cNvSpPr>
            <a:spLocks xmlns:a="http://schemas.openxmlformats.org/drawingml/2006/main" noGrp="1"/>
          </p:cNvSpPr>
          <p:nvPr/>
        </p:nvSpPr>
        <p:spPr>
          <a:xfrm xmlns:a="http://schemas.openxmlformats.org/drawingml/2006/main">
            <a:off x="628650" y="293370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17263A"/>
                </a:solidFill>
                <a:latin typeface="Microsoft YaHei"/>
                <a:ea typeface="Microsoft YaHei"/>
                <a:cs typeface="Microsoft YaHei"/>
              </a:defRPr>
            </a:defPPr>
            <a:lvl1pPr algn="l">
              <a:buNone/>
              <a:defRPr sz="1575" b="0">
                <a:solidFill>
                  <a:srgbClr val="17263A"/>
                </a:solidFill>
                <a:latin typeface="Microsoft YaHei"/>
                <a:ea typeface="Microsoft YaHei"/>
                <a:cs typeface="Microsoft YaHei"/>
              </a:defRPr>
            </a:lvl1pPr>
            <a:lvl2pPr algn="l">
              <a:buNone/>
              <a:defRPr sz="1575" b="0">
                <a:solidFill>
                  <a:srgbClr val="17263A"/>
                </a:solidFill>
                <a:latin typeface="Microsoft YaHei"/>
                <a:ea typeface="Microsoft YaHei"/>
                <a:cs typeface="Microsoft YaHei"/>
              </a:defRPr>
            </a:lvl2pPr>
            <a:lvl3pPr algn="l">
              <a:buNone/>
              <a:defRPr sz="1575" b="0">
                <a:solidFill>
                  <a:srgbClr val="17263A"/>
                </a:solidFill>
                <a:latin typeface="Microsoft YaHei"/>
                <a:ea typeface="Microsoft YaHei"/>
                <a:cs typeface="Microsoft YaHei"/>
              </a:defRPr>
            </a:lvl3pPr>
            <a:lvl4pPr algn="l">
              <a:buNone/>
              <a:defRPr sz="1575" b="0">
                <a:solidFill>
                  <a:srgbClr val="17263A"/>
                </a:solidFill>
                <a:latin typeface="Microsoft YaHei"/>
                <a:ea typeface="Microsoft YaHei"/>
                <a:cs typeface="Microsoft YaHei"/>
              </a:defRPr>
            </a:lvl4pPr>
            <a:lvl5pPr algn="l">
              <a:buNone/>
              <a:defRPr sz="1575" b="0">
                <a:solidFill>
                  <a:srgbClr val="17263A"/>
                </a:solidFill>
                <a:latin typeface="Microsoft YaHei"/>
                <a:ea typeface="Microsoft YaHei"/>
                <a:cs typeface="Microsoft YaHei"/>
              </a:defRPr>
            </a:lvl5pPr>
            <a:lvl6pPr algn="l">
              <a:buNone/>
              <a:defRPr sz="1575" b="0">
                <a:solidFill>
                  <a:srgbClr val="17263A"/>
                </a:solidFill>
                <a:latin typeface="Microsoft YaHei"/>
                <a:ea typeface="Microsoft YaHei"/>
                <a:cs typeface="Microsoft YaHei"/>
              </a:defRPr>
            </a:lvl6pPr>
            <a:lvl7pPr algn="l">
              <a:buNone/>
              <a:defRPr sz="1575" b="0">
                <a:solidFill>
                  <a:srgbClr val="17263A"/>
                </a:solidFill>
                <a:latin typeface="Microsoft YaHei"/>
                <a:ea typeface="Microsoft YaHei"/>
                <a:cs typeface="Microsoft YaHei"/>
              </a:defRPr>
            </a:lvl7pPr>
            <a:lvl8pPr algn="l">
              <a:buNone/>
              <a:defRPr sz="1575" b="0">
                <a:solidFill>
                  <a:srgbClr val="17263A"/>
                </a:solidFill>
                <a:latin typeface="Microsoft YaHei"/>
                <a:ea typeface="Microsoft YaHei"/>
                <a:cs typeface="Microsoft YaHei"/>
              </a:defRPr>
            </a:lvl8pPr>
            <a:lvl9pPr algn="l">
              <a:buNone/>
              <a:defRPr sz="1575" b="0">
                <a:solidFill>
                  <a:srgbClr val="17263A"/>
                </a:solidFill>
                <a:latin typeface="Microsoft YaHei"/>
                <a:ea typeface="Microsoft YaHei"/>
                <a:cs typeface="Microsoft YaHei"/>
              </a:defRPr>
            </a:lvl9pPr>
          </a:lstStyle>
          <a:p xmlns:a="http://schemas.openxmlformats.org/drawingml/2006/main">
            <a:pPr algn="l">
              <a:lnSpc>
                <a:spcPct val="112000"/>
              </a:lnSpc>
              <a:buNone/>
              <a:defRPr sz="1575" b="0">
                <a:solidFill>
                  <a:srgbClr val="17263A"/>
                </a:solidFill>
                <a:latin typeface="Microsoft YaHei"/>
                <a:ea typeface="Microsoft YaHei"/>
                <a:cs typeface="Microsoft YaHei"/>
              </a:defRPr>
            </a:pPr>
            <a:r>
              <a:rPr sz="1575" b="0">
                <a:solidFill>
                  <a:srgbClr val="17263A"/>
                </a:solidFill>
                <a:latin typeface="Microsoft YaHei"/>
                <a:ea typeface="Microsoft YaHei"/>
                <a:cs typeface="Microsoft YaHei"/>
              </a:rPr>
              <a:t>经端口发起本次操作</a:t>
            </a:r>
          </a:p>
        </p:txBody>
      </p:sp>
      <p:sp>
        <p:nvSpPr>
          <p:cNvPr id="11" name="shape-58">
            <a:extLst xmlns:a="http://schemas.openxmlformats.org/drawingml/2006/main">
              <a:ext uri="{FF2B5EF4-FFF2-40B4-BE49-F238E27FC236}">
                <a16:creationId xmlns:a16="http://schemas.microsoft.com/office/drawing/2014/main" id="{E620E381-BCD9-4714-8468-002787B26B29}"/>
              </a:ext>
            </a:extLst>
          </p:cNvPr>
          <p:cNvSpPr>
            <a:spLocks xmlns:a="http://schemas.openxmlformats.org/drawingml/2006/main" noGrp="1"/>
          </p:cNvSpPr>
          <p:nvPr/>
        </p:nvSpPr>
        <p:spPr>
          <a:xfrm xmlns:a="http://schemas.openxmlformats.org/drawingml/2006/main">
            <a:off x="3333750" y="2476500"/>
            <a:ext cx="2552700" cy="904875"/>
          </a:xfrm>
          <a:prstGeom xmlns:a="http://schemas.openxmlformats.org/drawingml/2006/main" prst="rect">
            <a:avLst/>
          </a:prstGeom>
          <a:solidFill xmlns:a="http://schemas.openxmlformats.org/drawingml/2006/main">
            <a:srgbClr val="FFFFFF"/>
          </a:solidFill>
          <a:ln xmlns:a="http://schemas.openxmlformats.org/drawingml/2006/main" w="12383">
            <a:solidFill>
              <a:srgbClr val="208C9F"/>
            </a:solidFill>
            <a:prstDash val="solid"/>
          </a:ln>
        </p:spPr>
      </p:sp>
      <p:sp>
        <p:nvSpPr>
          <p:cNvPr id="12" name="shape-59">
            <a:extLst xmlns:a="http://schemas.openxmlformats.org/drawingml/2006/main">
              <a:ext uri="{FF2B5EF4-FFF2-40B4-BE49-F238E27FC236}">
                <a16:creationId xmlns:a16="http://schemas.microsoft.com/office/drawing/2014/main" id="{95613525-91AC-4C93-8397-91A843E803F2}"/>
              </a:ext>
            </a:extLst>
          </p:cNvPr>
          <p:cNvSpPr>
            <a:spLocks xmlns:a="http://schemas.openxmlformats.org/drawingml/2006/main" noGrp="1"/>
          </p:cNvSpPr>
          <p:nvPr/>
        </p:nvSpPr>
        <p:spPr>
          <a:xfrm xmlns:a="http://schemas.openxmlformats.org/drawingml/2006/main">
            <a:off x="3467100" y="2571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208C9F"/>
                </a:solidFill>
                <a:latin typeface="Microsoft YaHei"/>
                <a:ea typeface="Microsoft YaHei"/>
                <a:cs typeface="Microsoft YaHei"/>
              </a:defRPr>
            </a:defPPr>
            <a:lvl1pPr algn="l">
              <a:buNone/>
              <a:defRPr sz="1800" b="1">
                <a:solidFill>
                  <a:srgbClr val="208C9F"/>
                </a:solidFill>
                <a:latin typeface="Microsoft YaHei"/>
                <a:ea typeface="Microsoft YaHei"/>
                <a:cs typeface="Microsoft YaHei"/>
              </a:defRPr>
            </a:lvl1pPr>
            <a:lvl2pPr algn="l">
              <a:buNone/>
              <a:defRPr sz="1800" b="1">
                <a:solidFill>
                  <a:srgbClr val="208C9F"/>
                </a:solidFill>
                <a:latin typeface="Microsoft YaHei"/>
                <a:ea typeface="Microsoft YaHei"/>
                <a:cs typeface="Microsoft YaHei"/>
              </a:defRPr>
            </a:lvl2pPr>
            <a:lvl3pPr algn="l">
              <a:buNone/>
              <a:defRPr sz="1800" b="1">
                <a:solidFill>
                  <a:srgbClr val="208C9F"/>
                </a:solidFill>
                <a:latin typeface="Microsoft YaHei"/>
                <a:ea typeface="Microsoft YaHei"/>
                <a:cs typeface="Microsoft YaHei"/>
              </a:defRPr>
            </a:lvl3pPr>
            <a:lvl4pPr algn="l">
              <a:buNone/>
              <a:defRPr sz="1800" b="1">
                <a:solidFill>
                  <a:srgbClr val="208C9F"/>
                </a:solidFill>
                <a:latin typeface="Microsoft YaHei"/>
                <a:ea typeface="Microsoft YaHei"/>
                <a:cs typeface="Microsoft YaHei"/>
              </a:defRPr>
            </a:lvl4pPr>
            <a:lvl5pPr algn="l">
              <a:buNone/>
              <a:defRPr sz="1800" b="1">
                <a:solidFill>
                  <a:srgbClr val="208C9F"/>
                </a:solidFill>
                <a:latin typeface="Microsoft YaHei"/>
                <a:ea typeface="Microsoft YaHei"/>
                <a:cs typeface="Microsoft YaHei"/>
              </a:defRPr>
            </a:lvl5pPr>
            <a:lvl6pPr algn="l">
              <a:buNone/>
              <a:defRPr sz="1800" b="1">
                <a:solidFill>
                  <a:srgbClr val="208C9F"/>
                </a:solidFill>
                <a:latin typeface="Microsoft YaHei"/>
                <a:ea typeface="Microsoft YaHei"/>
                <a:cs typeface="Microsoft YaHei"/>
              </a:defRPr>
            </a:lvl6pPr>
            <a:lvl7pPr algn="l">
              <a:buNone/>
              <a:defRPr sz="1800" b="1">
                <a:solidFill>
                  <a:srgbClr val="208C9F"/>
                </a:solidFill>
                <a:latin typeface="Microsoft YaHei"/>
                <a:ea typeface="Microsoft YaHei"/>
                <a:cs typeface="Microsoft YaHei"/>
              </a:defRPr>
            </a:lvl7pPr>
            <a:lvl8pPr algn="l">
              <a:buNone/>
              <a:defRPr sz="1800" b="1">
                <a:solidFill>
                  <a:srgbClr val="208C9F"/>
                </a:solidFill>
                <a:latin typeface="Microsoft YaHei"/>
                <a:ea typeface="Microsoft YaHei"/>
                <a:cs typeface="Microsoft YaHei"/>
              </a:defRPr>
            </a:lvl8pPr>
            <a:lvl9pPr algn="l">
              <a:buNone/>
              <a:defRPr sz="1800" b="1">
                <a:solidFill>
                  <a:srgbClr val="208C9F"/>
                </a:solidFill>
                <a:latin typeface="Microsoft YaHei"/>
                <a:ea typeface="Microsoft YaHei"/>
                <a:cs typeface="Microsoft YaHei"/>
              </a:defRPr>
            </a:lvl9pPr>
          </a:lstStyle>
          <a:p xmlns:a="http://schemas.openxmlformats.org/drawingml/2006/main">
            <a:pPr algn="l">
              <a:lnSpc>
                <a:spcPct val="112000"/>
              </a:lnSpc>
              <a:buNone/>
              <a:defRPr sz="1800" b="1">
                <a:solidFill>
                  <a:srgbClr val="208C9F"/>
                </a:solidFill>
                <a:latin typeface="Microsoft YaHei"/>
                <a:ea typeface="Microsoft YaHei"/>
                <a:cs typeface="Microsoft YaHei"/>
              </a:defRPr>
            </a:pPr>
            <a:r>
              <a:rPr sz="1800" b="1">
                <a:solidFill>
                  <a:srgbClr val="208C9F"/>
                </a:solidFill>
                <a:latin typeface="Microsoft YaHei"/>
                <a:ea typeface="Microsoft YaHei"/>
                <a:cs typeface="Microsoft YaHei"/>
              </a:rPr>
              <a:t>R / I 实现</a:t>
            </a:r>
          </a:p>
        </p:txBody>
      </p:sp>
      <p:sp>
        <p:nvSpPr>
          <p:cNvPr id="13" name="shape-60">
            <a:extLst xmlns:a="http://schemas.openxmlformats.org/drawingml/2006/main">
              <a:ext uri="{FF2B5EF4-FFF2-40B4-BE49-F238E27FC236}">
                <a16:creationId xmlns:a16="http://schemas.microsoft.com/office/drawing/2014/main" id="{A0B97DC8-9DA6-46DA-8B5D-4B3363C4CFC5}"/>
              </a:ext>
            </a:extLst>
          </p:cNvPr>
          <p:cNvSpPr>
            <a:spLocks xmlns:a="http://schemas.openxmlformats.org/drawingml/2006/main" noGrp="1"/>
          </p:cNvSpPr>
          <p:nvPr/>
        </p:nvSpPr>
        <p:spPr>
          <a:xfrm xmlns:a="http://schemas.openxmlformats.org/drawingml/2006/main">
            <a:off x="3467100" y="293370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17263A"/>
                </a:solidFill>
                <a:latin typeface="Microsoft YaHei"/>
                <a:ea typeface="Microsoft YaHei"/>
                <a:cs typeface="Microsoft YaHei"/>
              </a:defRPr>
            </a:defPPr>
            <a:lvl1pPr algn="l">
              <a:buNone/>
              <a:defRPr sz="1575" b="0">
                <a:solidFill>
                  <a:srgbClr val="17263A"/>
                </a:solidFill>
                <a:latin typeface="Microsoft YaHei"/>
                <a:ea typeface="Microsoft YaHei"/>
                <a:cs typeface="Microsoft YaHei"/>
              </a:defRPr>
            </a:lvl1pPr>
            <a:lvl2pPr algn="l">
              <a:buNone/>
              <a:defRPr sz="1575" b="0">
                <a:solidFill>
                  <a:srgbClr val="17263A"/>
                </a:solidFill>
                <a:latin typeface="Microsoft YaHei"/>
                <a:ea typeface="Microsoft YaHei"/>
                <a:cs typeface="Microsoft YaHei"/>
              </a:defRPr>
            </a:lvl2pPr>
            <a:lvl3pPr algn="l">
              <a:buNone/>
              <a:defRPr sz="1575" b="0">
                <a:solidFill>
                  <a:srgbClr val="17263A"/>
                </a:solidFill>
                <a:latin typeface="Microsoft YaHei"/>
                <a:ea typeface="Microsoft YaHei"/>
                <a:cs typeface="Microsoft YaHei"/>
              </a:defRPr>
            </a:lvl3pPr>
            <a:lvl4pPr algn="l">
              <a:buNone/>
              <a:defRPr sz="1575" b="0">
                <a:solidFill>
                  <a:srgbClr val="17263A"/>
                </a:solidFill>
                <a:latin typeface="Microsoft YaHei"/>
                <a:ea typeface="Microsoft YaHei"/>
                <a:cs typeface="Microsoft YaHei"/>
              </a:defRPr>
            </a:lvl4pPr>
            <a:lvl5pPr algn="l">
              <a:buNone/>
              <a:defRPr sz="1575" b="0">
                <a:solidFill>
                  <a:srgbClr val="17263A"/>
                </a:solidFill>
                <a:latin typeface="Microsoft YaHei"/>
                <a:ea typeface="Microsoft YaHei"/>
                <a:cs typeface="Microsoft YaHei"/>
              </a:defRPr>
            </a:lvl5pPr>
            <a:lvl6pPr algn="l">
              <a:buNone/>
              <a:defRPr sz="1575" b="0">
                <a:solidFill>
                  <a:srgbClr val="17263A"/>
                </a:solidFill>
                <a:latin typeface="Microsoft YaHei"/>
                <a:ea typeface="Microsoft YaHei"/>
                <a:cs typeface="Microsoft YaHei"/>
              </a:defRPr>
            </a:lvl6pPr>
            <a:lvl7pPr algn="l">
              <a:buNone/>
              <a:defRPr sz="1575" b="0">
                <a:solidFill>
                  <a:srgbClr val="17263A"/>
                </a:solidFill>
                <a:latin typeface="Microsoft YaHei"/>
                <a:ea typeface="Microsoft YaHei"/>
                <a:cs typeface="Microsoft YaHei"/>
              </a:defRPr>
            </a:lvl7pPr>
            <a:lvl8pPr algn="l">
              <a:buNone/>
              <a:defRPr sz="1575" b="0">
                <a:solidFill>
                  <a:srgbClr val="17263A"/>
                </a:solidFill>
                <a:latin typeface="Microsoft YaHei"/>
                <a:ea typeface="Microsoft YaHei"/>
                <a:cs typeface="Microsoft YaHei"/>
              </a:defRPr>
            </a:lvl8pPr>
            <a:lvl9pPr algn="l">
              <a:buNone/>
              <a:defRPr sz="1575" b="0">
                <a:solidFill>
                  <a:srgbClr val="17263A"/>
                </a:solidFill>
                <a:latin typeface="Microsoft YaHei"/>
                <a:ea typeface="Microsoft YaHei"/>
                <a:cs typeface="Microsoft YaHei"/>
              </a:defRPr>
            </a:lvl9pPr>
          </a:lstStyle>
          <a:p xmlns:a="http://schemas.openxmlformats.org/drawingml/2006/main">
            <a:pPr algn="l">
              <a:lnSpc>
                <a:spcPct val="112000"/>
              </a:lnSpc>
              <a:buNone/>
              <a:defRPr sz="1575" b="0">
                <a:solidFill>
                  <a:srgbClr val="17263A"/>
                </a:solidFill>
                <a:latin typeface="Microsoft YaHei"/>
                <a:ea typeface="Microsoft YaHei"/>
                <a:cs typeface="Microsoft YaHei"/>
              </a:defRPr>
            </a:pPr>
            <a:r>
              <a:rPr sz="1575" b="0">
                <a:solidFill>
                  <a:srgbClr val="17263A"/>
                </a:solidFill>
                <a:latin typeface="Microsoft YaHei"/>
                <a:ea typeface="Microsoft YaHei"/>
                <a:cs typeface="Microsoft YaHei"/>
              </a:rPr>
              <a:t>卡协议 / 平台能力</a:t>
            </a:r>
          </a:p>
        </p:txBody>
      </p:sp>
      <p:sp>
        <p:nvSpPr>
          <p:cNvPr id="15" name="shape-61">
            <a:extLst xmlns:a="http://schemas.openxmlformats.org/drawingml/2006/main">
              <a:ext uri="{FF2B5EF4-FFF2-40B4-BE49-F238E27FC236}">
                <a16:creationId xmlns:a16="http://schemas.microsoft.com/office/drawing/2014/main" id="{CE77F974-E483-4985-9B08-E28B5BEA43BC}"/>
              </a:ext>
            </a:extLst>
          </p:cNvPr>
          <p:cNvSpPr>
            <a:spLocks xmlns:a="http://schemas.openxmlformats.org/drawingml/2006/main" noGrp="1"/>
          </p:cNvSpPr>
          <p:nvPr/>
        </p:nvSpPr>
        <p:spPr>
          <a:xfrm xmlns:a="http://schemas.openxmlformats.org/drawingml/2006/main">
            <a:off x="495300" y="3781425"/>
            <a:ext cx="5334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17263A"/>
                </a:solidFill>
                <a:latin typeface="Microsoft YaHei"/>
                <a:ea typeface="Microsoft YaHei"/>
                <a:cs typeface="Microsoft YaHei"/>
              </a:defRPr>
            </a:defPPr>
            <a:lvl1pPr algn="l">
              <a:buNone/>
              <a:defRPr sz="1725" b="0">
                <a:solidFill>
                  <a:srgbClr val="17263A"/>
                </a:solidFill>
                <a:latin typeface="Microsoft YaHei"/>
                <a:ea typeface="Microsoft YaHei"/>
                <a:cs typeface="Microsoft YaHei"/>
              </a:defRPr>
            </a:lvl1pPr>
            <a:lvl2pPr algn="l">
              <a:buNone/>
              <a:defRPr sz="1725" b="0">
                <a:solidFill>
                  <a:srgbClr val="17263A"/>
                </a:solidFill>
                <a:latin typeface="Microsoft YaHei"/>
                <a:ea typeface="Microsoft YaHei"/>
                <a:cs typeface="Microsoft YaHei"/>
              </a:defRPr>
            </a:lvl2pPr>
            <a:lvl3pPr algn="l">
              <a:buNone/>
              <a:defRPr sz="1725" b="0">
                <a:solidFill>
                  <a:srgbClr val="17263A"/>
                </a:solidFill>
                <a:latin typeface="Microsoft YaHei"/>
                <a:ea typeface="Microsoft YaHei"/>
                <a:cs typeface="Microsoft YaHei"/>
              </a:defRPr>
            </a:lvl3pPr>
            <a:lvl4pPr algn="l">
              <a:buNone/>
              <a:defRPr sz="1725" b="0">
                <a:solidFill>
                  <a:srgbClr val="17263A"/>
                </a:solidFill>
                <a:latin typeface="Microsoft YaHei"/>
                <a:ea typeface="Microsoft YaHei"/>
                <a:cs typeface="Microsoft YaHei"/>
              </a:defRPr>
            </a:lvl4pPr>
            <a:lvl5pPr algn="l">
              <a:buNone/>
              <a:defRPr sz="1725" b="0">
                <a:solidFill>
                  <a:srgbClr val="17263A"/>
                </a:solidFill>
                <a:latin typeface="Microsoft YaHei"/>
                <a:ea typeface="Microsoft YaHei"/>
                <a:cs typeface="Microsoft YaHei"/>
              </a:defRPr>
            </a:lvl5pPr>
            <a:lvl6pPr algn="l">
              <a:buNone/>
              <a:defRPr sz="1725" b="0">
                <a:solidFill>
                  <a:srgbClr val="17263A"/>
                </a:solidFill>
                <a:latin typeface="Microsoft YaHei"/>
                <a:ea typeface="Microsoft YaHei"/>
                <a:cs typeface="Microsoft YaHei"/>
              </a:defRPr>
            </a:lvl6pPr>
            <a:lvl7pPr algn="l">
              <a:buNone/>
              <a:defRPr sz="1725" b="0">
                <a:solidFill>
                  <a:srgbClr val="17263A"/>
                </a:solidFill>
                <a:latin typeface="Microsoft YaHei"/>
                <a:ea typeface="Microsoft YaHei"/>
                <a:cs typeface="Microsoft YaHei"/>
              </a:defRPr>
            </a:lvl7pPr>
            <a:lvl8pPr algn="l">
              <a:buNone/>
              <a:defRPr sz="1725" b="0">
                <a:solidFill>
                  <a:srgbClr val="17263A"/>
                </a:solidFill>
                <a:latin typeface="Microsoft YaHei"/>
                <a:ea typeface="Microsoft YaHei"/>
                <a:cs typeface="Microsoft YaHei"/>
              </a:defRPr>
            </a:lvl8pPr>
            <a:lvl9pPr algn="l">
              <a:buNone/>
              <a:defRPr sz="1725" b="0">
                <a:solidFill>
                  <a:srgbClr val="17263A"/>
                </a:solidFill>
                <a:latin typeface="Microsoft YaHei"/>
                <a:ea typeface="Microsoft YaHei"/>
                <a:cs typeface="Microsoft YaHei"/>
              </a:defRPr>
            </a:lvl9pPr>
          </a:lstStyle>
          <a:p xmlns:a="http://schemas.openxmlformats.org/drawingml/2006/main">
            <a:pPr algn="l">
              <a:lnSpc>
                <a:spcPct val="112000"/>
              </a:lnSpc>
              <a:buNone/>
              <a:defRPr sz="1725" b="0">
                <a:solidFill>
                  <a:srgbClr val="17263A"/>
                </a:solidFill>
                <a:latin typeface="Microsoft YaHei"/>
                <a:ea typeface="Microsoft YaHei"/>
                <a:cs typeface="Microsoft YaHei"/>
              </a:defRPr>
            </a:pPr>
            <a:r>
              <a:rPr sz="1725" b="0">
                <a:solidFill>
                  <a:srgbClr val="17263A"/>
                </a:solidFill>
                <a:latin typeface="Microsoft YaHei"/>
                <a:ea typeface="Microsoft YaHei"/>
                <a:cs typeface="Microsoft YaHei"/>
              </a:rPr>
              <a:t>结果回到应用入口校验，再由对应维护者接纳</a:t>
            </a:r>
          </a:p>
          <a:p xmlns:a="http://schemas.openxmlformats.org/drawingml/2006/main">
            <a:pPr algn="l">
              <a:lnSpc>
                <a:spcPct val="112000"/>
              </a:lnSpc>
              <a:buNone/>
              <a:defRPr sz="1725" b="0">
                <a:solidFill>
                  <a:srgbClr val="17263A"/>
                </a:solidFill>
                <a:latin typeface="Microsoft YaHei"/>
                <a:ea typeface="Microsoft YaHei"/>
                <a:cs typeface="Microsoft YaHei"/>
              </a:defRPr>
            </a:pPr>
            <a:r>
              <a:rPr sz="1725" b="0">
                <a:solidFill>
                  <a:srgbClr val="17263A"/>
                </a:solidFill>
                <a:latin typeface="Microsoft YaHei"/>
                <a:ea typeface="Microsoft YaHei"/>
                <a:cs typeface="Microsoft YaHei"/>
              </a:rPr>
              <a:t>简单快照查询可以直接走约定查询路径</a:t>
            </a:r>
          </a:p>
        </p:txBody>
      </p:sp>
      <p:sp>
        <p:nvSpPr>
          <p:cNvPr id="16" name="shape-62">
            <a:extLst xmlns:a="http://schemas.openxmlformats.org/drawingml/2006/main">
              <a:ext uri="{FF2B5EF4-FFF2-40B4-BE49-F238E27FC236}">
                <a16:creationId xmlns:a16="http://schemas.microsoft.com/office/drawing/2014/main" id="{687690D6-CB7B-4F06-B37D-2CAE6DAF3211}"/>
              </a:ext>
            </a:extLst>
          </p:cNvPr>
          <p:cNvSpPr>
            <a:spLocks xmlns:a="http://schemas.openxmlformats.org/drawingml/2006/main" noGrp="1"/>
          </p:cNvSpPr>
          <p:nvPr/>
        </p:nvSpPr>
        <p:spPr>
          <a:xfrm xmlns:a="http://schemas.openxmlformats.org/drawingml/2006/main">
            <a:off x="6619875" y="1857375"/>
            <a:ext cx="5048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1">
                <a:solidFill>
                  <a:srgbClr val="246AB8"/>
                </a:solidFill>
                <a:latin typeface="Microsoft YaHei"/>
                <a:ea typeface="Microsoft YaHei"/>
                <a:cs typeface="Microsoft YaHei"/>
              </a:defRPr>
            </a:defPPr>
            <a:lvl1pPr algn="l">
              <a:buNone/>
              <a:defRPr sz="2025" b="1">
                <a:solidFill>
                  <a:srgbClr val="246AB8"/>
                </a:solidFill>
                <a:latin typeface="Microsoft YaHei"/>
                <a:ea typeface="Microsoft YaHei"/>
                <a:cs typeface="Microsoft YaHei"/>
              </a:defRPr>
            </a:lvl1pPr>
            <a:lvl2pPr algn="l">
              <a:buNone/>
              <a:defRPr sz="2025" b="1">
                <a:solidFill>
                  <a:srgbClr val="246AB8"/>
                </a:solidFill>
                <a:latin typeface="Microsoft YaHei"/>
                <a:ea typeface="Microsoft YaHei"/>
                <a:cs typeface="Microsoft YaHei"/>
              </a:defRPr>
            </a:lvl2pPr>
            <a:lvl3pPr algn="l">
              <a:buNone/>
              <a:defRPr sz="2025" b="1">
                <a:solidFill>
                  <a:srgbClr val="246AB8"/>
                </a:solidFill>
                <a:latin typeface="Microsoft YaHei"/>
                <a:ea typeface="Microsoft YaHei"/>
                <a:cs typeface="Microsoft YaHei"/>
              </a:defRPr>
            </a:lvl3pPr>
            <a:lvl4pPr algn="l">
              <a:buNone/>
              <a:defRPr sz="2025" b="1">
                <a:solidFill>
                  <a:srgbClr val="246AB8"/>
                </a:solidFill>
                <a:latin typeface="Microsoft YaHei"/>
                <a:ea typeface="Microsoft YaHei"/>
                <a:cs typeface="Microsoft YaHei"/>
              </a:defRPr>
            </a:lvl4pPr>
            <a:lvl5pPr algn="l">
              <a:buNone/>
              <a:defRPr sz="2025" b="1">
                <a:solidFill>
                  <a:srgbClr val="246AB8"/>
                </a:solidFill>
                <a:latin typeface="Microsoft YaHei"/>
                <a:ea typeface="Microsoft YaHei"/>
                <a:cs typeface="Microsoft YaHei"/>
              </a:defRPr>
            </a:lvl5pPr>
            <a:lvl6pPr algn="l">
              <a:buNone/>
              <a:defRPr sz="2025" b="1">
                <a:solidFill>
                  <a:srgbClr val="246AB8"/>
                </a:solidFill>
                <a:latin typeface="Microsoft YaHei"/>
                <a:ea typeface="Microsoft YaHei"/>
                <a:cs typeface="Microsoft YaHei"/>
              </a:defRPr>
            </a:lvl6pPr>
            <a:lvl7pPr algn="l">
              <a:buNone/>
              <a:defRPr sz="2025" b="1">
                <a:solidFill>
                  <a:srgbClr val="246AB8"/>
                </a:solidFill>
                <a:latin typeface="Microsoft YaHei"/>
                <a:ea typeface="Microsoft YaHei"/>
                <a:cs typeface="Microsoft YaHei"/>
              </a:defRPr>
            </a:lvl7pPr>
            <a:lvl8pPr algn="l">
              <a:buNone/>
              <a:defRPr sz="2025" b="1">
                <a:solidFill>
                  <a:srgbClr val="246AB8"/>
                </a:solidFill>
                <a:latin typeface="Microsoft YaHei"/>
                <a:ea typeface="Microsoft YaHei"/>
                <a:cs typeface="Microsoft YaHei"/>
              </a:defRPr>
            </a:lvl8pPr>
            <a:lvl9pPr algn="l">
              <a:buNone/>
              <a:defRPr sz="2025" b="1">
                <a:solidFill>
                  <a:srgbClr val="246AB8"/>
                </a:solidFill>
                <a:latin typeface="Microsoft YaHei"/>
                <a:ea typeface="Microsoft YaHei"/>
                <a:cs typeface="Microsoft YaHei"/>
              </a:defRPr>
            </a:lvl9pPr>
          </a:lstStyle>
          <a:p xmlns:a="http://schemas.openxmlformats.org/drawingml/2006/main">
            <a:pPr algn="l">
              <a:lnSpc>
                <a:spcPct val="112000"/>
              </a:lnSpc>
              <a:buNone/>
              <a:defRPr sz="2025" b="1">
                <a:solidFill>
                  <a:srgbClr val="246AB8"/>
                </a:solidFill>
                <a:latin typeface="Microsoft YaHei"/>
                <a:ea typeface="Microsoft YaHei"/>
                <a:cs typeface="Microsoft YaHei"/>
              </a:defRPr>
            </a:pPr>
            <a:r>
              <a:rPr sz="2025" b="1">
                <a:solidFill>
                  <a:srgbClr val="246AB8"/>
                </a:solidFill>
                <a:latin typeface="Microsoft YaHei"/>
                <a:ea typeface="Microsoft YaHei"/>
                <a:cs typeface="Microsoft YaHei"/>
              </a:rPr>
              <a:t>源码：实现依赖内层契约</a:t>
            </a:r>
          </a:p>
        </p:txBody>
      </p:sp>
      <p:sp>
        <p:nvSpPr>
          <p:cNvPr id="17" name="shape-63">
            <a:extLst xmlns:a="http://schemas.openxmlformats.org/drawingml/2006/main">
              <a:ext uri="{FF2B5EF4-FFF2-40B4-BE49-F238E27FC236}">
                <a16:creationId xmlns:a16="http://schemas.microsoft.com/office/drawing/2014/main" id="{AE1C90C6-C1F7-474D-A87D-5195F561B94B}"/>
              </a:ext>
            </a:extLst>
          </p:cNvPr>
          <p:cNvSpPr>
            <a:spLocks xmlns:a="http://schemas.openxmlformats.org/drawingml/2006/main" noGrp="1"/>
          </p:cNvSpPr>
          <p:nvPr/>
        </p:nvSpPr>
        <p:spPr>
          <a:xfrm xmlns:a="http://schemas.openxmlformats.org/drawingml/2006/main">
            <a:off x="6619875" y="2476500"/>
            <a:ext cx="5076825" cy="904875"/>
          </a:xfrm>
          <a:prstGeom xmlns:a="http://schemas.openxmlformats.org/drawingml/2006/main" prst="rect">
            <a:avLst/>
          </a:prstGeom>
          <a:solidFill xmlns:a="http://schemas.openxmlformats.org/drawingml/2006/main">
            <a:srgbClr val="FFFFFF"/>
          </a:solidFill>
          <a:ln xmlns:a="http://schemas.openxmlformats.org/drawingml/2006/main" w="12383">
            <a:solidFill>
              <a:srgbClr val="246AB8"/>
            </a:solidFill>
            <a:prstDash val="solid"/>
          </a:ln>
        </p:spPr>
      </p:sp>
      <p:sp>
        <p:nvSpPr>
          <p:cNvPr id="18" name="shape-64">
            <a:extLst xmlns:a="http://schemas.openxmlformats.org/drawingml/2006/main">
              <a:ext uri="{FF2B5EF4-FFF2-40B4-BE49-F238E27FC236}">
                <a16:creationId xmlns:a16="http://schemas.microsoft.com/office/drawing/2014/main" id="{BC7F7EC1-4C06-4173-83B2-CED86B1D9732}"/>
              </a:ext>
            </a:extLst>
          </p:cNvPr>
          <p:cNvSpPr>
            <a:spLocks xmlns:a="http://schemas.openxmlformats.org/drawingml/2006/main" noGrp="1"/>
          </p:cNvSpPr>
          <p:nvPr/>
        </p:nvSpPr>
        <p:spPr>
          <a:xfrm xmlns:a="http://schemas.openxmlformats.org/drawingml/2006/main">
            <a:off x="6753225" y="257175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246AB8"/>
                </a:solidFill>
                <a:latin typeface="Microsoft YaHei"/>
                <a:ea typeface="Microsoft YaHei"/>
                <a:cs typeface="Microsoft YaHei"/>
              </a:defRPr>
            </a:defPPr>
            <a:lvl1pPr algn="l">
              <a:buNone/>
              <a:defRPr sz="1800" b="1">
                <a:solidFill>
                  <a:srgbClr val="246AB8"/>
                </a:solidFill>
                <a:latin typeface="Microsoft YaHei"/>
                <a:ea typeface="Microsoft YaHei"/>
                <a:cs typeface="Microsoft YaHei"/>
              </a:defRPr>
            </a:lvl1pPr>
            <a:lvl2pPr algn="l">
              <a:buNone/>
              <a:defRPr sz="1800" b="1">
                <a:solidFill>
                  <a:srgbClr val="246AB8"/>
                </a:solidFill>
                <a:latin typeface="Microsoft YaHei"/>
                <a:ea typeface="Microsoft YaHei"/>
                <a:cs typeface="Microsoft YaHei"/>
              </a:defRPr>
            </a:lvl2pPr>
            <a:lvl3pPr algn="l">
              <a:buNone/>
              <a:defRPr sz="1800" b="1">
                <a:solidFill>
                  <a:srgbClr val="246AB8"/>
                </a:solidFill>
                <a:latin typeface="Microsoft YaHei"/>
                <a:ea typeface="Microsoft YaHei"/>
                <a:cs typeface="Microsoft YaHei"/>
              </a:defRPr>
            </a:lvl3pPr>
            <a:lvl4pPr algn="l">
              <a:buNone/>
              <a:defRPr sz="1800" b="1">
                <a:solidFill>
                  <a:srgbClr val="246AB8"/>
                </a:solidFill>
                <a:latin typeface="Microsoft YaHei"/>
                <a:ea typeface="Microsoft YaHei"/>
                <a:cs typeface="Microsoft YaHei"/>
              </a:defRPr>
            </a:lvl4pPr>
            <a:lvl5pPr algn="l">
              <a:buNone/>
              <a:defRPr sz="1800" b="1">
                <a:solidFill>
                  <a:srgbClr val="246AB8"/>
                </a:solidFill>
                <a:latin typeface="Microsoft YaHei"/>
                <a:ea typeface="Microsoft YaHei"/>
                <a:cs typeface="Microsoft YaHei"/>
              </a:defRPr>
            </a:lvl5pPr>
            <a:lvl6pPr algn="l">
              <a:buNone/>
              <a:defRPr sz="1800" b="1">
                <a:solidFill>
                  <a:srgbClr val="246AB8"/>
                </a:solidFill>
                <a:latin typeface="Microsoft YaHei"/>
                <a:ea typeface="Microsoft YaHei"/>
                <a:cs typeface="Microsoft YaHei"/>
              </a:defRPr>
            </a:lvl6pPr>
            <a:lvl7pPr algn="l">
              <a:buNone/>
              <a:defRPr sz="1800" b="1">
                <a:solidFill>
                  <a:srgbClr val="246AB8"/>
                </a:solidFill>
                <a:latin typeface="Microsoft YaHei"/>
                <a:ea typeface="Microsoft YaHei"/>
                <a:cs typeface="Microsoft YaHei"/>
              </a:defRPr>
            </a:lvl7pPr>
            <a:lvl8pPr algn="l">
              <a:buNone/>
              <a:defRPr sz="1800" b="1">
                <a:solidFill>
                  <a:srgbClr val="246AB8"/>
                </a:solidFill>
                <a:latin typeface="Microsoft YaHei"/>
                <a:ea typeface="Microsoft YaHei"/>
                <a:cs typeface="Microsoft YaHei"/>
              </a:defRPr>
            </a:lvl8pPr>
            <a:lvl9pPr algn="l">
              <a:buNone/>
              <a:defRPr sz="1800" b="1">
                <a:solidFill>
                  <a:srgbClr val="246AB8"/>
                </a:solidFill>
                <a:latin typeface="Microsoft YaHei"/>
                <a:ea typeface="Microsoft YaHei"/>
                <a:cs typeface="Microsoft YaHei"/>
              </a:defRPr>
            </a:lvl9pPr>
          </a:lstStyle>
          <a:p xmlns:a="http://schemas.openxmlformats.org/drawingml/2006/main">
            <a:pPr algn="l">
              <a:lnSpc>
                <a:spcPct val="112000"/>
              </a:lnSpc>
              <a:buNone/>
              <a:defRPr sz="1800" b="1">
                <a:solidFill>
                  <a:srgbClr val="246AB8"/>
                </a:solidFill>
                <a:latin typeface="Microsoft YaHei"/>
                <a:ea typeface="Microsoft YaHei"/>
                <a:cs typeface="Microsoft YaHei"/>
              </a:defRPr>
            </a:pPr>
            <a:r>
              <a:rPr sz="1800" b="1">
                <a:solidFill>
                  <a:srgbClr val="246AB8"/>
                </a:solidFill>
                <a:latin typeface="Microsoft YaHei"/>
                <a:ea typeface="Microsoft YaHei"/>
                <a:cs typeface="Microsoft YaHei"/>
              </a:rPr>
              <a:t>Application 端口契约</a:t>
            </a:r>
          </a:p>
        </p:txBody>
      </p:sp>
      <p:sp>
        <p:nvSpPr>
          <p:cNvPr id="19" name="shape-65">
            <a:extLst xmlns:a="http://schemas.openxmlformats.org/drawingml/2006/main">
              <a:ext uri="{FF2B5EF4-FFF2-40B4-BE49-F238E27FC236}">
                <a16:creationId xmlns:a16="http://schemas.microsoft.com/office/drawing/2014/main" id="{BC5E70E7-2E1C-4B55-A07A-7F220C72F21E}"/>
              </a:ext>
            </a:extLst>
          </p:cNvPr>
          <p:cNvSpPr>
            <a:spLocks xmlns:a="http://schemas.openxmlformats.org/drawingml/2006/main" noGrp="1"/>
          </p:cNvSpPr>
          <p:nvPr/>
        </p:nvSpPr>
        <p:spPr>
          <a:xfrm xmlns:a="http://schemas.openxmlformats.org/drawingml/2006/main">
            <a:off x="6753225" y="2933700"/>
            <a:ext cx="4810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17263A"/>
                </a:solidFill>
                <a:latin typeface="Microsoft YaHei"/>
                <a:ea typeface="Microsoft YaHei"/>
                <a:cs typeface="Microsoft YaHei"/>
              </a:defRPr>
            </a:defPPr>
            <a:lvl1pPr algn="l">
              <a:buNone/>
              <a:defRPr sz="1575" b="0">
                <a:solidFill>
                  <a:srgbClr val="17263A"/>
                </a:solidFill>
                <a:latin typeface="Microsoft YaHei"/>
                <a:ea typeface="Microsoft YaHei"/>
                <a:cs typeface="Microsoft YaHei"/>
              </a:defRPr>
            </a:lvl1pPr>
            <a:lvl2pPr algn="l">
              <a:buNone/>
              <a:defRPr sz="1575" b="0">
                <a:solidFill>
                  <a:srgbClr val="17263A"/>
                </a:solidFill>
                <a:latin typeface="Microsoft YaHei"/>
                <a:ea typeface="Microsoft YaHei"/>
                <a:cs typeface="Microsoft YaHei"/>
              </a:defRPr>
            </a:lvl2pPr>
            <a:lvl3pPr algn="l">
              <a:buNone/>
              <a:defRPr sz="1575" b="0">
                <a:solidFill>
                  <a:srgbClr val="17263A"/>
                </a:solidFill>
                <a:latin typeface="Microsoft YaHei"/>
                <a:ea typeface="Microsoft YaHei"/>
                <a:cs typeface="Microsoft YaHei"/>
              </a:defRPr>
            </a:lvl3pPr>
            <a:lvl4pPr algn="l">
              <a:buNone/>
              <a:defRPr sz="1575" b="0">
                <a:solidFill>
                  <a:srgbClr val="17263A"/>
                </a:solidFill>
                <a:latin typeface="Microsoft YaHei"/>
                <a:ea typeface="Microsoft YaHei"/>
                <a:cs typeface="Microsoft YaHei"/>
              </a:defRPr>
            </a:lvl4pPr>
            <a:lvl5pPr algn="l">
              <a:buNone/>
              <a:defRPr sz="1575" b="0">
                <a:solidFill>
                  <a:srgbClr val="17263A"/>
                </a:solidFill>
                <a:latin typeface="Microsoft YaHei"/>
                <a:ea typeface="Microsoft YaHei"/>
                <a:cs typeface="Microsoft YaHei"/>
              </a:defRPr>
            </a:lvl5pPr>
            <a:lvl6pPr algn="l">
              <a:buNone/>
              <a:defRPr sz="1575" b="0">
                <a:solidFill>
                  <a:srgbClr val="17263A"/>
                </a:solidFill>
                <a:latin typeface="Microsoft YaHei"/>
                <a:ea typeface="Microsoft YaHei"/>
                <a:cs typeface="Microsoft YaHei"/>
              </a:defRPr>
            </a:lvl6pPr>
            <a:lvl7pPr algn="l">
              <a:buNone/>
              <a:defRPr sz="1575" b="0">
                <a:solidFill>
                  <a:srgbClr val="17263A"/>
                </a:solidFill>
                <a:latin typeface="Microsoft YaHei"/>
                <a:ea typeface="Microsoft YaHei"/>
                <a:cs typeface="Microsoft YaHei"/>
              </a:defRPr>
            </a:lvl7pPr>
            <a:lvl8pPr algn="l">
              <a:buNone/>
              <a:defRPr sz="1575" b="0">
                <a:solidFill>
                  <a:srgbClr val="17263A"/>
                </a:solidFill>
                <a:latin typeface="Microsoft YaHei"/>
                <a:ea typeface="Microsoft YaHei"/>
                <a:cs typeface="Microsoft YaHei"/>
              </a:defRPr>
            </a:lvl8pPr>
            <a:lvl9pPr algn="l">
              <a:buNone/>
              <a:defRPr sz="1575" b="0">
                <a:solidFill>
                  <a:srgbClr val="17263A"/>
                </a:solidFill>
                <a:latin typeface="Microsoft YaHei"/>
                <a:ea typeface="Microsoft YaHei"/>
                <a:cs typeface="Microsoft YaHei"/>
              </a:defRPr>
            </a:lvl9pPr>
          </a:lstStyle>
          <a:p xmlns:a="http://schemas.openxmlformats.org/drawingml/2006/main">
            <a:pPr algn="l">
              <a:lnSpc>
                <a:spcPct val="112000"/>
              </a:lnSpc>
              <a:buNone/>
              <a:defRPr sz="1575" b="0">
                <a:solidFill>
                  <a:srgbClr val="17263A"/>
                </a:solidFill>
                <a:latin typeface="Microsoft YaHei"/>
                <a:ea typeface="Microsoft YaHei"/>
                <a:cs typeface="Microsoft YaHei"/>
              </a:defRPr>
            </a:pPr>
            <a:r>
              <a:rPr sz="1575" b="0">
                <a:solidFill>
                  <a:srgbClr val="17263A"/>
                </a:solidFill>
                <a:latin typeface="Microsoft YaHei"/>
                <a:ea typeface="Microsoft YaHei"/>
                <a:cs typeface="Microsoft YaHei"/>
              </a:rPr>
              <a:t>由应用定义执行与查询接口</a:t>
            </a:r>
          </a:p>
        </p:txBody>
      </p:sp>
      <p:sp>
        <p:nvSpPr>
          <p:cNvPr id="20" name="shape-66">
            <a:extLst xmlns:a="http://schemas.openxmlformats.org/drawingml/2006/main">
              <a:ext uri="{FF2B5EF4-FFF2-40B4-BE49-F238E27FC236}">
                <a16:creationId xmlns:a16="http://schemas.microsoft.com/office/drawing/2014/main" id="{525E4AF0-BF6D-4946-BF0B-0E8F7F3BC26E}"/>
              </a:ext>
            </a:extLst>
          </p:cNvPr>
          <p:cNvSpPr>
            <a:spLocks xmlns:a="http://schemas.openxmlformats.org/drawingml/2006/main" noGrp="1"/>
          </p:cNvSpPr>
          <p:nvPr/>
        </p:nvSpPr>
        <p:spPr>
          <a:xfrm xmlns:a="http://schemas.openxmlformats.org/drawingml/2006/main">
            <a:off x="6619875" y="4362450"/>
            <a:ext cx="5076825" cy="904875"/>
          </a:xfrm>
          <a:prstGeom xmlns:a="http://schemas.openxmlformats.org/drawingml/2006/main" prst="rect">
            <a:avLst/>
          </a:prstGeom>
          <a:solidFill xmlns:a="http://schemas.openxmlformats.org/drawingml/2006/main">
            <a:srgbClr val="FFFFFF"/>
          </a:solidFill>
          <a:ln xmlns:a="http://schemas.openxmlformats.org/drawingml/2006/main" w="12383">
            <a:solidFill>
              <a:srgbClr val="208C9F"/>
            </a:solidFill>
            <a:prstDash val="solid"/>
          </a:ln>
        </p:spPr>
      </p:sp>
      <p:sp>
        <p:nvSpPr>
          <p:cNvPr id="21" name="shape-67">
            <a:extLst xmlns:a="http://schemas.openxmlformats.org/drawingml/2006/main">
              <a:ext uri="{FF2B5EF4-FFF2-40B4-BE49-F238E27FC236}">
                <a16:creationId xmlns:a16="http://schemas.microsoft.com/office/drawing/2014/main" id="{D3C0082B-BF21-4B83-9953-3B4938928D69}"/>
              </a:ext>
            </a:extLst>
          </p:cNvPr>
          <p:cNvSpPr>
            <a:spLocks xmlns:a="http://schemas.openxmlformats.org/drawingml/2006/main" noGrp="1"/>
          </p:cNvSpPr>
          <p:nvPr/>
        </p:nvSpPr>
        <p:spPr>
          <a:xfrm xmlns:a="http://schemas.openxmlformats.org/drawingml/2006/main">
            <a:off x="6753225" y="445770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208C9F"/>
                </a:solidFill>
                <a:latin typeface="Microsoft YaHei"/>
                <a:ea typeface="Microsoft YaHei"/>
                <a:cs typeface="Microsoft YaHei"/>
              </a:defRPr>
            </a:defPPr>
            <a:lvl1pPr algn="l">
              <a:buNone/>
              <a:defRPr sz="1800" b="1">
                <a:solidFill>
                  <a:srgbClr val="208C9F"/>
                </a:solidFill>
                <a:latin typeface="Microsoft YaHei"/>
                <a:ea typeface="Microsoft YaHei"/>
                <a:cs typeface="Microsoft YaHei"/>
              </a:defRPr>
            </a:lvl1pPr>
            <a:lvl2pPr algn="l">
              <a:buNone/>
              <a:defRPr sz="1800" b="1">
                <a:solidFill>
                  <a:srgbClr val="208C9F"/>
                </a:solidFill>
                <a:latin typeface="Microsoft YaHei"/>
                <a:ea typeface="Microsoft YaHei"/>
                <a:cs typeface="Microsoft YaHei"/>
              </a:defRPr>
            </a:lvl2pPr>
            <a:lvl3pPr algn="l">
              <a:buNone/>
              <a:defRPr sz="1800" b="1">
                <a:solidFill>
                  <a:srgbClr val="208C9F"/>
                </a:solidFill>
                <a:latin typeface="Microsoft YaHei"/>
                <a:ea typeface="Microsoft YaHei"/>
                <a:cs typeface="Microsoft YaHei"/>
              </a:defRPr>
            </a:lvl3pPr>
            <a:lvl4pPr algn="l">
              <a:buNone/>
              <a:defRPr sz="1800" b="1">
                <a:solidFill>
                  <a:srgbClr val="208C9F"/>
                </a:solidFill>
                <a:latin typeface="Microsoft YaHei"/>
                <a:ea typeface="Microsoft YaHei"/>
                <a:cs typeface="Microsoft YaHei"/>
              </a:defRPr>
            </a:lvl4pPr>
            <a:lvl5pPr algn="l">
              <a:buNone/>
              <a:defRPr sz="1800" b="1">
                <a:solidFill>
                  <a:srgbClr val="208C9F"/>
                </a:solidFill>
                <a:latin typeface="Microsoft YaHei"/>
                <a:ea typeface="Microsoft YaHei"/>
                <a:cs typeface="Microsoft YaHei"/>
              </a:defRPr>
            </a:lvl5pPr>
            <a:lvl6pPr algn="l">
              <a:buNone/>
              <a:defRPr sz="1800" b="1">
                <a:solidFill>
                  <a:srgbClr val="208C9F"/>
                </a:solidFill>
                <a:latin typeface="Microsoft YaHei"/>
                <a:ea typeface="Microsoft YaHei"/>
                <a:cs typeface="Microsoft YaHei"/>
              </a:defRPr>
            </a:lvl6pPr>
            <a:lvl7pPr algn="l">
              <a:buNone/>
              <a:defRPr sz="1800" b="1">
                <a:solidFill>
                  <a:srgbClr val="208C9F"/>
                </a:solidFill>
                <a:latin typeface="Microsoft YaHei"/>
                <a:ea typeface="Microsoft YaHei"/>
                <a:cs typeface="Microsoft YaHei"/>
              </a:defRPr>
            </a:lvl7pPr>
            <a:lvl8pPr algn="l">
              <a:buNone/>
              <a:defRPr sz="1800" b="1">
                <a:solidFill>
                  <a:srgbClr val="208C9F"/>
                </a:solidFill>
                <a:latin typeface="Microsoft YaHei"/>
                <a:ea typeface="Microsoft YaHei"/>
                <a:cs typeface="Microsoft YaHei"/>
              </a:defRPr>
            </a:lvl8pPr>
            <a:lvl9pPr algn="l">
              <a:buNone/>
              <a:defRPr sz="1800" b="1">
                <a:solidFill>
                  <a:srgbClr val="208C9F"/>
                </a:solidFill>
                <a:latin typeface="Microsoft YaHei"/>
                <a:ea typeface="Microsoft YaHei"/>
                <a:cs typeface="Microsoft YaHei"/>
              </a:defRPr>
            </a:lvl9pPr>
          </a:lstStyle>
          <a:p xmlns:a="http://schemas.openxmlformats.org/drawingml/2006/main">
            <a:pPr algn="l">
              <a:lnSpc>
                <a:spcPct val="112000"/>
              </a:lnSpc>
              <a:buNone/>
              <a:defRPr sz="1800" b="1">
                <a:solidFill>
                  <a:srgbClr val="208C9F"/>
                </a:solidFill>
                <a:latin typeface="Microsoft YaHei"/>
                <a:ea typeface="Microsoft YaHei"/>
                <a:cs typeface="Microsoft YaHei"/>
              </a:defRPr>
            </a:pPr>
            <a:r>
              <a:rPr sz="1800" b="1">
                <a:solidFill>
                  <a:srgbClr val="208C9F"/>
                </a:solidFill>
                <a:latin typeface="Microsoft YaHei"/>
                <a:ea typeface="Microsoft YaHei"/>
                <a:cs typeface="Microsoft YaHei"/>
              </a:rPr>
              <a:t>R / I 实现端口</a:t>
            </a:r>
          </a:p>
        </p:txBody>
      </p:sp>
      <p:sp>
        <p:nvSpPr>
          <p:cNvPr id="22" name="shape-68">
            <a:extLst xmlns:a="http://schemas.openxmlformats.org/drawingml/2006/main">
              <a:ext uri="{FF2B5EF4-FFF2-40B4-BE49-F238E27FC236}">
                <a16:creationId xmlns:a16="http://schemas.microsoft.com/office/drawing/2014/main" id="{9727ED18-A0D6-4229-B285-792495CC4EC2}"/>
              </a:ext>
            </a:extLst>
          </p:cNvPr>
          <p:cNvSpPr>
            <a:spLocks xmlns:a="http://schemas.openxmlformats.org/drawingml/2006/main" noGrp="1"/>
          </p:cNvSpPr>
          <p:nvPr/>
        </p:nvSpPr>
        <p:spPr>
          <a:xfrm xmlns:a="http://schemas.openxmlformats.org/drawingml/2006/main">
            <a:off x="6753225" y="4819650"/>
            <a:ext cx="4810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17263A"/>
                </a:solidFill>
                <a:latin typeface="Microsoft YaHei"/>
                <a:ea typeface="Microsoft YaHei"/>
                <a:cs typeface="Microsoft YaHei"/>
              </a:defRPr>
            </a:defPPr>
            <a:lvl1pPr algn="l">
              <a:buNone/>
              <a:defRPr sz="1575" b="0">
                <a:solidFill>
                  <a:srgbClr val="17263A"/>
                </a:solidFill>
                <a:latin typeface="Microsoft YaHei"/>
                <a:ea typeface="Microsoft YaHei"/>
                <a:cs typeface="Microsoft YaHei"/>
              </a:defRPr>
            </a:lvl1pPr>
            <a:lvl2pPr algn="l">
              <a:buNone/>
              <a:defRPr sz="1575" b="0">
                <a:solidFill>
                  <a:srgbClr val="17263A"/>
                </a:solidFill>
                <a:latin typeface="Microsoft YaHei"/>
                <a:ea typeface="Microsoft YaHei"/>
                <a:cs typeface="Microsoft YaHei"/>
              </a:defRPr>
            </a:lvl2pPr>
            <a:lvl3pPr algn="l">
              <a:buNone/>
              <a:defRPr sz="1575" b="0">
                <a:solidFill>
                  <a:srgbClr val="17263A"/>
                </a:solidFill>
                <a:latin typeface="Microsoft YaHei"/>
                <a:ea typeface="Microsoft YaHei"/>
                <a:cs typeface="Microsoft YaHei"/>
              </a:defRPr>
            </a:lvl3pPr>
            <a:lvl4pPr algn="l">
              <a:buNone/>
              <a:defRPr sz="1575" b="0">
                <a:solidFill>
                  <a:srgbClr val="17263A"/>
                </a:solidFill>
                <a:latin typeface="Microsoft YaHei"/>
                <a:ea typeface="Microsoft YaHei"/>
                <a:cs typeface="Microsoft YaHei"/>
              </a:defRPr>
            </a:lvl4pPr>
            <a:lvl5pPr algn="l">
              <a:buNone/>
              <a:defRPr sz="1575" b="0">
                <a:solidFill>
                  <a:srgbClr val="17263A"/>
                </a:solidFill>
                <a:latin typeface="Microsoft YaHei"/>
                <a:ea typeface="Microsoft YaHei"/>
                <a:cs typeface="Microsoft YaHei"/>
              </a:defRPr>
            </a:lvl5pPr>
            <a:lvl6pPr algn="l">
              <a:buNone/>
              <a:defRPr sz="1575" b="0">
                <a:solidFill>
                  <a:srgbClr val="17263A"/>
                </a:solidFill>
                <a:latin typeface="Microsoft YaHei"/>
                <a:ea typeface="Microsoft YaHei"/>
                <a:cs typeface="Microsoft YaHei"/>
              </a:defRPr>
            </a:lvl6pPr>
            <a:lvl7pPr algn="l">
              <a:buNone/>
              <a:defRPr sz="1575" b="0">
                <a:solidFill>
                  <a:srgbClr val="17263A"/>
                </a:solidFill>
                <a:latin typeface="Microsoft YaHei"/>
                <a:ea typeface="Microsoft YaHei"/>
                <a:cs typeface="Microsoft YaHei"/>
              </a:defRPr>
            </a:lvl7pPr>
            <a:lvl8pPr algn="l">
              <a:buNone/>
              <a:defRPr sz="1575" b="0">
                <a:solidFill>
                  <a:srgbClr val="17263A"/>
                </a:solidFill>
                <a:latin typeface="Microsoft YaHei"/>
                <a:ea typeface="Microsoft YaHei"/>
                <a:cs typeface="Microsoft YaHei"/>
              </a:defRPr>
            </a:lvl8pPr>
            <a:lvl9pPr algn="l">
              <a:buNone/>
              <a:defRPr sz="1575" b="0">
                <a:solidFill>
                  <a:srgbClr val="17263A"/>
                </a:solidFill>
                <a:latin typeface="Microsoft YaHei"/>
                <a:ea typeface="Microsoft YaHei"/>
                <a:cs typeface="Microsoft YaHei"/>
              </a:defRPr>
            </a:lvl9pPr>
          </a:lstStyle>
          <a:p xmlns:a="http://schemas.openxmlformats.org/drawingml/2006/main">
            <a:pPr algn="l">
              <a:lnSpc>
                <a:spcPct val="112000"/>
              </a:lnSpc>
              <a:buNone/>
              <a:defRPr sz="1575" b="0">
                <a:solidFill>
                  <a:srgbClr val="17263A"/>
                </a:solidFill>
                <a:latin typeface="Microsoft YaHei"/>
                <a:ea typeface="Microsoft YaHei"/>
                <a:cs typeface="Microsoft YaHei"/>
              </a:defRPr>
            </a:pPr>
            <a:r>
              <a:rPr sz="1575" b="0">
                <a:solidFill>
                  <a:srgbClr val="17263A"/>
                </a:solidFill>
                <a:latin typeface="Microsoft YaHei"/>
                <a:ea typeface="Microsoft YaHei"/>
                <a:cs typeface="Microsoft YaHei"/>
              </a:rPr>
              <a:t>H 创建实现并注入应用</a:t>
            </a:r>
          </a:p>
        </p:txBody>
      </p:sp>
      <p:sp>
        <p:nvSpPr>
          <p:cNvPr id="24" name="shape-69">
            <a:extLst xmlns:a="http://schemas.openxmlformats.org/drawingml/2006/main">
              <a:ext uri="{FF2B5EF4-FFF2-40B4-BE49-F238E27FC236}">
                <a16:creationId xmlns:a16="http://schemas.microsoft.com/office/drawing/2014/main" id="{CB41CCEC-05B7-4E48-A132-E323E52BD013}"/>
              </a:ext>
            </a:extLst>
          </p:cNvPr>
          <p:cNvSpPr>
            <a:spLocks xmlns:a="http://schemas.openxmlformats.org/drawingml/2006/main" noGrp="1"/>
          </p:cNvSpPr>
          <p:nvPr/>
        </p:nvSpPr>
        <p:spPr>
          <a:xfrm xmlns:a="http://schemas.openxmlformats.org/drawingml/2006/main">
            <a:off x="6753225" y="3714750"/>
            <a:ext cx="4810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56657A"/>
                </a:solidFill>
                <a:latin typeface="Microsoft YaHei"/>
                <a:ea typeface="Microsoft YaHei"/>
                <a:cs typeface="Microsoft YaHei"/>
              </a:defRPr>
            </a:defPPr>
            <a:lvl1pPr algn="l">
              <a:buNone/>
              <a:defRPr sz="1650" b="0">
                <a:solidFill>
                  <a:srgbClr val="56657A"/>
                </a:solidFill>
                <a:latin typeface="Microsoft YaHei"/>
                <a:ea typeface="Microsoft YaHei"/>
                <a:cs typeface="Microsoft YaHei"/>
              </a:defRPr>
            </a:lvl1pPr>
            <a:lvl2pPr algn="l">
              <a:buNone/>
              <a:defRPr sz="1650" b="0">
                <a:solidFill>
                  <a:srgbClr val="56657A"/>
                </a:solidFill>
                <a:latin typeface="Microsoft YaHei"/>
                <a:ea typeface="Microsoft YaHei"/>
                <a:cs typeface="Microsoft YaHei"/>
              </a:defRPr>
            </a:lvl2pPr>
            <a:lvl3pPr algn="l">
              <a:buNone/>
              <a:defRPr sz="1650" b="0">
                <a:solidFill>
                  <a:srgbClr val="56657A"/>
                </a:solidFill>
                <a:latin typeface="Microsoft YaHei"/>
                <a:ea typeface="Microsoft YaHei"/>
                <a:cs typeface="Microsoft YaHei"/>
              </a:defRPr>
            </a:lvl3pPr>
            <a:lvl4pPr algn="l">
              <a:buNone/>
              <a:defRPr sz="1650" b="0">
                <a:solidFill>
                  <a:srgbClr val="56657A"/>
                </a:solidFill>
                <a:latin typeface="Microsoft YaHei"/>
                <a:ea typeface="Microsoft YaHei"/>
                <a:cs typeface="Microsoft YaHei"/>
              </a:defRPr>
            </a:lvl4pPr>
            <a:lvl5pPr algn="l">
              <a:buNone/>
              <a:defRPr sz="1650" b="0">
                <a:solidFill>
                  <a:srgbClr val="56657A"/>
                </a:solidFill>
                <a:latin typeface="Microsoft YaHei"/>
                <a:ea typeface="Microsoft YaHei"/>
                <a:cs typeface="Microsoft YaHei"/>
              </a:defRPr>
            </a:lvl5pPr>
            <a:lvl6pPr algn="l">
              <a:buNone/>
              <a:defRPr sz="1650" b="0">
                <a:solidFill>
                  <a:srgbClr val="56657A"/>
                </a:solidFill>
                <a:latin typeface="Microsoft YaHei"/>
                <a:ea typeface="Microsoft YaHei"/>
                <a:cs typeface="Microsoft YaHei"/>
              </a:defRPr>
            </a:lvl6pPr>
            <a:lvl7pPr algn="l">
              <a:buNone/>
              <a:defRPr sz="1650" b="0">
                <a:solidFill>
                  <a:srgbClr val="56657A"/>
                </a:solidFill>
                <a:latin typeface="Microsoft YaHei"/>
                <a:ea typeface="Microsoft YaHei"/>
                <a:cs typeface="Microsoft YaHei"/>
              </a:defRPr>
            </a:lvl7pPr>
            <a:lvl8pPr algn="l">
              <a:buNone/>
              <a:defRPr sz="1650" b="0">
                <a:solidFill>
                  <a:srgbClr val="56657A"/>
                </a:solidFill>
                <a:latin typeface="Microsoft YaHei"/>
                <a:ea typeface="Microsoft YaHei"/>
                <a:cs typeface="Microsoft YaHei"/>
              </a:defRPr>
            </a:lvl8pPr>
            <a:lvl9pPr algn="l">
              <a:buNone/>
              <a:defRPr sz="1650" b="0">
                <a:solidFill>
                  <a:srgbClr val="56657A"/>
                </a:solidFill>
                <a:latin typeface="Microsoft YaHei"/>
                <a:ea typeface="Microsoft YaHei"/>
                <a:cs typeface="Microsoft YaHei"/>
              </a:defRPr>
            </a:lvl9pPr>
          </a:lstStyle>
          <a:p xmlns:a="http://schemas.openxmlformats.org/drawingml/2006/main">
            <a:pPr algn="l">
              <a:lnSpc>
                <a:spcPct val="112000"/>
              </a:lnSpc>
              <a:buNone/>
              <a:defRPr sz="1650" b="0">
                <a:solidFill>
                  <a:srgbClr val="56657A"/>
                </a:solidFill>
                <a:latin typeface="Microsoft YaHei"/>
                <a:ea typeface="Microsoft YaHei"/>
                <a:cs typeface="Microsoft YaHei"/>
              </a:defRPr>
            </a:pPr>
            <a:r>
              <a:rPr sz="1650" b="0">
                <a:solidFill>
                  <a:srgbClr val="56657A"/>
                </a:solidFill>
                <a:latin typeface="Microsoft YaHei"/>
                <a:ea typeface="Microsoft YaHei"/>
                <a:cs typeface="Microsoft YaHei"/>
              </a:rPr>
              <a:t>平台头文件留在实现一侧</a:t>
            </a:r>
          </a:p>
        </p:txBody>
      </p:sp>
      <p:sp>
        <p:nvSpPr>
          <p:cNvPr id="25" name="shape-70">
            <a:extLst xmlns:a="http://schemas.openxmlformats.org/drawingml/2006/main">
              <a:ext uri="{FF2B5EF4-FFF2-40B4-BE49-F238E27FC236}">
                <a16:creationId xmlns:a16="http://schemas.microsoft.com/office/drawing/2014/main" id="{F1D00AB9-CC73-4DA0-802E-C559903C2E9C}"/>
              </a:ext>
            </a:extLst>
          </p:cNvPr>
          <p:cNvSpPr>
            <a:spLocks xmlns:a="http://schemas.openxmlformats.org/drawingml/2006/main" noGrp="1"/>
          </p:cNvSpPr>
          <p:nvPr/>
        </p:nvSpPr>
        <p:spPr>
          <a:xfrm xmlns:a="http://schemas.openxmlformats.org/drawingml/2006/main">
            <a:off x="495300" y="6029325"/>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26" name="shape-71">
            <a:extLst xmlns:a="http://schemas.openxmlformats.org/drawingml/2006/main">
              <a:ext uri="{FF2B5EF4-FFF2-40B4-BE49-F238E27FC236}">
                <a16:creationId xmlns:a16="http://schemas.microsoft.com/office/drawing/2014/main" id="{B6D9B91D-7E09-4C85-860A-825C340F8099}"/>
              </a:ext>
            </a:extLst>
          </p:cNvPr>
          <p:cNvSpPr>
            <a:spLocks xmlns:a="http://schemas.openxmlformats.org/drawingml/2006/main" noGrp="1"/>
          </p:cNvSpPr>
          <p:nvPr/>
        </p:nvSpPr>
        <p:spPr>
          <a:xfrm xmlns:a="http://schemas.openxmlformats.org/drawingml/2006/main">
            <a:off x="495300" y="6172200"/>
            <a:ext cx="1120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246AB8"/>
                </a:solidFill>
                <a:latin typeface="Microsoft YaHei"/>
                <a:ea typeface="Microsoft YaHei"/>
                <a:cs typeface="Microsoft YaHei"/>
              </a:defRPr>
            </a:defPPr>
            <a:lvl1pPr algn="l">
              <a:buNone/>
              <a:defRPr sz="1500" b="1">
                <a:solidFill>
                  <a:srgbClr val="246AB8"/>
                </a:solidFill>
                <a:latin typeface="Microsoft YaHei"/>
                <a:ea typeface="Microsoft YaHei"/>
                <a:cs typeface="Microsoft YaHei"/>
              </a:defRPr>
            </a:lvl1pPr>
            <a:lvl2pPr algn="l">
              <a:buNone/>
              <a:defRPr sz="1500" b="1">
                <a:solidFill>
                  <a:srgbClr val="246AB8"/>
                </a:solidFill>
                <a:latin typeface="Microsoft YaHei"/>
                <a:ea typeface="Microsoft YaHei"/>
                <a:cs typeface="Microsoft YaHei"/>
              </a:defRPr>
            </a:lvl2pPr>
            <a:lvl3pPr algn="l">
              <a:buNone/>
              <a:defRPr sz="1500" b="1">
                <a:solidFill>
                  <a:srgbClr val="246AB8"/>
                </a:solidFill>
                <a:latin typeface="Microsoft YaHei"/>
                <a:ea typeface="Microsoft YaHei"/>
                <a:cs typeface="Microsoft YaHei"/>
              </a:defRPr>
            </a:lvl3pPr>
            <a:lvl4pPr algn="l">
              <a:buNone/>
              <a:defRPr sz="1500" b="1">
                <a:solidFill>
                  <a:srgbClr val="246AB8"/>
                </a:solidFill>
                <a:latin typeface="Microsoft YaHei"/>
                <a:ea typeface="Microsoft YaHei"/>
                <a:cs typeface="Microsoft YaHei"/>
              </a:defRPr>
            </a:lvl4pPr>
            <a:lvl5pPr algn="l">
              <a:buNone/>
              <a:defRPr sz="1500" b="1">
                <a:solidFill>
                  <a:srgbClr val="246AB8"/>
                </a:solidFill>
                <a:latin typeface="Microsoft YaHei"/>
                <a:ea typeface="Microsoft YaHei"/>
                <a:cs typeface="Microsoft YaHei"/>
              </a:defRPr>
            </a:lvl5pPr>
            <a:lvl6pPr algn="l">
              <a:buNone/>
              <a:defRPr sz="1500" b="1">
                <a:solidFill>
                  <a:srgbClr val="246AB8"/>
                </a:solidFill>
                <a:latin typeface="Microsoft YaHei"/>
                <a:ea typeface="Microsoft YaHei"/>
                <a:cs typeface="Microsoft YaHei"/>
              </a:defRPr>
            </a:lvl6pPr>
            <a:lvl7pPr algn="l">
              <a:buNone/>
              <a:defRPr sz="1500" b="1">
                <a:solidFill>
                  <a:srgbClr val="246AB8"/>
                </a:solidFill>
                <a:latin typeface="Microsoft YaHei"/>
                <a:ea typeface="Microsoft YaHei"/>
                <a:cs typeface="Microsoft YaHei"/>
              </a:defRPr>
            </a:lvl7pPr>
            <a:lvl8pPr algn="l">
              <a:buNone/>
              <a:defRPr sz="1500" b="1">
                <a:solidFill>
                  <a:srgbClr val="246AB8"/>
                </a:solidFill>
                <a:latin typeface="Microsoft YaHei"/>
                <a:ea typeface="Microsoft YaHei"/>
                <a:cs typeface="Microsoft YaHei"/>
              </a:defRPr>
            </a:lvl8pPr>
            <a:lvl9pPr algn="l">
              <a:buNone/>
              <a:defRPr sz="1500" b="1">
                <a:solidFill>
                  <a:srgbClr val="246AB8"/>
                </a:solidFill>
                <a:latin typeface="Microsoft YaHei"/>
                <a:ea typeface="Microsoft YaHei"/>
                <a:cs typeface="Microsoft YaHei"/>
              </a:defRPr>
            </a:lvl9pPr>
          </a:lstStyle>
          <a:p xmlns:a="http://schemas.openxmlformats.org/drawingml/2006/main">
            <a:pPr algn="l">
              <a:lnSpc>
                <a:spcPct val="112000"/>
              </a:lnSpc>
              <a:buNone/>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领域锁内只做短状态转换，设备、存储、IPC 和外部回调在锁外执行。</a:t>
            </a:r>
          </a:p>
        </p:txBody>
      </p:sp>
      <p:sp>
        <p:nvSpPr>
          <p:cNvPr id="27" name="shape-101">
            <a:extLst xmlns:a="http://schemas.openxmlformats.org/drawingml/2006/main">
              <a:ext uri="{FF2B5EF4-FFF2-40B4-BE49-F238E27FC236}">
                <a16:creationId xmlns:a16="http://schemas.microsoft.com/office/drawing/2014/main" id="{28612D9F-DBE4-4000-A319-1B1A38934D66}"/>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11 / 19</a:t>
            </a:r>
          </a:p>
        </p:txBody>
      </p:sp>
    </p:spTree>
    <p:extLst>
      <p:ext uri="{BB962C8B-B14F-4D97-AF65-F5344CB8AC3E}">
        <p14:creationId xmlns:p14="http://schemas.microsoft.com/office/powerpoint/2010/main" val="1164095165"/>
      </p:ext>
    </p:extLst>
  </p:cSld>
</p:sld>
</file>

<file path=ppt/slides/slide4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rect-1040">
            <a:extLst xmlns:a="http://schemas.openxmlformats.org/drawingml/2006/main">
              <a:ext uri="{FF2B5EF4-FFF2-40B4-BE49-F238E27FC236}">
                <a16:creationId xmlns:a16="http://schemas.microsoft.com/office/drawing/2014/main" id="{E9B0D16B-944F-462B-AA1A-86CD2F6F6757}"/>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text-1041">
            <a:extLst xmlns:a="http://schemas.openxmlformats.org/drawingml/2006/main">
              <a:ext uri="{FF2B5EF4-FFF2-40B4-BE49-F238E27FC236}">
                <a16:creationId xmlns:a16="http://schemas.microsoft.com/office/drawing/2014/main" id="{94CA6D29-F2BE-436B-8DD7-BC113E2F7B85}"/>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text-1042">
            <a:extLst xmlns:a="http://schemas.openxmlformats.org/drawingml/2006/main">
              <a:ext uri="{FF2B5EF4-FFF2-40B4-BE49-F238E27FC236}">
                <a16:creationId xmlns:a16="http://schemas.microsoft.com/office/drawing/2014/main" id="{D2906F81-0D43-4810-B9DD-7C202F1C53DC}"/>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功能迁移一：Controller 按业务职责拆分</a:t>
            </a:r>
          </a:p>
        </p:txBody>
      </p:sp>
      <p:sp>
        <p:nvSpPr>
          <p:cNvPr id="4" name="text-1043">
            <a:extLst xmlns:a="http://schemas.openxmlformats.org/drawingml/2006/main">
              <a:ext uri="{FF2B5EF4-FFF2-40B4-BE49-F238E27FC236}">
                <a16:creationId xmlns:a16="http://schemas.microsoft.com/office/drawing/2014/main" id="{5E5D6B41-DED9-4C4C-B91A-AE18C5562943}"/>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逐功能迁移；同一事实在旧代码与目标 Owner 之间明确交接写入责任</a:t>
            </a:r>
          </a:p>
        </p:txBody>
      </p:sp>
      <p:sp>
        <p:nvSpPr>
          <p:cNvPr id="5" name="rect-1044">
            <a:extLst xmlns:a="http://schemas.openxmlformats.org/drawingml/2006/main">
              <a:ext uri="{FF2B5EF4-FFF2-40B4-BE49-F238E27FC236}">
                <a16:creationId xmlns:a16="http://schemas.microsoft.com/office/drawing/2014/main" id="{48DF1C9A-894E-46AD-97C3-CCF88870DF13}"/>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text-1045">
            <a:extLst xmlns:a="http://schemas.openxmlformats.org/drawingml/2006/main">
              <a:ext uri="{FF2B5EF4-FFF2-40B4-BE49-F238E27FC236}">
                <a16:creationId xmlns:a16="http://schemas.microsoft.com/office/drawing/2014/main" id="{9BF11ED4-E239-4F12-95C5-EF9A796E6E03}"/>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7" name="text-1046">
            <a:extLst xmlns:a="http://schemas.openxmlformats.org/drawingml/2006/main">
              <a:ext uri="{FF2B5EF4-FFF2-40B4-BE49-F238E27FC236}">
                <a16:creationId xmlns:a16="http://schemas.microsoft.com/office/drawing/2014/main" id="{5F4C010E-814E-40E6-A6BD-A11B59C0E80A}"/>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12 / 19</a:t>
            </a:r>
          </a:p>
        </p:txBody>
      </p:sp>
      <p:graphicFrame>
        <p:nvGraphicFramePr>
          <p:cNvPr id="8" name="">
            <a:extLst xmlns:a="http://schemas.openxmlformats.org/drawingml/2006/main">
              <a:ext uri="{FF2B5EF4-FFF2-40B4-BE49-F238E27FC236}">
                <a16:creationId xmlns:a16="http://schemas.microsoft.com/office/drawing/2014/main" id="{54F27C06-02E6-4B09-97CE-6105DBE3E304}"/>
              </a:ext>
            </a:extLst>
          </p:cNvPr>
          <p:cNvGraphicFramePr/>
          <p:nvPr/>
        </p:nvGraphicFramePr>
        <p:xfrm>
          <a:off xmlns:a="http://schemas.openxmlformats.org/drawingml/2006/main" x="495300" y="1838325"/>
          <a:ext xmlns:a="http://schemas.openxmlformats.org/drawingml/2006/main" cx="11201400" cy="4238625"/>
        </p:xfrm>
        <a:graphic xmlns:a="http://schemas.openxmlformats.org/drawingml/2006/main">
          <a:graphicData uri="http://schemas.openxmlformats.org/drawingml/2006/table">
            <a:tbl>
              <a:tblPr firstRow="1" bandRow="0"/>
              <a:tblGrid>
                <a:gridCol w="2352675"/>
                <a:gridCol w="2647950"/>
                <a:gridCol w="4048125"/>
                <a:gridCol w="2152650"/>
              </a:tblGrid>
              <a:tr h="428625">
                <a:tc>
                  <a:txBody>
                    <a:bodyPr/>
                    <a:lstStyle/>
                    <a:p>
                      <a:r>
                        <a:rPr sz="1500" b="1">
                          <a:solidFill>
                            <a:srgbClr val="FFFFFF"/>
                          </a:solidFill>
                          <a:latin typeface="Microsoft YaHei"/>
                          <a:ea typeface="Microsoft YaHei"/>
                          <a:cs typeface="Microsoft YaHei"/>
                        </a:rPr>
                        <a:t>原实现</a:t>
                      </a:r>
                    </a:p>
                  </a:txBody>
                  <a:tcPr marL="133350" marR="104775" marT="85725" marB="66675" anchor="ctr">
                    <a:lnL w="6191">
                      <a:solidFill>
                        <a:srgbClr val="CDD8E6"/>
                      </a:solidFill>
                      <a:prstDash val="solid"/>
                    </a:lnL>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拆分的功能</a:t>
                      </a:r>
                    </a:p>
                  </a:txBody>
                  <a:tcPr marL="133350" marR="104775" marT="85725" marB="66675"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目标承接</a:t>
                      </a:r>
                    </a:p>
                  </a:txBody>
                  <a:tcPr marL="133350" marR="104775" marT="85725" marB="66675"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迁移约束</a:t>
                      </a:r>
                    </a:p>
                  </a:txBody>
                  <a:tcPr marL="133350" marR="104775" marT="85725" marB="66675"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r>
              <a:tr h="762000">
                <a:tc>
                  <a:txBody>
                    <a:bodyPr/>
                    <a:lstStyle/>
                    <a:p>
                      <a:r>
                        <a:rPr sz="1500" b="1">
                          <a:solidFill>
                            <a:srgbClr val="246AB8"/>
                          </a:solidFill>
                          <a:latin typeface="Microsoft YaHei"/>
                          <a:ea typeface="Microsoft YaHei"/>
                          <a:cs typeface="Microsoft YaHei"/>
                        </a:rPr>
                        <a:t>MultiSimController</a:t>
                      </a:r>
                    </a:p>
                  </a:txBody>
                  <a:tcPr marL="133350" marR="104775" marT="85725" marB="66675"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账户、ICCID、身份发现</a:t>
                      </a:r>
                    </a:p>
                    <a:p>
                      <a:r>
                        <a:rPr sz="1500" b="0">
                          <a:solidFill>
                            <a:srgbClr val="17263A"/>
                          </a:solidFill>
                          <a:latin typeface="Microsoft YaHei"/>
                          <a:ea typeface="Microsoft YaHei"/>
                          <a:cs typeface="Microsoft YaHei"/>
                        </a:rPr>
                        <a:t>simId / slot 查找、缓存</a:t>
                      </a:r>
                    </a:p>
                  </a:txBody>
                  <a:tcPr marL="133350" marR="104775" marT="85725" marB="66675" anchor="ctr">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T：TopologyService / Repository</a:t>
                      </a:r>
                    </a:p>
                    <a:p>
                      <a:r>
                        <a:rPr sz="1500" b="0">
                          <a:solidFill>
                            <a:srgbClr val="17263A"/>
                          </a:solidFill>
                          <a:latin typeface="Microsoft YaHei"/>
                          <a:ea typeface="Microsoft YaHei"/>
                          <a:cs typeface="Microsoft YaHei"/>
                        </a:rPr>
                        <a:t>I：现有 DataShare Adapter</a:t>
                      </a:r>
                    </a:p>
                  </a:txBody>
                  <a:tcPr marL="133350" marR="104775" marT="85725" marB="66675" anchor="ctr">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沿用 simId 规则</a:t>
                      </a:r>
                    </a:p>
                    <a:p>
                      <a:r>
                        <a:rPr sz="1500" b="0">
                          <a:solidFill>
                            <a:srgbClr val="17263A"/>
                          </a:solidFill>
                          <a:latin typeface="Microsoft YaHei"/>
                          <a:ea typeface="Microsoft YaHei"/>
                          <a:cs typeface="Microsoft YaHei"/>
                        </a:rPr>
                        <a:t>保留当前数据契约</a:t>
                      </a:r>
                    </a:p>
                  </a:txBody>
                  <a:tcPr marL="133350" marR="104775" marT="85725" marB="66675" anchor="ctr">
                    <a:lnR w="6191">
                      <a:solidFill>
                        <a:srgbClr val="CDD8E6"/>
                      </a:solidFill>
                      <a:prstDash val="solid"/>
                    </a:lnR>
                    <a:lnB w="6191">
                      <a:solidFill>
                        <a:srgbClr val="CDD8E6"/>
                      </a:solidFill>
                      <a:prstDash val="solid"/>
                    </a:lnB>
                    <a:solidFill>
                      <a:srgbClr val="FFFFFF"/>
                    </a:solidFill>
                  </a:tcPr>
                </a:tc>
              </a:tr>
              <a:tr h="762000">
                <a:tc>
                  <a:txBody>
                    <a:bodyPr/>
                    <a:lstStyle/>
                    <a:p>
                      <a:r>
                        <a:rPr sz="1500" b="1">
                          <a:solidFill>
                            <a:srgbClr val="246AB8"/>
                          </a:solidFill>
                          <a:latin typeface="Microsoft YaHei"/>
                          <a:ea typeface="Microsoft YaHei"/>
                          <a:cs typeface="Microsoft YaHei"/>
                        </a:rPr>
                        <a:t>MultiSimController</a:t>
                      </a:r>
                    </a:p>
                  </a:txBody>
                  <a:tcPr marL="133350" marR="104775" marT="85725" marB="66675"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500" b="0">
                          <a:solidFill>
                            <a:srgbClr val="17263A"/>
                          </a:solidFill>
                          <a:latin typeface="Microsoft YaHei"/>
                          <a:ea typeface="Microsoft YaHei"/>
                          <a:cs typeface="Microsoft YaHei"/>
                        </a:rPr>
                        <a:t>默认 Voice / SMS / Data</a:t>
                      </a:r>
                    </a:p>
                    <a:p>
                      <a:r>
                        <a:rPr sz="1500" b="0">
                          <a:solidFill>
                            <a:srgbClr val="17263A"/>
                          </a:solidFill>
                          <a:latin typeface="Microsoft YaHei"/>
                          <a:ea typeface="Microsoft YaHei"/>
                          <a:cs typeface="Microsoft YaHei"/>
                        </a:rPr>
                        <a:t>Primary 与联动</a:t>
                      </a:r>
                    </a:p>
                  </a:txBody>
                  <a:tcPr marL="133350" marR="104775" marT="85725" marB="66675" anchor="ctr">
                    <a:lnR w="6191">
                      <a:solidFill>
                        <a:srgbClr val="CDD8E6"/>
                      </a:solidFill>
                      <a:prstDash val="solid"/>
                    </a:lnR>
                    <a:lnB w="6191">
                      <a:solidFill>
                        <a:srgbClr val="CDD8E6"/>
                      </a:solidFill>
                      <a:prstDash val="solid"/>
                    </a:lnB>
                    <a:solidFill>
                      <a:srgbClr val="EAF0F7"/>
                    </a:solidFill>
                  </a:tcPr>
                </a:tc>
                <a:tc>
                  <a:txBody>
                    <a:bodyPr/>
                    <a:lstStyle/>
                    <a:p>
                      <a:r>
                        <a:rPr sz="1500" b="0">
                          <a:solidFill>
                            <a:srgbClr val="17263A"/>
                          </a:solidFill>
                          <a:latin typeface="Microsoft YaHei"/>
                          <a:ea typeface="Microsoft YaHei"/>
                          <a:cs typeface="Microsoft YaHei"/>
                        </a:rPr>
                        <a:t>A：AssignmentService</a:t>
                      </a:r>
                    </a:p>
                    <a:p>
                      <a:r>
                        <a:rPr sz="1500" b="0">
                          <a:solidFill>
                            <a:srgbClr val="17263A"/>
                          </a:solidFill>
                          <a:latin typeface="Microsoft YaHei"/>
                          <a:ea typeface="Microsoft YaHei"/>
                          <a:cs typeface="Microsoft YaHei"/>
                        </a:rPr>
                        <a:t>O：需要设备动作的多步流程</a:t>
                      </a:r>
                    </a:p>
                  </a:txBody>
                  <a:tcPr marL="133350" marR="104775" marT="85725" marB="66675" anchor="ctr">
                    <a:lnR w="6191">
                      <a:solidFill>
                        <a:srgbClr val="CDD8E6"/>
                      </a:solidFill>
                      <a:prstDash val="solid"/>
                    </a:lnR>
                    <a:lnB w="6191">
                      <a:solidFill>
                        <a:srgbClr val="CDD8E6"/>
                      </a:solidFill>
                      <a:prstDash val="solid"/>
                    </a:lnB>
                    <a:solidFill>
                      <a:srgbClr val="EAF0F7"/>
                    </a:solidFill>
                  </a:tcPr>
                </a:tc>
                <a:tc>
                  <a:txBody>
                    <a:bodyPr/>
                    <a:lstStyle/>
                    <a:p>
                      <a:r>
                        <a:rPr sz="1500" b="0">
                          <a:solidFill>
                            <a:srgbClr val="17263A"/>
                          </a:solidFill>
                          <a:latin typeface="Microsoft YaHei"/>
                          <a:ea typeface="Microsoft YaHei"/>
                          <a:cs typeface="Microsoft YaHei"/>
                        </a:rPr>
                        <a:t>保留各角色差异</a:t>
                      </a:r>
                    </a:p>
                    <a:p>
                      <a:r>
                        <a:rPr sz="1500" b="0">
                          <a:solidFill>
                            <a:srgbClr val="17263A"/>
                          </a:solidFill>
                          <a:latin typeface="Microsoft YaHei"/>
                          <a:ea typeface="Microsoft YaHei"/>
                          <a:cs typeface="Microsoft YaHei"/>
                        </a:rPr>
                        <a:t>选择不等于切换成功</a:t>
                      </a:r>
                    </a:p>
                  </a:txBody>
                  <a:tcPr marL="133350" marR="104775" marT="85725" marB="66675" anchor="ctr">
                    <a:lnR w="6191">
                      <a:solidFill>
                        <a:srgbClr val="CDD8E6"/>
                      </a:solidFill>
                      <a:prstDash val="solid"/>
                    </a:lnR>
                    <a:lnB w="6191">
                      <a:solidFill>
                        <a:srgbClr val="CDD8E6"/>
                      </a:solidFill>
                      <a:prstDash val="solid"/>
                    </a:lnB>
                    <a:solidFill>
                      <a:srgbClr val="EAF0F7"/>
                    </a:solidFill>
                  </a:tcPr>
                </a:tc>
              </a:tr>
              <a:tr h="762000">
                <a:tc>
                  <a:txBody>
                    <a:bodyPr/>
                    <a:lstStyle/>
                    <a:p>
                      <a:r>
                        <a:rPr sz="1500" b="1">
                          <a:solidFill>
                            <a:srgbClr val="246AB8"/>
                          </a:solidFill>
                          <a:latin typeface="Microsoft YaHei"/>
                          <a:ea typeface="Microsoft YaHei"/>
                          <a:cs typeface="Microsoft YaHei"/>
                        </a:rPr>
                        <a:t>MultiSimController</a:t>
                      </a:r>
                    </a:p>
                  </a:txBody>
                  <a:tcPr marL="133350" marR="104775" marT="85725" marB="66675"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激活、协议切换</a:t>
                      </a:r>
                    </a:p>
                    <a:p>
                      <a:r>
                        <a:rPr sz="1500" b="0">
                          <a:solidFill>
                            <a:srgbClr val="17263A"/>
                          </a:solidFill>
                          <a:latin typeface="Microsoft YaHei"/>
                          <a:ea typeface="Microsoft YaHei"/>
                          <a:cs typeface="Microsoft YaHei"/>
                        </a:rPr>
                        <a:t>Modem 互换</a:t>
                      </a:r>
                    </a:p>
                  </a:txBody>
                  <a:tcPr marL="133350" marR="104775" marT="85725" marB="66675" anchor="ctr">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O：流程与效果门控；A：资源计划</a:t>
                      </a:r>
                    </a:p>
                    <a:p>
                      <a:r>
                        <a:rPr sz="1500" b="0">
                          <a:solidFill>
                            <a:srgbClr val="17263A"/>
                          </a:solidFill>
                          <a:latin typeface="Microsoft YaHei"/>
                          <a:ea typeface="Microsoft YaHei"/>
                          <a:cs typeface="Microsoft YaHei"/>
                        </a:rPr>
                        <a:t>R / RIL：执行；T：接受核实事实</a:t>
                      </a:r>
                    </a:p>
                  </a:txBody>
                  <a:tcPr marL="133350" marR="104775" marT="85725" marB="66675" anchor="ctr">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单命令一个执行方</a:t>
                      </a:r>
                    </a:p>
                    <a:p>
                      <a:r>
                        <a:rPr sz="1500" b="0">
                          <a:solidFill>
                            <a:srgbClr val="17263A"/>
                          </a:solidFill>
                          <a:latin typeface="Microsoft YaHei"/>
                          <a:ea typeface="Microsoft YaHei"/>
                          <a:cs typeface="Microsoft YaHei"/>
                        </a:rPr>
                        <a:t>未知效果先核对</a:t>
                      </a:r>
                    </a:p>
                  </a:txBody>
                  <a:tcPr marL="133350" marR="104775" marT="85725" marB="66675" anchor="ctr">
                    <a:lnR w="6191">
                      <a:solidFill>
                        <a:srgbClr val="CDD8E6"/>
                      </a:solidFill>
                      <a:prstDash val="solid"/>
                    </a:lnR>
                    <a:lnB w="6191">
                      <a:solidFill>
                        <a:srgbClr val="CDD8E6"/>
                      </a:solidFill>
                      <a:prstDash val="solid"/>
                    </a:lnB>
                    <a:solidFill>
                      <a:srgbClr val="FFFFFF"/>
                    </a:solidFill>
                  </a:tcPr>
                </a:tc>
              </a:tr>
              <a:tr h="762000">
                <a:tc>
                  <a:txBody>
                    <a:bodyPr/>
                    <a:lstStyle/>
                    <a:p>
                      <a:r>
                        <a:rPr sz="1500" b="1">
                          <a:solidFill>
                            <a:srgbClr val="246AB8"/>
                          </a:solidFill>
                          <a:latin typeface="Microsoft YaHei"/>
                          <a:ea typeface="Microsoft YaHei"/>
                          <a:cs typeface="Microsoft YaHei"/>
                        </a:rPr>
                        <a:t>SimManager</a:t>
                      </a:r>
                    </a:p>
                  </a:txBody>
                  <a:tcPr marL="133350" marR="104775" marT="85725" marB="66675"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500" b="0">
                          <a:solidFill>
                            <a:srgbClr val="17263A"/>
                          </a:solidFill>
                          <a:latin typeface="Microsoft YaHei"/>
                          <a:ea typeface="Microsoft YaHei"/>
                          <a:cs typeface="Microsoft YaHei"/>
                        </a:rPr>
                        <a:t>旧门面、按槽对象装配</a:t>
                      </a:r>
                    </a:p>
                    <a:p>
                      <a:r>
                        <a:rPr sz="1500" b="0">
                          <a:solidFill>
                            <a:srgbClr val="17263A"/>
                          </a:solidFill>
                          <a:latin typeface="Microsoft YaHei"/>
                          <a:ea typeface="Microsoft YaHei"/>
                          <a:cs typeface="Microsoft YaHei"/>
                        </a:rPr>
                        <a:t>容量检查和生命周期</a:t>
                      </a:r>
                    </a:p>
                  </a:txBody>
                  <a:tcPr marL="133350" marR="104775" marT="85725" marB="66675" anchor="ctr">
                    <a:lnR w="6191">
                      <a:solidFill>
                        <a:srgbClr val="CDD8E6"/>
                      </a:solidFill>
                      <a:prstDash val="solid"/>
                    </a:lnR>
                    <a:lnB w="6191">
                      <a:solidFill>
                        <a:srgbClr val="CDD8E6"/>
                      </a:solidFill>
                      <a:prstDash val="solid"/>
                    </a:lnB>
                    <a:solidFill>
                      <a:srgbClr val="EAF0F7"/>
                    </a:solidFill>
                  </a:tcPr>
                </a:tc>
                <a:tc>
                  <a:txBody>
                    <a:bodyPr/>
                    <a:lstStyle/>
                    <a:p>
                      <a:r>
                        <a:rPr sz="1500" b="0">
                          <a:solidFill>
                            <a:srgbClr val="17263A"/>
                          </a:solidFill>
                          <a:latin typeface="Microsoft YaHei"/>
                          <a:ea typeface="Microsoft YaHei"/>
                          <a:cs typeface="Microsoft YaHei"/>
                        </a:rPr>
                        <a:t>C：入口；H / Application：装配</a:t>
                      </a:r>
                    </a:p>
                    <a:p>
                      <a:r>
                        <a:rPr sz="1500" b="0">
                          <a:solidFill>
                            <a:srgbClr val="17263A"/>
                          </a:solidFill>
                          <a:latin typeface="Microsoft YaHei"/>
                          <a:ea typeface="Microsoft YaHei"/>
                          <a:cs typeface="Microsoft YaHei"/>
                        </a:rPr>
                        <a:t>SlotRegistry：槽配置；R：运行</a:t>
                      </a:r>
                    </a:p>
                  </a:txBody>
                  <a:tcPr marL="133350" marR="104775" marT="85725" marB="66675" anchor="ctr">
                    <a:lnR w="6191">
                      <a:solidFill>
                        <a:srgbClr val="CDD8E6"/>
                      </a:solidFill>
                      <a:prstDash val="solid"/>
                    </a:lnR>
                    <a:lnB w="6191">
                      <a:solidFill>
                        <a:srgbClr val="CDD8E6"/>
                      </a:solidFill>
                      <a:prstDash val="solid"/>
                    </a:lnB>
                    <a:solidFill>
                      <a:srgbClr val="EAF0F7"/>
                    </a:solidFill>
                  </a:tcPr>
                </a:tc>
                <a:tc>
                  <a:txBody>
                    <a:bodyPr/>
                    <a:lstStyle/>
                    <a:p>
                      <a:r>
                        <a:rPr sz="1500" b="0">
                          <a:solidFill>
                            <a:srgbClr val="17263A"/>
                          </a:solidFill>
                          <a:latin typeface="Microsoft YaHei"/>
                          <a:ea typeface="Microsoft YaHei"/>
                          <a:cs typeface="Microsoft YaHei"/>
                        </a:rPr>
                        <a:t>保留对象寿命</a:t>
                      </a:r>
                    </a:p>
                    <a:p>
                      <a:r>
                        <a:rPr sz="1500" b="0">
                          <a:solidFill>
                            <a:srgbClr val="17263A"/>
                          </a:solidFill>
                          <a:latin typeface="Microsoft YaHei"/>
                          <a:ea typeface="Microsoft YaHei"/>
                          <a:cs typeface="Microsoft YaHei"/>
                        </a:rPr>
                        <a:t>核对额外槽初始化</a:t>
                      </a:r>
                    </a:p>
                  </a:txBody>
                  <a:tcPr marL="133350" marR="104775" marT="85725" marB="66675" anchor="ctr">
                    <a:lnR w="6191">
                      <a:solidFill>
                        <a:srgbClr val="CDD8E6"/>
                      </a:solidFill>
                      <a:prstDash val="solid"/>
                    </a:lnR>
                    <a:lnB w="6191">
                      <a:solidFill>
                        <a:srgbClr val="CDD8E6"/>
                      </a:solidFill>
                      <a:prstDash val="solid"/>
                    </a:lnB>
                    <a:solidFill>
                      <a:srgbClr val="EAF0F7"/>
                    </a:solidFill>
                  </a:tcPr>
                </a:tc>
              </a:tr>
              <a:tr h="762000">
                <a:tc>
                  <a:txBody>
                    <a:bodyPr/>
                    <a:lstStyle/>
                    <a:p>
                      <a:r>
                        <a:rPr sz="1500" b="1">
                          <a:solidFill>
                            <a:srgbClr val="246AB8"/>
                          </a:solidFill>
                          <a:latin typeface="Microsoft YaHei"/>
                          <a:ea typeface="Microsoft YaHei"/>
                          <a:cs typeface="Microsoft YaHei"/>
                        </a:rPr>
                        <a:t>MultiSimMonitor</a:t>
                      </a:r>
                    </a:p>
                  </a:txBody>
                  <a:tcPr marL="133350" marR="104775" marT="85725" marB="66675"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平台 / Radio / File 监听</a:t>
                      </a:r>
                    </a:p>
                    <a:p>
                      <a:r>
                        <a:rPr sz="1500" b="0">
                          <a:solidFill>
                            <a:srgbClr val="17263A"/>
                          </a:solidFill>
                          <a:latin typeface="Microsoft YaHei"/>
                          <a:ea typeface="Microsoft YaHei"/>
                          <a:cs typeface="Microsoft YaHei"/>
                        </a:rPr>
                        <a:t>账户重试、回调和输出</a:t>
                      </a:r>
                    </a:p>
                  </a:txBody>
                  <a:tcPr marL="133350" marR="104775" marT="85725" marB="66675" anchor="ctr">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I：接入；Application：观察准入</a:t>
                      </a:r>
                    </a:p>
                    <a:p>
                      <a:r>
                        <a:rPr sz="1500" b="0">
                          <a:solidFill>
                            <a:srgbClr val="17263A"/>
                          </a:solidFill>
                          <a:latin typeface="Microsoft YaHei"/>
                          <a:ea typeface="Microsoft YaHei"/>
                          <a:cs typeface="Microsoft YaHei"/>
                        </a:rPr>
                        <a:t>T：核对用例；C：输出回调桥</a:t>
                      </a:r>
                    </a:p>
                  </a:txBody>
                  <a:tcPr marL="133350" marR="104775" marT="85725" marB="66675" anchor="ctr">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保留反注册与重试</a:t>
                      </a:r>
                    </a:p>
                    <a:p>
                      <a:r>
                        <a:rPr sz="1500" b="0">
                          <a:solidFill>
                            <a:srgbClr val="17263A"/>
                          </a:solidFill>
                          <a:latin typeface="Microsoft YaHei"/>
                          <a:ea typeface="Microsoft YaHei"/>
                          <a:cs typeface="Microsoft YaHei"/>
                        </a:rPr>
                        <a:t>保留原可见时点</a:t>
                      </a:r>
                    </a:p>
                  </a:txBody>
                  <a:tcPr marL="133350" marR="104775" marT="85725" marB="66675" anchor="ctr">
                    <a:lnR w="6191">
                      <a:solidFill>
                        <a:srgbClr val="CDD8E6"/>
                      </a:solidFill>
                      <a:prstDash val="solid"/>
                    </a:lnR>
                    <a:lnB w="6191">
                      <a:solidFill>
                        <a:srgbClr val="CDD8E6"/>
                      </a:solidFill>
                      <a:prstDash val="solid"/>
                    </a:lnB>
                    <a:solidFill>
                      <a:srgbClr val="FFFFFF"/>
                    </a:solidFill>
                  </a:tcPr>
                </a:tc>
              </a:tr>
            </a:tbl>
          </a:graphicData>
        </a:graphic>
      </p:graphicFrame>
      <p:sp>
        <p:nvSpPr>
          <p:cNvPr id="9" name="rect-1047">
            <a:extLst xmlns:a="http://schemas.openxmlformats.org/drawingml/2006/main">
              <a:ext uri="{FF2B5EF4-FFF2-40B4-BE49-F238E27FC236}">
                <a16:creationId xmlns:a16="http://schemas.microsoft.com/office/drawing/2014/main" id="{BD5210E1-5B3D-4343-887E-972CC5102E20}"/>
              </a:ext>
            </a:extLst>
          </p:cNvPr>
          <p:cNvSpPr>
            <a:spLocks xmlns:a="http://schemas.openxmlformats.org/drawingml/2006/main" noGrp="1"/>
          </p:cNvSpPr>
          <p:nvPr/>
        </p:nvSpPr>
        <p:spPr>
          <a:xfrm xmlns:a="http://schemas.openxmlformats.org/drawingml/2006/main">
            <a:off x="495300" y="6143625"/>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 name="text-1048">
            <a:extLst xmlns:a="http://schemas.openxmlformats.org/drawingml/2006/main">
              <a:ext uri="{FF2B5EF4-FFF2-40B4-BE49-F238E27FC236}">
                <a16:creationId xmlns:a16="http://schemas.microsoft.com/office/drawing/2014/main" id="{BAE1DBD9-E93D-4FE0-89A6-A8EE53C2CF85}"/>
              </a:ext>
            </a:extLst>
          </p:cNvPr>
          <p:cNvSpPr>
            <a:spLocks xmlns:a="http://schemas.openxmlformats.org/drawingml/2006/main" noGrp="1"/>
          </p:cNvSpPr>
          <p:nvPr/>
        </p:nvSpPr>
        <p:spPr>
          <a:xfrm xmlns:a="http://schemas.openxmlformats.org/drawingml/2006/main">
            <a:off x="495300" y="6286500"/>
            <a:ext cx="11201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246AB8"/>
                </a:solidFill>
                <a:latin typeface="Microsoft YaHei"/>
                <a:ea typeface="Microsoft YaHei"/>
                <a:cs typeface="Microsoft YaHei"/>
              </a:defRPr>
            </a:defPPr>
            <a:lvl1pPr algn="l">
              <a:buNone/>
              <a:defRPr sz="1425" b="1">
                <a:solidFill>
                  <a:srgbClr val="246AB8"/>
                </a:solidFill>
                <a:latin typeface="Microsoft YaHei"/>
                <a:ea typeface="Microsoft YaHei"/>
                <a:cs typeface="Microsoft YaHei"/>
              </a:defRPr>
            </a:lvl1pPr>
            <a:lvl2pPr algn="l">
              <a:buNone/>
              <a:defRPr sz="1425" b="1">
                <a:solidFill>
                  <a:srgbClr val="246AB8"/>
                </a:solidFill>
                <a:latin typeface="Microsoft YaHei"/>
                <a:ea typeface="Microsoft YaHei"/>
                <a:cs typeface="Microsoft YaHei"/>
              </a:defRPr>
            </a:lvl2pPr>
            <a:lvl3pPr algn="l">
              <a:buNone/>
              <a:defRPr sz="1425" b="1">
                <a:solidFill>
                  <a:srgbClr val="246AB8"/>
                </a:solidFill>
                <a:latin typeface="Microsoft YaHei"/>
                <a:ea typeface="Microsoft YaHei"/>
                <a:cs typeface="Microsoft YaHei"/>
              </a:defRPr>
            </a:lvl3pPr>
            <a:lvl4pPr algn="l">
              <a:buNone/>
              <a:defRPr sz="1425" b="1">
                <a:solidFill>
                  <a:srgbClr val="246AB8"/>
                </a:solidFill>
                <a:latin typeface="Microsoft YaHei"/>
                <a:ea typeface="Microsoft YaHei"/>
                <a:cs typeface="Microsoft YaHei"/>
              </a:defRPr>
            </a:lvl4pPr>
            <a:lvl5pPr algn="l">
              <a:buNone/>
              <a:defRPr sz="1425" b="1">
                <a:solidFill>
                  <a:srgbClr val="246AB8"/>
                </a:solidFill>
                <a:latin typeface="Microsoft YaHei"/>
                <a:ea typeface="Microsoft YaHei"/>
                <a:cs typeface="Microsoft YaHei"/>
              </a:defRPr>
            </a:lvl5pPr>
            <a:lvl6pPr algn="l">
              <a:buNone/>
              <a:defRPr sz="1425" b="1">
                <a:solidFill>
                  <a:srgbClr val="246AB8"/>
                </a:solidFill>
                <a:latin typeface="Microsoft YaHei"/>
                <a:ea typeface="Microsoft YaHei"/>
                <a:cs typeface="Microsoft YaHei"/>
              </a:defRPr>
            </a:lvl6pPr>
            <a:lvl7pPr algn="l">
              <a:buNone/>
              <a:defRPr sz="1425" b="1">
                <a:solidFill>
                  <a:srgbClr val="246AB8"/>
                </a:solidFill>
                <a:latin typeface="Microsoft YaHei"/>
                <a:ea typeface="Microsoft YaHei"/>
                <a:cs typeface="Microsoft YaHei"/>
              </a:defRPr>
            </a:lvl7pPr>
            <a:lvl8pPr algn="l">
              <a:buNone/>
              <a:defRPr sz="1425" b="1">
                <a:solidFill>
                  <a:srgbClr val="246AB8"/>
                </a:solidFill>
                <a:latin typeface="Microsoft YaHei"/>
                <a:ea typeface="Microsoft YaHei"/>
                <a:cs typeface="Microsoft YaHei"/>
              </a:defRPr>
            </a:lvl8pPr>
            <a:lvl9pPr algn="l">
              <a:buNone/>
              <a:defRPr sz="1425" b="1">
                <a:solidFill>
                  <a:srgbClr val="246AB8"/>
                </a:solidFill>
                <a:latin typeface="Microsoft YaHei"/>
                <a:ea typeface="Microsoft YaHei"/>
                <a:cs typeface="Microsoft YaHei"/>
              </a:defRPr>
            </a:lvl9pPr>
          </a:lstStyle>
          <a:p xmlns:a="http://schemas.openxmlformats.org/drawingml/2006/main">
            <a:pPr algn="l">
              <a:lnSpc>
                <a:spcPct val="112000"/>
              </a:lnSpc>
              <a:buNone/>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rPr>
              <a:t>同一个旧类可以拆到多个目标模块；迁移粒度落实到功能、字段与写入点。</a:t>
            </a:r>
          </a:p>
        </p:txBody>
      </p:sp>
    </p:spTree>
    <p:extLst>
      <p:ext uri="{BB962C8B-B14F-4D97-AF65-F5344CB8AC3E}">
        <p14:creationId xmlns:p14="http://schemas.microsoft.com/office/powerpoint/2010/main" val="2108539709"/>
      </p:ext>
    </p:extLst>
  </p:cSld>
</p:sld>
</file>

<file path=ppt/slides/slide4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rect-1049">
            <a:extLst xmlns:a="http://schemas.openxmlformats.org/drawingml/2006/main">
              <a:ext uri="{FF2B5EF4-FFF2-40B4-BE49-F238E27FC236}">
                <a16:creationId xmlns:a16="http://schemas.microsoft.com/office/drawing/2014/main" id="{016EE45D-D6C3-424D-9448-4B617EFDA383}"/>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text-1050">
            <a:extLst xmlns:a="http://schemas.openxmlformats.org/drawingml/2006/main">
              <a:ext uri="{FF2B5EF4-FFF2-40B4-BE49-F238E27FC236}">
                <a16:creationId xmlns:a16="http://schemas.microsoft.com/office/drawing/2014/main" id="{13D50062-5771-452B-AD2C-181A5A2A4BA0}"/>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text-1051">
            <a:extLst xmlns:a="http://schemas.openxmlformats.org/drawingml/2006/main">
              <a:ext uri="{FF2B5EF4-FFF2-40B4-BE49-F238E27FC236}">
                <a16:creationId xmlns:a16="http://schemas.microsoft.com/office/drawing/2014/main" id="{E524D41D-905F-407E-9E72-781EA9BED1B4}"/>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功能迁移二：卡运行复用，外围能力通过端口适配</a:t>
            </a:r>
          </a:p>
        </p:txBody>
      </p:sp>
      <p:sp>
        <p:nvSpPr>
          <p:cNvPr id="4" name="text-1052">
            <a:extLst xmlns:a="http://schemas.openxmlformats.org/drawingml/2006/main">
              <a:ext uri="{FF2B5EF4-FFF2-40B4-BE49-F238E27FC236}">
                <a16:creationId xmlns:a16="http://schemas.microsoft.com/office/drawing/2014/main" id="{D238892E-F57A-4C2E-B35C-2CCC5B6A6E2E}"/>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生产卡协议保留；SIM 模块只承接卡侧职责，外围业务服务保持原边界</a:t>
            </a:r>
          </a:p>
        </p:txBody>
      </p:sp>
      <p:sp>
        <p:nvSpPr>
          <p:cNvPr id="5" name="rect-1053">
            <a:extLst xmlns:a="http://schemas.openxmlformats.org/drawingml/2006/main">
              <a:ext uri="{FF2B5EF4-FFF2-40B4-BE49-F238E27FC236}">
                <a16:creationId xmlns:a16="http://schemas.microsoft.com/office/drawing/2014/main" id="{94382EA1-464C-424D-A1E3-D9CBDD879393}"/>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text-1054">
            <a:extLst xmlns:a="http://schemas.openxmlformats.org/drawingml/2006/main">
              <a:ext uri="{FF2B5EF4-FFF2-40B4-BE49-F238E27FC236}">
                <a16:creationId xmlns:a16="http://schemas.microsoft.com/office/drawing/2014/main" id="{24ABEEC1-FAB1-4372-B85C-C7560FF2D3B7}"/>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7" name="text-1055">
            <a:extLst xmlns:a="http://schemas.openxmlformats.org/drawingml/2006/main">
              <a:ext uri="{FF2B5EF4-FFF2-40B4-BE49-F238E27FC236}">
                <a16:creationId xmlns:a16="http://schemas.microsoft.com/office/drawing/2014/main" id="{4FB3D24E-EB75-4C71-BFC3-64A777746A89}"/>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13 / 19</a:t>
            </a:r>
          </a:p>
        </p:txBody>
      </p:sp>
      <p:graphicFrame>
        <p:nvGraphicFramePr>
          <p:cNvPr id="8" name="">
            <a:extLst xmlns:a="http://schemas.openxmlformats.org/drawingml/2006/main">
              <a:ext uri="{FF2B5EF4-FFF2-40B4-BE49-F238E27FC236}">
                <a16:creationId xmlns:a16="http://schemas.microsoft.com/office/drawing/2014/main" id="{49BFCC22-6F0D-4212-8CD2-15BC9206B7E1}"/>
              </a:ext>
            </a:extLst>
          </p:cNvPr>
          <p:cNvGraphicFramePr/>
          <p:nvPr/>
        </p:nvGraphicFramePr>
        <p:xfrm>
          <a:off xmlns:a="http://schemas.openxmlformats.org/drawingml/2006/main" x="495300" y="1819275"/>
          <a:ext xmlns:a="http://schemas.openxmlformats.org/drawingml/2006/main" cx="11201400" cy="4238625"/>
        </p:xfrm>
        <a:graphic xmlns:a="http://schemas.openxmlformats.org/drawingml/2006/main">
          <a:graphicData uri="http://schemas.openxmlformats.org/drawingml/2006/table">
            <a:tbl>
              <a:tblPr firstRow="1" bandRow="0"/>
              <a:tblGrid>
                <a:gridCol w="2990850"/>
                <a:gridCol w="4057650"/>
                <a:gridCol w="4152900"/>
              </a:tblGrid>
              <a:tr h="409575">
                <a:tc>
                  <a:txBody>
                    <a:bodyPr/>
                    <a:lstStyle/>
                    <a:p>
                      <a:r>
                        <a:rPr sz="1500" b="1">
                          <a:solidFill>
                            <a:srgbClr val="FFFFFF"/>
                          </a:solidFill>
                          <a:latin typeface="Microsoft YaHei"/>
                          <a:ea typeface="Microsoft YaHei"/>
                          <a:cs typeface="Microsoft YaHei"/>
                        </a:rPr>
                        <a:t>原模块 / 能力</a:t>
                      </a:r>
                    </a:p>
                  </a:txBody>
                  <a:tcPr marL="133350" marR="104775" marT="57150" marB="47625" anchor="ctr">
                    <a:lnL w="6191">
                      <a:solidFill>
                        <a:srgbClr val="CDD8E6"/>
                      </a:solidFill>
                      <a:prstDash val="solid"/>
                    </a:lnL>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目标承接</a:t>
                      </a:r>
                    </a:p>
                  </a:txBody>
                  <a:tcPr marL="133350" marR="104775" marT="57150" marB="47625"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必须保留的业务含义</a:t>
                      </a:r>
                    </a:p>
                  </a:txBody>
                  <a:tcPr marL="133350" marR="104775" marT="57150" marB="47625"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r>
              <a:tr h="638175">
                <a:tc>
                  <a:txBody>
                    <a:bodyPr/>
                    <a:lstStyle/>
                    <a:p>
                      <a:r>
                        <a:rPr sz="1500" b="1">
                          <a:solidFill>
                            <a:srgbClr val="246AB8"/>
                          </a:solidFill>
                          <a:latin typeface="Microsoft YaHei"/>
                          <a:ea typeface="Microsoft YaHei"/>
                          <a:cs typeface="Microsoft YaHei"/>
                        </a:rPr>
                        <a:t>SimStateManager / Handle</a:t>
                      </a:r>
                    </a:p>
                    <a:p>
                      <a:r>
                        <a:rPr sz="1500" b="1">
                          <a:solidFill>
                            <a:srgbClr val="246AB8"/>
                          </a:solidFill>
                          <a:latin typeface="Microsoft YaHei"/>
                          <a:ea typeface="Microsoft YaHei"/>
                          <a:cs typeface="Microsoft YaHei"/>
                        </a:rPr>
                        <a:t>IccState</a:t>
                      </a:r>
                    </a:p>
                  </a:txBody>
                  <a:tcPr marL="133350" marR="104775" marT="57150" marB="47625"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R：卡状态、安全与认证</a:t>
                      </a:r>
                    </a:p>
                    <a:p>
                      <a:r>
                        <a:rPr sz="1500" b="0">
                          <a:solidFill>
                            <a:srgbClr val="17263A"/>
                          </a:solidFill>
                          <a:latin typeface="Microsoft YaHei"/>
                          <a:ea typeface="Microsoft YaHei"/>
                          <a:cs typeface="Microsoft YaHei"/>
                        </a:rPr>
                        <a:t>C：旧公开状态投影</a:t>
                      </a:r>
                    </a:p>
                  </a:txBody>
                  <a:tcPr marL="133350" marR="104775" marT="57150" marB="47625" anchor="ctr">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原状态、过滤及专用 PIN 响应</a:t>
                      </a:r>
                    </a:p>
                    <a:p>
                      <a:r>
                        <a:rPr sz="1500" b="0">
                          <a:solidFill>
                            <a:srgbClr val="17263A"/>
                          </a:solidFill>
                          <a:latin typeface="Microsoft YaHei"/>
                          <a:ea typeface="Microsoft YaHei"/>
                          <a:cs typeface="Microsoft YaHei"/>
                        </a:rPr>
                        <a:t>分别判断卡、账户、Records 与网络条件</a:t>
                      </a:r>
                    </a:p>
                  </a:txBody>
                  <a:tcPr marL="133350" marR="104775" marT="57150" marB="47625" anchor="ctr">
                    <a:lnR w="6191">
                      <a:solidFill>
                        <a:srgbClr val="CDD8E6"/>
                      </a:solidFill>
                      <a:prstDash val="solid"/>
                    </a:lnR>
                    <a:lnB w="6191">
                      <a:solidFill>
                        <a:srgbClr val="CDD8E6"/>
                      </a:solidFill>
                      <a:prstDash val="solid"/>
                    </a:lnB>
                    <a:solidFill>
                      <a:srgbClr val="FFFFFF"/>
                    </a:solidFill>
                  </a:tcPr>
                </a:tc>
              </a:tr>
              <a:tr h="638175">
                <a:tc>
                  <a:txBody>
                    <a:bodyPr/>
                    <a:lstStyle/>
                    <a:p>
                      <a:r>
                        <a:rPr sz="1500" b="1">
                          <a:solidFill>
                            <a:srgbClr val="246AB8"/>
                          </a:solidFill>
                          <a:latin typeface="Microsoft YaHei"/>
                          <a:ea typeface="Microsoft YaHei"/>
                          <a:cs typeface="Microsoft YaHei"/>
                        </a:rPr>
                        <a:t>SimFileManager / IccFile</a:t>
                      </a:r>
                    </a:p>
                    <a:p>
                      <a:r>
                        <a:rPr sz="1500" b="1">
                          <a:solidFill>
                            <a:srgbClr val="246AB8"/>
                          </a:solidFill>
                          <a:latin typeface="Microsoft YaHei"/>
                          <a:ea typeface="Microsoft YaHei"/>
                          <a:cs typeface="Microsoft YaHei"/>
                        </a:rPr>
                        <a:t>各卡型文件</a:t>
                      </a:r>
                    </a:p>
                  </a:txBody>
                  <a:tcPr marL="133350" marR="104775" marT="57150" marB="47625"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500" b="0">
                          <a:solidFill>
                            <a:srgbClr val="17263A"/>
                          </a:solidFill>
                          <a:latin typeface="Microsoft YaHei"/>
                          <a:ea typeface="Microsoft YaHei"/>
                          <a:cs typeface="Microsoft YaHei"/>
                        </a:rPr>
                        <a:t>R：application / records / codec</a:t>
                      </a:r>
                    </a:p>
                    <a:p>
                      <a:r>
                        <a:rPr sz="1500" b="0">
                          <a:solidFill>
                            <a:srgbClr val="17263A"/>
                          </a:solidFill>
                          <a:latin typeface="Microsoft YaHei"/>
                          <a:ea typeface="Microsoft YaHei"/>
                          <a:cs typeface="Microsoft YaHei"/>
                        </a:rPr>
                        <a:t>会话与加载代次渐进门控</a:t>
                      </a:r>
                    </a:p>
                  </a:txBody>
                  <a:tcPr marL="133350" marR="104775" marT="57150" marB="47625" anchor="ctr">
                    <a:lnR w="6191">
                      <a:solidFill>
                        <a:srgbClr val="CDD8E6"/>
                      </a:solidFill>
                      <a:prstDash val="solid"/>
                    </a:lnR>
                    <a:lnB w="6191">
                      <a:solidFill>
                        <a:srgbClr val="CDD8E6"/>
                      </a:solidFill>
                      <a:prstDash val="solid"/>
                    </a:lnB>
                    <a:solidFill>
                      <a:srgbClr val="EAF0F7"/>
                    </a:solidFill>
                  </a:tcPr>
                </a:tc>
                <a:tc>
                  <a:txBody>
                    <a:bodyPr/>
                    <a:lstStyle/>
                    <a:p>
                      <a:r>
                        <a:rPr sz="1500" b="0">
                          <a:solidFill>
                            <a:srgbClr val="17263A"/>
                          </a:solidFill>
                          <a:latin typeface="Microsoft YaHei"/>
                          <a:ea typeface="Microsoft YaHei"/>
                          <a:cs typeface="Microsoft YaHei"/>
                        </a:rPr>
                        <a:t>原 EF 算法、serial 与合法刷新</a:t>
                      </a:r>
                    </a:p>
                    <a:p>
                      <a:r>
                        <a:rPr sz="1500" b="0">
                          <a:solidFill>
                            <a:srgbClr val="17263A"/>
                          </a:solidFill>
                          <a:latin typeface="Microsoft YaHei"/>
                          <a:ea typeface="Microsoft YaHei"/>
                          <a:cs typeface="Microsoft YaHei"/>
                        </a:rPr>
                        <a:t>保持对外完成时点</a:t>
                      </a:r>
                    </a:p>
                  </a:txBody>
                  <a:tcPr marL="133350" marR="104775" marT="57150" marB="47625" anchor="ctr">
                    <a:lnR w="6191">
                      <a:solidFill>
                        <a:srgbClr val="CDD8E6"/>
                      </a:solidFill>
                      <a:prstDash val="solid"/>
                    </a:lnR>
                    <a:lnB w="6191">
                      <a:solidFill>
                        <a:srgbClr val="CDD8E6"/>
                      </a:solidFill>
                      <a:prstDash val="solid"/>
                    </a:lnB>
                    <a:solidFill>
                      <a:srgbClr val="EAF0F7"/>
                    </a:solidFill>
                  </a:tcPr>
                </a:tc>
              </a:tr>
              <a:tr h="638175">
                <a:tc>
                  <a:txBody>
                    <a:bodyPr/>
                    <a:lstStyle/>
                    <a:p>
                      <a:r>
                        <a:rPr sz="1500" b="1">
                          <a:solidFill>
                            <a:srgbClr val="246AB8"/>
                          </a:solidFill>
                          <a:latin typeface="Microsoft YaHei"/>
                          <a:ea typeface="Microsoft YaHei"/>
                          <a:cs typeface="Microsoft YaHei"/>
                        </a:rPr>
                        <a:t>SIM SMS / 电话簿</a:t>
                      </a:r>
                    </a:p>
                    <a:p>
                      <a:r>
                        <a:rPr sz="1500" b="1">
                          <a:solidFill>
                            <a:srgbClr val="246AB8"/>
                          </a:solidFill>
                          <a:latin typeface="Microsoft YaHei"/>
                          <a:ea typeface="Microsoft YaHei"/>
                          <a:cs typeface="Microsoft YaHei"/>
                        </a:rPr>
                        <a:t>STK / 运营商配置</a:t>
                      </a:r>
                    </a:p>
                  </a:txBody>
                  <a:tcPr marL="133350" marR="104775" marT="57150" marB="47625"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R：相应卡侧子模块</a:t>
                      </a:r>
                    </a:p>
                  </a:txBody>
                  <a:tcPr marL="133350" marR="104775" marT="57150" marB="47625" anchor="ctr">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保留 PIN2、多阶段与专用事件</a:t>
                      </a:r>
                    </a:p>
                    <a:p>
                      <a:r>
                        <a:rPr sz="1500" b="0">
                          <a:solidFill>
                            <a:srgbClr val="17263A"/>
                          </a:solidFill>
                          <a:latin typeface="Microsoft YaHei"/>
                          <a:ea typeface="Microsoft YaHei"/>
                          <a:cs typeface="Microsoft YaHei"/>
                        </a:rPr>
                        <a:t>外围 SMS / Call / Data 服务留原仓</a:t>
                      </a:r>
                    </a:p>
                  </a:txBody>
                  <a:tcPr marL="133350" marR="104775" marT="57150" marB="47625" anchor="ctr">
                    <a:lnR w="6191">
                      <a:solidFill>
                        <a:srgbClr val="CDD8E6"/>
                      </a:solidFill>
                      <a:prstDash val="solid"/>
                    </a:lnR>
                    <a:lnB w="6191">
                      <a:solidFill>
                        <a:srgbClr val="CDD8E6"/>
                      </a:solidFill>
                      <a:prstDash val="solid"/>
                    </a:lnB>
                    <a:solidFill>
                      <a:srgbClr val="FFFFFF"/>
                    </a:solidFill>
                  </a:tcPr>
                </a:tc>
              </a:tr>
              <a:tr h="638175">
                <a:tc>
                  <a:txBody>
                    <a:bodyPr/>
                    <a:lstStyle/>
                    <a:p>
                      <a:r>
                        <a:rPr sz="1500" b="1">
                          <a:solidFill>
                            <a:srgbClr val="246AB8"/>
                          </a:solidFill>
                          <a:latin typeface="Microsoft YaHei"/>
                          <a:ea typeface="Microsoft YaHei"/>
                          <a:cs typeface="Microsoft YaHei"/>
                        </a:rPr>
                        <a:t>Core EsimManager</a:t>
                      </a:r>
                    </a:p>
                    <a:p>
                      <a:r>
                        <a:rPr sz="1500" b="1">
                          <a:solidFill>
                            <a:srgbClr val="246AB8"/>
                          </a:solidFill>
                          <a:latin typeface="Microsoft YaHei"/>
                          <a:ea typeface="Microsoft YaHei"/>
                          <a:cs typeface="Microsoft YaHei"/>
                        </a:rPr>
                        <a:t>EsimFile / Controller</a:t>
                      </a:r>
                    </a:p>
                  </a:txBody>
                  <a:tcPr marL="133350" marR="104775" marT="57150" marB="47625"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500" b="0">
                          <a:solidFill>
                            <a:srgbClr val="17263A"/>
                          </a:solidFill>
                          <a:latin typeface="Microsoft YaHei"/>
                          <a:ea typeface="Microsoft YaHei"/>
                          <a:cs typeface="Microsoft YaHei"/>
                        </a:rPr>
                        <a:t>R：本地 eUICC / APDU</a:t>
                      </a:r>
                    </a:p>
                    <a:p>
                      <a:r>
                        <a:rPr sz="1500" b="0">
                          <a:solidFill>
                            <a:srgbClr val="17263A"/>
                          </a:solidFill>
                          <a:latin typeface="Microsoft YaHei"/>
                          <a:ea typeface="Microsoft YaHei"/>
                          <a:cs typeface="Microsoft YaHei"/>
                        </a:rPr>
                        <a:t>O：本地步骤与等待关联</a:t>
                      </a:r>
                    </a:p>
                  </a:txBody>
                  <a:tcPr marL="133350" marR="104775" marT="57150" marB="47625" anchor="ctr">
                    <a:lnR w="6191">
                      <a:solidFill>
                        <a:srgbClr val="CDD8E6"/>
                      </a:solidFill>
                      <a:prstDash val="solid"/>
                    </a:lnR>
                    <a:lnB w="6191">
                      <a:solidFill>
                        <a:srgbClr val="CDD8E6"/>
                      </a:solidFill>
                      <a:prstDash val="solid"/>
                    </a:lnB>
                    <a:solidFill>
                      <a:srgbClr val="EAF0F7"/>
                    </a:solidFill>
                  </a:tcPr>
                </a:tc>
                <a:tc>
                  <a:txBody>
                    <a:bodyPr/>
                    <a:lstStyle/>
                    <a:p>
                      <a:r>
                        <a:rPr sz="1500" b="0">
                          <a:solidFill>
                            <a:srgbClr val="17263A"/>
                          </a:solidFill>
                          <a:latin typeface="Microsoft YaHei"/>
                          <a:ea typeface="Microsoft YaHei"/>
                          <a:cs typeface="Microsoft YaHei"/>
                        </a:rPr>
                        <a:t>保留条件编译、Port / slot 和返回语义</a:t>
                      </a:r>
                    </a:p>
                    <a:p>
                      <a:r>
                        <a:rPr sz="1500" b="0">
                          <a:solidFill>
                            <a:srgbClr val="17263A"/>
                          </a:solidFill>
                          <a:latin typeface="Microsoft YaHei"/>
                          <a:ea typeface="Microsoft YaHei"/>
                          <a:cs typeface="Microsoft YaHei"/>
                        </a:rPr>
                        <a:t>高层下载 / OSU 使用既有服务契约</a:t>
                      </a:r>
                    </a:p>
                  </a:txBody>
                  <a:tcPr marL="133350" marR="104775" marT="57150" marB="47625" anchor="ctr">
                    <a:lnR w="6191">
                      <a:solidFill>
                        <a:srgbClr val="CDD8E6"/>
                      </a:solidFill>
                      <a:prstDash val="solid"/>
                    </a:lnR>
                    <a:lnB w="6191">
                      <a:solidFill>
                        <a:srgbClr val="CDD8E6"/>
                      </a:solidFill>
                      <a:prstDash val="solid"/>
                    </a:lnB>
                    <a:solidFill>
                      <a:srgbClr val="EAF0F7"/>
                    </a:solidFill>
                  </a:tcPr>
                </a:tc>
              </a:tr>
              <a:tr h="638175">
                <a:tc>
                  <a:txBody>
                    <a:bodyPr/>
                    <a:lstStyle/>
                    <a:p>
                      <a:r>
                        <a:rPr sz="1500" b="1">
                          <a:solidFill>
                            <a:srgbClr val="246AB8"/>
                          </a:solidFill>
                          <a:latin typeface="Microsoft YaHei"/>
                          <a:ea typeface="Microsoft YaHei"/>
                          <a:cs typeface="Microsoft YaHei"/>
                        </a:rPr>
                        <a:t>TelRilManager / TelRilSim</a:t>
                      </a:r>
                    </a:p>
                  </a:txBody>
                  <a:tcPr marL="133350" marR="104775" marT="57150" marB="47625"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宿主 RIL Port / 执行适配</a:t>
                      </a:r>
                    </a:p>
                    <a:p>
                      <a:r>
                        <a:rPr sz="1500" b="0">
                          <a:solidFill>
                            <a:srgbClr val="17263A"/>
                          </a:solidFill>
                          <a:latin typeface="Microsoft YaHei"/>
                          <a:ea typeface="Microsoft YaHei"/>
                          <a:cs typeface="Microsoft YaHei"/>
                        </a:rPr>
                        <a:t>回调适配后经应用入口准入</a:t>
                      </a:r>
                    </a:p>
                  </a:txBody>
                  <a:tcPr marL="133350" marR="104775" marT="57150" marB="47625" anchor="ctr">
                    <a:lnR w="6191">
                      <a:solidFill>
                        <a:srgbClr val="CDD8E6"/>
                      </a:solidFill>
                      <a:prstDash val="solid"/>
                    </a:lnR>
                    <a:lnB w="6191">
                      <a:solidFill>
                        <a:srgbClr val="CDD8E6"/>
                      </a:solidFill>
                      <a:prstDash val="solid"/>
                    </a:lnB>
                    <a:solidFill>
                      <a:srgbClr val="FFFFFF"/>
                    </a:solidFill>
                  </a:tcPr>
                </a:tc>
                <a:tc>
                  <a:txBody>
                    <a:bodyPr/>
                    <a:lstStyle/>
                    <a:p>
                      <a:r>
                        <a:rPr sz="1500" b="0">
                          <a:solidFill>
                            <a:srgbClr val="17263A"/>
                          </a:solidFill>
                          <a:latin typeface="Microsoft YaHei"/>
                          <a:ea typeface="Microsoft YaHei"/>
                          <a:cs typeface="Microsoft YaHei"/>
                        </a:rPr>
                        <a:t>现有 Core / RIL 构建位置可保持</a:t>
                      </a:r>
                    </a:p>
                    <a:p>
                      <a:r>
                        <a:rPr sz="1500" b="0">
                          <a:solidFill>
                            <a:srgbClr val="17263A"/>
                          </a:solidFill>
                          <a:latin typeface="Microsoft YaHei"/>
                          <a:ea typeface="Microsoft YaHei"/>
                          <a:cs typeface="Microsoft YaHei"/>
                        </a:rPr>
                        <a:t>保留请求关联，不接管全部信令</a:t>
                      </a:r>
                    </a:p>
                  </a:txBody>
                  <a:tcPr marL="133350" marR="104775" marT="57150" marB="47625" anchor="ctr">
                    <a:lnR w="6191">
                      <a:solidFill>
                        <a:srgbClr val="CDD8E6"/>
                      </a:solidFill>
                      <a:prstDash val="solid"/>
                    </a:lnR>
                    <a:lnB w="6191">
                      <a:solidFill>
                        <a:srgbClr val="CDD8E6"/>
                      </a:solidFill>
                      <a:prstDash val="solid"/>
                    </a:lnB>
                    <a:solidFill>
                      <a:srgbClr val="FFFFFF"/>
                    </a:solidFill>
                  </a:tcPr>
                </a:tc>
              </a:tr>
              <a:tr h="638175">
                <a:tc>
                  <a:txBody>
                    <a:bodyPr/>
                    <a:lstStyle/>
                    <a:p>
                      <a:r>
                        <a:rPr sz="1500" b="1">
                          <a:solidFill>
                            <a:srgbClr val="246AB8"/>
                          </a:solidFill>
                          <a:latin typeface="Microsoft YaHei"/>
                          <a:ea typeface="Microsoft YaHei"/>
                          <a:cs typeface="Microsoft YaHei"/>
                        </a:rPr>
                        <a:t>SimRdbHelper / 参数</a:t>
                      </a:r>
                    </a:p>
                    <a:p>
                      <a:r>
                        <a:rPr sz="1500" b="1">
                          <a:solidFill>
                            <a:srgbClr val="246AB8"/>
                          </a:solidFill>
                          <a:latin typeface="Microsoft YaHei"/>
                          <a:ea typeface="Microsoft YaHei"/>
                          <a:cs typeface="Microsoft YaHei"/>
                        </a:rPr>
                        <a:t>TelephonyExtWrapper</a:t>
                      </a:r>
                    </a:p>
                  </a:txBody>
                  <a:tcPr marL="133350" marR="104775" marT="57150" marB="47625"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500" b="0">
                          <a:solidFill>
                            <a:srgbClr val="17263A"/>
                          </a:solidFill>
                          <a:latin typeface="Microsoft YaHei"/>
                          <a:ea typeface="Microsoft YaHei"/>
                          <a:cs typeface="Microsoft YaHei"/>
                        </a:rPr>
                        <a:t>I：DataShare、参数与 Hook Adapter</a:t>
                      </a:r>
                    </a:p>
                    <a:p>
                      <a:r>
                        <a:rPr sz="1500" b="0">
                          <a:solidFill>
                            <a:srgbClr val="17263A"/>
                          </a:solidFill>
                          <a:latin typeface="Microsoft YaHei"/>
                          <a:ea typeface="Microsoft YaHei"/>
                          <a:cs typeface="Microsoft YaHei"/>
                        </a:rPr>
                        <a:t>由应用用例经端口调用</a:t>
                      </a:r>
                    </a:p>
                  </a:txBody>
                  <a:tcPr marL="133350" marR="104775" marT="57150" marB="47625" anchor="ctr">
                    <a:lnR w="6191">
                      <a:solidFill>
                        <a:srgbClr val="CDD8E6"/>
                      </a:solidFill>
                      <a:prstDash val="solid"/>
                    </a:lnR>
                    <a:lnB w="6191">
                      <a:solidFill>
                        <a:srgbClr val="CDD8E6"/>
                      </a:solidFill>
                      <a:prstDash val="solid"/>
                    </a:lnB>
                    <a:solidFill>
                      <a:srgbClr val="EAF0F7"/>
                    </a:solidFill>
                  </a:tcPr>
                </a:tc>
                <a:tc>
                  <a:txBody>
                    <a:bodyPr/>
                    <a:lstStyle/>
                    <a:p>
                      <a:r>
                        <a:rPr sz="1500" b="0">
                          <a:solidFill>
                            <a:srgbClr val="17263A"/>
                          </a:solidFill>
                          <a:latin typeface="Microsoft YaHei"/>
                          <a:ea typeface="Microsoft YaHei"/>
                          <a:cs typeface="Microsoft YaHei"/>
                        </a:rPr>
                        <a:t>沿用存储契约及厂商 ABI</a:t>
                      </a:r>
                    </a:p>
                    <a:p>
                      <a:r>
                        <a:rPr sz="1500" b="0">
                          <a:solidFill>
                            <a:srgbClr val="17263A"/>
                          </a:solidFill>
                          <a:latin typeface="Microsoft YaHei"/>
                          <a:ea typeface="Microsoft YaHei"/>
                          <a:cs typeface="Microsoft YaHei"/>
                        </a:rPr>
                        <a:t>分别定义外部效果与失败核对</a:t>
                      </a:r>
                    </a:p>
                  </a:txBody>
                  <a:tcPr marL="133350" marR="104775" marT="57150" marB="47625" anchor="ctr">
                    <a:lnR w="6191">
                      <a:solidFill>
                        <a:srgbClr val="CDD8E6"/>
                      </a:solidFill>
                      <a:prstDash val="solid"/>
                    </a:lnR>
                    <a:lnB w="6191">
                      <a:solidFill>
                        <a:srgbClr val="CDD8E6"/>
                      </a:solidFill>
                      <a:prstDash val="solid"/>
                    </a:lnB>
                    <a:solidFill>
                      <a:srgbClr val="EAF0F7"/>
                    </a:solidFill>
                  </a:tcPr>
                </a:tc>
              </a:tr>
            </a:tbl>
          </a:graphicData>
        </a:graphic>
      </p:graphicFrame>
      <p:sp>
        <p:nvSpPr>
          <p:cNvPr id="9" name="rect-1056">
            <a:extLst xmlns:a="http://schemas.openxmlformats.org/drawingml/2006/main">
              <a:ext uri="{FF2B5EF4-FFF2-40B4-BE49-F238E27FC236}">
                <a16:creationId xmlns:a16="http://schemas.microsoft.com/office/drawing/2014/main" id="{A0CEB792-69A4-432B-A4E5-5CBC026C9198}"/>
              </a:ext>
            </a:extLst>
          </p:cNvPr>
          <p:cNvSpPr>
            <a:spLocks xmlns:a="http://schemas.openxmlformats.org/drawingml/2006/main" noGrp="1"/>
          </p:cNvSpPr>
          <p:nvPr/>
        </p:nvSpPr>
        <p:spPr>
          <a:xfrm xmlns:a="http://schemas.openxmlformats.org/drawingml/2006/main">
            <a:off x="495300" y="617220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 name="text-1057">
            <a:extLst xmlns:a="http://schemas.openxmlformats.org/drawingml/2006/main">
              <a:ext uri="{FF2B5EF4-FFF2-40B4-BE49-F238E27FC236}">
                <a16:creationId xmlns:a16="http://schemas.microsoft.com/office/drawing/2014/main" id="{E63B4339-1148-46BA-86C3-FB53F8369539}"/>
              </a:ext>
            </a:extLst>
          </p:cNvPr>
          <p:cNvSpPr>
            <a:spLocks xmlns:a="http://schemas.openxmlformats.org/drawingml/2006/main" noGrp="1"/>
          </p:cNvSpPr>
          <p:nvPr/>
        </p:nvSpPr>
        <p:spPr>
          <a:xfrm xmlns:a="http://schemas.openxmlformats.org/drawingml/2006/main">
            <a:off x="495300" y="6315075"/>
            <a:ext cx="11201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246AB8"/>
                </a:solidFill>
                <a:latin typeface="Microsoft YaHei"/>
                <a:ea typeface="Microsoft YaHei"/>
                <a:cs typeface="Microsoft YaHei"/>
              </a:defRPr>
            </a:defPPr>
            <a:lvl1pPr algn="l">
              <a:buNone/>
              <a:defRPr sz="1425" b="1">
                <a:solidFill>
                  <a:srgbClr val="246AB8"/>
                </a:solidFill>
                <a:latin typeface="Microsoft YaHei"/>
                <a:ea typeface="Microsoft YaHei"/>
                <a:cs typeface="Microsoft YaHei"/>
              </a:defRPr>
            </a:lvl1pPr>
            <a:lvl2pPr algn="l">
              <a:buNone/>
              <a:defRPr sz="1425" b="1">
                <a:solidFill>
                  <a:srgbClr val="246AB8"/>
                </a:solidFill>
                <a:latin typeface="Microsoft YaHei"/>
                <a:ea typeface="Microsoft YaHei"/>
                <a:cs typeface="Microsoft YaHei"/>
              </a:defRPr>
            </a:lvl2pPr>
            <a:lvl3pPr algn="l">
              <a:buNone/>
              <a:defRPr sz="1425" b="1">
                <a:solidFill>
                  <a:srgbClr val="246AB8"/>
                </a:solidFill>
                <a:latin typeface="Microsoft YaHei"/>
                <a:ea typeface="Microsoft YaHei"/>
                <a:cs typeface="Microsoft YaHei"/>
              </a:defRPr>
            </a:lvl3pPr>
            <a:lvl4pPr algn="l">
              <a:buNone/>
              <a:defRPr sz="1425" b="1">
                <a:solidFill>
                  <a:srgbClr val="246AB8"/>
                </a:solidFill>
                <a:latin typeface="Microsoft YaHei"/>
                <a:ea typeface="Microsoft YaHei"/>
                <a:cs typeface="Microsoft YaHei"/>
              </a:defRPr>
            </a:lvl4pPr>
            <a:lvl5pPr algn="l">
              <a:buNone/>
              <a:defRPr sz="1425" b="1">
                <a:solidFill>
                  <a:srgbClr val="246AB8"/>
                </a:solidFill>
                <a:latin typeface="Microsoft YaHei"/>
                <a:ea typeface="Microsoft YaHei"/>
                <a:cs typeface="Microsoft YaHei"/>
              </a:defRPr>
            </a:lvl5pPr>
            <a:lvl6pPr algn="l">
              <a:buNone/>
              <a:defRPr sz="1425" b="1">
                <a:solidFill>
                  <a:srgbClr val="246AB8"/>
                </a:solidFill>
                <a:latin typeface="Microsoft YaHei"/>
                <a:ea typeface="Microsoft YaHei"/>
                <a:cs typeface="Microsoft YaHei"/>
              </a:defRPr>
            </a:lvl6pPr>
            <a:lvl7pPr algn="l">
              <a:buNone/>
              <a:defRPr sz="1425" b="1">
                <a:solidFill>
                  <a:srgbClr val="246AB8"/>
                </a:solidFill>
                <a:latin typeface="Microsoft YaHei"/>
                <a:ea typeface="Microsoft YaHei"/>
                <a:cs typeface="Microsoft YaHei"/>
              </a:defRPr>
            </a:lvl7pPr>
            <a:lvl8pPr algn="l">
              <a:buNone/>
              <a:defRPr sz="1425" b="1">
                <a:solidFill>
                  <a:srgbClr val="246AB8"/>
                </a:solidFill>
                <a:latin typeface="Microsoft YaHei"/>
                <a:ea typeface="Microsoft YaHei"/>
                <a:cs typeface="Microsoft YaHei"/>
              </a:defRPr>
            </a:lvl8pPr>
            <a:lvl9pPr algn="l">
              <a:buNone/>
              <a:defRPr sz="1425" b="1">
                <a:solidFill>
                  <a:srgbClr val="246AB8"/>
                </a:solidFill>
                <a:latin typeface="Microsoft YaHei"/>
                <a:ea typeface="Microsoft YaHei"/>
                <a:cs typeface="Microsoft YaHei"/>
              </a:defRPr>
            </a:lvl9pPr>
          </a:lstStyle>
          <a:p xmlns:a="http://schemas.openxmlformats.org/drawingml/2006/main">
            <a:pPr algn="l">
              <a:lnSpc>
                <a:spcPct val="112000"/>
              </a:lnSpc>
              <a:buNone/>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rPr>
              <a:t>新 Repository 名称不代表新表、直写数据库或 DataShare 与参数的原子事务。</a:t>
            </a:r>
          </a:p>
        </p:txBody>
      </p:sp>
    </p:spTree>
    <p:extLst>
      <p:ext uri="{BB962C8B-B14F-4D97-AF65-F5344CB8AC3E}">
        <p14:creationId xmlns:p14="http://schemas.microsoft.com/office/powerpoint/2010/main" val="1700301026"/>
      </p:ext>
    </p:extLst>
  </p:cSld>
</p:sld>
</file>

<file path=ppt/slides/slide4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shape-72">
            <a:extLst xmlns:a="http://schemas.openxmlformats.org/drawingml/2006/main">
              <a:ext uri="{FF2B5EF4-FFF2-40B4-BE49-F238E27FC236}">
                <a16:creationId xmlns:a16="http://schemas.microsoft.com/office/drawing/2014/main" id="{3B5DA1CC-12C6-40AE-9C09-7511EB128008}"/>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shape-73">
            <a:extLst xmlns:a="http://schemas.openxmlformats.org/drawingml/2006/main">
              <a:ext uri="{FF2B5EF4-FFF2-40B4-BE49-F238E27FC236}">
                <a16:creationId xmlns:a16="http://schemas.microsoft.com/office/drawing/2014/main" id="{74024A94-98DE-4BD4-941C-9BAE5869B49F}"/>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shape-74">
            <a:extLst xmlns:a="http://schemas.openxmlformats.org/drawingml/2006/main">
              <a:ext uri="{FF2B5EF4-FFF2-40B4-BE49-F238E27FC236}">
                <a16:creationId xmlns:a16="http://schemas.microsoft.com/office/drawing/2014/main" id="{8B26E172-BA9B-4598-97A9-5E79F70A2D62}"/>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实例：设置显示号码跨越哪些层</a:t>
            </a:r>
          </a:p>
        </p:txBody>
      </p:sp>
      <p:sp>
        <p:nvSpPr>
          <p:cNvPr id="4" name="shape-75">
            <a:extLst xmlns:a="http://schemas.openxmlformats.org/drawingml/2006/main">
              <a:ext uri="{FF2B5EF4-FFF2-40B4-BE49-F238E27FC236}">
                <a16:creationId xmlns:a16="http://schemas.microsoft.com/office/drawing/2014/main" id="{A37D1950-B998-46CF-8148-589E4E51CFF0}"/>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区分排队接收返回、卡侧效果、账户更新与后续业务完成</a:t>
            </a:r>
          </a:p>
        </p:txBody>
      </p:sp>
      <p:sp>
        <p:nvSpPr>
          <p:cNvPr id="5" name="shape-76">
            <a:extLst xmlns:a="http://schemas.openxmlformats.org/drawingml/2006/main">
              <a:ext uri="{FF2B5EF4-FFF2-40B4-BE49-F238E27FC236}">
                <a16:creationId xmlns:a16="http://schemas.microsoft.com/office/drawing/2014/main" id="{9014E040-3A7A-459F-ADE7-EEC7CFD6AFBB}"/>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shape-77">
            <a:extLst xmlns:a="http://schemas.openxmlformats.org/drawingml/2006/main">
              <a:ext uri="{FF2B5EF4-FFF2-40B4-BE49-F238E27FC236}">
                <a16:creationId xmlns:a16="http://schemas.microsoft.com/office/drawing/2014/main" id="{1053983A-E006-423F-A35A-0B83D3B94E69}"/>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graphicFrame>
        <p:nvGraphicFramePr>
          <p:cNvPr id="7" name="">
            <a:extLst xmlns:a="http://schemas.openxmlformats.org/drawingml/2006/main">
              <a:ext uri="{FF2B5EF4-FFF2-40B4-BE49-F238E27FC236}">
                <a16:creationId xmlns:a16="http://schemas.microsoft.com/office/drawing/2014/main" id="{0770219C-D5DA-4F2E-883E-6CF6F7B71B60}"/>
              </a:ext>
            </a:extLst>
          </p:cNvPr>
          <p:cNvGraphicFramePr/>
          <p:nvPr/>
        </p:nvGraphicFramePr>
        <p:xfrm>
          <a:off xmlns:a="http://schemas.openxmlformats.org/drawingml/2006/main" x="495300" y="1847850"/>
          <a:ext xmlns:a="http://schemas.openxmlformats.org/drawingml/2006/main" cx="11201400" cy="3352800"/>
        </p:xfrm>
        <a:graphic xmlns:a="http://schemas.openxmlformats.org/drawingml/2006/main">
          <a:graphicData uri="http://schemas.openxmlformats.org/drawingml/2006/table">
            <a:tbl>
              <a:tblPr firstRow="1" bandRow="0"/>
              <a:tblGrid>
                <a:gridCol w="1695450"/>
                <a:gridCol w="4714875"/>
                <a:gridCol w="4791075"/>
              </a:tblGrid>
              <a:tr h="419100">
                <a:tc>
                  <a:txBody>
                    <a:bodyPr/>
                    <a:lstStyle/>
                    <a:p>
                      <a:r>
                        <a:rPr sz="1500" b="1">
                          <a:solidFill>
                            <a:srgbClr val="FFFFFF"/>
                          </a:solidFill>
                          <a:latin typeface="Microsoft YaHei"/>
                          <a:ea typeface="Microsoft YaHei"/>
                          <a:cs typeface="Microsoft YaHei"/>
                        </a:rPr>
                        <a:t>步骤</a:t>
                      </a:r>
                    </a:p>
                  </a:txBody>
                  <a:tcPr marL="133350" marR="95250" marT="76200" marB="57150" anchor="ctr">
                    <a:lnL w="6191">
                      <a:solidFill>
                        <a:srgbClr val="CDD8E6"/>
                      </a:solidFill>
                      <a:prstDash val="solid"/>
                    </a:lnL>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重构前调用</a:t>
                      </a:r>
                    </a:p>
                  </a:txBody>
                  <a:tcPr marL="133350" marR="95250" marT="76200" marB="57150"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目标分工</a:t>
                      </a:r>
                    </a:p>
                  </a:txBody>
                  <a:tcPr marL="133350" marR="95250" marT="76200" marB="57150"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r>
              <a:tr h="704850">
                <a:tc>
                  <a:txBody>
                    <a:bodyPr/>
                    <a:lstStyle/>
                    <a:p>
                      <a:r>
                        <a:rPr sz="1650" b="1">
                          <a:solidFill>
                            <a:srgbClr val="246AB8"/>
                          </a:solidFill>
                          <a:latin typeface="Microsoft YaHei"/>
                          <a:ea typeface="Microsoft YaHei"/>
                          <a:cs typeface="Microsoft YaHei"/>
                        </a:rPr>
                        <a:t>入口检查</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650" b="0">
                          <a:solidFill>
                            <a:srgbClr val="17263A"/>
                          </a:solidFill>
                          <a:latin typeface="Microsoft YaHei"/>
                          <a:ea typeface="Microsoft YaHei"/>
                          <a:cs typeface="Microsoft YaHei"/>
                        </a:rPr>
                        <a:t>原检查、排队受理与接收返回</a:t>
                      </a:r>
                    </a:p>
                  </a:txBody>
                  <a:tcPr marL="133350" marR="95250" marT="76200" marB="57150" anchor="ctr">
                    <a:lnR w="6191">
                      <a:solidFill>
                        <a:srgbClr val="CDD8E6"/>
                      </a:solidFill>
                      <a:prstDash val="solid"/>
                    </a:lnR>
                    <a:lnB w="6191">
                      <a:solidFill>
                        <a:srgbClr val="CDD8E6"/>
                      </a:solidFill>
                      <a:prstDash val="solid"/>
                    </a:lnB>
                    <a:solidFill>
                      <a:srgbClr val="FFFFFF"/>
                    </a:solidFill>
                  </a:tcPr>
                </a:tc>
                <a:tc>
                  <a:txBody>
                    <a:bodyPr/>
                    <a:lstStyle/>
                    <a:p>
                      <a:r>
                        <a:rPr sz="1650" b="0">
                          <a:solidFill>
                            <a:srgbClr val="17263A"/>
                          </a:solidFill>
                          <a:latin typeface="Microsoft YaHei"/>
                          <a:ea typeface="Microsoft YaHei"/>
                          <a:cs typeface="Microsoft YaHei"/>
                        </a:rPr>
                        <a:t>C 保持调用者上下文及原接收契约</a:t>
                      </a:r>
                    </a:p>
                  </a:txBody>
                  <a:tcPr marL="133350" marR="95250" marT="76200" marB="57150" anchor="ctr">
                    <a:lnR w="6191">
                      <a:solidFill>
                        <a:srgbClr val="CDD8E6"/>
                      </a:solidFill>
                      <a:prstDash val="solid"/>
                    </a:lnR>
                    <a:lnB w="6191">
                      <a:solidFill>
                        <a:srgbClr val="CDD8E6"/>
                      </a:solidFill>
                      <a:prstDash val="solid"/>
                    </a:lnB>
                    <a:solidFill>
                      <a:srgbClr val="FFFFFF"/>
                    </a:solidFill>
                  </a:tcPr>
                </a:tc>
              </a:tr>
              <a:tr h="762000">
                <a:tc>
                  <a:txBody>
                    <a:bodyPr/>
                    <a:lstStyle/>
                    <a:p>
                      <a:r>
                        <a:rPr sz="1650" b="1">
                          <a:solidFill>
                            <a:srgbClr val="246AB8"/>
                          </a:solidFill>
                          <a:latin typeface="Microsoft YaHei"/>
                          <a:ea typeface="Microsoft YaHei"/>
                          <a:cs typeface="Microsoft YaHei"/>
                        </a:rPr>
                        <a:t>写卡</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650" b="0">
                          <a:solidFill>
                            <a:srgbClr val="17263A"/>
                          </a:solidFill>
                          <a:latin typeface="Microsoft YaHei"/>
                          <a:ea typeface="Microsoft YaHei"/>
                          <a:cs typeface="Microsoft YaHei"/>
                        </a:rPr>
                        <a:t>File 写 MSISDN，回包更新卡记录</a:t>
                      </a:r>
                    </a:p>
                  </a:txBody>
                  <a:tcPr marL="133350" marR="95250" marT="76200" marB="57150" anchor="ctr">
                    <a:lnR w="6191">
                      <a:solidFill>
                        <a:srgbClr val="CDD8E6"/>
                      </a:solidFill>
                      <a:prstDash val="solid"/>
                    </a:lnR>
                    <a:lnB w="6191">
                      <a:solidFill>
                        <a:srgbClr val="CDD8E6"/>
                      </a:solidFill>
                      <a:prstDash val="solid"/>
                    </a:lnB>
                    <a:solidFill>
                      <a:srgbClr val="EAF0F7"/>
                    </a:solidFill>
                  </a:tcPr>
                </a:tc>
                <a:tc>
                  <a:txBody>
                    <a:bodyPr/>
                    <a:lstStyle/>
                    <a:p>
                      <a:r>
                        <a:rPr sz="1650" b="0">
                          <a:solidFill>
                            <a:srgbClr val="17263A"/>
                          </a:solidFill>
                          <a:latin typeface="Microsoft YaHei"/>
                          <a:ea typeface="Microsoft YaHei"/>
                          <a:cs typeface="Microsoft YaHei"/>
                        </a:rPr>
                        <a:t>O 组织步骤，R 执行原写卡协议</a:t>
                      </a:r>
                    </a:p>
                  </a:txBody>
                  <a:tcPr marL="133350" marR="95250" marT="76200" marB="57150" anchor="ctr">
                    <a:lnR w="6191">
                      <a:solidFill>
                        <a:srgbClr val="CDD8E6"/>
                      </a:solidFill>
                      <a:prstDash val="solid"/>
                    </a:lnR>
                    <a:lnB w="6191">
                      <a:solidFill>
                        <a:srgbClr val="CDD8E6"/>
                      </a:solidFill>
                      <a:prstDash val="solid"/>
                    </a:lnB>
                    <a:solidFill>
                      <a:srgbClr val="EAF0F7"/>
                    </a:solidFill>
                  </a:tcPr>
                </a:tc>
              </a:tr>
              <a:tr h="762000">
                <a:tc>
                  <a:txBody>
                    <a:bodyPr/>
                    <a:lstStyle/>
                    <a:p>
                      <a:r>
                        <a:rPr sz="1650" b="1">
                          <a:solidFill>
                            <a:srgbClr val="246AB8"/>
                          </a:solidFill>
                          <a:latin typeface="Microsoft YaHei"/>
                          <a:ea typeface="Microsoft YaHei"/>
                          <a:cs typeface="Microsoft YaHei"/>
                        </a:rPr>
                        <a:t>更新账户</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650" b="0">
                          <a:solidFill>
                            <a:srgbClr val="17263A"/>
                          </a:solidFill>
                          <a:latin typeface="Microsoft YaHei"/>
                          <a:ea typeface="Microsoft YaHei"/>
                          <a:cs typeface="Microsoft YaHei"/>
                        </a:rPr>
                        <a:t>SetShowNumberToDB 更新 DB / 缓存</a:t>
                      </a:r>
                    </a:p>
                  </a:txBody>
                  <a:tcPr marL="133350" marR="95250" marT="76200" marB="57150" anchor="ctr">
                    <a:lnR w="6191">
                      <a:solidFill>
                        <a:srgbClr val="CDD8E6"/>
                      </a:solidFill>
                      <a:prstDash val="solid"/>
                    </a:lnR>
                    <a:lnB w="6191">
                      <a:solidFill>
                        <a:srgbClr val="CDD8E6"/>
                      </a:solidFill>
                      <a:prstDash val="solid"/>
                    </a:lnB>
                    <a:solidFill>
                      <a:srgbClr val="FFFFFF"/>
                    </a:solidFill>
                  </a:tcPr>
                </a:tc>
                <a:tc>
                  <a:txBody>
                    <a:bodyPr/>
                    <a:lstStyle/>
                    <a:p>
                      <a:r>
                        <a:rPr sz="1650" b="0">
                          <a:solidFill>
                            <a:srgbClr val="17263A"/>
                          </a:solidFill>
                          <a:latin typeface="Microsoft YaHei"/>
                          <a:ea typeface="Microsoft YaHei"/>
                          <a:cs typeface="Microsoft YaHei"/>
                        </a:rPr>
                        <a:t>T 负责账户字段，I 执行原 DataShare</a:t>
                      </a:r>
                    </a:p>
                  </a:txBody>
                  <a:tcPr marL="133350" marR="95250" marT="76200" marB="57150" anchor="ctr">
                    <a:lnR w="6191">
                      <a:solidFill>
                        <a:srgbClr val="CDD8E6"/>
                      </a:solidFill>
                      <a:prstDash val="solid"/>
                    </a:lnR>
                    <a:lnB w="6191">
                      <a:solidFill>
                        <a:srgbClr val="CDD8E6"/>
                      </a:solidFill>
                      <a:prstDash val="solid"/>
                    </a:lnB>
                    <a:solidFill>
                      <a:srgbClr val="FFFFFF"/>
                    </a:solidFill>
                  </a:tcPr>
                </a:tc>
              </a:tr>
              <a:tr h="704850">
                <a:tc>
                  <a:txBody>
                    <a:bodyPr/>
                    <a:lstStyle/>
                    <a:p>
                      <a:r>
                        <a:rPr sz="1650" b="1">
                          <a:solidFill>
                            <a:srgbClr val="246AB8"/>
                          </a:solidFill>
                          <a:latin typeface="Microsoft YaHei"/>
                          <a:ea typeface="Microsoft YaHei"/>
                          <a:cs typeface="Microsoft YaHei"/>
                        </a:rPr>
                        <a:t>业务完成</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650" b="0">
                          <a:solidFill>
                            <a:srgbClr val="17263A"/>
                          </a:solidFill>
                          <a:latin typeface="Microsoft YaHei"/>
                          <a:ea typeface="Microsoft YaHei"/>
                          <a:cs typeface="Microsoft YaHei"/>
                        </a:rPr>
                        <a:t>原业务回调及通知节点</a:t>
                      </a:r>
                    </a:p>
                  </a:txBody>
                  <a:tcPr marL="133350" marR="95250" marT="76200" marB="57150" anchor="ctr">
                    <a:lnR w="6191">
                      <a:solidFill>
                        <a:srgbClr val="CDD8E6"/>
                      </a:solidFill>
                      <a:prstDash val="solid"/>
                    </a:lnR>
                    <a:lnB w="6191">
                      <a:solidFill>
                        <a:srgbClr val="CDD8E6"/>
                      </a:solidFill>
                      <a:prstDash val="solid"/>
                    </a:lnB>
                    <a:solidFill>
                      <a:srgbClr val="EAF0F7"/>
                    </a:solidFill>
                  </a:tcPr>
                </a:tc>
                <a:tc>
                  <a:txBody>
                    <a:bodyPr/>
                    <a:lstStyle/>
                    <a:p>
                      <a:r>
                        <a:rPr sz="1650" b="0">
                          <a:solidFill>
                            <a:srgbClr val="17263A"/>
                          </a:solidFill>
                          <a:latin typeface="Microsoft YaHei"/>
                          <a:ea typeface="Microsoft YaHei"/>
                          <a:cs typeface="Microsoft YaHei"/>
                        </a:rPr>
                        <a:t>C 按旧出口完成，O 接纳本地结果</a:t>
                      </a:r>
                    </a:p>
                  </a:txBody>
                  <a:tcPr marL="133350" marR="95250" marT="76200" marB="57150" anchor="ctr">
                    <a:lnR w="6191">
                      <a:solidFill>
                        <a:srgbClr val="CDD8E6"/>
                      </a:solidFill>
                      <a:prstDash val="solid"/>
                    </a:lnR>
                    <a:lnB w="6191">
                      <a:solidFill>
                        <a:srgbClr val="CDD8E6"/>
                      </a:solidFill>
                      <a:prstDash val="solid"/>
                    </a:lnB>
                    <a:solidFill>
                      <a:srgbClr val="EAF0F7"/>
                    </a:solidFill>
                  </a:tcPr>
                </a:tc>
              </a:tr>
            </a:tbl>
          </a:graphicData>
        </a:graphic>
      </p:graphicFrame>
      <p:sp>
        <p:nvSpPr>
          <p:cNvPr id="8" name="shape-78">
            <a:extLst xmlns:a="http://schemas.openxmlformats.org/drawingml/2006/main">
              <a:ext uri="{FF2B5EF4-FFF2-40B4-BE49-F238E27FC236}">
                <a16:creationId xmlns:a16="http://schemas.microsoft.com/office/drawing/2014/main" id="{863D44EC-ADC9-4434-AC2B-094FFC69CC3C}"/>
              </a:ext>
            </a:extLst>
          </p:cNvPr>
          <p:cNvSpPr>
            <a:spLocks xmlns:a="http://schemas.openxmlformats.org/drawingml/2006/main" noGrp="1"/>
          </p:cNvSpPr>
          <p:nvPr/>
        </p:nvSpPr>
        <p:spPr>
          <a:xfrm xmlns:a="http://schemas.openxmlformats.org/drawingml/2006/main">
            <a:off x="619125" y="5467350"/>
            <a:ext cx="1095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C34449"/>
                </a:solidFill>
                <a:latin typeface="Microsoft YaHei"/>
                <a:ea typeface="Microsoft YaHei"/>
                <a:cs typeface="Microsoft YaHei"/>
              </a:defRPr>
            </a:defPPr>
            <a:lvl1pPr algn="l">
              <a:buNone/>
              <a:defRPr sz="1875" b="1">
                <a:solidFill>
                  <a:srgbClr val="C34449"/>
                </a:solidFill>
                <a:latin typeface="Microsoft YaHei"/>
                <a:ea typeface="Microsoft YaHei"/>
                <a:cs typeface="Microsoft YaHei"/>
              </a:defRPr>
            </a:lvl1pPr>
            <a:lvl2pPr algn="l">
              <a:buNone/>
              <a:defRPr sz="1875" b="1">
                <a:solidFill>
                  <a:srgbClr val="C34449"/>
                </a:solidFill>
                <a:latin typeface="Microsoft YaHei"/>
                <a:ea typeface="Microsoft YaHei"/>
                <a:cs typeface="Microsoft YaHei"/>
              </a:defRPr>
            </a:lvl2pPr>
            <a:lvl3pPr algn="l">
              <a:buNone/>
              <a:defRPr sz="1875" b="1">
                <a:solidFill>
                  <a:srgbClr val="C34449"/>
                </a:solidFill>
                <a:latin typeface="Microsoft YaHei"/>
                <a:ea typeface="Microsoft YaHei"/>
                <a:cs typeface="Microsoft YaHei"/>
              </a:defRPr>
            </a:lvl3pPr>
            <a:lvl4pPr algn="l">
              <a:buNone/>
              <a:defRPr sz="1875" b="1">
                <a:solidFill>
                  <a:srgbClr val="C34449"/>
                </a:solidFill>
                <a:latin typeface="Microsoft YaHei"/>
                <a:ea typeface="Microsoft YaHei"/>
                <a:cs typeface="Microsoft YaHei"/>
              </a:defRPr>
            </a:lvl4pPr>
            <a:lvl5pPr algn="l">
              <a:buNone/>
              <a:defRPr sz="1875" b="1">
                <a:solidFill>
                  <a:srgbClr val="C34449"/>
                </a:solidFill>
                <a:latin typeface="Microsoft YaHei"/>
                <a:ea typeface="Microsoft YaHei"/>
                <a:cs typeface="Microsoft YaHei"/>
              </a:defRPr>
            </a:lvl5pPr>
            <a:lvl6pPr algn="l">
              <a:buNone/>
              <a:defRPr sz="1875" b="1">
                <a:solidFill>
                  <a:srgbClr val="C34449"/>
                </a:solidFill>
                <a:latin typeface="Microsoft YaHei"/>
                <a:ea typeface="Microsoft YaHei"/>
                <a:cs typeface="Microsoft YaHei"/>
              </a:defRPr>
            </a:lvl6pPr>
            <a:lvl7pPr algn="l">
              <a:buNone/>
              <a:defRPr sz="1875" b="1">
                <a:solidFill>
                  <a:srgbClr val="C34449"/>
                </a:solidFill>
                <a:latin typeface="Microsoft YaHei"/>
                <a:ea typeface="Microsoft YaHei"/>
                <a:cs typeface="Microsoft YaHei"/>
              </a:defRPr>
            </a:lvl7pPr>
            <a:lvl8pPr algn="l">
              <a:buNone/>
              <a:defRPr sz="1875" b="1">
                <a:solidFill>
                  <a:srgbClr val="C34449"/>
                </a:solidFill>
                <a:latin typeface="Microsoft YaHei"/>
                <a:ea typeface="Microsoft YaHei"/>
                <a:cs typeface="Microsoft YaHei"/>
              </a:defRPr>
            </a:lvl8pPr>
            <a:lvl9pPr algn="l">
              <a:buNone/>
              <a:defRPr sz="1875" b="1">
                <a:solidFill>
                  <a:srgbClr val="C34449"/>
                </a:solidFill>
                <a:latin typeface="Microsoft YaHei"/>
                <a:ea typeface="Microsoft YaHei"/>
                <a:cs typeface="Microsoft YaHei"/>
              </a:defRPr>
            </a:lvl9pPr>
          </a:lstStyle>
          <a:p xmlns:a="http://schemas.openxmlformats.org/drawingml/2006/main">
            <a:pPr algn="l">
              <a:lnSpc>
                <a:spcPct val="112000"/>
              </a:lnSpc>
              <a:buNone/>
              <a:defRPr sz="1875" b="1">
                <a:solidFill>
                  <a:srgbClr val="C34449"/>
                </a:solidFill>
                <a:latin typeface="Microsoft YaHei"/>
                <a:ea typeface="Microsoft YaHei"/>
                <a:cs typeface="Microsoft YaHei"/>
              </a:defRPr>
            </a:pPr>
            <a:r>
              <a:rPr sz="1875" b="1">
                <a:solidFill>
                  <a:srgbClr val="C34449"/>
                </a:solidFill>
                <a:latin typeface="Microsoft YaHei"/>
                <a:ea typeface="Microsoft YaHei"/>
                <a:cs typeface="Microsoft YaHei"/>
              </a:rPr>
              <a:t>卡成功、DB 失败时：卡内号码可能已变，接口仍按原路径报错</a:t>
            </a:r>
          </a:p>
        </p:txBody>
      </p:sp>
      <p:sp>
        <p:nvSpPr>
          <p:cNvPr id="9" name="shape-79">
            <a:extLst xmlns:a="http://schemas.openxmlformats.org/drawingml/2006/main">
              <a:ext uri="{FF2B5EF4-FFF2-40B4-BE49-F238E27FC236}">
                <a16:creationId xmlns:a16="http://schemas.microsoft.com/office/drawing/2014/main" id="{D1402E43-825C-4E83-988A-2639962F78BB}"/>
              </a:ext>
            </a:extLst>
          </p:cNvPr>
          <p:cNvSpPr>
            <a:spLocks xmlns:a="http://schemas.openxmlformats.org/drawingml/2006/main" noGrp="1"/>
          </p:cNvSpPr>
          <p:nvPr/>
        </p:nvSpPr>
        <p:spPr>
          <a:xfrm xmlns:a="http://schemas.openxmlformats.org/drawingml/2006/main">
            <a:off x="495300" y="6029325"/>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0" name="shape-80">
            <a:extLst xmlns:a="http://schemas.openxmlformats.org/drawingml/2006/main">
              <a:ext uri="{FF2B5EF4-FFF2-40B4-BE49-F238E27FC236}">
                <a16:creationId xmlns:a16="http://schemas.microsoft.com/office/drawing/2014/main" id="{0B3CF87A-A5A2-488F-B80A-68BC628A31B2}"/>
              </a:ext>
            </a:extLst>
          </p:cNvPr>
          <p:cNvSpPr>
            <a:spLocks xmlns:a="http://schemas.openxmlformats.org/drawingml/2006/main" noGrp="1"/>
          </p:cNvSpPr>
          <p:nvPr/>
        </p:nvSpPr>
        <p:spPr>
          <a:xfrm xmlns:a="http://schemas.openxmlformats.org/drawingml/2006/main">
            <a:off x="495300" y="6172200"/>
            <a:ext cx="1120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246AB8"/>
                </a:solidFill>
                <a:latin typeface="Microsoft YaHei"/>
                <a:ea typeface="Microsoft YaHei"/>
                <a:cs typeface="Microsoft YaHei"/>
              </a:defRPr>
            </a:defPPr>
            <a:lvl1pPr algn="l">
              <a:buNone/>
              <a:defRPr sz="1500" b="1">
                <a:solidFill>
                  <a:srgbClr val="246AB8"/>
                </a:solidFill>
                <a:latin typeface="Microsoft YaHei"/>
                <a:ea typeface="Microsoft YaHei"/>
                <a:cs typeface="Microsoft YaHei"/>
              </a:defRPr>
            </a:lvl1pPr>
            <a:lvl2pPr algn="l">
              <a:buNone/>
              <a:defRPr sz="1500" b="1">
                <a:solidFill>
                  <a:srgbClr val="246AB8"/>
                </a:solidFill>
                <a:latin typeface="Microsoft YaHei"/>
                <a:ea typeface="Microsoft YaHei"/>
                <a:cs typeface="Microsoft YaHei"/>
              </a:defRPr>
            </a:lvl2pPr>
            <a:lvl3pPr algn="l">
              <a:buNone/>
              <a:defRPr sz="1500" b="1">
                <a:solidFill>
                  <a:srgbClr val="246AB8"/>
                </a:solidFill>
                <a:latin typeface="Microsoft YaHei"/>
                <a:ea typeface="Microsoft YaHei"/>
                <a:cs typeface="Microsoft YaHei"/>
              </a:defRPr>
            </a:lvl3pPr>
            <a:lvl4pPr algn="l">
              <a:buNone/>
              <a:defRPr sz="1500" b="1">
                <a:solidFill>
                  <a:srgbClr val="246AB8"/>
                </a:solidFill>
                <a:latin typeface="Microsoft YaHei"/>
                <a:ea typeface="Microsoft YaHei"/>
                <a:cs typeface="Microsoft YaHei"/>
              </a:defRPr>
            </a:lvl4pPr>
            <a:lvl5pPr algn="l">
              <a:buNone/>
              <a:defRPr sz="1500" b="1">
                <a:solidFill>
                  <a:srgbClr val="246AB8"/>
                </a:solidFill>
                <a:latin typeface="Microsoft YaHei"/>
                <a:ea typeface="Microsoft YaHei"/>
                <a:cs typeface="Microsoft YaHei"/>
              </a:defRPr>
            </a:lvl5pPr>
            <a:lvl6pPr algn="l">
              <a:buNone/>
              <a:defRPr sz="1500" b="1">
                <a:solidFill>
                  <a:srgbClr val="246AB8"/>
                </a:solidFill>
                <a:latin typeface="Microsoft YaHei"/>
                <a:ea typeface="Microsoft YaHei"/>
                <a:cs typeface="Microsoft YaHei"/>
              </a:defRPr>
            </a:lvl6pPr>
            <a:lvl7pPr algn="l">
              <a:buNone/>
              <a:defRPr sz="1500" b="1">
                <a:solidFill>
                  <a:srgbClr val="246AB8"/>
                </a:solidFill>
                <a:latin typeface="Microsoft YaHei"/>
                <a:ea typeface="Microsoft YaHei"/>
                <a:cs typeface="Microsoft YaHei"/>
              </a:defRPr>
            </a:lvl7pPr>
            <a:lvl8pPr algn="l">
              <a:buNone/>
              <a:defRPr sz="1500" b="1">
                <a:solidFill>
                  <a:srgbClr val="246AB8"/>
                </a:solidFill>
                <a:latin typeface="Microsoft YaHei"/>
                <a:ea typeface="Microsoft YaHei"/>
                <a:cs typeface="Microsoft YaHei"/>
              </a:defRPr>
            </a:lvl8pPr>
            <a:lvl9pPr algn="l">
              <a:buNone/>
              <a:defRPr sz="1500" b="1">
                <a:solidFill>
                  <a:srgbClr val="246AB8"/>
                </a:solidFill>
                <a:latin typeface="Microsoft YaHei"/>
                <a:ea typeface="Microsoft YaHei"/>
                <a:cs typeface="Microsoft YaHei"/>
              </a:defRPr>
            </a:lvl9pPr>
          </a:lstStyle>
          <a:p xmlns:a="http://schemas.openxmlformats.org/drawingml/2006/main">
            <a:pPr algn="l">
              <a:lnSpc>
                <a:spcPct val="112000"/>
              </a:lnSpc>
              <a:buNone/>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同一用例按步骤接受事实，不能统一改成“失败就全部回滚”。</a:t>
            </a:r>
          </a:p>
        </p:txBody>
      </p:sp>
      <p:sp>
        <p:nvSpPr>
          <p:cNvPr id="11" name="shape-102">
            <a:extLst xmlns:a="http://schemas.openxmlformats.org/drawingml/2006/main">
              <a:ext uri="{FF2B5EF4-FFF2-40B4-BE49-F238E27FC236}">
                <a16:creationId xmlns:a16="http://schemas.microsoft.com/office/drawing/2014/main" id="{005D99B2-42EC-4D6D-B20E-2FB1DEE3E2C8}"/>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14 / 19</a:t>
            </a:r>
          </a:p>
        </p:txBody>
      </p:sp>
    </p:spTree>
    <p:extLst>
      <p:ext uri="{BB962C8B-B14F-4D97-AF65-F5344CB8AC3E}">
        <p14:creationId xmlns:p14="http://schemas.microsoft.com/office/powerpoint/2010/main" val="336204849"/>
      </p:ext>
    </p:extLst>
  </p:cSld>
</p:sld>
</file>

<file path=ppt/slides/slide5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37" name="">
            <a:extLst xmlns:a="http://schemas.openxmlformats.org/drawingml/2006/main">
              <a:ext uri="{FF2B5EF4-FFF2-40B4-BE49-F238E27FC236}">
                <a16:creationId xmlns:a16="http://schemas.microsoft.com/office/drawing/2014/main" id="{50B2350B-A1F5-4FB0-A370-0A0153ED8393}"/>
              </a:ext>
            </a:extLst>
          </p:cNvPr>
          <p:cNvCxnSpPr>
            <a:stCxn xmlns:a="http://schemas.openxmlformats.org/drawingml/2006/main" id="35" idx="2"/>
            <a:endCxn xmlns:a="http://schemas.openxmlformats.org/drawingml/2006/main" id="28" idx="0"/>
          </p:cNvCxnSpPr>
          <p:nvPr/>
        </p:nvCxnSpPr>
        <p:spPr>
          <a:xfrm xmlns:a="http://schemas.openxmlformats.org/drawingml/2006/main">
            <a:off x="9891713" y="2305050"/>
            <a:ext cx="4763" cy="419100"/>
          </a:xfrm>
          <a:prstGeom xmlns:a="http://schemas.openxmlformats.org/drawingml/2006/main" prst="straightConnector1">
            <a:avLst/>
          </a:prstGeom>
          <a:ln xmlns:a="http://schemas.openxmlformats.org/drawingml/2006/main" w="16193">
            <a:solidFill>
              <a:srgbClr val="246AB8"/>
            </a:solidFill>
            <a:prstDash val="solid"/>
            <a:headEnd type="none" w="sm" len="sm"/>
            <a:tailEnd type="arrow" w="sm" len="sm"/>
          </a:ln>
        </p:spPr>
      </p:cxnSp>
      <p:cxnSp>
        <p:nvCxnSpPr>
          <p:cNvPr id="36" name="">
            <a:extLst xmlns:a="http://schemas.openxmlformats.org/drawingml/2006/main">
              <a:ext uri="{FF2B5EF4-FFF2-40B4-BE49-F238E27FC236}">
                <a16:creationId xmlns:a16="http://schemas.microsoft.com/office/drawing/2014/main" id="{341E29C5-D252-48EB-B233-33A0D06F5991}"/>
              </a:ext>
            </a:extLst>
          </p:cNvPr>
          <p:cNvCxnSpPr>
            <a:stCxn xmlns:a="http://schemas.openxmlformats.org/drawingml/2006/main" id="34" idx="2"/>
            <a:endCxn xmlns:a="http://schemas.openxmlformats.org/drawingml/2006/main" id="12" idx="0"/>
          </p:cNvCxnSpPr>
          <p:nvPr/>
        </p:nvCxnSpPr>
        <p:spPr>
          <a:xfrm xmlns:a="http://schemas.openxmlformats.org/drawingml/2006/main" flipH="1">
            <a:off x="1733550" y="2305050"/>
            <a:ext cx="4763" cy="962025"/>
          </a:xfrm>
          <a:prstGeom xmlns:a="http://schemas.openxmlformats.org/drawingml/2006/main" prst="straightConnector1">
            <a:avLst/>
          </a:prstGeom>
          <a:ln xmlns:a="http://schemas.openxmlformats.org/drawingml/2006/main" w="16193">
            <a:solidFill>
              <a:srgbClr val="246AB8"/>
            </a:solidFill>
            <a:prstDash val="solid"/>
            <a:headEnd type="none" w="sm" len="sm"/>
            <a:tailEnd type="arrow" w="sm" len="sm"/>
          </a:ln>
        </p:spPr>
      </p:cxnSp>
      <p:cxnSp>
        <p:nvCxnSpPr>
          <p:cNvPr id="33" name="">
            <a:extLst xmlns:a="http://schemas.openxmlformats.org/drawingml/2006/main">
              <a:ext uri="{FF2B5EF4-FFF2-40B4-BE49-F238E27FC236}">
                <a16:creationId xmlns:a16="http://schemas.microsoft.com/office/drawing/2014/main" id="{9F9948B4-CC93-48D1-8F67-A731C171875B}"/>
              </a:ext>
            </a:extLst>
          </p:cNvPr>
          <p:cNvCxnSpPr>
            <a:stCxn xmlns:a="http://schemas.openxmlformats.org/drawingml/2006/main" id="19" idx="3"/>
            <a:endCxn xmlns:a="http://schemas.openxmlformats.org/drawingml/2006/main" id="31" idx="1"/>
          </p:cNvCxnSpPr>
          <p:nvPr/>
        </p:nvCxnSpPr>
        <p:spPr>
          <a:xfrm xmlns:a="http://schemas.openxmlformats.org/drawingml/2006/main">
            <a:off x="7486650" y="4805363"/>
            <a:ext cx="609600" cy="0"/>
          </a:xfrm>
          <a:prstGeom xmlns:a="http://schemas.openxmlformats.org/drawingml/2006/main" prst="straightConnector1">
            <a:avLst/>
          </a:prstGeom>
          <a:ln xmlns:a="http://schemas.openxmlformats.org/drawingml/2006/main" w="16193">
            <a:solidFill>
              <a:srgbClr val="208C9F"/>
            </a:solidFill>
            <a:prstDash val="solid"/>
            <a:headEnd type="none" w="sm" len="sm"/>
            <a:tailEnd type="arrow" w="sm" len="sm"/>
          </a:ln>
        </p:spPr>
      </p:cxnSp>
      <p:cxnSp>
        <p:nvCxnSpPr>
          <p:cNvPr id="26" name="">
            <a:extLst xmlns:a="http://schemas.openxmlformats.org/drawingml/2006/main">
              <a:ext uri="{FF2B5EF4-FFF2-40B4-BE49-F238E27FC236}">
                <a16:creationId xmlns:a16="http://schemas.microsoft.com/office/drawing/2014/main" id="{39DD12B3-C8EB-4FE5-8806-66E25866DF40}"/>
              </a:ext>
            </a:extLst>
          </p:cNvPr>
          <p:cNvCxnSpPr>
            <a:stCxn xmlns:a="http://schemas.openxmlformats.org/drawingml/2006/main" id="12" idx="2"/>
            <a:endCxn xmlns:a="http://schemas.openxmlformats.org/drawingml/2006/main" id="23" idx="0"/>
          </p:cNvCxnSpPr>
          <p:nvPr/>
        </p:nvCxnSpPr>
        <p:spPr>
          <a:xfrm xmlns:a="http://schemas.openxmlformats.org/drawingml/2006/main">
            <a:off x="1733550" y="4076700"/>
            <a:ext cx="0" cy="371475"/>
          </a:xfrm>
          <a:prstGeom xmlns:a="http://schemas.openxmlformats.org/drawingml/2006/main" prst="straightConnector1">
            <a:avLst/>
          </a:prstGeom>
          <a:ln xmlns:a="http://schemas.openxmlformats.org/drawingml/2006/main" w="16193">
            <a:solidFill>
              <a:srgbClr val="246AB8"/>
            </a:solidFill>
            <a:prstDash val="dash"/>
            <a:headEnd type="none" w="sm" len="sm"/>
            <a:tailEnd type="arrow" w="sm" len="sm"/>
          </a:ln>
        </p:spPr>
      </p:cxnSp>
      <p:cxnSp>
        <p:nvCxnSpPr>
          <p:cNvPr id="21" name="">
            <a:extLst xmlns:a="http://schemas.openxmlformats.org/drawingml/2006/main">
              <a:ext uri="{FF2B5EF4-FFF2-40B4-BE49-F238E27FC236}">
                <a16:creationId xmlns:a16="http://schemas.microsoft.com/office/drawing/2014/main" id="{9F72B254-E4B2-46A8-A10A-37C56131CE5C}"/>
              </a:ext>
            </a:extLst>
          </p:cNvPr>
          <p:cNvCxnSpPr>
            <a:stCxn xmlns:a="http://schemas.openxmlformats.org/drawingml/2006/main" id="15" idx="2"/>
            <a:endCxn xmlns:a="http://schemas.openxmlformats.org/drawingml/2006/main" id="19" idx="0"/>
          </p:cNvCxnSpPr>
          <p:nvPr/>
        </p:nvCxnSpPr>
        <p:spPr>
          <a:xfrm xmlns:a="http://schemas.openxmlformats.org/drawingml/2006/main">
            <a:off x="5353050" y="4076700"/>
            <a:ext cx="0" cy="485775"/>
          </a:xfrm>
          <a:prstGeom xmlns:a="http://schemas.openxmlformats.org/drawingml/2006/main" prst="straightConnector1">
            <a:avLst/>
          </a:prstGeom>
          <a:ln xmlns:a="http://schemas.openxmlformats.org/drawingml/2006/main" w="16193">
            <a:solidFill>
              <a:srgbClr val="208C9F"/>
            </a:solidFill>
            <a:prstDash val="solid"/>
            <a:headEnd type="none" w="sm" len="sm"/>
            <a:tailEnd type="arrow" w="sm" len="sm"/>
          </a:ln>
        </p:spPr>
      </p:cxnSp>
      <p:cxnSp>
        <p:nvCxnSpPr>
          <p:cNvPr id="18" name="">
            <a:extLst xmlns:a="http://schemas.openxmlformats.org/drawingml/2006/main">
              <a:ext uri="{FF2B5EF4-FFF2-40B4-BE49-F238E27FC236}">
                <a16:creationId xmlns:a16="http://schemas.microsoft.com/office/drawing/2014/main" id="{24B4012C-7317-4E86-85C1-5AF182D6EB0B}"/>
              </a:ext>
            </a:extLst>
          </p:cNvPr>
          <p:cNvCxnSpPr>
            <a:stCxn xmlns:a="http://schemas.openxmlformats.org/drawingml/2006/main" id="12" idx="3"/>
            <a:endCxn xmlns:a="http://schemas.openxmlformats.org/drawingml/2006/main" id="15" idx="1"/>
          </p:cNvCxnSpPr>
          <p:nvPr/>
        </p:nvCxnSpPr>
        <p:spPr>
          <a:xfrm xmlns:a="http://schemas.openxmlformats.org/drawingml/2006/main">
            <a:off x="2819400" y="3671888"/>
            <a:ext cx="400050" cy="0"/>
          </a:xfrm>
          <a:prstGeom xmlns:a="http://schemas.openxmlformats.org/drawingml/2006/main" prst="straightConnector1">
            <a:avLst/>
          </a:prstGeom>
          <a:ln xmlns:a="http://schemas.openxmlformats.org/drawingml/2006/main" w="16193">
            <a:solidFill>
              <a:srgbClr val="246AB8"/>
            </a:solidFill>
            <a:prstDash val="solid"/>
            <a:headEnd type="none" w="sm" len="sm"/>
            <a:tailEnd type="arrow" w="sm" len="sm"/>
          </a:ln>
        </p:spPr>
      </p:cxnSp>
      <p:sp>
        <p:nvSpPr>
          <p:cNvPr id="41" name="rect-1058">
            <a:extLst xmlns:a="http://schemas.openxmlformats.org/drawingml/2006/main">
              <a:ext uri="{FF2B5EF4-FFF2-40B4-BE49-F238E27FC236}">
                <a16:creationId xmlns:a16="http://schemas.microsoft.com/office/drawing/2014/main" id="{57EF7009-E04E-4BA2-960D-78C94FBE311F}"/>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text-1059">
            <a:extLst xmlns:a="http://schemas.openxmlformats.org/drawingml/2006/main">
              <a:ext uri="{FF2B5EF4-FFF2-40B4-BE49-F238E27FC236}">
                <a16:creationId xmlns:a16="http://schemas.microsoft.com/office/drawing/2014/main" id="{F0D8DEF7-8F87-46E4-8A11-FE5A7A886FF2}"/>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text-1060">
            <a:extLst xmlns:a="http://schemas.openxmlformats.org/drawingml/2006/main">
              <a:ext uri="{FF2B5EF4-FFF2-40B4-BE49-F238E27FC236}">
                <a16:creationId xmlns:a16="http://schemas.microsoft.com/office/drawing/2014/main" id="{D5970C54-B3C3-4320-B817-F79F32A7FC12}"/>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部署边界：SIM 共享库、eSIM 服务与厂商插件</a:t>
            </a:r>
          </a:p>
        </p:txBody>
      </p:sp>
      <p:sp>
        <p:nvSpPr>
          <p:cNvPr id="4" name="text-1061">
            <a:extLst xmlns:a="http://schemas.openxmlformats.org/drawingml/2006/main">
              <a:ext uri="{FF2B5EF4-FFF2-40B4-BE49-F238E27FC236}">
                <a16:creationId xmlns:a16="http://schemas.microsoft.com/office/drawing/2014/main" id="{B5DED42C-2C2F-4B64-98C5-4CFA983379F8}"/>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目标私有 SIM SO 沿用原宿主；eSIM 高层任务和本地 APDU 保持两条路径</a:t>
            </a:r>
          </a:p>
        </p:txBody>
      </p:sp>
      <p:sp>
        <p:nvSpPr>
          <p:cNvPr id="5" name="rect-1062">
            <a:extLst xmlns:a="http://schemas.openxmlformats.org/drawingml/2006/main">
              <a:ext uri="{FF2B5EF4-FFF2-40B4-BE49-F238E27FC236}">
                <a16:creationId xmlns:a16="http://schemas.microsoft.com/office/drawing/2014/main" id="{4418E44A-3942-4E32-827F-6CFD125C67CD}"/>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text-1063">
            <a:extLst xmlns:a="http://schemas.openxmlformats.org/drawingml/2006/main">
              <a:ext uri="{FF2B5EF4-FFF2-40B4-BE49-F238E27FC236}">
                <a16:creationId xmlns:a16="http://schemas.microsoft.com/office/drawing/2014/main" id="{685F92DA-751F-4578-BCE1-33A1A4D37910}"/>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7" name="text-1064">
            <a:extLst xmlns:a="http://schemas.openxmlformats.org/drawingml/2006/main">
              <a:ext uri="{FF2B5EF4-FFF2-40B4-BE49-F238E27FC236}">
                <a16:creationId xmlns:a16="http://schemas.microsoft.com/office/drawing/2014/main" id="{6547A49C-762F-40CE-B805-E2108D3B8501}"/>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15 / 19</a:t>
            </a:r>
          </a:p>
        </p:txBody>
      </p:sp>
      <p:sp>
        <p:nvSpPr>
          <p:cNvPr id="8" name="api-1065">
            <a:extLst xmlns:a="http://schemas.openxmlformats.org/drawingml/2006/main">
              <a:ext uri="{FF2B5EF4-FFF2-40B4-BE49-F238E27FC236}">
                <a16:creationId xmlns:a16="http://schemas.microsoft.com/office/drawing/2014/main" id="{F4256997-DF0D-4D9F-AE36-431D4786D0AD}"/>
              </a:ext>
            </a:extLst>
          </p:cNvPr>
          <p:cNvSpPr>
            <a:spLocks xmlns:a="http://schemas.openxmlformats.org/drawingml/2006/main" noGrp="1"/>
          </p:cNvSpPr>
          <p:nvPr/>
        </p:nvSpPr>
        <p:spPr>
          <a:xfrm xmlns:a="http://schemas.openxmlformats.org/drawingml/2006/main">
            <a:off x="495300" y="1838325"/>
            <a:ext cx="11201400" cy="466725"/>
          </a:xfrm>
          <a:prstGeom xmlns:a="http://schemas.openxmlformats.org/drawingml/2006/main" prst="rect">
            <a:avLst/>
          </a:prstGeom>
          <a:solidFill xmlns:a="http://schemas.openxmlformats.org/drawingml/2006/main">
            <a:srgbClr val="FFFFFF"/>
          </a:solidFill>
          <a:ln xmlns:a="http://schemas.openxmlformats.org/drawingml/2006/main" w="12383">
            <a:solidFill>
              <a:srgbClr val="246AB8"/>
            </a:solidFill>
            <a:prstDash val="solid"/>
          </a:ln>
        </p:spPr>
      </p:sp>
      <p:sp>
        <p:nvSpPr>
          <p:cNvPr id="9" name="text-1066">
            <a:extLst xmlns:a="http://schemas.openxmlformats.org/drawingml/2006/main">
              <a:ext uri="{FF2B5EF4-FFF2-40B4-BE49-F238E27FC236}">
                <a16:creationId xmlns:a16="http://schemas.microsoft.com/office/drawing/2014/main" id="{31B4ACBA-5FE8-468E-B661-C83FA89A2F82}"/>
              </a:ext>
            </a:extLst>
          </p:cNvPr>
          <p:cNvSpPr>
            <a:spLocks xmlns:a="http://schemas.openxmlformats.org/drawingml/2006/main" noGrp="1"/>
          </p:cNvSpPr>
          <p:nvPr/>
        </p:nvSpPr>
        <p:spPr>
          <a:xfrm xmlns:a="http://schemas.openxmlformats.org/drawingml/2006/main">
            <a:off x="666750" y="1943100"/>
            <a:ext cx="10858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800" b="1">
                <a:solidFill>
                  <a:srgbClr val="246AB8"/>
                </a:solidFill>
                <a:latin typeface="Microsoft YaHei"/>
                <a:ea typeface="Microsoft YaHei"/>
                <a:cs typeface="Microsoft YaHei"/>
              </a:defRPr>
            </a:defPPr>
            <a:lvl1pPr algn="ctr">
              <a:buNone/>
              <a:defRPr sz="1800" b="1">
                <a:solidFill>
                  <a:srgbClr val="246AB8"/>
                </a:solidFill>
                <a:latin typeface="Microsoft YaHei"/>
                <a:ea typeface="Microsoft YaHei"/>
                <a:cs typeface="Microsoft YaHei"/>
              </a:defRPr>
            </a:lvl1pPr>
            <a:lvl2pPr algn="ctr">
              <a:buNone/>
              <a:defRPr sz="1800" b="1">
                <a:solidFill>
                  <a:srgbClr val="246AB8"/>
                </a:solidFill>
                <a:latin typeface="Microsoft YaHei"/>
                <a:ea typeface="Microsoft YaHei"/>
                <a:cs typeface="Microsoft YaHei"/>
              </a:defRPr>
            </a:lvl2pPr>
            <a:lvl3pPr algn="ctr">
              <a:buNone/>
              <a:defRPr sz="1800" b="1">
                <a:solidFill>
                  <a:srgbClr val="246AB8"/>
                </a:solidFill>
                <a:latin typeface="Microsoft YaHei"/>
                <a:ea typeface="Microsoft YaHei"/>
                <a:cs typeface="Microsoft YaHei"/>
              </a:defRPr>
            </a:lvl3pPr>
            <a:lvl4pPr algn="ctr">
              <a:buNone/>
              <a:defRPr sz="1800" b="1">
                <a:solidFill>
                  <a:srgbClr val="246AB8"/>
                </a:solidFill>
                <a:latin typeface="Microsoft YaHei"/>
                <a:ea typeface="Microsoft YaHei"/>
                <a:cs typeface="Microsoft YaHei"/>
              </a:defRPr>
            </a:lvl4pPr>
            <a:lvl5pPr algn="ctr">
              <a:buNone/>
              <a:defRPr sz="1800" b="1">
                <a:solidFill>
                  <a:srgbClr val="246AB8"/>
                </a:solidFill>
                <a:latin typeface="Microsoft YaHei"/>
                <a:ea typeface="Microsoft YaHei"/>
                <a:cs typeface="Microsoft YaHei"/>
              </a:defRPr>
            </a:lvl5pPr>
            <a:lvl6pPr algn="ctr">
              <a:buNone/>
              <a:defRPr sz="1800" b="1">
                <a:solidFill>
                  <a:srgbClr val="246AB8"/>
                </a:solidFill>
                <a:latin typeface="Microsoft YaHei"/>
                <a:ea typeface="Microsoft YaHei"/>
                <a:cs typeface="Microsoft YaHei"/>
              </a:defRPr>
            </a:lvl6pPr>
            <a:lvl7pPr algn="ctr">
              <a:buNone/>
              <a:defRPr sz="1800" b="1">
                <a:solidFill>
                  <a:srgbClr val="246AB8"/>
                </a:solidFill>
                <a:latin typeface="Microsoft YaHei"/>
                <a:ea typeface="Microsoft YaHei"/>
                <a:cs typeface="Microsoft YaHei"/>
              </a:defRPr>
            </a:lvl7pPr>
            <a:lvl8pPr algn="ctr">
              <a:buNone/>
              <a:defRPr sz="1800" b="1">
                <a:solidFill>
                  <a:srgbClr val="246AB8"/>
                </a:solidFill>
                <a:latin typeface="Microsoft YaHei"/>
                <a:ea typeface="Microsoft YaHei"/>
                <a:cs typeface="Microsoft YaHei"/>
              </a:defRPr>
            </a:lvl8pPr>
            <a:lvl9pPr algn="ctr">
              <a:buNone/>
              <a:defRPr sz="1800" b="1">
                <a:solidFill>
                  <a:srgbClr val="246AB8"/>
                </a:solidFill>
                <a:latin typeface="Microsoft YaHei"/>
                <a:ea typeface="Microsoft YaHei"/>
                <a:cs typeface="Microsoft YaHei"/>
              </a:defRPr>
            </a:lvl9pPr>
          </a:lstStyle>
          <a:p xmlns:a="http://schemas.openxmlformats.org/drawingml/2006/main">
            <a:pPr algn="ctr">
              <a:lnSpc>
                <a:spcPct val="112000"/>
              </a:lnSpc>
              <a:buNone/>
              <a:defRPr sz="1800" b="1">
                <a:solidFill>
                  <a:srgbClr val="246AB8"/>
                </a:solidFill>
                <a:latin typeface="Microsoft YaHei"/>
                <a:ea typeface="Microsoft YaHei"/>
                <a:cs typeface="Microsoft YaHei"/>
              </a:defRPr>
            </a:pPr>
            <a:r>
              <a:rPr sz="1800" b="1">
                <a:solidFill>
                  <a:srgbClr val="246AB8"/>
                </a:solidFill>
                <a:latin typeface="Microsoft YaHei"/>
                <a:ea typeface="Microsoft YaHei"/>
                <a:cs typeface="Microsoft YaHei"/>
              </a:rPr>
              <a:t>既有 Framework / API / IPC 入口</a:t>
            </a:r>
          </a:p>
        </p:txBody>
      </p:sp>
      <p:sp>
        <p:nvSpPr>
          <p:cNvPr id="10" name="same-host-1067">
            <a:extLst xmlns:a="http://schemas.openxmlformats.org/drawingml/2006/main">
              <a:ext uri="{FF2B5EF4-FFF2-40B4-BE49-F238E27FC236}">
                <a16:creationId xmlns:a16="http://schemas.microsoft.com/office/drawing/2014/main" id="{33DD47B5-D9C6-4F46-A003-DC910F86A9CA}"/>
              </a:ext>
            </a:extLst>
          </p:cNvPr>
          <p:cNvSpPr>
            <a:spLocks xmlns:a="http://schemas.openxmlformats.org/drawingml/2006/main" noGrp="1"/>
          </p:cNvSpPr>
          <p:nvPr/>
        </p:nvSpPr>
        <p:spPr>
          <a:xfrm xmlns:a="http://schemas.openxmlformats.org/drawingml/2006/main">
            <a:off x="495300" y="2724150"/>
            <a:ext cx="7162800" cy="2876550"/>
          </a:xfrm>
          <a:prstGeom xmlns:a="http://schemas.openxmlformats.org/drawingml/2006/main" prst="rect">
            <a:avLst/>
          </a:prstGeom>
          <a:noFill xmlns:a="http://schemas.openxmlformats.org/drawingml/2006/main"/>
          <a:ln xmlns:a="http://schemas.openxmlformats.org/drawingml/2006/main" w="12383">
            <a:solidFill>
              <a:srgbClr val="CDD8E6"/>
            </a:solidFill>
            <a:prstDash val="solid"/>
          </a:ln>
        </p:spPr>
      </p:sp>
      <p:sp>
        <p:nvSpPr>
          <p:cNvPr id="11" name="text-1068">
            <a:extLst xmlns:a="http://schemas.openxmlformats.org/drawingml/2006/main">
              <a:ext uri="{FF2B5EF4-FFF2-40B4-BE49-F238E27FC236}">
                <a16:creationId xmlns:a16="http://schemas.microsoft.com/office/drawing/2014/main" id="{BCB7C8B7-84BF-4CE1-8390-7B7EB6ADDDA8}"/>
              </a:ext>
            </a:extLst>
          </p:cNvPr>
          <p:cNvSpPr>
            <a:spLocks xmlns:a="http://schemas.openxmlformats.org/drawingml/2006/main" noGrp="1"/>
          </p:cNvSpPr>
          <p:nvPr/>
        </p:nvSpPr>
        <p:spPr>
          <a:xfrm xmlns:a="http://schemas.openxmlformats.org/drawingml/2006/main">
            <a:off x="3143250" y="2819400"/>
            <a:ext cx="434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buNone/>
              <a:defRPr sz="1575" b="1">
                <a:solidFill>
                  <a:srgbClr val="246AB8"/>
                </a:solidFill>
                <a:latin typeface="Microsoft YaHei"/>
                <a:ea typeface="Microsoft YaHei"/>
                <a:cs typeface="Microsoft YaHei"/>
              </a:defRPr>
            </a:lvl1pPr>
            <a:lvl2pPr algn="l">
              <a:buNone/>
              <a:defRPr sz="1575" b="1">
                <a:solidFill>
                  <a:srgbClr val="246AB8"/>
                </a:solidFill>
                <a:latin typeface="Microsoft YaHei"/>
                <a:ea typeface="Microsoft YaHei"/>
                <a:cs typeface="Microsoft YaHei"/>
              </a:defRPr>
            </a:lvl2pPr>
            <a:lvl3pPr algn="l">
              <a:buNone/>
              <a:defRPr sz="1575" b="1">
                <a:solidFill>
                  <a:srgbClr val="246AB8"/>
                </a:solidFill>
                <a:latin typeface="Microsoft YaHei"/>
                <a:ea typeface="Microsoft YaHei"/>
                <a:cs typeface="Microsoft YaHei"/>
              </a:defRPr>
            </a:lvl3pPr>
            <a:lvl4pPr algn="l">
              <a:buNone/>
              <a:defRPr sz="1575" b="1">
                <a:solidFill>
                  <a:srgbClr val="246AB8"/>
                </a:solidFill>
                <a:latin typeface="Microsoft YaHei"/>
                <a:ea typeface="Microsoft YaHei"/>
                <a:cs typeface="Microsoft YaHei"/>
              </a:defRPr>
            </a:lvl4pPr>
            <a:lvl5pPr algn="l">
              <a:buNone/>
              <a:defRPr sz="1575" b="1">
                <a:solidFill>
                  <a:srgbClr val="246AB8"/>
                </a:solidFill>
                <a:latin typeface="Microsoft YaHei"/>
                <a:ea typeface="Microsoft YaHei"/>
                <a:cs typeface="Microsoft YaHei"/>
              </a:defRPr>
            </a:lvl5pPr>
            <a:lvl6pPr algn="l">
              <a:buNone/>
              <a:defRPr sz="1575" b="1">
                <a:solidFill>
                  <a:srgbClr val="246AB8"/>
                </a:solidFill>
                <a:latin typeface="Microsoft YaHei"/>
                <a:ea typeface="Microsoft YaHei"/>
                <a:cs typeface="Microsoft YaHei"/>
              </a:defRPr>
            </a:lvl6pPr>
            <a:lvl7pPr algn="l">
              <a:buNone/>
              <a:defRPr sz="1575" b="1">
                <a:solidFill>
                  <a:srgbClr val="246AB8"/>
                </a:solidFill>
                <a:latin typeface="Microsoft YaHei"/>
                <a:ea typeface="Microsoft YaHei"/>
                <a:cs typeface="Microsoft YaHei"/>
              </a:defRPr>
            </a:lvl7pPr>
            <a:lvl8pPr algn="l">
              <a:buNone/>
              <a:defRPr sz="1575" b="1">
                <a:solidFill>
                  <a:srgbClr val="246AB8"/>
                </a:solidFill>
                <a:latin typeface="Microsoft YaHei"/>
                <a:ea typeface="Microsoft YaHei"/>
                <a:cs typeface="Microsoft YaHei"/>
              </a:defRPr>
            </a:lvl8pPr>
            <a:lvl9pPr algn="l">
              <a:buNone/>
              <a:defRPr sz="1575" b="1">
                <a:solidFill>
                  <a:srgbClr val="246AB8"/>
                </a:solidFill>
                <a:latin typeface="Microsoft YaHei"/>
                <a:ea typeface="Microsoft YaHei"/>
                <a:cs typeface="Microsoft YaHei"/>
              </a:defRPr>
            </a:lvl9pPr>
          </a:lstStyle>
          <a:p xmlns:a="http://schemas.openxmlformats.org/drawingml/2006/main">
            <a:pPr algn="l">
              <a:lnSpc>
                <a:spcPct val="11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目标：telephony / SA 4010 同进程</a:t>
            </a:r>
          </a:p>
        </p:txBody>
      </p:sp>
      <p:sp>
        <p:nvSpPr>
          <p:cNvPr id="12" name="core-1069">
            <a:extLst xmlns:a="http://schemas.openxmlformats.org/drawingml/2006/main">
              <a:ext uri="{FF2B5EF4-FFF2-40B4-BE49-F238E27FC236}">
                <a16:creationId xmlns:a16="http://schemas.microsoft.com/office/drawing/2014/main" id="{765D676B-77E1-4945-9E1E-92D56951763F}"/>
              </a:ext>
            </a:extLst>
          </p:cNvPr>
          <p:cNvSpPr>
            <a:spLocks xmlns:a="http://schemas.openxmlformats.org/drawingml/2006/main" noGrp="1"/>
          </p:cNvSpPr>
          <p:nvPr/>
        </p:nvSpPr>
        <p:spPr>
          <a:xfrm xmlns:a="http://schemas.openxmlformats.org/drawingml/2006/main">
            <a:off x="647700" y="3267075"/>
            <a:ext cx="2171700" cy="809625"/>
          </a:xfrm>
          <a:prstGeom xmlns:a="http://schemas.openxmlformats.org/drawingml/2006/main" prst="rect">
            <a:avLst/>
          </a:prstGeom>
          <a:solidFill xmlns:a="http://schemas.openxmlformats.org/drawingml/2006/main">
            <a:srgbClr val="FFFFFF"/>
          </a:solidFill>
          <a:ln xmlns:a="http://schemas.openxmlformats.org/drawingml/2006/main" w="12383">
            <a:solidFill>
              <a:srgbClr val="246AB8"/>
            </a:solidFill>
            <a:prstDash val="solid"/>
          </a:ln>
        </p:spPr>
      </p:sp>
      <p:sp>
        <p:nvSpPr>
          <p:cNvPr id="13" name="text-1070">
            <a:extLst xmlns:a="http://schemas.openxmlformats.org/drawingml/2006/main">
              <a:ext uri="{FF2B5EF4-FFF2-40B4-BE49-F238E27FC236}">
                <a16:creationId xmlns:a16="http://schemas.microsoft.com/office/drawing/2014/main" id="{93F5EC52-0D26-45B2-8249-5BF2BAF9B59C}"/>
              </a:ext>
            </a:extLst>
          </p:cNvPr>
          <p:cNvSpPr>
            <a:spLocks xmlns:a="http://schemas.openxmlformats.org/drawingml/2006/main" noGrp="1"/>
          </p:cNvSpPr>
          <p:nvPr/>
        </p:nvSpPr>
        <p:spPr>
          <a:xfrm xmlns:a="http://schemas.openxmlformats.org/drawingml/2006/main">
            <a:off x="781050" y="336232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246AB8"/>
                </a:solidFill>
                <a:latin typeface="Microsoft YaHei"/>
                <a:ea typeface="Microsoft YaHei"/>
                <a:cs typeface="Microsoft YaHei"/>
              </a:defRPr>
            </a:defPPr>
            <a:lvl1pPr algn="l">
              <a:buNone/>
              <a:defRPr sz="1800" b="1">
                <a:solidFill>
                  <a:srgbClr val="246AB8"/>
                </a:solidFill>
                <a:latin typeface="Microsoft YaHei"/>
                <a:ea typeface="Microsoft YaHei"/>
                <a:cs typeface="Microsoft YaHei"/>
              </a:defRPr>
            </a:lvl1pPr>
            <a:lvl2pPr algn="l">
              <a:buNone/>
              <a:defRPr sz="1800" b="1">
                <a:solidFill>
                  <a:srgbClr val="246AB8"/>
                </a:solidFill>
                <a:latin typeface="Microsoft YaHei"/>
                <a:ea typeface="Microsoft YaHei"/>
                <a:cs typeface="Microsoft YaHei"/>
              </a:defRPr>
            </a:lvl2pPr>
            <a:lvl3pPr algn="l">
              <a:buNone/>
              <a:defRPr sz="1800" b="1">
                <a:solidFill>
                  <a:srgbClr val="246AB8"/>
                </a:solidFill>
                <a:latin typeface="Microsoft YaHei"/>
                <a:ea typeface="Microsoft YaHei"/>
                <a:cs typeface="Microsoft YaHei"/>
              </a:defRPr>
            </a:lvl3pPr>
            <a:lvl4pPr algn="l">
              <a:buNone/>
              <a:defRPr sz="1800" b="1">
                <a:solidFill>
                  <a:srgbClr val="246AB8"/>
                </a:solidFill>
                <a:latin typeface="Microsoft YaHei"/>
                <a:ea typeface="Microsoft YaHei"/>
                <a:cs typeface="Microsoft YaHei"/>
              </a:defRPr>
            </a:lvl4pPr>
            <a:lvl5pPr algn="l">
              <a:buNone/>
              <a:defRPr sz="1800" b="1">
                <a:solidFill>
                  <a:srgbClr val="246AB8"/>
                </a:solidFill>
                <a:latin typeface="Microsoft YaHei"/>
                <a:ea typeface="Microsoft YaHei"/>
                <a:cs typeface="Microsoft YaHei"/>
              </a:defRPr>
            </a:lvl5pPr>
            <a:lvl6pPr algn="l">
              <a:buNone/>
              <a:defRPr sz="1800" b="1">
                <a:solidFill>
                  <a:srgbClr val="246AB8"/>
                </a:solidFill>
                <a:latin typeface="Microsoft YaHei"/>
                <a:ea typeface="Microsoft YaHei"/>
                <a:cs typeface="Microsoft YaHei"/>
              </a:defRPr>
            </a:lvl6pPr>
            <a:lvl7pPr algn="l">
              <a:buNone/>
              <a:defRPr sz="1800" b="1">
                <a:solidFill>
                  <a:srgbClr val="246AB8"/>
                </a:solidFill>
                <a:latin typeface="Microsoft YaHei"/>
                <a:ea typeface="Microsoft YaHei"/>
                <a:cs typeface="Microsoft YaHei"/>
              </a:defRPr>
            </a:lvl7pPr>
            <a:lvl8pPr algn="l">
              <a:buNone/>
              <a:defRPr sz="1800" b="1">
                <a:solidFill>
                  <a:srgbClr val="246AB8"/>
                </a:solidFill>
                <a:latin typeface="Microsoft YaHei"/>
                <a:ea typeface="Microsoft YaHei"/>
                <a:cs typeface="Microsoft YaHei"/>
              </a:defRPr>
            </a:lvl8pPr>
            <a:lvl9pPr algn="l">
              <a:buNone/>
              <a:defRPr sz="1800" b="1">
                <a:solidFill>
                  <a:srgbClr val="246AB8"/>
                </a:solidFill>
                <a:latin typeface="Microsoft YaHei"/>
                <a:ea typeface="Microsoft YaHei"/>
                <a:cs typeface="Microsoft YaHei"/>
              </a:defRPr>
            </a:lvl9pPr>
          </a:lstStyle>
          <a:p xmlns:a="http://schemas.openxmlformats.org/drawingml/2006/main">
            <a:pPr algn="l">
              <a:lnSpc>
                <a:spcPct val="112000"/>
              </a:lnSpc>
              <a:buNone/>
              <a:defRPr sz="1800" b="1">
                <a:solidFill>
                  <a:srgbClr val="246AB8"/>
                </a:solidFill>
                <a:latin typeface="Microsoft YaHei"/>
                <a:ea typeface="Microsoft YaHei"/>
                <a:cs typeface="Microsoft YaHei"/>
              </a:defRPr>
            </a:pPr>
            <a:r>
              <a:rPr sz="1800" b="1">
                <a:solidFill>
                  <a:srgbClr val="246AB8"/>
                </a:solidFill>
                <a:latin typeface="Microsoft YaHei"/>
                <a:ea typeface="Microsoft YaHei"/>
                <a:cs typeface="Microsoft YaHei"/>
              </a:rPr>
              <a:t>Core / 原入口</a:t>
            </a:r>
          </a:p>
        </p:txBody>
      </p:sp>
      <p:sp>
        <p:nvSpPr>
          <p:cNvPr id="14" name="text-1071">
            <a:extLst xmlns:a="http://schemas.openxmlformats.org/drawingml/2006/main">
              <a:ext uri="{FF2B5EF4-FFF2-40B4-BE49-F238E27FC236}">
                <a16:creationId xmlns:a16="http://schemas.microsoft.com/office/drawing/2014/main" id="{79ADD09A-A1A7-486D-8E02-B8739AB05454}"/>
              </a:ext>
            </a:extLst>
          </p:cNvPr>
          <p:cNvSpPr>
            <a:spLocks xmlns:a="http://schemas.openxmlformats.org/drawingml/2006/main" noGrp="1"/>
          </p:cNvSpPr>
          <p:nvPr/>
        </p:nvSpPr>
        <p:spPr>
          <a:xfrm xmlns:a="http://schemas.openxmlformats.org/drawingml/2006/main">
            <a:off x="781050" y="3695700"/>
            <a:ext cx="1905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1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宿主组合与转发</a:t>
            </a:r>
          </a:p>
        </p:txBody>
      </p:sp>
      <p:sp>
        <p:nvSpPr>
          <p:cNvPr id="15" name="sim-so-1072">
            <a:extLst xmlns:a="http://schemas.openxmlformats.org/drawingml/2006/main">
              <a:ext uri="{FF2B5EF4-FFF2-40B4-BE49-F238E27FC236}">
                <a16:creationId xmlns:a16="http://schemas.microsoft.com/office/drawing/2014/main" id="{8DFB908C-981C-49A2-AFDF-7478359EFFBB}"/>
              </a:ext>
            </a:extLst>
          </p:cNvPr>
          <p:cNvSpPr>
            <a:spLocks xmlns:a="http://schemas.openxmlformats.org/drawingml/2006/main" noGrp="1"/>
          </p:cNvSpPr>
          <p:nvPr/>
        </p:nvSpPr>
        <p:spPr>
          <a:xfrm xmlns:a="http://schemas.openxmlformats.org/drawingml/2006/main">
            <a:off x="3219450" y="3267075"/>
            <a:ext cx="4267200" cy="809625"/>
          </a:xfrm>
          <a:prstGeom xmlns:a="http://schemas.openxmlformats.org/drawingml/2006/main" prst="rect">
            <a:avLst/>
          </a:prstGeom>
          <a:solidFill xmlns:a="http://schemas.openxmlformats.org/drawingml/2006/main">
            <a:srgbClr val="FFFFFF"/>
          </a:solidFill>
          <a:ln xmlns:a="http://schemas.openxmlformats.org/drawingml/2006/main" w="12383">
            <a:solidFill>
              <a:srgbClr val="208C9F"/>
            </a:solidFill>
            <a:prstDash val="solid"/>
          </a:ln>
        </p:spPr>
      </p:sp>
      <p:sp>
        <p:nvSpPr>
          <p:cNvPr id="16" name="text-1073">
            <a:extLst xmlns:a="http://schemas.openxmlformats.org/drawingml/2006/main">
              <a:ext uri="{FF2B5EF4-FFF2-40B4-BE49-F238E27FC236}">
                <a16:creationId xmlns:a16="http://schemas.microsoft.com/office/drawing/2014/main" id="{8F853963-C43E-4904-A516-E7F24ED9AD85}"/>
              </a:ext>
            </a:extLst>
          </p:cNvPr>
          <p:cNvSpPr>
            <a:spLocks xmlns:a="http://schemas.openxmlformats.org/drawingml/2006/main" noGrp="1"/>
          </p:cNvSpPr>
          <p:nvPr/>
        </p:nvSpPr>
        <p:spPr>
          <a:xfrm xmlns:a="http://schemas.openxmlformats.org/drawingml/2006/main">
            <a:off x="3352800" y="33623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208C9F"/>
                </a:solidFill>
                <a:latin typeface="Microsoft YaHei"/>
                <a:ea typeface="Microsoft YaHei"/>
                <a:cs typeface="Microsoft YaHei"/>
              </a:defRPr>
            </a:defPPr>
            <a:lvl1pPr algn="l">
              <a:buNone/>
              <a:defRPr sz="1800" b="1">
                <a:solidFill>
                  <a:srgbClr val="208C9F"/>
                </a:solidFill>
                <a:latin typeface="Microsoft YaHei"/>
                <a:ea typeface="Microsoft YaHei"/>
                <a:cs typeface="Microsoft YaHei"/>
              </a:defRPr>
            </a:lvl1pPr>
            <a:lvl2pPr algn="l">
              <a:buNone/>
              <a:defRPr sz="1800" b="1">
                <a:solidFill>
                  <a:srgbClr val="208C9F"/>
                </a:solidFill>
                <a:latin typeface="Microsoft YaHei"/>
                <a:ea typeface="Microsoft YaHei"/>
                <a:cs typeface="Microsoft YaHei"/>
              </a:defRPr>
            </a:lvl2pPr>
            <a:lvl3pPr algn="l">
              <a:buNone/>
              <a:defRPr sz="1800" b="1">
                <a:solidFill>
                  <a:srgbClr val="208C9F"/>
                </a:solidFill>
                <a:latin typeface="Microsoft YaHei"/>
                <a:ea typeface="Microsoft YaHei"/>
                <a:cs typeface="Microsoft YaHei"/>
              </a:defRPr>
            </a:lvl3pPr>
            <a:lvl4pPr algn="l">
              <a:buNone/>
              <a:defRPr sz="1800" b="1">
                <a:solidFill>
                  <a:srgbClr val="208C9F"/>
                </a:solidFill>
                <a:latin typeface="Microsoft YaHei"/>
                <a:ea typeface="Microsoft YaHei"/>
                <a:cs typeface="Microsoft YaHei"/>
              </a:defRPr>
            </a:lvl4pPr>
            <a:lvl5pPr algn="l">
              <a:buNone/>
              <a:defRPr sz="1800" b="1">
                <a:solidFill>
                  <a:srgbClr val="208C9F"/>
                </a:solidFill>
                <a:latin typeface="Microsoft YaHei"/>
                <a:ea typeface="Microsoft YaHei"/>
                <a:cs typeface="Microsoft YaHei"/>
              </a:defRPr>
            </a:lvl5pPr>
            <a:lvl6pPr algn="l">
              <a:buNone/>
              <a:defRPr sz="1800" b="1">
                <a:solidFill>
                  <a:srgbClr val="208C9F"/>
                </a:solidFill>
                <a:latin typeface="Microsoft YaHei"/>
                <a:ea typeface="Microsoft YaHei"/>
                <a:cs typeface="Microsoft YaHei"/>
              </a:defRPr>
            </a:lvl6pPr>
            <a:lvl7pPr algn="l">
              <a:buNone/>
              <a:defRPr sz="1800" b="1">
                <a:solidFill>
                  <a:srgbClr val="208C9F"/>
                </a:solidFill>
                <a:latin typeface="Microsoft YaHei"/>
                <a:ea typeface="Microsoft YaHei"/>
                <a:cs typeface="Microsoft YaHei"/>
              </a:defRPr>
            </a:lvl7pPr>
            <a:lvl8pPr algn="l">
              <a:buNone/>
              <a:defRPr sz="1800" b="1">
                <a:solidFill>
                  <a:srgbClr val="208C9F"/>
                </a:solidFill>
                <a:latin typeface="Microsoft YaHei"/>
                <a:ea typeface="Microsoft YaHei"/>
                <a:cs typeface="Microsoft YaHei"/>
              </a:defRPr>
            </a:lvl8pPr>
            <a:lvl9pPr algn="l">
              <a:buNone/>
              <a:defRPr sz="1800" b="1">
                <a:solidFill>
                  <a:srgbClr val="208C9F"/>
                </a:solidFill>
                <a:latin typeface="Microsoft YaHei"/>
                <a:ea typeface="Microsoft YaHei"/>
                <a:cs typeface="Microsoft YaHei"/>
              </a:defRPr>
            </a:lvl9pPr>
          </a:lstStyle>
          <a:p xmlns:a="http://schemas.openxmlformats.org/drawingml/2006/main">
            <a:pPr algn="l">
              <a:lnSpc>
                <a:spcPct val="112000"/>
              </a:lnSpc>
              <a:buNone/>
              <a:defRPr sz="1800" b="1">
                <a:solidFill>
                  <a:srgbClr val="208C9F"/>
                </a:solidFill>
                <a:latin typeface="Microsoft YaHei"/>
                <a:ea typeface="Microsoft YaHei"/>
                <a:cs typeface="Microsoft YaHei"/>
              </a:defRPr>
            </a:pPr>
            <a:r>
              <a:rPr sz="1800" b="1">
                <a:solidFill>
                  <a:srgbClr val="208C9F"/>
                </a:solidFill>
                <a:latin typeface="Microsoft YaHei"/>
                <a:ea typeface="Microsoft YaHei"/>
                <a:cs typeface="Microsoft YaHei"/>
              </a:rPr>
              <a:t>目标私有 SIM SO</a:t>
            </a:r>
          </a:p>
        </p:txBody>
      </p:sp>
      <p:sp>
        <p:nvSpPr>
          <p:cNvPr id="17" name="text-1074">
            <a:extLst xmlns:a="http://schemas.openxmlformats.org/drawingml/2006/main">
              <a:ext uri="{FF2B5EF4-FFF2-40B4-BE49-F238E27FC236}">
                <a16:creationId xmlns:a16="http://schemas.microsoft.com/office/drawing/2014/main" id="{21DAE792-3809-4EC4-AFA3-02FBF64C0966}"/>
              </a:ext>
            </a:extLst>
          </p:cNvPr>
          <p:cNvSpPr>
            <a:spLocks xmlns:a="http://schemas.openxmlformats.org/drawingml/2006/main" noGrp="1"/>
          </p:cNvSpPr>
          <p:nvPr/>
        </p:nvSpPr>
        <p:spPr>
          <a:xfrm xmlns:a="http://schemas.openxmlformats.org/drawingml/2006/main">
            <a:off x="3352800" y="3695700"/>
            <a:ext cx="4000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1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Application、T/A/O、R、C/I</a:t>
            </a:r>
          </a:p>
        </p:txBody>
      </p:sp>
      <p:sp>
        <p:nvSpPr>
          <p:cNvPr id="19" name="host-ril-1075">
            <a:extLst xmlns:a="http://schemas.openxmlformats.org/drawingml/2006/main">
              <a:ext uri="{FF2B5EF4-FFF2-40B4-BE49-F238E27FC236}">
                <a16:creationId xmlns:a16="http://schemas.microsoft.com/office/drawing/2014/main" id="{0F51CF2B-6C59-4058-B325-1643A6C2E680}"/>
              </a:ext>
            </a:extLst>
          </p:cNvPr>
          <p:cNvSpPr>
            <a:spLocks xmlns:a="http://schemas.openxmlformats.org/drawingml/2006/main" noGrp="1"/>
          </p:cNvSpPr>
          <p:nvPr/>
        </p:nvSpPr>
        <p:spPr>
          <a:xfrm xmlns:a="http://schemas.openxmlformats.org/drawingml/2006/main">
            <a:off x="3219450" y="4562475"/>
            <a:ext cx="4267200" cy="485775"/>
          </a:xfrm>
          <a:prstGeom xmlns:a="http://schemas.openxmlformats.org/drawingml/2006/main" prst="rect">
            <a:avLst/>
          </a:prstGeom>
          <a:solidFill xmlns:a="http://schemas.openxmlformats.org/drawingml/2006/main">
            <a:srgbClr val="FFFFFF"/>
          </a:solidFill>
          <a:ln xmlns:a="http://schemas.openxmlformats.org/drawingml/2006/main" w="12383">
            <a:solidFill>
              <a:srgbClr val="208C9F"/>
            </a:solidFill>
            <a:prstDash val="solid"/>
          </a:ln>
        </p:spPr>
      </p:sp>
      <p:sp>
        <p:nvSpPr>
          <p:cNvPr id="20" name="text-1076">
            <a:extLst xmlns:a="http://schemas.openxmlformats.org/drawingml/2006/main">
              <a:ext uri="{FF2B5EF4-FFF2-40B4-BE49-F238E27FC236}">
                <a16:creationId xmlns:a16="http://schemas.microsoft.com/office/drawing/2014/main" id="{48D46D9F-345C-4A75-B7A5-28EFB2546430}"/>
              </a:ext>
            </a:extLst>
          </p:cNvPr>
          <p:cNvSpPr>
            <a:spLocks xmlns:a="http://schemas.openxmlformats.org/drawingml/2006/main" noGrp="1"/>
          </p:cNvSpPr>
          <p:nvPr/>
        </p:nvSpPr>
        <p:spPr>
          <a:xfrm xmlns:a="http://schemas.openxmlformats.org/drawingml/2006/main">
            <a:off x="3362325" y="4676775"/>
            <a:ext cx="398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208C9F"/>
                </a:solidFill>
                <a:latin typeface="Microsoft YaHei"/>
                <a:ea typeface="Microsoft YaHei"/>
                <a:cs typeface="Microsoft YaHei"/>
              </a:defRPr>
            </a:defPPr>
            <a:lvl1pPr algn="l">
              <a:buNone/>
              <a:defRPr sz="1650" b="1">
                <a:solidFill>
                  <a:srgbClr val="208C9F"/>
                </a:solidFill>
                <a:latin typeface="Microsoft YaHei"/>
                <a:ea typeface="Microsoft YaHei"/>
                <a:cs typeface="Microsoft YaHei"/>
              </a:defRPr>
            </a:lvl1pPr>
            <a:lvl2pPr algn="l">
              <a:buNone/>
              <a:defRPr sz="1650" b="1">
                <a:solidFill>
                  <a:srgbClr val="208C9F"/>
                </a:solidFill>
                <a:latin typeface="Microsoft YaHei"/>
                <a:ea typeface="Microsoft YaHei"/>
                <a:cs typeface="Microsoft YaHei"/>
              </a:defRPr>
            </a:lvl2pPr>
            <a:lvl3pPr algn="l">
              <a:buNone/>
              <a:defRPr sz="1650" b="1">
                <a:solidFill>
                  <a:srgbClr val="208C9F"/>
                </a:solidFill>
                <a:latin typeface="Microsoft YaHei"/>
                <a:ea typeface="Microsoft YaHei"/>
                <a:cs typeface="Microsoft YaHei"/>
              </a:defRPr>
            </a:lvl3pPr>
            <a:lvl4pPr algn="l">
              <a:buNone/>
              <a:defRPr sz="1650" b="1">
                <a:solidFill>
                  <a:srgbClr val="208C9F"/>
                </a:solidFill>
                <a:latin typeface="Microsoft YaHei"/>
                <a:ea typeface="Microsoft YaHei"/>
                <a:cs typeface="Microsoft YaHei"/>
              </a:defRPr>
            </a:lvl4pPr>
            <a:lvl5pPr algn="l">
              <a:buNone/>
              <a:defRPr sz="1650" b="1">
                <a:solidFill>
                  <a:srgbClr val="208C9F"/>
                </a:solidFill>
                <a:latin typeface="Microsoft YaHei"/>
                <a:ea typeface="Microsoft YaHei"/>
                <a:cs typeface="Microsoft YaHei"/>
              </a:defRPr>
            </a:lvl5pPr>
            <a:lvl6pPr algn="l">
              <a:buNone/>
              <a:defRPr sz="1650" b="1">
                <a:solidFill>
                  <a:srgbClr val="208C9F"/>
                </a:solidFill>
                <a:latin typeface="Microsoft YaHei"/>
                <a:ea typeface="Microsoft YaHei"/>
                <a:cs typeface="Microsoft YaHei"/>
              </a:defRPr>
            </a:lvl6pPr>
            <a:lvl7pPr algn="l">
              <a:buNone/>
              <a:defRPr sz="1650" b="1">
                <a:solidFill>
                  <a:srgbClr val="208C9F"/>
                </a:solidFill>
                <a:latin typeface="Microsoft YaHei"/>
                <a:ea typeface="Microsoft YaHei"/>
                <a:cs typeface="Microsoft YaHei"/>
              </a:defRPr>
            </a:lvl7pPr>
            <a:lvl8pPr algn="l">
              <a:buNone/>
              <a:defRPr sz="1650" b="1">
                <a:solidFill>
                  <a:srgbClr val="208C9F"/>
                </a:solidFill>
                <a:latin typeface="Microsoft YaHei"/>
                <a:ea typeface="Microsoft YaHei"/>
                <a:cs typeface="Microsoft YaHei"/>
              </a:defRPr>
            </a:lvl8pPr>
            <a:lvl9pPr algn="l">
              <a:buNone/>
              <a:defRPr sz="1650" b="1">
                <a:solidFill>
                  <a:srgbClr val="208C9F"/>
                </a:solidFill>
                <a:latin typeface="Microsoft YaHei"/>
                <a:ea typeface="Microsoft YaHei"/>
                <a:cs typeface="Microsoft YaHei"/>
              </a:defRPr>
            </a:lvl9pPr>
          </a:lstStyle>
          <a:p xmlns:a="http://schemas.openxmlformats.org/drawingml/2006/main">
            <a:pPr algn="l">
              <a:lnSpc>
                <a:spcPct val="112000"/>
              </a:lnSpc>
              <a:buNone/>
              <a:defRPr sz="1650" b="1">
                <a:solidFill>
                  <a:srgbClr val="208C9F"/>
                </a:solidFill>
                <a:latin typeface="Microsoft YaHei"/>
                <a:ea typeface="Microsoft YaHei"/>
                <a:cs typeface="Microsoft YaHei"/>
              </a:defRPr>
            </a:pPr>
            <a:r>
              <a:rPr sz="1650" b="1">
                <a:solidFill>
                  <a:srgbClr val="208C9F"/>
                </a:solidFill>
                <a:latin typeface="Microsoft YaHei"/>
                <a:ea typeface="Microsoft YaHei"/>
                <a:cs typeface="Microsoft YaHei"/>
              </a:rPr>
              <a:t>既有 TelRilManager / HDI 集成</a:t>
            </a:r>
          </a:p>
        </p:txBody>
      </p:sp>
      <p:sp>
        <p:nvSpPr>
          <p:cNvPr id="22" name="text-1077">
            <a:extLst xmlns:a="http://schemas.openxmlformats.org/drawingml/2006/main">
              <a:ext uri="{FF2B5EF4-FFF2-40B4-BE49-F238E27FC236}">
                <a16:creationId xmlns:a16="http://schemas.microsoft.com/office/drawing/2014/main" id="{6956EFB8-191C-416C-A41A-78C580EF0CF0}"/>
              </a:ext>
            </a:extLst>
          </p:cNvPr>
          <p:cNvSpPr>
            <a:spLocks xmlns:a="http://schemas.openxmlformats.org/drawingml/2006/main" noGrp="1"/>
          </p:cNvSpPr>
          <p:nvPr/>
        </p:nvSpPr>
        <p:spPr>
          <a:xfrm xmlns:a="http://schemas.openxmlformats.org/drawingml/2006/main">
            <a:off x="5572125" y="4229100"/>
            <a:ext cx="19145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vl1pPr algn="l">
              <a:buNone/>
              <a:defRPr sz="1275" b="0">
                <a:solidFill>
                  <a:srgbClr val="56657A"/>
                </a:solidFill>
                <a:latin typeface="Microsoft YaHei"/>
                <a:ea typeface="Microsoft YaHei"/>
                <a:cs typeface="Microsoft YaHei"/>
              </a:defRPr>
            </a:lvl1pPr>
            <a:lvl2pPr algn="l">
              <a:buNone/>
              <a:defRPr sz="1275" b="0">
                <a:solidFill>
                  <a:srgbClr val="56657A"/>
                </a:solidFill>
                <a:latin typeface="Microsoft YaHei"/>
                <a:ea typeface="Microsoft YaHei"/>
                <a:cs typeface="Microsoft YaHei"/>
              </a:defRPr>
            </a:lvl2pPr>
            <a:lvl3pPr algn="l">
              <a:buNone/>
              <a:defRPr sz="1275" b="0">
                <a:solidFill>
                  <a:srgbClr val="56657A"/>
                </a:solidFill>
                <a:latin typeface="Microsoft YaHei"/>
                <a:ea typeface="Microsoft YaHei"/>
                <a:cs typeface="Microsoft YaHei"/>
              </a:defRPr>
            </a:lvl3pPr>
            <a:lvl4pPr algn="l">
              <a:buNone/>
              <a:defRPr sz="1275" b="0">
                <a:solidFill>
                  <a:srgbClr val="56657A"/>
                </a:solidFill>
                <a:latin typeface="Microsoft YaHei"/>
                <a:ea typeface="Microsoft YaHei"/>
                <a:cs typeface="Microsoft YaHei"/>
              </a:defRPr>
            </a:lvl4pPr>
            <a:lvl5pPr algn="l">
              <a:buNone/>
              <a:defRPr sz="1275" b="0">
                <a:solidFill>
                  <a:srgbClr val="56657A"/>
                </a:solidFill>
                <a:latin typeface="Microsoft YaHei"/>
                <a:ea typeface="Microsoft YaHei"/>
                <a:cs typeface="Microsoft YaHei"/>
              </a:defRPr>
            </a:lvl5pPr>
            <a:lvl6pPr algn="l">
              <a:buNone/>
              <a:defRPr sz="1275" b="0">
                <a:solidFill>
                  <a:srgbClr val="56657A"/>
                </a:solidFill>
                <a:latin typeface="Microsoft YaHei"/>
                <a:ea typeface="Microsoft YaHei"/>
                <a:cs typeface="Microsoft YaHei"/>
              </a:defRPr>
            </a:lvl6pPr>
            <a:lvl7pPr algn="l">
              <a:buNone/>
              <a:defRPr sz="1275" b="0">
                <a:solidFill>
                  <a:srgbClr val="56657A"/>
                </a:solidFill>
                <a:latin typeface="Microsoft YaHei"/>
                <a:ea typeface="Microsoft YaHei"/>
                <a:cs typeface="Microsoft YaHei"/>
              </a:defRPr>
            </a:lvl7pPr>
            <a:lvl8pPr algn="l">
              <a:buNone/>
              <a:defRPr sz="1275" b="0">
                <a:solidFill>
                  <a:srgbClr val="56657A"/>
                </a:solidFill>
                <a:latin typeface="Microsoft YaHei"/>
                <a:ea typeface="Microsoft YaHei"/>
                <a:cs typeface="Microsoft YaHei"/>
              </a:defRPr>
            </a:lvl8pPr>
            <a:lvl9pPr algn="l">
              <a:buNone/>
              <a:defRPr sz="1275" b="0">
                <a:solidFill>
                  <a:srgbClr val="56657A"/>
                </a:solidFill>
                <a:latin typeface="Microsoft YaHei"/>
                <a:ea typeface="Microsoft YaHei"/>
                <a:cs typeface="Microsoft YaHei"/>
              </a:defRPr>
            </a:lvl9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本地 APDU 路径</a:t>
            </a:r>
          </a:p>
        </p:txBody>
      </p:sp>
      <p:sp>
        <p:nvSpPr>
          <p:cNvPr id="23" name="vendor-1078">
            <a:extLst xmlns:a="http://schemas.openxmlformats.org/drawingml/2006/main">
              <a:ext uri="{FF2B5EF4-FFF2-40B4-BE49-F238E27FC236}">
                <a16:creationId xmlns:a16="http://schemas.microsoft.com/office/drawing/2014/main" id="{294D4CBF-E310-4B5E-BFA6-3C0BA2C35D71}"/>
              </a:ext>
            </a:extLst>
          </p:cNvPr>
          <p:cNvSpPr>
            <a:spLocks xmlns:a="http://schemas.openxmlformats.org/drawingml/2006/main" noGrp="1"/>
          </p:cNvSpPr>
          <p:nvPr/>
        </p:nvSpPr>
        <p:spPr>
          <a:xfrm xmlns:a="http://schemas.openxmlformats.org/drawingml/2006/main">
            <a:off x="647700" y="4448175"/>
            <a:ext cx="2171700" cy="619125"/>
          </a:xfrm>
          <a:prstGeom xmlns:a="http://schemas.openxmlformats.org/drawingml/2006/main" prst="rect">
            <a:avLst/>
          </a:prstGeom>
          <a:solidFill xmlns:a="http://schemas.openxmlformats.org/drawingml/2006/main">
            <a:srgbClr val="FFFFFF"/>
          </a:solidFill>
          <a:ln xmlns:a="http://schemas.openxmlformats.org/drawingml/2006/main" w="12383">
            <a:solidFill>
              <a:srgbClr val="246AB8"/>
            </a:solidFill>
            <a:prstDash val="solid"/>
          </a:ln>
        </p:spPr>
      </p:sp>
      <p:sp>
        <p:nvSpPr>
          <p:cNvPr id="24" name="text-1079">
            <a:extLst xmlns:a="http://schemas.openxmlformats.org/drawingml/2006/main">
              <a:ext uri="{FF2B5EF4-FFF2-40B4-BE49-F238E27FC236}">
                <a16:creationId xmlns:a16="http://schemas.microsoft.com/office/drawing/2014/main" id="{0E0C5838-F6E2-413F-A033-63A81018EA11}"/>
              </a:ext>
            </a:extLst>
          </p:cNvPr>
          <p:cNvSpPr>
            <a:spLocks xmlns:a="http://schemas.openxmlformats.org/drawingml/2006/main" noGrp="1"/>
          </p:cNvSpPr>
          <p:nvPr/>
        </p:nvSpPr>
        <p:spPr>
          <a:xfrm xmlns:a="http://schemas.openxmlformats.org/drawingml/2006/main">
            <a:off x="762000" y="4533900"/>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246AB8"/>
                </a:solidFill>
                <a:latin typeface="Microsoft YaHei"/>
                <a:ea typeface="Microsoft YaHei"/>
                <a:cs typeface="Microsoft YaHei"/>
              </a:defRPr>
            </a:defPPr>
            <a:lvl1pPr algn="l">
              <a:buNone/>
              <a:defRPr sz="1500" b="1">
                <a:solidFill>
                  <a:srgbClr val="246AB8"/>
                </a:solidFill>
                <a:latin typeface="Microsoft YaHei"/>
                <a:ea typeface="Microsoft YaHei"/>
                <a:cs typeface="Microsoft YaHei"/>
              </a:defRPr>
            </a:lvl1pPr>
            <a:lvl2pPr algn="l">
              <a:buNone/>
              <a:defRPr sz="1500" b="1">
                <a:solidFill>
                  <a:srgbClr val="246AB8"/>
                </a:solidFill>
                <a:latin typeface="Microsoft YaHei"/>
                <a:ea typeface="Microsoft YaHei"/>
                <a:cs typeface="Microsoft YaHei"/>
              </a:defRPr>
            </a:lvl2pPr>
            <a:lvl3pPr algn="l">
              <a:buNone/>
              <a:defRPr sz="1500" b="1">
                <a:solidFill>
                  <a:srgbClr val="246AB8"/>
                </a:solidFill>
                <a:latin typeface="Microsoft YaHei"/>
                <a:ea typeface="Microsoft YaHei"/>
                <a:cs typeface="Microsoft YaHei"/>
              </a:defRPr>
            </a:lvl3pPr>
            <a:lvl4pPr algn="l">
              <a:buNone/>
              <a:defRPr sz="1500" b="1">
                <a:solidFill>
                  <a:srgbClr val="246AB8"/>
                </a:solidFill>
                <a:latin typeface="Microsoft YaHei"/>
                <a:ea typeface="Microsoft YaHei"/>
                <a:cs typeface="Microsoft YaHei"/>
              </a:defRPr>
            </a:lvl4pPr>
            <a:lvl5pPr algn="l">
              <a:buNone/>
              <a:defRPr sz="1500" b="1">
                <a:solidFill>
                  <a:srgbClr val="246AB8"/>
                </a:solidFill>
                <a:latin typeface="Microsoft YaHei"/>
                <a:ea typeface="Microsoft YaHei"/>
                <a:cs typeface="Microsoft YaHei"/>
              </a:defRPr>
            </a:lvl5pPr>
            <a:lvl6pPr algn="l">
              <a:buNone/>
              <a:defRPr sz="1500" b="1">
                <a:solidFill>
                  <a:srgbClr val="246AB8"/>
                </a:solidFill>
                <a:latin typeface="Microsoft YaHei"/>
                <a:ea typeface="Microsoft YaHei"/>
                <a:cs typeface="Microsoft YaHei"/>
              </a:defRPr>
            </a:lvl6pPr>
            <a:lvl7pPr algn="l">
              <a:buNone/>
              <a:defRPr sz="1500" b="1">
                <a:solidFill>
                  <a:srgbClr val="246AB8"/>
                </a:solidFill>
                <a:latin typeface="Microsoft YaHei"/>
                <a:ea typeface="Microsoft YaHei"/>
                <a:cs typeface="Microsoft YaHei"/>
              </a:defRPr>
            </a:lvl7pPr>
            <a:lvl8pPr algn="l">
              <a:buNone/>
              <a:defRPr sz="1500" b="1">
                <a:solidFill>
                  <a:srgbClr val="246AB8"/>
                </a:solidFill>
                <a:latin typeface="Microsoft YaHei"/>
                <a:ea typeface="Microsoft YaHei"/>
                <a:cs typeface="Microsoft YaHei"/>
              </a:defRPr>
            </a:lvl8pPr>
            <a:lvl9pPr algn="l">
              <a:buNone/>
              <a:defRPr sz="1500" b="1">
                <a:solidFill>
                  <a:srgbClr val="246AB8"/>
                </a:solidFill>
                <a:latin typeface="Microsoft YaHei"/>
                <a:ea typeface="Microsoft YaHei"/>
                <a:cs typeface="Microsoft YaHei"/>
              </a:defRPr>
            </a:lvl9pPr>
          </a:lstStyle>
          <a:p xmlns:a="http://schemas.openxmlformats.org/drawingml/2006/main">
            <a:pPr algn="l">
              <a:lnSpc>
                <a:spcPct val="112000"/>
              </a:lnSpc>
              <a:buNone/>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telephony_ext 插件</a:t>
            </a:r>
          </a:p>
        </p:txBody>
      </p:sp>
      <p:sp>
        <p:nvSpPr>
          <p:cNvPr id="25" name="text-1080">
            <a:extLst xmlns:a="http://schemas.openxmlformats.org/drawingml/2006/main">
              <a:ext uri="{FF2B5EF4-FFF2-40B4-BE49-F238E27FC236}">
                <a16:creationId xmlns:a16="http://schemas.microsoft.com/office/drawing/2014/main" id="{B67A5849-E07D-4AC9-A390-AC3197C98185}"/>
              </a:ext>
            </a:extLst>
          </p:cNvPr>
          <p:cNvSpPr>
            <a:spLocks xmlns:a="http://schemas.openxmlformats.org/drawingml/2006/main" noGrp="1"/>
          </p:cNvSpPr>
          <p:nvPr/>
        </p:nvSpPr>
        <p:spPr>
          <a:xfrm xmlns:a="http://schemas.openxmlformats.org/drawingml/2006/main">
            <a:off x="762000" y="4810125"/>
            <a:ext cx="19431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56657A"/>
                </a:solidFill>
                <a:latin typeface="Microsoft YaHei"/>
                <a:ea typeface="Microsoft YaHei"/>
                <a:cs typeface="Microsoft YaHei"/>
              </a:defRPr>
            </a:defPPr>
            <a:lvl1pPr algn="l">
              <a:buNone/>
              <a:defRPr sz="1200" b="0">
                <a:solidFill>
                  <a:srgbClr val="56657A"/>
                </a:solidFill>
                <a:latin typeface="Microsoft YaHei"/>
                <a:ea typeface="Microsoft YaHei"/>
                <a:cs typeface="Microsoft YaHei"/>
              </a:defRPr>
            </a:lvl1pPr>
            <a:lvl2pPr algn="l">
              <a:buNone/>
              <a:defRPr sz="1200" b="0">
                <a:solidFill>
                  <a:srgbClr val="56657A"/>
                </a:solidFill>
                <a:latin typeface="Microsoft YaHei"/>
                <a:ea typeface="Microsoft YaHei"/>
                <a:cs typeface="Microsoft YaHei"/>
              </a:defRPr>
            </a:lvl2pPr>
            <a:lvl3pPr algn="l">
              <a:buNone/>
              <a:defRPr sz="1200" b="0">
                <a:solidFill>
                  <a:srgbClr val="56657A"/>
                </a:solidFill>
                <a:latin typeface="Microsoft YaHei"/>
                <a:ea typeface="Microsoft YaHei"/>
                <a:cs typeface="Microsoft YaHei"/>
              </a:defRPr>
            </a:lvl3pPr>
            <a:lvl4pPr algn="l">
              <a:buNone/>
              <a:defRPr sz="1200" b="0">
                <a:solidFill>
                  <a:srgbClr val="56657A"/>
                </a:solidFill>
                <a:latin typeface="Microsoft YaHei"/>
                <a:ea typeface="Microsoft YaHei"/>
                <a:cs typeface="Microsoft YaHei"/>
              </a:defRPr>
            </a:lvl4pPr>
            <a:lvl5pPr algn="l">
              <a:buNone/>
              <a:defRPr sz="1200" b="0">
                <a:solidFill>
                  <a:srgbClr val="56657A"/>
                </a:solidFill>
                <a:latin typeface="Microsoft YaHei"/>
                <a:ea typeface="Microsoft YaHei"/>
                <a:cs typeface="Microsoft YaHei"/>
              </a:defRPr>
            </a:lvl5pPr>
            <a:lvl6pPr algn="l">
              <a:buNone/>
              <a:defRPr sz="1200" b="0">
                <a:solidFill>
                  <a:srgbClr val="56657A"/>
                </a:solidFill>
                <a:latin typeface="Microsoft YaHei"/>
                <a:ea typeface="Microsoft YaHei"/>
                <a:cs typeface="Microsoft YaHei"/>
              </a:defRPr>
            </a:lvl6pPr>
            <a:lvl7pPr algn="l">
              <a:buNone/>
              <a:defRPr sz="1200" b="0">
                <a:solidFill>
                  <a:srgbClr val="56657A"/>
                </a:solidFill>
                <a:latin typeface="Microsoft YaHei"/>
                <a:ea typeface="Microsoft YaHei"/>
                <a:cs typeface="Microsoft YaHei"/>
              </a:defRPr>
            </a:lvl7pPr>
            <a:lvl8pPr algn="l">
              <a:buNone/>
              <a:defRPr sz="1200" b="0">
                <a:solidFill>
                  <a:srgbClr val="56657A"/>
                </a:solidFill>
                <a:latin typeface="Microsoft YaHei"/>
                <a:ea typeface="Microsoft YaHei"/>
                <a:cs typeface="Microsoft YaHei"/>
              </a:defRPr>
            </a:lvl8pPr>
            <a:lvl9pPr algn="l">
              <a:buNone/>
              <a:defRPr sz="1200" b="0">
                <a:solidFill>
                  <a:srgbClr val="56657A"/>
                </a:solidFill>
                <a:latin typeface="Microsoft YaHei"/>
                <a:ea typeface="Microsoft YaHei"/>
                <a:cs typeface="Microsoft YaHei"/>
              </a:defRPr>
            </a:lvl9pPr>
          </a:lstStyle>
          <a:p xmlns:a="http://schemas.openxmlformats.org/drawingml/2006/main">
            <a:pPr algn="l">
              <a:lnSpc>
                <a:spcPct val="112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dlopen / 函数指针</a:t>
            </a:r>
          </a:p>
        </p:txBody>
      </p:sp>
      <p:sp>
        <p:nvSpPr>
          <p:cNvPr id="27" name="text-1081">
            <a:extLst xmlns:a="http://schemas.openxmlformats.org/drawingml/2006/main">
              <a:ext uri="{FF2B5EF4-FFF2-40B4-BE49-F238E27FC236}">
                <a16:creationId xmlns:a16="http://schemas.microsoft.com/office/drawing/2014/main" id="{CC91E424-6F0A-4FB6-AD69-0D35E035F3F0}"/>
              </a:ext>
            </a:extLst>
          </p:cNvPr>
          <p:cNvSpPr>
            <a:spLocks xmlns:a="http://schemas.openxmlformats.org/drawingml/2006/main" noGrp="1"/>
          </p:cNvSpPr>
          <p:nvPr/>
        </p:nvSpPr>
        <p:spPr>
          <a:xfrm xmlns:a="http://schemas.openxmlformats.org/drawingml/2006/main">
            <a:off x="647700" y="5238750"/>
            <a:ext cx="685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DataShare、参数、Registry / CES 继续经原契约适配</a:t>
            </a:r>
          </a:p>
        </p:txBody>
      </p:sp>
      <p:sp>
        <p:nvSpPr>
          <p:cNvPr id="28" name="service-1082">
            <a:extLst xmlns:a="http://schemas.openxmlformats.org/drawingml/2006/main">
              <a:ext uri="{FF2B5EF4-FFF2-40B4-BE49-F238E27FC236}">
                <a16:creationId xmlns:a16="http://schemas.microsoft.com/office/drawing/2014/main" id="{985162ED-F94F-40AA-84CF-1112B08827AD}"/>
              </a:ext>
            </a:extLst>
          </p:cNvPr>
          <p:cNvSpPr>
            <a:spLocks xmlns:a="http://schemas.openxmlformats.org/drawingml/2006/main" noGrp="1"/>
          </p:cNvSpPr>
          <p:nvPr/>
        </p:nvSpPr>
        <p:spPr>
          <a:xfrm xmlns:a="http://schemas.openxmlformats.org/drawingml/2006/main">
            <a:off x="8096250" y="2724150"/>
            <a:ext cx="3600450" cy="1333500"/>
          </a:xfrm>
          <a:prstGeom xmlns:a="http://schemas.openxmlformats.org/drawingml/2006/main" prst="rect">
            <a:avLst/>
          </a:prstGeom>
          <a:solidFill xmlns:a="http://schemas.openxmlformats.org/drawingml/2006/main">
            <a:srgbClr val="FFFFFF"/>
          </a:solidFill>
          <a:ln xmlns:a="http://schemas.openxmlformats.org/drawingml/2006/main" w="12383">
            <a:solidFill>
              <a:srgbClr val="246AB8"/>
            </a:solidFill>
            <a:prstDash val="solid"/>
          </a:ln>
        </p:spPr>
      </p:sp>
      <p:sp>
        <p:nvSpPr>
          <p:cNvPr id="29" name="text-1083">
            <a:extLst xmlns:a="http://schemas.openxmlformats.org/drawingml/2006/main">
              <a:ext uri="{FF2B5EF4-FFF2-40B4-BE49-F238E27FC236}">
                <a16:creationId xmlns:a16="http://schemas.microsoft.com/office/drawing/2014/main" id="{31AF78B2-B2C1-4089-85CB-73B2050CE4D0}"/>
              </a:ext>
            </a:extLst>
          </p:cNvPr>
          <p:cNvSpPr>
            <a:spLocks xmlns:a="http://schemas.openxmlformats.org/drawingml/2006/main" noGrp="1"/>
          </p:cNvSpPr>
          <p:nvPr/>
        </p:nvSpPr>
        <p:spPr>
          <a:xfrm xmlns:a="http://schemas.openxmlformats.org/drawingml/2006/main">
            <a:off x="8229600" y="2819400"/>
            <a:ext cx="333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246AB8"/>
                </a:solidFill>
                <a:latin typeface="Microsoft YaHei"/>
                <a:ea typeface="Microsoft YaHei"/>
                <a:cs typeface="Microsoft YaHei"/>
              </a:defRPr>
            </a:defPPr>
            <a:lvl1pPr algn="l">
              <a:buNone/>
              <a:defRPr sz="1800" b="1">
                <a:solidFill>
                  <a:srgbClr val="246AB8"/>
                </a:solidFill>
                <a:latin typeface="Microsoft YaHei"/>
                <a:ea typeface="Microsoft YaHei"/>
                <a:cs typeface="Microsoft YaHei"/>
              </a:defRPr>
            </a:lvl1pPr>
            <a:lvl2pPr algn="l">
              <a:buNone/>
              <a:defRPr sz="1800" b="1">
                <a:solidFill>
                  <a:srgbClr val="246AB8"/>
                </a:solidFill>
                <a:latin typeface="Microsoft YaHei"/>
                <a:ea typeface="Microsoft YaHei"/>
                <a:cs typeface="Microsoft YaHei"/>
              </a:defRPr>
            </a:lvl2pPr>
            <a:lvl3pPr algn="l">
              <a:buNone/>
              <a:defRPr sz="1800" b="1">
                <a:solidFill>
                  <a:srgbClr val="246AB8"/>
                </a:solidFill>
                <a:latin typeface="Microsoft YaHei"/>
                <a:ea typeface="Microsoft YaHei"/>
                <a:cs typeface="Microsoft YaHei"/>
              </a:defRPr>
            </a:lvl3pPr>
            <a:lvl4pPr algn="l">
              <a:buNone/>
              <a:defRPr sz="1800" b="1">
                <a:solidFill>
                  <a:srgbClr val="246AB8"/>
                </a:solidFill>
                <a:latin typeface="Microsoft YaHei"/>
                <a:ea typeface="Microsoft YaHei"/>
                <a:cs typeface="Microsoft YaHei"/>
              </a:defRPr>
            </a:lvl4pPr>
            <a:lvl5pPr algn="l">
              <a:buNone/>
              <a:defRPr sz="1800" b="1">
                <a:solidFill>
                  <a:srgbClr val="246AB8"/>
                </a:solidFill>
                <a:latin typeface="Microsoft YaHei"/>
                <a:ea typeface="Microsoft YaHei"/>
                <a:cs typeface="Microsoft YaHei"/>
              </a:defRPr>
            </a:lvl5pPr>
            <a:lvl6pPr algn="l">
              <a:buNone/>
              <a:defRPr sz="1800" b="1">
                <a:solidFill>
                  <a:srgbClr val="246AB8"/>
                </a:solidFill>
                <a:latin typeface="Microsoft YaHei"/>
                <a:ea typeface="Microsoft YaHei"/>
                <a:cs typeface="Microsoft YaHei"/>
              </a:defRPr>
            </a:lvl6pPr>
            <a:lvl7pPr algn="l">
              <a:buNone/>
              <a:defRPr sz="1800" b="1">
                <a:solidFill>
                  <a:srgbClr val="246AB8"/>
                </a:solidFill>
                <a:latin typeface="Microsoft YaHei"/>
                <a:ea typeface="Microsoft YaHei"/>
                <a:cs typeface="Microsoft YaHei"/>
              </a:defRPr>
            </a:lvl7pPr>
            <a:lvl8pPr algn="l">
              <a:buNone/>
              <a:defRPr sz="1800" b="1">
                <a:solidFill>
                  <a:srgbClr val="246AB8"/>
                </a:solidFill>
                <a:latin typeface="Microsoft YaHei"/>
                <a:ea typeface="Microsoft YaHei"/>
                <a:cs typeface="Microsoft YaHei"/>
              </a:defRPr>
            </a:lvl8pPr>
            <a:lvl9pPr algn="l">
              <a:buNone/>
              <a:defRPr sz="1800" b="1">
                <a:solidFill>
                  <a:srgbClr val="246AB8"/>
                </a:solidFill>
                <a:latin typeface="Microsoft YaHei"/>
                <a:ea typeface="Microsoft YaHei"/>
                <a:cs typeface="Microsoft YaHei"/>
              </a:defRPr>
            </a:lvl9pPr>
          </a:lstStyle>
          <a:p xmlns:a="http://schemas.openxmlformats.org/drawingml/2006/main">
            <a:pPr algn="l">
              <a:lnSpc>
                <a:spcPct val="112000"/>
              </a:lnSpc>
              <a:buNone/>
              <a:defRPr sz="1800" b="1">
                <a:solidFill>
                  <a:srgbClr val="246AB8"/>
                </a:solidFill>
                <a:latin typeface="Microsoft YaHei"/>
                <a:ea typeface="Microsoft YaHei"/>
                <a:cs typeface="Microsoft YaHei"/>
              </a:defRPr>
            </a:pPr>
            <a:r>
              <a:rPr sz="1800" b="1">
                <a:solidFill>
                  <a:srgbClr val="246AB8"/>
                </a:solidFill>
                <a:latin typeface="Microsoft YaHei"/>
                <a:ea typeface="Microsoft YaHei"/>
                <a:cs typeface="Microsoft YaHei"/>
              </a:rPr>
              <a:t>既有服务身份 66250</a:t>
            </a:r>
          </a:p>
        </p:txBody>
      </p:sp>
      <p:sp>
        <p:nvSpPr>
          <p:cNvPr id="30" name="text-1084">
            <a:extLst xmlns:a="http://schemas.openxmlformats.org/drawingml/2006/main">
              <a:ext uri="{FF2B5EF4-FFF2-40B4-BE49-F238E27FC236}">
                <a16:creationId xmlns:a16="http://schemas.microsoft.com/office/drawing/2014/main" id="{EA038BDF-325B-4781-AF49-B1F5DDFBDA13}"/>
              </a:ext>
            </a:extLst>
          </p:cNvPr>
          <p:cNvSpPr>
            <a:spLocks xmlns:a="http://schemas.openxmlformats.org/drawingml/2006/main" noGrp="1"/>
          </p:cNvSpPr>
          <p:nvPr/>
        </p:nvSpPr>
        <p:spPr>
          <a:xfrm xmlns:a="http://schemas.openxmlformats.org/drawingml/2006/main">
            <a:off x="8229600" y="31527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17263A"/>
                </a:solidFill>
                <a:latin typeface="Microsoft YaHei"/>
                <a:ea typeface="Microsoft YaHei"/>
                <a:cs typeface="Microsoft YaHei"/>
              </a:defRPr>
            </a:defPPr>
            <a:lvl1pPr algn="l">
              <a:buNone/>
              <a:defRPr sz="1500" b="0">
                <a:solidFill>
                  <a:srgbClr val="17263A"/>
                </a:solidFill>
                <a:latin typeface="Microsoft YaHei"/>
                <a:ea typeface="Microsoft YaHei"/>
                <a:cs typeface="Microsoft YaHei"/>
              </a:defRPr>
            </a:lvl1pPr>
            <a:lvl2pPr algn="l">
              <a:buNone/>
              <a:defRPr sz="1500" b="0">
                <a:solidFill>
                  <a:srgbClr val="17263A"/>
                </a:solidFill>
                <a:latin typeface="Microsoft YaHei"/>
                <a:ea typeface="Microsoft YaHei"/>
                <a:cs typeface="Microsoft YaHei"/>
              </a:defRPr>
            </a:lvl2pPr>
            <a:lvl3pPr algn="l">
              <a:buNone/>
              <a:defRPr sz="1500" b="0">
                <a:solidFill>
                  <a:srgbClr val="17263A"/>
                </a:solidFill>
                <a:latin typeface="Microsoft YaHei"/>
                <a:ea typeface="Microsoft YaHei"/>
                <a:cs typeface="Microsoft YaHei"/>
              </a:defRPr>
            </a:lvl3pPr>
            <a:lvl4pPr algn="l">
              <a:buNone/>
              <a:defRPr sz="1500" b="0">
                <a:solidFill>
                  <a:srgbClr val="17263A"/>
                </a:solidFill>
                <a:latin typeface="Microsoft YaHei"/>
                <a:ea typeface="Microsoft YaHei"/>
                <a:cs typeface="Microsoft YaHei"/>
              </a:defRPr>
            </a:lvl4pPr>
            <a:lvl5pPr algn="l">
              <a:buNone/>
              <a:defRPr sz="1500" b="0">
                <a:solidFill>
                  <a:srgbClr val="17263A"/>
                </a:solidFill>
                <a:latin typeface="Microsoft YaHei"/>
                <a:ea typeface="Microsoft YaHei"/>
                <a:cs typeface="Microsoft YaHei"/>
              </a:defRPr>
            </a:lvl5pPr>
            <a:lvl6pPr algn="l">
              <a:buNone/>
              <a:defRPr sz="1500" b="0">
                <a:solidFill>
                  <a:srgbClr val="17263A"/>
                </a:solidFill>
                <a:latin typeface="Microsoft YaHei"/>
                <a:ea typeface="Microsoft YaHei"/>
                <a:cs typeface="Microsoft YaHei"/>
              </a:defRPr>
            </a:lvl6pPr>
            <a:lvl7pPr algn="l">
              <a:buNone/>
              <a:defRPr sz="1500" b="0">
                <a:solidFill>
                  <a:srgbClr val="17263A"/>
                </a:solidFill>
                <a:latin typeface="Microsoft YaHei"/>
                <a:ea typeface="Microsoft YaHei"/>
                <a:cs typeface="Microsoft YaHei"/>
              </a:defRPr>
            </a:lvl7pPr>
            <a:lvl8pPr algn="l">
              <a:buNone/>
              <a:defRPr sz="1500" b="0">
                <a:solidFill>
                  <a:srgbClr val="17263A"/>
                </a:solidFill>
                <a:latin typeface="Microsoft YaHei"/>
                <a:ea typeface="Microsoft YaHei"/>
                <a:cs typeface="Microsoft YaHei"/>
              </a:defRPr>
            </a:lvl8pPr>
            <a:lvl9pPr algn="l">
              <a:buNone/>
              <a:defRPr sz="1500" b="0">
                <a:solidFill>
                  <a:srgbClr val="17263A"/>
                </a:solidFill>
                <a:latin typeface="Microsoft YaHei"/>
                <a:ea typeface="Microsoft YaHei"/>
                <a:cs typeface="Microsoft YaHei"/>
              </a:defRPr>
            </a:lvl9pPr>
          </a:lstStyle>
          <a:p xmlns:a="http://schemas.openxmlformats.org/drawingml/2006/main">
            <a:pPr algn="l">
              <a:lnSpc>
                <a:spcPct val="11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EsimServiceClient · IPC / callback</a:t>
            </a:r>
          </a:p>
          <a:p xmlns:a="http://schemas.openxmlformats.org/drawingml/2006/main">
            <a:pPr algn="l">
              <a:lnSpc>
                <a:spcPct val="11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下载 / OSU 高层任务</a:t>
            </a:r>
          </a:p>
          <a:p xmlns:a="http://schemas.openxmlformats.org/drawingml/2006/main">
            <a:pPr algn="l">
              <a:lnSpc>
                <a:spcPct val="112000"/>
              </a:lnSpc>
              <a:buNone/>
              <a:defRPr sz="1500" b="0">
                <a:solidFill>
                  <a:srgbClr val="17263A"/>
                </a:solidFill>
                <a:latin typeface="Microsoft YaHei"/>
                <a:ea typeface="Microsoft YaHei"/>
                <a:cs typeface="Microsoft YaHei"/>
              </a:defRPr>
            </a:pPr>
            <a:r>
              <a:rPr sz="1500" b="0">
                <a:solidFill>
                  <a:srgbClr val="17263A"/>
                </a:solidFill>
                <a:latin typeface="Microsoft YaHei"/>
                <a:ea typeface="Microsoft YaHei"/>
                <a:cs typeface="Microsoft YaHei"/>
              </a:rPr>
              <a:t>进程位置需产品证据</a:t>
            </a:r>
          </a:p>
        </p:txBody>
      </p:sp>
      <p:sp>
        <p:nvSpPr>
          <p:cNvPr id="31" name="device-1085">
            <a:extLst xmlns:a="http://schemas.openxmlformats.org/drawingml/2006/main">
              <a:ext uri="{FF2B5EF4-FFF2-40B4-BE49-F238E27FC236}">
                <a16:creationId xmlns:a16="http://schemas.microsoft.com/office/drawing/2014/main" id="{0EC45059-41D5-4C41-B2F6-1BEC067E7DD4}"/>
              </a:ext>
            </a:extLst>
          </p:cNvPr>
          <p:cNvSpPr>
            <a:spLocks xmlns:a="http://schemas.openxmlformats.org/drawingml/2006/main" noGrp="1"/>
          </p:cNvSpPr>
          <p:nvPr/>
        </p:nvSpPr>
        <p:spPr>
          <a:xfrm xmlns:a="http://schemas.openxmlformats.org/drawingml/2006/main">
            <a:off x="8096250" y="4562475"/>
            <a:ext cx="3600450" cy="485775"/>
          </a:xfrm>
          <a:prstGeom xmlns:a="http://schemas.openxmlformats.org/drawingml/2006/main" prst="rect">
            <a:avLst/>
          </a:prstGeom>
          <a:solidFill xmlns:a="http://schemas.openxmlformats.org/drawingml/2006/main">
            <a:srgbClr val="FFFFFF"/>
          </a:solidFill>
          <a:ln xmlns:a="http://schemas.openxmlformats.org/drawingml/2006/main" w="12383">
            <a:solidFill>
              <a:srgbClr val="208C9F"/>
            </a:solidFill>
            <a:prstDash val="solid"/>
          </a:ln>
        </p:spPr>
      </p:sp>
      <p:sp>
        <p:nvSpPr>
          <p:cNvPr id="32" name="text-1086">
            <a:extLst xmlns:a="http://schemas.openxmlformats.org/drawingml/2006/main">
              <a:ext uri="{FF2B5EF4-FFF2-40B4-BE49-F238E27FC236}">
                <a16:creationId xmlns:a16="http://schemas.microsoft.com/office/drawing/2014/main" id="{A2AA5830-00A7-4483-AF08-11A5649EC3D4}"/>
              </a:ext>
            </a:extLst>
          </p:cNvPr>
          <p:cNvSpPr>
            <a:spLocks xmlns:a="http://schemas.openxmlformats.org/drawingml/2006/main" noGrp="1"/>
          </p:cNvSpPr>
          <p:nvPr/>
        </p:nvSpPr>
        <p:spPr>
          <a:xfrm xmlns:a="http://schemas.openxmlformats.org/drawingml/2006/main">
            <a:off x="8229600" y="4676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208C9F"/>
                </a:solidFill>
                <a:latin typeface="Microsoft YaHei"/>
                <a:ea typeface="Microsoft YaHei"/>
                <a:cs typeface="Microsoft YaHei"/>
              </a:defRPr>
            </a:defPPr>
            <a:lvl1pPr algn="l">
              <a:buNone/>
              <a:defRPr sz="1650" b="1">
                <a:solidFill>
                  <a:srgbClr val="208C9F"/>
                </a:solidFill>
                <a:latin typeface="Microsoft YaHei"/>
                <a:ea typeface="Microsoft YaHei"/>
                <a:cs typeface="Microsoft YaHei"/>
              </a:defRPr>
            </a:lvl1pPr>
            <a:lvl2pPr algn="l">
              <a:buNone/>
              <a:defRPr sz="1650" b="1">
                <a:solidFill>
                  <a:srgbClr val="208C9F"/>
                </a:solidFill>
                <a:latin typeface="Microsoft YaHei"/>
                <a:ea typeface="Microsoft YaHei"/>
                <a:cs typeface="Microsoft YaHei"/>
              </a:defRPr>
            </a:lvl2pPr>
            <a:lvl3pPr algn="l">
              <a:buNone/>
              <a:defRPr sz="1650" b="1">
                <a:solidFill>
                  <a:srgbClr val="208C9F"/>
                </a:solidFill>
                <a:latin typeface="Microsoft YaHei"/>
                <a:ea typeface="Microsoft YaHei"/>
                <a:cs typeface="Microsoft YaHei"/>
              </a:defRPr>
            </a:lvl3pPr>
            <a:lvl4pPr algn="l">
              <a:buNone/>
              <a:defRPr sz="1650" b="1">
                <a:solidFill>
                  <a:srgbClr val="208C9F"/>
                </a:solidFill>
                <a:latin typeface="Microsoft YaHei"/>
                <a:ea typeface="Microsoft YaHei"/>
                <a:cs typeface="Microsoft YaHei"/>
              </a:defRPr>
            </a:lvl4pPr>
            <a:lvl5pPr algn="l">
              <a:buNone/>
              <a:defRPr sz="1650" b="1">
                <a:solidFill>
                  <a:srgbClr val="208C9F"/>
                </a:solidFill>
                <a:latin typeface="Microsoft YaHei"/>
                <a:ea typeface="Microsoft YaHei"/>
                <a:cs typeface="Microsoft YaHei"/>
              </a:defRPr>
            </a:lvl5pPr>
            <a:lvl6pPr algn="l">
              <a:buNone/>
              <a:defRPr sz="1650" b="1">
                <a:solidFill>
                  <a:srgbClr val="208C9F"/>
                </a:solidFill>
                <a:latin typeface="Microsoft YaHei"/>
                <a:ea typeface="Microsoft YaHei"/>
                <a:cs typeface="Microsoft YaHei"/>
              </a:defRPr>
            </a:lvl6pPr>
            <a:lvl7pPr algn="l">
              <a:buNone/>
              <a:defRPr sz="1650" b="1">
                <a:solidFill>
                  <a:srgbClr val="208C9F"/>
                </a:solidFill>
                <a:latin typeface="Microsoft YaHei"/>
                <a:ea typeface="Microsoft YaHei"/>
                <a:cs typeface="Microsoft YaHei"/>
              </a:defRPr>
            </a:lvl7pPr>
            <a:lvl8pPr algn="l">
              <a:buNone/>
              <a:defRPr sz="1650" b="1">
                <a:solidFill>
                  <a:srgbClr val="208C9F"/>
                </a:solidFill>
                <a:latin typeface="Microsoft YaHei"/>
                <a:ea typeface="Microsoft YaHei"/>
                <a:cs typeface="Microsoft YaHei"/>
              </a:defRPr>
            </a:lvl8pPr>
            <a:lvl9pPr algn="l">
              <a:buNone/>
              <a:defRPr sz="1650" b="1">
                <a:solidFill>
                  <a:srgbClr val="208C9F"/>
                </a:solidFill>
                <a:latin typeface="Microsoft YaHei"/>
                <a:ea typeface="Microsoft YaHei"/>
                <a:cs typeface="Microsoft YaHei"/>
              </a:defRPr>
            </a:lvl9pPr>
          </a:lstStyle>
          <a:p xmlns:a="http://schemas.openxmlformats.org/drawingml/2006/main">
            <a:pPr algn="l">
              <a:lnSpc>
                <a:spcPct val="112000"/>
              </a:lnSpc>
              <a:buNone/>
              <a:defRPr sz="1650" b="1">
                <a:solidFill>
                  <a:srgbClr val="208C9F"/>
                </a:solidFill>
                <a:latin typeface="Microsoft YaHei"/>
                <a:ea typeface="Microsoft YaHei"/>
                <a:cs typeface="Microsoft YaHei"/>
              </a:defRPr>
            </a:pPr>
            <a:r>
              <a:rPr sz="1650" b="1">
                <a:solidFill>
                  <a:srgbClr val="208C9F"/>
                </a:solidFill>
                <a:latin typeface="Microsoft YaHei"/>
                <a:ea typeface="Microsoft YaHei"/>
                <a:cs typeface="Microsoft YaHei"/>
              </a:rPr>
              <a:t>HDI RIL / Modem / 卡设备</a:t>
            </a:r>
          </a:p>
        </p:txBody>
      </p:sp>
      <p:sp>
        <p:nvSpPr>
          <p:cNvPr id="34" name="rect-1087">
            <a:extLst xmlns:a="http://schemas.openxmlformats.org/drawingml/2006/main">
              <a:ext uri="{FF2B5EF4-FFF2-40B4-BE49-F238E27FC236}">
                <a16:creationId xmlns:a16="http://schemas.microsoft.com/office/drawing/2014/main" id="{93B0D373-04DB-4CCA-855D-13E50EA55B76}"/>
              </a:ext>
            </a:extLst>
          </p:cNvPr>
          <p:cNvSpPr>
            <a:spLocks xmlns:a="http://schemas.openxmlformats.org/drawingml/2006/main" noGrp="1"/>
          </p:cNvSpPr>
          <p:nvPr/>
        </p:nvSpPr>
        <p:spPr>
          <a:xfrm xmlns:a="http://schemas.openxmlformats.org/drawingml/2006/main">
            <a:off x="1733550" y="229552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5" name="rect-1088">
            <a:extLst xmlns:a="http://schemas.openxmlformats.org/drawingml/2006/main">
              <a:ext uri="{FF2B5EF4-FFF2-40B4-BE49-F238E27FC236}">
                <a16:creationId xmlns:a16="http://schemas.microsoft.com/office/drawing/2014/main" id="{94FC6EFA-D400-4224-A474-885AB0B83F62}"/>
              </a:ext>
            </a:extLst>
          </p:cNvPr>
          <p:cNvSpPr>
            <a:spLocks xmlns:a="http://schemas.openxmlformats.org/drawingml/2006/main" noGrp="1"/>
          </p:cNvSpPr>
          <p:nvPr/>
        </p:nvSpPr>
        <p:spPr>
          <a:xfrm xmlns:a="http://schemas.openxmlformats.org/drawingml/2006/main">
            <a:off x="9886950" y="229552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8" name="text-1089">
            <a:extLst xmlns:a="http://schemas.openxmlformats.org/drawingml/2006/main">
              <a:ext uri="{FF2B5EF4-FFF2-40B4-BE49-F238E27FC236}">
                <a16:creationId xmlns:a16="http://schemas.microsoft.com/office/drawing/2014/main" id="{0F83FFD7-D053-47CE-B5D0-EFAA278DC006}"/>
              </a:ext>
            </a:extLst>
          </p:cNvPr>
          <p:cNvSpPr>
            <a:spLocks xmlns:a="http://schemas.openxmlformats.org/drawingml/2006/main" noGrp="1"/>
          </p:cNvSpPr>
          <p:nvPr/>
        </p:nvSpPr>
        <p:spPr>
          <a:xfrm xmlns:a="http://schemas.openxmlformats.org/drawingml/2006/main">
            <a:off x="495300" y="5829300"/>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C34449"/>
                </a:solidFill>
                <a:latin typeface="Microsoft YaHei"/>
                <a:ea typeface="Microsoft YaHei"/>
                <a:cs typeface="Microsoft YaHei"/>
              </a:defRPr>
            </a:defPPr>
            <a:lvl1pPr algn="l">
              <a:buNone/>
              <a:defRPr sz="1500" b="1">
                <a:solidFill>
                  <a:srgbClr val="C34449"/>
                </a:solidFill>
                <a:latin typeface="Microsoft YaHei"/>
                <a:ea typeface="Microsoft YaHei"/>
                <a:cs typeface="Microsoft YaHei"/>
              </a:defRPr>
            </a:lvl1pPr>
            <a:lvl2pPr algn="l">
              <a:buNone/>
              <a:defRPr sz="1500" b="1">
                <a:solidFill>
                  <a:srgbClr val="C34449"/>
                </a:solidFill>
                <a:latin typeface="Microsoft YaHei"/>
                <a:ea typeface="Microsoft YaHei"/>
                <a:cs typeface="Microsoft YaHei"/>
              </a:defRPr>
            </a:lvl2pPr>
            <a:lvl3pPr algn="l">
              <a:buNone/>
              <a:defRPr sz="1500" b="1">
                <a:solidFill>
                  <a:srgbClr val="C34449"/>
                </a:solidFill>
                <a:latin typeface="Microsoft YaHei"/>
                <a:ea typeface="Microsoft YaHei"/>
                <a:cs typeface="Microsoft YaHei"/>
              </a:defRPr>
            </a:lvl3pPr>
            <a:lvl4pPr algn="l">
              <a:buNone/>
              <a:defRPr sz="1500" b="1">
                <a:solidFill>
                  <a:srgbClr val="C34449"/>
                </a:solidFill>
                <a:latin typeface="Microsoft YaHei"/>
                <a:ea typeface="Microsoft YaHei"/>
                <a:cs typeface="Microsoft YaHei"/>
              </a:defRPr>
            </a:lvl4pPr>
            <a:lvl5pPr algn="l">
              <a:buNone/>
              <a:defRPr sz="1500" b="1">
                <a:solidFill>
                  <a:srgbClr val="C34449"/>
                </a:solidFill>
                <a:latin typeface="Microsoft YaHei"/>
                <a:ea typeface="Microsoft YaHei"/>
                <a:cs typeface="Microsoft YaHei"/>
              </a:defRPr>
            </a:lvl5pPr>
            <a:lvl6pPr algn="l">
              <a:buNone/>
              <a:defRPr sz="1500" b="1">
                <a:solidFill>
                  <a:srgbClr val="C34449"/>
                </a:solidFill>
                <a:latin typeface="Microsoft YaHei"/>
                <a:ea typeface="Microsoft YaHei"/>
                <a:cs typeface="Microsoft YaHei"/>
              </a:defRPr>
            </a:lvl6pPr>
            <a:lvl7pPr algn="l">
              <a:buNone/>
              <a:defRPr sz="1500" b="1">
                <a:solidFill>
                  <a:srgbClr val="C34449"/>
                </a:solidFill>
                <a:latin typeface="Microsoft YaHei"/>
                <a:ea typeface="Microsoft YaHei"/>
                <a:cs typeface="Microsoft YaHei"/>
              </a:defRPr>
            </a:lvl7pPr>
            <a:lvl8pPr algn="l">
              <a:buNone/>
              <a:defRPr sz="1500" b="1">
                <a:solidFill>
                  <a:srgbClr val="C34449"/>
                </a:solidFill>
                <a:latin typeface="Microsoft YaHei"/>
                <a:ea typeface="Microsoft YaHei"/>
                <a:cs typeface="Microsoft YaHei"/>
              </a:defRPr>
            </a:lvl8pPr>
            <a:lvl9pPr algn="l">
              <a:buNone/>
              <a:defRPr sz="1500" b="1">
                <a:solidFill>
                  <a:srgbClr val="C34449"/>
                </a:solidFill>
                <a:latin typeface="Microsoft YaHei"/>
                <a:ea typeface="Microsoft YaHei"/>
                <a:cs typeface="Microsoft YaHei"/>
              </a:defRPr>
            </a:lvl9pPr>
          </a:lstStyle>
          <a:p xmlns:a="http://schemas.openxmlformats.org/drawingml/2006/main">
            <a:pPr algn="l">
              <a:lnSpc>
                <a:spcPct val="112000"/>
              </a:lnSpc>
              <a:buNone/>
              <a:defRPr sz="1500" b="1">
                <a:solidFill>
                  <a:srgbClr val="C34449"/>
                </a:solidFill>
                <a:latin typeface="Microsoft YaHei"/>
                <a:ea typeface="Microsoft YaHei"/>
                <a:cs typeface="Microsoft YaHei"/>
              </a:defRPr>
            </a:pPr>
            <a:r>
              <a:rPr sz="1500" b="1">
                <a:solidFill>
                  <a:srgbClr val="C34449"/>
                </a:solidFill>
                <a:latin typeface="Microsoft YaHei"/>
                <a:ea typeface="Microsoft YaHei"/>
                <a:cs typeface="Microsoft YaHei"/>
              </a:rPr>
              <a:t>当前事实：SIM / Core / RIL 同编入原 Core SO；独立生产 SIM SO 尚未形成。</a:t>
            </a:r>
          </a:p>
        </p:txBody>
      </p:sp>
      <p:sp>
        <p:nvSpPr>
          <p:cNvPr id="39" name="rect-1090">
            <a:extLst xmlns:a="http://schemas.openxmlformats.org/drawingml/2006/main">
              <a:ext uri="{FF2B5EF4-FFF2-40B4-BE49-F238E27FC236}">
                <a16:creationId xmlns:a16="http://schemas.microsoft.com/office/drawing/2014/main" id="{272AA2F4-3841-4B0E-9119-F19768F4145B}"/>
              </a:ext>
            </a:extLst>
          </p:cNvPr>
          <p:cNvSpPr>
            <a:spLocks xmlns:a="http://schemas.openxmlformats.org/drawingml/2006/main" noGrp="1"/>
          </p:cNvSpPr>
          <p:nvPr/>
        </p:nvSpPr>
        <p:spPr>
          <a:xfrm xmlns:a="http://schemas.openxmlformats.org/drawingml/2006/main">
            <a:off x="495300" y="613410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40" name="text-1091">
            <a:extLst xmlns:a="http://schemas.openxmlformats.org/drawingml/2006/main">
              <a:ext uri="{FF2B5EF4-FFF2-40B4-BE49-F238E27FC236}">
                <a16:creationId xmlns:a16="http://schemas.microsoft.com/office/drawing/2014/main" id="{BAF57CFB-4148-46AA-9C2E-7CB0C8FAF445}"/>
              </a:ext>
            </a:extLst>
          </p:cNvPr>
          <p:cNvSpPr>
            <a:spLocks xmlns:a="http://schemas.openxmlformats.org/drawingml/2006/main" noGrp="1"/>
          </p:cNvSpPr>
          <p:nvPr/>
        </p:nvSpPr>
        <p:spPr>
          <a:xfrm xmlns:a="http://schemas.openxmlformats.org/drawingml/2006/main">
            <a:off x="495300" y="6276975"/>
            <a:ext cx="11201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246AB8"/>
                </a:solidFill>
                <a:latin typeface="Microsoft YaHei"/>
                <a:ea typeface="Microsoft YaHei"/>
                <a:cs typeface="Microsoft YaHei"/>
              </a:defRPr>
            </a:defPPr>
            <a:lvl1pPr algn="l">
              <a:buNone/>
              <a:defRPr sz="1425" b="1">
                <a:solidFill>
                  <a:srgbClr val="246AB8"/>
                </a:solidFill>
                <a:latin typeface="Microsoft YaHei"/>
                <a:ea typeface="Microsoft YaHei"/>
                <a:cs typeface="Microsoft YaHei"/>
              </a:defRPr>
            </a:lvl1pPr>
            <a:lvl2pPr algn="l">
              <a:buNone/>
              <a:defRPr sz="1425" b="1">
                <a:solidFill>
                  <a:srgbClr val="246AB8"/>
                </a:solidFill>
                <a:latin typeface="Microsoft YaHei"/>
                <a:ea typeface="Microsoft YaHei"/>
                <a:cs typeface="Microsoft YaHei"/>
              </a:defRPr>
            </a:lvl2pPr>
            <a:lvl3pPr algn="l">
              <a:buNone/>
              <a:defRPr sz="1425" b="1">
                <a:solidFill>
                  <a:srgbClr val="246AB8"/>
                </a:solidFill>
                <a:latin typeface="Microsoft YaHei"/>
                <a:ea typeface="Microsoft YaHei"/>
                <a:cs typeface="Microsoft YaHei"/>
              </a:defRPr>
            </a:lvl3pPr>
            <a:lvl4pPr algn="l">
              <a:buNone/>
              <a:defRPr sz="1425" b="1">
                <a:solidFill>
                  <a:srgbClr val="246AB8"/>
                </a:solidFill>
                <a:latin typeface="Microsoft YaHei"/>
                <a:ea typeface="Microsoft YaHei"/>
                <a:cs typeface="Microsoft YaHei"/>
              </a:defRPr>
            </a:lvl4pPr>
            <a:lvl5pPr algn="l">
              <a:buNone/>
              <a:defRPr sz="1425" b="1">
                <a:solidFill>
                  <a:srgbClr val="246AB8"/>
                </a:solidFill>
                <a:latin typeface="Microsoft YaHei"/>
                <a:ea typeface="Microsoft YaHei"/>
                <a:cs typeface="Microsoft YaHei"/>
              </a:defRPr>
            </a:lvl5pPr>
            <a:lvl6pPr algn="l">
              <a:buNone/>
              <a:defRPr sz="1425" b="1">
                <a:solidFill>
                  <a:srgbClr val="246AB8"/>
                </a:solidFill>
                <a:latin typeface="Microsoft YaHei"/>
                <a:ea typeface="Microsoft YaHei"/>
                <a:cs typeface="Microsoft YaHei"/>
              </a:defRPr>
            </a:lvl6pPr>
            <a:lvl7pPr algn="l">
              <a:buNone/>
              <a:defRPr sz="1425" b="1">
                <a:solidFill>
                  <a:srgbClr val="246AB8"/>
                </a:solidFill>
                <a:latin typeface="Microsoft YaHei"/>
                <a:ea typeface="Microsoft YaHei"/>
                <a:cs typeface="Microsoft YaHei"/>
              </a:defRPr>
            </a:lvl7pPr>
            <a:lvl8pPr algn="l">
              <a:buNone/>
              <a:defRPr sz="1425" b="1">
                <a:solidFill>
                  <a:srgbClr val="246AB8"/>
                </a:solidFill>
                <a:latin typeface="Microsoft YaHei"/>
                <a:ea typeface="Microsoft YaHei"/>
                <a:cs typeface="Microsoft YaHei"/>
              </a:defRPr>
            </a:lvl8pPr>
            <a:lvl9pPr algn="l">
              <a:buNone/>
              <a:defRPr sz="1425" b="1">
                <a:solidFill>
                  <a:srgbClr val="246AB8"/>
                </a:solidFill>
                <a:latin typeface="Microsoft YaHei"/>
                <a:ea typeface="Microsoft YaHei"/>
                <a:cs typeface="Microsoft YaHei"/>
              </a:defRPr>
            </a:lvl9pPr>
          </a:lstStyle>
          <a:p xmlns:a="http://schemas.openxmlformats.org/drawingml/2006/main">
            <a:pPr algn="l">
              <a:lnSpc>
                <a:spcPct val="112000"/>
              </a:lnSpc>
              <a:buNone/>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rPr>
              <a:t>同进程拆库形成链接与责任边界；内部事件总线仅用于同一地址空间。</a:t>
            </a:r>
          </a:p>
        </p:txBody>
      </p:sp>
    </p:spTree>
    <p:extLst>
      <p:ext uri="{BB962C8B-B14F-4D97-AF65-F5344CB8AC3E}">
        <p14:creationId xmlns:p14="http://schemas.microsoft.com/office/powerpoint/2010/main" val="1499957890"/>
      </p:ext>
    </p:extLst>
  </p:cSld>
</p:sld>
</file>

<file path=ppt/slides/slide5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AF201F03-B852-4A3C-9F18-1B1D5DF36107}"/>
              </a:ext>
            </a:extLst>
          </p:cNvPr>
          <p:cNvCxnSpPr>
            <a:stCxn xmlns:a="http://schemas.openxmlformats.org/drawingml/2006/main" id="32" idx="2"/>
            <a:endCxn xmlns:a="http://schemas.openxmlformats.org/drawingml/2006/main" id="28" idx="0"/>
          </p:cNvCxnSpPr>
          <p:nvPr/>
        </p:nvCxnSpPr>
        <p:spPr>
          <a:xfrm xmlns:a="http://schemas.openxmlformats.org/drawingml/2006/main">
            <a:off x="10082213" y="4171950"/>
            <a:ext cx="4763" cy="400050"/>
          </a:xfrm>
          <a:prstGeom xmlns:a="http://schemas.openxmlformats.org/drawingml/2006/main" prst="straightConnector1">
            <a:avLst/>
          </a:prstGeom>
          <a:ln xmlns:a="http://schemas.openxmlformats.org/drawingml/2006/main" w="16193">
            <a:solidFill>
              <a:srgbClr val="328263"/>
            </a:solidFill>
            <a:prstDash val="solid"/>
            <a:headEnd type="none" w="sm" len="sm"/>
            <a:tailEnd type="arrow" w="sm" len="sm"/>
          </a:ln>
        </p:spPr>
      </p:cxnSp>
      <p:cxnSp>
        <p:nvCxnSpPr>
          <p:cNvPr id="33" name="">
            <a:extLst xmlns:a="http://schemas.openxmlformats.org/drawingml/2006/main">
              <a:ext uri="{FF2B5EF4-FFF2-40B4-BE49-F238E27FC236}">
                <a16:creationId xmlns:a16="http://schemas.microsoft.com/office/drawing/2014/main" id="{3F6BB359-E1AD-45DF-8194-AF21A367F507}"/>
              </a:ext>
            </a:extLst>
          </p:cNvPr>
          <p:cNvCxnSpPr>
            <a:stCxn xmlns:a="http://schemas.openxmlformats.org/drawingml/2006/main" id="31" idx="2"/>
            <a:endCxn xmlns:a="http://schemas.openxmlformats.org/drawingml/2006/main" id="25" idx="0"/>
          </p:cNvCxnSpPr>
          <p:nvPr/>
        </p:nvCxnSpPr>
        <p:spPr>
          <a:xfrm xmlns:a="http://schemas.openxmlformats.org/drawingml/2006/main">
            <a:off x="6538913" y="4171950"/>
            <a:ext cx="14288" cy="400050"/>
          </a:xfrm>
          <a:prstGeom xmlns:a="http://schemas.openxmlformats.org/drawingml/2006/main" prst="straightConnector1">
            <a:avLst/>
          </a:prstGeom>
          <a:ln xmlns:a="http://schemas.openxmlformats.org/drawingml/2006/main" w="16193">
            <a:solidFill>
              <a:srgbClr val="C34449"/>
            </a:solidFill>
            <a:prstDash val="solid"/>
            <a:headEnd type="none" w="sm" len="sm"/>
            <a:tailEnd type="arrow" w="sm" len="sm"/>
          </a:ln>
        </p:spPr>
      </p:cxnSp>
      <p:cxnSp>
        <p:nvCxnSpPr>
          <p:cNvPr id="24" name="">
            <a:extLst xmlns:a="http://schemas.openxmlformats.org/drawingml/2006/main">
              <a:ext uri="{FF2B5EF4-FFF2-40B4-BE49-F238E27FC236}">
                <a16:creationId xmlns:a16="http://schemas.microsoft.com/office/drawing/2014/main" id="{566EF667-04F8-4287-AC13-B35C2C5AF634}"/>
              </a:ext>
            </a:extLst>
          </p:cNvPr>
          <p:cNvCxnSpPr>
            <a:stCxn xmlns:a="http://schemas.openxmlformats.org/drawingml/2006/main" id="19" idx="2"/>
            <a:endCxn xmlns:a="http://schemas.openxmlformats.org/drawingml/2006/main" id="22" idx="0"/>
          </p:cNvCxnSpPr>
          <p:nvPr/>
        </p:nvCxnSpPr>
        <p:spPr>
          <a:xfrm xmlns:a="http://schemas.openxmlformats.org/drawingml/2006/main">
            <a:off x="8353425" y="3324225"/>
            <a:ext cx="0" cy="304800"/>
          </a:xfrm>
          <a:prstGeom xmlns:a="http://schemas.openxmlformats.org/drawingml/2006/main" prst="straightConnector1">
            <a:avLst/>
          </a:prstGeom>
          <a:ln xmlns:a="http://schemas.openxmlformats.org/drawingml/2006/main" w="16193">
            <a:solidFill>
              <a:srgbClr val="208C9F"/>
            </a:solidFill>
            <a:prstDash val="solid"/>
            <a:headEnd type="none" w="sm" len="sm"/>
            <a:tailEnd type="arrow" w="sm" len="sm"/>
          </a:ln>
        </p:spPr>
      </p:cxnSp>
      <p:cxnSp>
        <p:nvCxnSpPr>
          <p:cNvPr id="15" name="">
            <a:extLst xmlns:a="http://schemas.openxmlformats.org/drawingml/2006/main">
              <a:ext uri="{FF2B5EF4-FFF2-40B4-BE49-F238E27FC236}">
                <a16:creationId xmlns:a16="http://schemas.microsoft.com/office/drawing/2014/main" id="{726F7813-6665-48E9-92B7-8230D97C0BF2}"/>
              </a:ext>
            </a:extLst>
          </p:cNvPr>
          <p:cNvCxnSpPr>
            <a:stCxn xmlns:a="http://schemas.openxmlformats.org/drawingml/2006/main" id="9" idx="2"/>
            <a:endCxn xmlns:a="http://schemas.openxmlformats.org/drawingml/2006/main" id="12" idx="0"/>
          </p:cNvCxnSpPr>
          <p:nvPr/>
        </p:nvCxnSpPr>
        <p:spPr>
          <a:xfrm xmlns:a="http://schemas.openxmlformats.org/drawingml/2006/main">
            <a:off x="2419350" y="3362325"/>
            <a:ext cx="0" cy="342900"/>
          </a:xfrm>
          <a:prstGeom xmlns:a="http://schemas.openxmlformats.org/drawingml/2006/main" prst="straightConnector1">
            <a:avLst/>
          </a:prstGeom>
          <a:ln xmlns:a="http://schemas.openxmlformats.org/drawingml/2006/main" w="16193">
            <a:solidFill>
              <a:srgbClr val="C34449"/>
            </a:solidFill>
            <a:prstDash val="dash"/>
            <a:headEnd type="none" w="sm" len="sm"/>
            <a:tailEnd type="arrow" w="sm" len="sm"/>
          </a:ln>
        </p:spPr>
      </p:cxnSp>
      <p:sp>
        <p:nvSpPr>
          <p:cNvPr id="37" name="rect-97">
            <a:extLst xmlns:a="http://schemas.openxmlformats.org/drawingml/2006/main">
              <a:ext uri="{FF2B5EF4-FFF2-40B4-BE49-F238E27FC236}">
                <a16:creationId xmlns:a16="http://schemas.microsoft.com/office/drawing/2014/main" id="{080C50D2-C8F4-4FBD-8D48-089CE333CCE0}"/>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text-98">
            <a:extLst xmlns:a="http://schemas.openxmlformats.org/drawingml/2006/main">
              <a:ext uri="{FF2B5EF4-FFF2-40B4-BE49-F238E27FC236}">
                <a16:creationId xmlns:a16="http://schemas.microsoft.com/office/drawing/2014/main" id="{5DAF0FFB-5D73-434A-9879-9FB0E0F2F7F5}"/>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text-99">
            <a:extLst xmlns:a="http://schemas.openxmlformats.org/drawingml/2006/main">
              <a:ext uri="{FF2B5EF4-FFF2-40B4-BE49-F238E27FC236}">
                <a16:creationId xmlns:a16="http://schemas.microsoft.com/office/drawing/2014/main" id="{98427A8D-50F4-408C-88CD-449D3A459EAF}"/>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同一场景的处理对比：写入前统一准入</a:t>
            </a:r>
          </a:p>
        </p:txBody>
      </p:sp>
      <p:sp>
        <p:nvSpPr>
          <p:cNvPr id="4" name="text-100">
            <a:extLst xmlns:a="http://schemas.openxmlformats.org/drawingml/2006/main">
              <a:ext uri="{FF2B5EF4-FFF2-40B4-BE49-F238E27FC236}">
                <a16:creationId xmlns:a16="http://schemas.microsoft.com/office/drawing/2014/main" id="{1BC47404-1C5C-4AA9-B430-43EC26243F1C}"/>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保留原请求关联，在进入当前缓存与完成集合之前检查业务有效性</a:t>
            </a:r>
          </a:p>
        </p:txBody>
      </p:sp>
      <p:sp>
        <p:nvSpPr>
          <p:cNvPr id="5" name="rect-101">
            <a:extLst xmlns:a="http://schemas.openxmlformats.org/drawingml/2006/main">
              <a:ext uri="{FF2B5EF4-FFF2-40B4-BE49-F238E27FC236}">
                <a16:creationId xmlns:a16="http://schemas.microsoft.com/office/drawing/2014/main" id="{ABE417AE-DE28-4FCA-96FA-08E5602452D9}"/>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text-102">
            <a:extLst xmlns:a="http://schemas.openxmlformats.org/drawingml/2006/main">
              <a:ext uri="{FF2B5EF4-FFF2-40B4-BE49-F238E27FC236}">
                <a16:creationId xmlns:a16="http://schemas.microsoft.com/office/drawing/2014/main" id="{F865707C-5499-403F-AAA8-C8DEDD1EFCA2}"/>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7" name="text-103">
            <a:extLst xmlns:a="http://schemas.openxmlformats.org/drawingml/2006/main">
              <a:ext uri="{FF2B5EF4-FFF2-40B4-BE49-F238E27FC236}">
                <a16:creationId xmlns:a16="http://schemas.microsoft.com/office/drawing/2014/main" id="{0C118647-A9B4-43CC-B2F1-1F9D824523D4}"/>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16 / 19</a:t>
            </a:r>
          </a:p>
        </p:txBody>
      </p:sp>
      <p:sp>
        <p:nvSpPr>
          <p:cNvPr id="8" name="text-104">
            <a:extLst xmlns:a="http://schemas.openxmlformats.org/drawingml/2006/main">
              <a:ext uri="{FF2B5EF4-FFF2-40B4-BE49-F238E27FC236}">
                <a16:creationId xmlns:a16="http://schemas.microsoft.com/office/drawing/2014/main" id="{8577BAB5-FDD6-4508-96A2-00384B2189D9}"/>
              </a:ext>
            </a:extLst>
          </p:cNvPr>
          <p:cNvSpPr>
            <a:spLocks xmlns:a="http://schemas.openxmlformats.org/drawingml/2006/main" noGrp="1"/>
          </p:cNvSpPr>
          <p:nvPr/>
        </p:nvSpPr>
        <p:spPr>
          <a:xfrm xmlns:a="http://schemas.openxmlformats.org/drawingml/2006/main">
            <a:off x="495300" y="1924050"/>
            <a:ext cx="4048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C34449"/>
                </a:solidFill>
                <a:latin typeface="Microsoft YaHei"/>
                <a:ea typeface="Microsoft YaHei"/>
                <a:cs typeface="Microsoft YaHei"/>
              </a:defRPr>
            </a:defPPr>
            <a:lvl1pPr algn="l">
              <a:buNone/>
              <a:defRPr sz="1875" b="1">
                <a:solidFill>
                  <a:srgbClr val="C34449"/>
                </a:solidFill>
                <a:latin typeface="Microsoft YaHei"/>
                <a:ea typeface="Microsoft YaHei"/>
                <a:cs typeface="Microsoft YaHei"/>
              </a:defRPr>
            </a:lvl1pPr>
            <a:lvl2pPr algn="l">
              <a:buNone/>
              <a:defRPr sz="1875" b="1">
                <a:solidFill>
                  <a:srgbClr val="C34449"/>
                </a:solidFill>
                <a:latin typeface="Microsoft YaHei"/>
                <a:ea typeface="Microsoft YaHei"/>
                <a:cs typeface="Microsoft YaHei"/>
              </a:defRPr>
            </a:lvl2pPr>
            <a:lvl3pPr algn="l">
              <a:buNone/>
              <a:defRPr sz="1875" b="1">
                <a:solidFill>
                  <a:srgbClr val="C34449"/>
                </a:solidFill>
                <a:latin typeface="Microsoft YaHei"/>
                <a:ea typeface="Microsoft YaHei"/>
                <a:cs typeface="Microsoft YaHei"/>
              </a:defRPr>
            </a:lvl3pPr>
            <a:lvl4pPr algn="l">
              <a:buNone/>
              <a:defRPr sz="1875" b="1">
                <a:solidFill>
                  <a:srgbClr val="C34449"/>
                </a:solidFill>
                <a:latin typeface="Microsoft YaHei"/>
                <a:ea typeface="Microsoft YaHei"/>
                <a:cs typeface="Microsoft YaHei"/>
              </a:defRPr>
            </a:lvl4pPr>
            <a:lvl5pPr algn="l">
              <a:buNone/>
              <a:defRPr sz="1875" b="1">
                <a:solidFill>
                  <a:srgbClr val="C34449"/>
                </a:solidFill>
                <a:latin typeface="Microsoft YaHei"/>
                <a:ea typeface="Microsoft YaHei"/>
                <a:cs typeface="Microsoft YaHei"/>
              </a:defRPr>
            </a:lvl5pPr>
            <a:lvl6pPr algn="l">
              <a:buNone/>
              <a:defRPr sz="1875" b="1">
                <a:solidFill>
                  <a:srgbClr val="C34449"/>
                </a:solidFill>
                <a:latin typeface="Microsoft YaHei"/>
                <a:ea typeface="Microsoft YaHei"/>
                <a:cs typeface="Microsoft YaHei"/>
              </a:defRPr>
            </a:lvl6pPr>
            <a:lvl7pPr algn="l">
              <a:buNone/>
              <a:defRPr sz="1875" b="1">
                <a:solidFill>
                  <a:srgbClr val="C34449"/>
                </a:solidFill>
                <a:latin typeface="Microsoft YaHei"/>
                <a:ea typeface="Microsoft YaHei"/>
                <a:cs typeface="Microsoft YaHei"/>
              </a:defRPr>
            </a:lvl7pPr>
            <a:lvl8pPr algn="l">
              <a:buNone/>
              <a:defRPr sz="1875" b="1">
                <a:solidFill>
                  <a:srgbClr val="C34449"/>
                </a:solidFill>
                <a:latin typeface="Microsoft YaHei"/>
                <a:ea typeface="Microsoft YaHei"/>
                <a:cs typeface="Microsoft YaHei"/>
              </a:defRPr>
            </a:lvl8pPr>
            <a:lvl9pPr algn="l">
              <a:buNone/>
              <a:defRPr sz="1875" b="1">
                <a:solidFill>
                  <a:srgbClr val="C34449"/>
                </a:solidFill>
                <a:latin typeface="Microsoft YaHei"/>
                <a:ea typeface="Microsoft YaHei"/>
                <a:cs typeface="Microsoft YaHei"/>
              </a:defRPr>
            </a:lvl9pPr>
          </a:lstStyle>
          <a:p xmlns:a="http://schemas.openxmlformats.org/drawingml/2006/main">
            <a:pPr algn="l">
              <a:lnSpc>
                <a:spcPct val="112000"/>
              </a:lnSpc>
              <a:buNone/>
              <a:defRPr sz="1875" b="1">
                <a:solidFill>
                  <a:srgbClr val="C34449"/>
                </a:solidFill>
                <a:latin typeface="Microsoft YaHei"/>
                <a:ea typeface="Microsoft YaHei"/>
                <a:cs typeface="Microsoft YaHei"/>
              </a:defRPr>
            </a:pPr>
            <a:r>
              <a:rPr sz="1875" b="1">
                <a:solidFill>
                  <a:srgbClr val="C34449"/>
                </a:solidFill>
                <a:latin typeface="Microsoft YaHei"/>
                <a:ea typeface="Microsoft YaHei"/>
                <a:cs typeface="Microsoft YaHei"/>
              </a:rPr>
              <a:t>现状需要核查的风险路径</a:t>
            </a:r>
          </a:p>
        </p:txBody>
      </p:sp>
      <p:sp>
        <p:nvSpPr>
          <p:cNvPr id="9" name="old-match-105">
            <a:extLst xmlns:a="http://schemas.openxmlformats.org/drawingml/2006/main">
              <a:ext uri="{FF2B5EF4-FFF2-40B4-BE49-F238E27FC236}">
                <a16:creationId xmlns:a16="http://schemas.microsoft.com/office/drawing/2014/main" id="{D16EF564-D744-4C02-8E07-1D67CBF8BA25}"/>
              </a:ext>
            </a:extLst>
          </p:cNvPr>
          <p:cNvSpPr>
            <a:spLocks xmlns:a="http://schemas.openxmlformats.org/drawingml/2006/main" noGrp="1"/>
          </p:cNvSpPr>
          <p:nvPr/>
        </p:nvSpPr>
        <p:spPr>
          <a:xfrm xmlns:a="http://schemas.openxmlformats.org/drawingml/2006/main">
            <a:off x="495300" y="2428875"/>
            <a:ext cx="3848100" cy="933450"/>
          </a:xfrm>
          <a:prstGeom xmlns:a="http://schemas.openxmlformats.org/drawingml/2006/main" prst="rect">
            <a:avLst/>
          </a:prstGeom>
          <a:solidFill xmlns:a="http://schemas.openxmlformats.org/drawingml/2006/main">
            <a:srgbClr val="FFFFFF"/>
          </a:solidFill>
          <a:ln xmlns:a="http://schemas.openxmlformats.org/drawingml/2006/main" w="12383">
            <a:solidFill>
              <a:srgbClr val="C34449"/>
            </a:solidFill>
            <a:prstDash val="solid"/>
          </a:ln>
        </p:spPr>
      </p:sp>
      <p:sp>
        <p:nvSpPr>
          <p:cNvPr id="10" name="text-106">
            <a:extLst xmlns:a="http://schemas.openxmlformats.org/drawingml/2006/main">
              <a:ext uri="{FF2B5EF4-FFF2-40B4-BE49-F238E27FC236}">
                <a16:creationId xmlns:a16="http://schemas.microsoft.com/office/drawing/2014/main" id="{D8A49D98-B02E-48D8-AE72-322749A0660A}"/>
              </a:ext>
            </a:extLst>
          </p:cNvPr>
          <p:cNvSpPr>
            <a:spLocks xmlns:a="http://schemas.openxmlformats.org/drawingml/2006/main" noGrp="1"/>
          </p:cNvSpPr>
          <p:nvPr/>
        </p:nvSpPr>
        <p:spPr>
          <a:xfrm xmlns:a="http://schemas.openxmlformats.org/drawingml/2006/main">
            <a:off x="647700" y="2543175"/>
            <a:ext cx="3543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C34449"/>
                </a:solidFill>
                <a:latin typeface="Microsoft YaHei"/>
                <a:ea typeface="Microsoft YaHei"/>
                <a:cs typeface="Microsoft YaHei"/>
              </a:defRPr>
            </a:defPPr>
            <a:lvl1pPr algn="l">
              <a:buNone/>
              <a:defRPr sz="1800" b="1">
                <a:solidFill>
                  <a:srgbClr val="C34449"/>
                </a:solidFill>
                <a:latin typeface="Microsoft YaHei"/>
                <a:ea typeface="Microsoft YaHei"/>
                <a:cs typeface="Microsoft YaHei"/>
              </a:defRPr>
            </a:lvl1pPr>
            <a:lvl2pPr algn="l">
              <a:buNone/>
              <a:defRPr sz="1800" b="1">
                <a:solidFill>
                  <a:srgbClr val="C34449"/>
                </a:solidFill>
                <a:latin typeface="Microsoft YaHei"/>
                <a:ea typeface="Microsoft YaHei"/>
                <a:cs typeface="Microsoft YaHei"/>
              </a:defRPr>
            </a:lvl2pPr>
            <a:lvl3pPr algn="l">
              <a:buNone/>
              <a:defRPr sz="1800" b="1">
                <a:solidFill>
                  <a:srgbClr val="C34449"/>
                </a:solidFill>
                <a:latin typeface="Microsoft YaHei"/>
                <a:ea typeface="Microsoft YaHei"/>
                <a:cs typeface="Microsoft YaHei"/>
              </a:defRPr>
            </a:lvl3pPr>
            <a:lvl4pPr algn="l">
              <a:buNone/>
              <a:defRPr sz="1800" b="1">
                <a:solidFill>
                  <a:srgbClr val="C34449"/>
                </a:solidFill>
                <a:latin typeface="Microsoft YaHei"/>
                <a:ea typeface="Microsoft YaHei"/>
                <a:cs typeface="Microsoft YaHei"/>
              </a:defRPr>
            </a:lvl4pPr>
            <a:lvl5pPr algn="l">
              <a:buNone/>
              <a:defRPr sz="1800" b="1">
                <a:solidFill>
                  <a:srgbClr val="C34449"/>
                </a:solidFill>
                <a:latin typeface="Microsoft YaHei"/>
                <a:ea typeface="Microsoft YaHei"/>
                <a:cs typeface="Microsoft YaHei"/>
              </a:defRPr>
            </a:lvl5pPr>
            <a:lvl6pPr algn="l">
              <a:buNone/>
              <a:defRPr sz="1800" b="1">
                <a:solidFill>
                  <a:srgbClr val="C34449"/>
                </a:solidFill>
                <a:latin typeface="Microsoft YaHei"/>
                <a:ea typeface="Microsoft YaHei"/>
                <a:cs typeface="Microsoft YaHei"/>
              </a:defRPr>
            </a:lvl6pPr>
            <a:lvl7pPr algn="l">
              <a:buNone/>
              <a:defRPr sz="1800" b="1">
                <a:solidFill>
                  <a:srgbClr val="C34449"/>
                </a:solidFill>
                <a:latin typeface="Microsoft YaHei"/>
                <a:ea typeface="Microsoft YaHei"/>
                <a:cs typeface="Microsoft YaHei"/>
              </a:defRPr>
            </a:lvl7pPr>
            <a:lvl8pPr algn="l">
              <a:buNone/>
              <a:defRPr sz="1800" b="1">
                <a:solidFill>
                  <a:srgbClr val="C34449"/>
                </a:solidFill>
                <a:latin typeface="Microsoft YaHei"/>
                <a:ea typeface="Microsoft YaHei"/>
                <a:cs typeface="Microsoft YaHei"/>
              </a:defRPr>
            </a:lvl8pPr>
            <a:lvl9pPr algn="l">
              <a:buNone/>
              <a:defRPr sz="1800" b="1">
                <a:solidFill>
                  <a:srgbClr val="C34449"/>
                </a:solidFill>
                <a:latin typeface="Microsoft YaHei"/>
                <a:ea typeface="Microsoft YaHei"/>
                <a:cs typeface="Microsoft YaHei"/>
              </a:defRPr>
            </a:lvl9pPr>
          </a:lstStyle>
          <a:p xmlns:a="http://schemas.openxmlformats.org/drawingml/2006/main">
            <a:pPr algn="l">
              <a:lnSpc>
                <a:spcPct val="112000"/>
              </a:lnSpc>
              <a:buNone/>
              <a:defRPr sz="1800" b="1">
                <a:solidFill>
                  <a:srgbClr val="C34449"/>
                </a:solidFill>
                <a:latin typeface="Microsoft YaHei"/>
                <a:ea typeface="Microsoft YaHei"/>
                <a:cs typeface="Microsoft YaHei"/>
              </a:defRPr>
            </a:pPr>
            <a:r>
              <a:rPr sz="1800" b="1">
                <a:solidFill>
                  <a:srgbClr val="C34449"/>
                </a:solidFill>
                <a:latin typeface="Microsoft YaHei"/>
                <a:ea typeface="Microsoft YaHei"/>
                <a:cs typeface="Microsoft YaHei"/>
              </a:rPr>
              <a:t>a1 匹配了原请求</a:t>
            </a:r>
          </a:p>
        </p:txBody>
      </p:sp>
      <p:sp>
        <p:nvSpPr>
          <p:cNvPr id="11" name="text-107">
            <a:extLst xmlns:a="http://schemas.openxmlformats.org/drawingml/2006/main">
              <a:ext uri="{FF2B5EF4-FFF2-40B4-BE49-F238E27FC236}">
                <a16:creationId xmlns:a16="http://schemas.microsoft.com/office/drawing/2014/main" id="{D16BC492-969C-4113-A52D-B19F8D4E2012}"/>
              </a:ext>
            </a:extLst>
          </p:cNvPr>
          <p:cNvSpPr>
            <a:spLocks xmlns:a="http://schemas.openxmlformats.org/drawingml/2006/main" noGrp="1"/>
          </p:cNvSpPr>
          <p:nvPr/>
        </p:nvSpPr>
        <p:spPr>
          <a:xfrm xmlns:a="http://schemas.openxmlformats.org/drawingml/2006/main">
            <a:off x="647700" y="2876550"/>
            <a:ext cx="3543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17263A"/>
                </a:solidFill>
                <a:latin typeface="Microsoft YaHei"/>
                <a:ea typeface="Microsoft YaHei"/>
                <a:cs typeface="Microsoft YaHei"/>
              </a:defRPr>
            </a:defPPr>
            <a:lvl1pPr algn="l">
              <a:buNone/>
              <a:defRPr sz="1575" b="0">
                <a:solidFill>
                  <a:srgbClr val="17263A"/>
                </a:solidFill>
                <a:latin typeface="Microsoft YaHei"/>
                <a:ea typeface="Microsoft YaHei"/>
                <a:cs typeface="Microsoft YaHei"/>
              </a:defRPr>
            </a:lvl1pPr>
            <a:lvl2pPr algn="l">
              <a:buNone/>
              <a:defRPr sz="1575" b="0">
                <a:solidFill>
                  <a:srgbClr val="17263A"/>
                </a:solidFill>
                <a:latin typeface="Microsoft YaHei"/>
                <a:ea typeface="Microsoft YaHei"/>
                <a:cs typeface="Microsoft YaHei"/>
              </a:defRPr>
            </a:lvl2pPr>
            <a:lvl3pPr algn="l">
              <a:buNone/>
              <a:defRPr sz="1575" b="0">
                <a:solidFill>
                  <a:srgbClr val="17263A"/>
                </a:solidFill>
                <a:latin typeface="Microsoft YaHei"/>
                <a:ea typeface="Microsoft YaHei"/>
                <a:cs typeface="Microsoft YaHei"/>
              </a:defRPr>
            </a:lvl3pPr>
            <a:lvl4pPr algn="l">
              <a:buNone/>
              <a:defRPr sz="1575" b="0">
                <a:solidFill>
                  <a:srgbClr val="17263A"/>
                </a:solidFill>
                <a:latin typeface="Microsoft YaHei"/>
                <a:ea typeface="Microsoft YaHei"/>
                <a:cs typeface="Microsoft YaHei"/>
              </a:defRPr>
            </a:lvl4pPr>
            <a:lvl5pPr algn="l">
              <a:buNone/>
              <a:defRPr sz="1575" b="0">
                <a:solidFill>
                  <a:srgbClr val="17263A"/>
                </a:solidFill>
                <a:latin typeface="Microsoft YaHei"/>
                <a:ea typeface="Microsoft YaHei"/>
                <a:cs typeface="Microsoft YaHei"/>
              </a:defRPr>
            </a:lvl5pPr>
            <a:lvl6pPr algn="l">
              <a:buNone/>
              <a:defRPr sz="1575" b="0">
                <a:solidFill>
                  <a:srgbClr val="17263A"/>
                </a:solidFill>
                <a:latin typeface="Microsoft YaHei"/>
                <a:ea typeface="Microsoft YaHei"/>
                <a:cs typeface="Microsoft YaHei"/>
              </a:defRPr>
            </a:lvl6pPr>
            <a:lvl7pPr algn="l">
              <a:buNone/>
              <a:defRPr sz="1575" b="0">
                <a:solidFill>
                  <a:srgbClr val="17263A"/>
                </a:solidFill>
                <a:latin typeface="Microsoft YaHei"/>
                <a:ea typeface="Microsoft YaHei"/>
                <a:cs typeface="Microsoft YaHei"/>
              </a:defRPr>
            </a:lvl7pPr>
            <a:lvl8pPr algn="l">
              <a:buNone/>
              <a:defRPr sz="1575" b="0">
                <a:solidFill>
                  <a:srgbClr val="17263A"/>
                </a:solidFill>
                <a:latin typeface="Microsoft YaHei"/>
                <a:ea typeface="Microsoft YaHei"/>
                <a:cs typeface="Microsoft YaHei"/>
              </a:defRPr>
            </a:lvl8pPr>
            <a:lvl9pPr algn="l">
              <a:buNone/>
              <a:defRPr sz="1575" b="0">
                <a:solidFill>
                  <a:srgbClr val="17263A"/>
                </a:solidFill>
                <a:latin typeface="Microsoft YaHei"/>
                <a:ea typeface="Microsoft YaHei"/>
                <a:cs typeface="Microsoft YaHei"/>
              </a:defRPr>
            </a:lvl9pPr>
          </a:lstStyle>
          <a:p xmlns:a="http://schemas.openxmlformats.org/drawingml/2006/main">
            <a:pPr algn="l">
              <a:lnSpc>
                <a:spcPct val="112000"/>
              </a:lnSpc>
              <a:buNone/>
              <a:defRPr sz="1575" b="0">
                <a:solidFill>
                  <a:srgbClr val="17263A"/>
                </a:solidFill>
                <a:latin typeface="Microsoft YaHei"/>
                <a:ea typeface="Microsoft YaHei"/>
                <a:cs typeface="Microsoft YaHei"/>
              </a:defRPr>
            </a:pPr>
            <a:r>
              <a:rPr sz="1575" b="0">
                <a:solidFill>
                  <a:srgbClr val="17263A"/>
                </a:solidFill>
                <a:latin typeface="Microsoft YaHei"/>
                <a:ea typeface="Microsoft YaHei"/>
                <a:cs typeface="Microsoft YaHei"/>
              </a:rPr>
              <a:t>已有 serial 关联继续保留</a:t>
            </a:r>
          </a:p>
        </p:txBody>
      </p:sp>
      <p:sp>
        <p:nvSpPr>
          <p:cNvPr id="12" name="old-route-108">
            <a:extLst xmlns:a="http://schemas.openxmlformats.org/drawingml/2006/main">
              <a:ext uri="{FF2B5EF4-FFF2-40B4-BE49-F238E27FC236}">
                <a16:creationId xmlns:a16="http://schemas.microsoft.com/office/drawing/2014/main" id="{5DDBE2E1-401E-4381-BE94-AD3E7CEFAAE3}"/>
              </a:ext>
            </a:extLst>
          </p:cNvPr>
          <p:cNvSpPr>
            <a:spLocks xmlns:a="http://schemas.openxmlformats.org/drawingml/2006/main" noGrp="1"/>
          </p:cNvSpPr>
          <p:nvPr/>
        </p:nvSpPr>
        <p:spPr>
          <a:xfrm xmlns:a="http://schemas.openxmlformats.org/drawingml/2006/main">
            <a:off x="495300" y="3705225"/>
            <a:ext cx="3848100" cy="933450"/>
          </a:xfrm>
          <a:prstGeom xmlns:a="http://schemas.openxmlformats.org/drawingml/2006/main" prst="rect">
            <a:avLst/>
          </a:prstGeom>
          <a:solidFill xmlns:a="http://schemas.openxmlformats.org/drawingml/2006/main">
            <a:srgbClr val="FFFFFF"/>
          </a:solidFill>
          <a:ln xmlns:a="http://schemas.openxmlformats.org/drawingml/2006/main" w="12383">
            <a:solidFill>
              <a:srgbClr val="C34449"/>
            </a:solidFill>
            <a:prstDash val="solid"/>
          </a:ln>
        </p:spPr>
      </p:sp>
      <p:sp>
        <p:nvSpPr>
          <p:cNvPr id="13" name="text-109">
            <a:extLst xmlns:a="http://schemas.openxmlformats.org/drawingml/2006/main">
              <a:ext uri="{FF2B5EF4-FFF2-40B4-BE49-F238E27FC236}">
                <a16:creationId xmlns:a16="http://schemas.microsoft.com/office/drawing/2014/main" id="{99BE0B00-7172-4011-82FF-8966AD8C53EF}"/>
              </a:ext>
            </a:extLst>
          </p:cNvPr>
          <p:cNvSpPr>
            <a:spLocks xmlns:a="http://schemas.openxmlformats.org/drawingml/2006/main" noGrp="1"/>
          </p:cNvSpPr>
          <p:nvPr/>
        </p:nvSpPr>
        <p:spPr>
          <a:xfrm xmlns:a="http://schemas.openxmlformats.org/drawingml/2006/main">
            <a:off x="647700" y="3819525"/>
            <a:ext cx="3543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C34449"/>
                </a:solidFill>
                <a:latin typeface="Microsoft YaHei"/>
                <a:ea typeface="Microsoft YaHei"/>
                <a:cs typeface="Microsoft YaHei"/>
              </a:defRPr>
            </a:defPPr>
            <a:lvl1pPr algn="l">
              <a:buNone/>
              <a:defRPr sz="1800" b="1">
                <a:solidFill>
                  <a:srgbClr val="C34449"/>
                </a:solidFill>
                <a:latin typeface="Microsoft YaHei"/>
                <a:ea typeface="Microsoft YaHei"/>
                <a:cs typeface="Microsoft YaHei"/>
              </a:defRPr>
            </a:lvl1pPr>
            <a:lvl2pPr algn="l">
              <a:buNone/>
              <a:defRPr sz="1800" b="1">
                <a:solidFill>
                  <a:srgbClr val="C34449"/>
                </a:solidFill>
                <a:latin typeface="Microsoft YaHei"/>
                <a:ea typeface="Microsoft YaHei"/>
                <a:cs typeface="Microsoft YaHei"/>
              </a:defRPr>
            </a:lvl2pPr>
            <a:lvl3pPr algn="l">
              <a:buNone/>
              <a:defRPr sz="1800" b="1">
                <a:solidFill>
                  <a:srgbClr val="C34449"/>
                </a:solidFill>
                <a:latin typeface="Microsoft YaHei"/>
                <a:ea typeface="Microsoft YaHei"/>
                <a:cs typeface="Microsoft YaHei"/>
              </a:defRPr>
            </a:lvl3pPr>
            <a:lvl4pPr algn="l">
              <a:buNone/>
              <a:defRPr sz="1800" b="1">
                <a:solidFill>
                  <a:srgbClr val="C34449"/>
                </a:solidFill>
                <a:latin typeface="Microsoft YaHei"/>
                <a:ea typeface="Microsoft YaHei"/>
                <a:cs typeface="Microsoft YaHei"/>
              </a:defRPr>
            </a:lvl4pPr>
            <a:lvl5pPr algn="l">
              <a:buNone/>
              <a:defRPr sz="1800" b="1">
                <a:solidFill>
                  <a:srgbClr val="C34449"/>
                </a:solidFill>
                <a:latin typeface="Microsoft YaHei"/>
                <a:ea typeface="Microsoft YaHei"/>
                <a:cs typeface="Microsoft YaHei"/>
              </a:defRPr>
            </a:lvl5pPr>
            <a:lvl6pPr algn="l">
              <a:buNone/>
              <a:defRPr sz="1800" b="1">
                <a:solidFill>
                  <a:srgbClr val="C34449"/>
                </a:solidFill>
                <a:latin typeface="Microsoft YaHei"/>
                <a:ea typeface="Microsoft YaHei"/>
                <a:cs typeface="Microsoft YaHei"/>
              </a:defRPr>
            </a:lvl6pPr>
            <a:lvl7pPr algn="l">
              <a:buNone/>
              <a:defRPr sz="1800" b="1">
                <a:solidFill>
                  <a:srgbClr val="C34449"/>
                </a:solidFill>
                <a:latin typeface="Microsoft YaHei"/>
                <a:ea typeface="Microsoft YaHei"/>
                <a:cs typeface="Microsoft YaHei"/>
              </a:defRPr>
            </a:lvl7pPr>
            <a:lvl8pPr algn="l">
              <a:buNone/>
              <a:defRPr sz="1800" b="1">
                <a:solidFill>
                  <a:srgbClr val="C34449"/>
                </a:solidFill>
                <a:latin typeface="Microsoft YaHei"/>
                <a:ea typeface="Microsoft YaHei"/>
                <a:cs typeface="Microsoft YaHei"/>
              </a:defRPr>
            </a:lvl8pPr>
            <a:lvl9pPr algn="l">
              <a:buNone/>
              <a:defRPr sz="1800" b="1">
                <a:solidFill>
                  <a:srgbClr val="C34449"/>
                </a:solidFill>
                <a:latin typeface="Microsoft YaHei"/>
                <a:ea typeface="Microsoft YaHei"/>
                <a:cs typeface="Microsoft YaHei"/>
              </a:defRPr>
            </a:lvl9pPr>
          </a:lstStyle>
          <a:p xmlns:a="http://schemas.openxmlformats.org/drawingml/2006/main">
            <a:pPr algn="l">
              <a:lnSpc>
                <a:spcPct val="112000"/>
              </a:lnSpc>
              <a:buNone/>
              <a:defRPr sz="1800" b="1">
                <a:solidFill>
                  <a:srgbClr val="C34449"/>
                </a:solidFill>
                <a:latin typeface="Microsoft YaHei"/>
                <a:ea typeface="Microsoft YaHei"/>
                <a:cs typeface="Microsoft YaHei"/>
              </a:defRPr>
            </a:pPr>
            <a:r>
              <a:rPr sz="1800" b="1">
                <a:solidFill>
                  <a:srgbClr val="C34449"/>
                </a:solidFill>
                <a:latin typeface="Microsoft YaHei"/>
                <a:ea typeface="Microsoft YaHei"/>
                <a:cs typeface="Microsoft YaHei"/>
              </a:rPr>
              <a:t>若按 slot 找当前对象</a:t>
            </a:r>
          </a:p>
        </p:txBody>
      </p:sp>
      <p:sp>
        <p:nvSpPr>
          <p:cNvPr id="14" name="text-110">
            <a:extLst xmlns:a="http://schemas.openxmlformats.org/drawingml/2006/main">
              <a:ext uri="{FF2B5EF4-FFF2-40B4-BE49-F238E27FC236}">
                <a16:creationId xmlns:a16="http://schemas.microsoft.com/office/drawing/2014/main" id="{79D58174-D1CC-430E-A011-ECBBAE3ADECC}"/>
              </a:ext>
            </a:extLst>
          </p:cNvPr>
          <p:cNvSpPr>
            <a:spLocks xmlns:a="http://schemas.openxmlformats.org/drawingml/2006/main" noGrp="1"/>
          </p:cNvSpPr>
          <p:nvPr/>
        </p:nvSpPr>
        <p:spPr>
          <a:xfrm xmlns:a="http://schemas.openxmlformats.org/drawingml/2006/main">
            <a:off x="647700" y="4152900"/>
            <a:ext cx="3543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17263A"/>
                </a:solidFill>
                <a:latin typeface="Microsoft YaHei"/>
                <a:ea typeface="Microsoft YaHei"/>
                <a:cs typeface="Microsoft YaHei"/>
              </a:defRPr>
            </a:defPPr>
            <a:lvl1pPr algn="l">
              <a:buNone/>
              <a:defRPr sz="1575" b="0">
                <a:solidFill>
                  <a:srgbClr val="17263A"/>
                </a:solidFill>
                <a:latin typeface="Microsoft YaHei"/>
                <a:ea typeface="Microsoft YaHei"/>
                <a:cs typeface="Microsoft YaHei"/>
              </a:defRPr>
            </a:lvl1pPr>
            <a:lvl2pPr algn="l">
              <a:buNone/>
              <a:defRPr sz="1575" b="0">
                <a:solidFill>
                  <a:srgbClr val="17263A"/>
                </a:solidFill>
                <a:latin typeface="Microsoft YaHei"/>
                <a:ea typeface="Microsoft YaHei"/>
                <a:cs typeface="Microsoft YaHei"/>
              </a:defRPr>
            </a:lvl2pPr>
            <a:lvl3pPr algn="l">
              <a:buNone/>
              <a:defRPr sz="1575" b="0">
                <a:solidFill>
                  <a:srgbClr val="17263A"/>
                </a:solidFill>
                <a:latin typeface="Microsoft YaHei"/>
                <a:ea typeface="Microsoft YaHei"/>
                <a:cs typeface="Microsoft YaHei"/>
              </a:defRPr>
            </a:lvl3pPr>
            <a:lvl4pPr algn="l">
              <a:buNone/>
              <a:defRPr sz="1575" b="0">
                <a:solidFill>
                  <a:srgbClr val="17263A"/>
                </a:solidFill>
                <a:latin typeface="Microsoft YaHei"/>
                <a:ea typeface="Microsoft YaHei"/>
                <a:cs typeface="Microsoft YaHei"/>
              </a:defRPr>
            </a:lvl4pPr>
            <a:lvl5pPr algn="l">
              <a:buNone/>
              <a:defRPr sz="1575" b="0">
                <a:solidFill>
                  <a:srgbClr val="17263A"/>
                </a:solidFill>
                <a:latin typeface="Microsoft YaHei"/>
                <a:ea typeface="Microsoft YaHei"/>
                <a:cs typeface="Microsoft YaHei"/>
              </a:defRPr>
            </a:lvl5pPr>
            <a:lvl6pPr algn="l">
              <a:buNone/>
              <a:defRPr sz="1575" b="0">
                <a:solidFill>
                  <a:srgbClr val="17263A"/>
                </a:solidFill>
                <a:latin typeface="Microsoft YaHei"/>
                <a:ea typeface="Microsoft YaHei"/>
                <a:cs typeface="Microsoft YaHei"/>
              </a:defRPr>
            </a:lvl6pPr>
            <a:lvl7pPr algn="l">
              <a:buNone/>
              <a:defRPr sz="1575" b="0">
                <a:solidFill>
                  <a:srgbClr val="17263A"/>
                </a:solidFill>
                <a:latin typeface="Microsoft YaHei"/>
                <a:ea typeface="Microsoft YaHei"/>
                <a:cs typeface="Microsoft YaHei"/>
              </a:defRPr>
            </a:lvl7pPr>
            <a:lvl8pPr algn="l">
              <a:buNone/>
              <a:defRPr sz="1575" b="0">
                <a:solidFill>
                  <a:srgbClr val="17263A"/>
                </a:solidFill>
                <a:latin typeface="Microsoft YaHei"/>
                <a:ea typeface="Microsoft YaHei"/>
                <a:cs typeface="Microsoft YaHei"/>
              </a:defRPr>
            </a:lvl8pPr>
            <a:lvl9pPr algn="l">
              <a:buNone/>
              <a:defRPr sz="1575" b="0">
                <a:solidFill>
                  <a:srgbClr val="17263A"/>
                </a:solidFill>
                <a:latin typeface="Microsoft YaHei"/>
                <a:ea typeface="Microsoft YaHei"/>
                <a:cs typeface="Microsoft YaHei"/>
              </a:defRPr>
            </a:lvl9pPr>
          </a:lstStyle>
          <a:p xmlns:a="http://schemas.openxmlformats.org/drawingml/2006/main">
            <a:pPr algn="l">
              <a:lnSpc>
                <a:spcPct val="112000"/>
              </a:lnSpc>
              <a:buNone/>
              <a:defRPr sz="1575" b="0">
                <a:solidFill>
                  <a:srgbClr val="17263A"/>
                </a:solidFill>
                <a:latin typeface="Microsoft YaHei"/>
                <a:ea typeface="Microsoft YaHei"/>
                <a:cs typeface="Microsoft YaHei"/>
              </a:defRPr>
            </a:pPr>
            <a:r>
              <a:rPr sz="1575" b="0">
                <a:solidFill>
                  <a:srgbClr val="17263A"/>
                </a:solidFill>
                <a:latin typeface="Microsoft YaHei"/>
                <a:ea typeface="Microsoft YaHei"/>
                <a:cs typeface="Microsoft YaHei"/>
              </a:rPr>
              <a:t>此时定位到的可能已是 B</a:t>
            </a:r>
          </a:p>
        </p:txBody>
      </p:sp>
      <p:sp>
        <p:nvSpPr>
          <p:cNvPr id="16" name="text-111">
            <a:extLst xmlns:a="http://schemas.openxmlformats.org/drawingml/2006/main">
              <a:ext uri="{FF2B5EF4-FFF2-40B4-BE49-F238E27FC236}">
                <a16:creationId xmlns:a16="http://schemas.microsoft.com/office/drawing/2014/main" id="{1BA71DF6-57DE-437D-B1F1-8DB430AD4E15}"/>
              </a:ext>
            </a:extLst>
          </p:cNvPr>
          <p:cNvSpPr>
            <a:spLocks xmlns:a="http://schemas.openxmlformats.org/drawingml/2006/main" noGrp="1"/>
          </p:cNvSpPr>
          <p:nvPr/>
        </p:nvSpPr>
        <p:spPr>
          <a:xfrm xmlns:a="http://schemas.openxmlformats.org/drawingml/2006/main">
            <a:off x="495300" y="5010150"/>
            <a:ext cx="38481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a:solidFill>
                  <a:srgbClr val="C34449"/>
                </a:solidFill>
                <a:latin typeface="Microsoft YaHei"/>
                <a:ea typeface="Microsoft YaHei"/>
                <a:cs typeface="Microsoft YaHei"/>
              </a:defRPr>
            </a:defPPr>
            <a:lvl1pPr algn="l">
              <a:buNone/>
              <a:defRPr sz="1725" b="1">
                <a:solidFill>
                  <a:srgbClr val="C34449"/>
                </a:solidFill>
                <a:latin typeface="Microsoft YaHei"/>
                <a:ea typeface="Microsoft YaHei"/>
                <a:cs typeface="Microsoft YaHei"/>
              </a:defRPr>
            </a:lvl1pPr>
            <a:lvl2pPr algn="l">
              <a:buNone/>
              <a:defRPr sz="1725" b="1">
                <a:solidFill>
                  <a:srgbClr val="C34449"/>
                </a:solidFill>
                <a:latin typeface="Microsoft YaHei"/>
                <a:ea typeface="Microsoft YaHei"/>
                <a:cs typeface="Microsoft YaHei"/>
              </a:defRPr>
            </a:lvl2pPr>
            <a:lvl3pPr algn="l">
              <a:buNone/>
              <a:defRPr sz="1725" b="1">
                <a:solidFill>
                  <a:srgbClr val="C34449"/>
                </a:solidFill>
                <a:latin typeface="Microsoft YaHei"/>
                <a:ea typeface="Microsoft YaHei"/>
                <a:cs typeface="Microsoft YaHei"/>
              </a:defRPr>
            </a:lvl3pPr>
            <a:lvl4pPr algn="l">
              <a:buNone/>
              <a:defRPr sz="1725" b="1">
                <a:solidFill>
                  <a:srgbClr val="C34449"/>
                </a:solidFill>
                <a:latin typeface="Microsoft YaHei"/>
                <a:ea typeface="Microsoft YaHei"/>
                <a:cs typeface="Microsoft YaHei"/>
              </a:defRPr>
            </a:lvl4pPr>
            <a:lvl5pPr algn="l">
              <a:buNone/>
              <a:defRPr sz="1725" b="1">
                <a:solidFill>
                  <a:srgbClr val="C34449"/>
                </a:solidFill>
                <a:latin typeface="Microsoft YaHei"/>
                <a:ea typeface="Microsoft YaHei"/>
                <a:cs typeface="Microsoft YaHei"/>
              </a:defRPr>
            </a:lvl5pPr>
            <a:lvl6pPr algn="l">
              <a:buNone/>
              <a:defRPr sz="1725" b="1">
                <a:solidFill>
                  <a:srgbClr val="C34449"/>
                </a:solidFill>
                <a:latin typeface="Microsoft YaHei"/>
                <a:ea typeface="Microsoft YaHei"/>
                <a:cs typeface="Microsoft YaHei"/>
              </a:defRPr>
            </a:lvl6pPr>
            <a:lvl7pPr algn="l">
              <a:buNone/>
              <a:defRPr sz="1725" b="1">
                <a:solidFill>
                  <a:srgbClr val="C34449"/>
                </a:solidFill>
                <a:latin typeface="Microsoft YaHei"/>
                <a:ea typeface="Microsoft YaHei"/>
                <a:cs typeface="Microsoft YaHei"/>
              </a:defRPr>
            </a:lvl7pPr>
            <a:lvl8pPr algn="l">
              <a:buNone/>
              <a:defRPr sz="1725" b="1">
                <a:solidFill>
                  <a:srgbClr val="C34449"/>
                </a:solidFill>
                <a:latin typeface="Microsoft YaHei"/>
                <a:ea typeface="Microsoft YaHei"/>
                <a:cs typeface="Microsoft YaHei"/>
              </a:defRPr>
            </a:lvl8pPr>
            <a:lvl9pPr algn="l">
              <a:buNone/>
              <a:defRPr sz="1725" b="1">
                <a:solidFill>
                  <a:srgbClr val="C34449"/>
                </a:solidFill>
                <a:latin typeface="Microsoft YaHei"/>
                <a:ea typeface="Microsoft YaHei"/>
                <a:cs typeface="Microsoft YaHei"/>
              </a:defRPr>
            </a:lvl9pPr>
          </a:lstStyle>
          <a:p xmlns:a="http://schemas.openxmlformats.org/drawingml/2006/main">
            <a:pPr algn="l">
              <a:lnSpc>
                <a:spcPct val="112000"/>
              </a:lnSpc>
              <a:buNone/>
              <a:defRPr sz="1725" b="1">
                <a:solidFill>
                  <a:srgbClr val="C34449"/>
                </a:solidFill>
                <a:latin typeface="Microsoft YaHei"/>
                <a:ea typeface="Microsoft YaHei"/>
                <a:cs typeface="Microsoft YaHei"/>
              </a:defRPr>
            </a:pPr>
            <a:r>
              <a:rPr sz="1725" b="1">
                <a:solidFill>
                  <a:srgbClr val="C34449"/>
                </a:solidFill>
                <a:latin typeface="Microsoft YaHei"/>
                <a:ea typeface="Microsoft YaHei"/>
                <a:cs typeface="Microsoft YaHei"/>
              </a:rPr>
              <a:t>若缺少会话与轮次校验，</a:t>
            </a:r>
          </a:p>
          <a:p xmlns:a="http://schemas.openxmlformats.org/drawingml/2006/main">
            <a:pPr algn="l">
              <a:lnSpc>
                <a:spcPct val="112000"/>
              </a:lnSpc>
              <a:buNone/>
              <a:defRPr sz="1725" b="1">
                <a:solidFill>
                  <a:srgbClr val="C34449"/>
                </a:solidFill>
                <a:latin typeface="Microsoft YaHei"/>
                <a:ea typeface="Microsoft YaHei"/>
                <a:cs typeface="Microsoft YaHei"/>
              </a:defRPr>
            </a:pPr>
            <a:r>
              <a:rPr sz="1725" b="1">
                <a:solidFill>
                  <a:srgbClr val="C34449"/>
                </a:solidFill>
                <a:latin typeface="Microsoft YaHei"/>
                <a:ea typeface="Microsoft YaHei"/>
                <a:cs typeface="Microsoft YaHei"/>
              </a:rPr>
              <a:t>写缓存和完成集合就存在串写窗口。</a:t>
            </a:r>
          </a:p>
        </p:txBody>
      </p:sp>
      <p:sp>
        <p:nvSpPr>
          <p:cNvPr id="17" name="rect-112">
            <a:extLst xmlns:a="http://schemas.openxmlformats.org/drawingml/2006/main">
              <a:ext uri="{FF2B5EF4-FFF2-40B4-BE49-F238E27FC236}">
                <a16:creationId xmlns:a16="http://schemas.microsoft.com/office/drawing/2014/main" id="{BD0C5F23-BFF2-4F70-A316-D7F202426408}"/>
              </a:ext>
            </a:extLst>
          </p:cNvPr>
          <p:cNvSpPr>
            <a:spLocks xmlns:a="http://schemas.openxmlformats.org/drawingml/2006/main" noGrp="1"/>
          </p:cNvSpPr>
          <p:nvPr/>
        </p:nvSpPr>
        <p:spPr>
          <a:xfrm xmlns:a="http://schemas.openxmlformats.org/drawingml/2006/main">
            <a:off x="4638675" y="1952625"/>
            <a:ext cx="11430" cy="3876675"/>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8" name="text-113">
            <a:extLst xmlns:a="http://schemas.openxmlformats.org/drawingml/2006/main">
              <a:ext uri="{FF2B5EF4-FFF2-40B4-BE49-F238E27FC236}">
                <a16:creationId xmlns:a16="http://schemas.microsoft.com/office/drawing/2014/main" id="{F72534DC-7D49-41E0-BDBB-8BB8870B200B}"/>
              </a:ext>
            </a:extLst>
          </p:cNvPr>
          <p:cNvSpPr>
            <a:spLocks xmlns:a="http://schemas.openxmlformats.org/drawingml/2006/main" noGrp="1"/>
          </p:cNvSpPr>
          <p:nvPr/>
        </p:nvSpPr>
        <p:spPr>
          <a:xfrm xmlns:a="http://schemas.openxmlformats.org/drawingml/2006/main">
            <a:off x="5010150" y="1924050"/>
            <a:ext cx="668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208C9F"/>
                </a:solidFill>
                <a:latin typeface="Microsoft YaHei"/>
                <a:ea typeface="Microsoft YaHei"/>
                <a:cs typeface="Microsoft YaHei"/>
              </a:defRPr>
            </a:defPPr>
            <a:lvl1pPr algn="l">
              <a:buNone/>
              <a:defRPr sz="1875" b="1">
                <a:solidFill>
                  <a:srgbClr val="208C9F"/>
                </a:solidFill>
                <a:latin typeface="Microsoft YaHei"/>
                <a:ea typeface="Microsoft YaHei"/>
                <a:cs typeface="Microsoft YaHei"/>
              </a:defRPr>
            </a:lvl1pPr>
            <a:lvl2pPr algn="l">
              <a:buNone/>
              <a:defRPr sz="1875" b="1">
                <a:solidFill>
                  <a:srgbClr val="208C9F"/>
                </a:solidFill>
                <a:latin typeface="Microsoft YaHei"/>
                <a:ea typeface="Microsoft YaHei"/>
                <a:cs typeface="Microsoft YaHei"/>
              </a:defRPr>
            </a:lvl2pPr>
            <a:lvl3pPr algn="l">
              <a:buNone/>
              <a:defRPr sz="1875" b="1">
                <a:solidFill>
                  <a:srgbClr val="208C9F"/>
                </a:solidFill>
                <a:latin typeface="Microsoft YaHei"/>
                <a:ea typeface="Microsoft YaHei"/>
                <a:cs typeface="Microsoft YaHei"/>
              </a:defRPr>
            </a:lvl3pPr>
            <a:lvl4pPr algn="l">
              <a:buNone/>
              <a:defRPr sz="1875" b="1">
                <a:solidFill>
                  <a:srgbClr val="208C9F"/>
                </a:solidFill>
                <a:latin typeface="Microsoft YaHei"/>
                <a:ea typeface="Microsoft YaHei"/>
                <a:cs typeface="Microsoft YaHei"/>
              </a:defRPr>
            </a:lvl4pPr>
            <a:lvl5pPr algn="l">
              <a:buNone/>
              <a:defRPr sz="1875" b="1">
                <a:solidFill>
                  <a:srgbClr val="208C9F"/>
                </a:solidFill>
                <a:latin typeface="Microsoft YaHei"/>
                <a:ea typeface="Microsoft YaHei"/>
                <a:cs typeface="Microsoft YaHei"/>
              </a:defRPr>
            </a:lvl5pPr>
            <a:lvl6pPr algn="l">
              <a:buNone/>
              <a:defRPr sz="1875" b="1">
                <a:solidFill>
                  <a:srgbClr val="208C9F"/>
                </a:solidFill>
                <a:latin typeface="Microsoft YaHei"/>
                <a:ea typeface="Microsoft YaHei"/>
                <a:cs typeface="Microsoft YaHei"/>
              </a:defRPr>
            </a:lvl6pPr>
            <a:lvl7pPr algn="l">
              <a:buNone/>
              <a:defRPr sz="1875" b="1">
                <a:solidFill>
                  <a:srgbClr val="208C9F"/>
                </a:solidFill>
                <a:latin typeface="Microsoft YaHei"/>
                <a:ea typeface="Microsoft YaHei"/>
                <a:cs typeface="Microsoft YaHei"/>
              </a:defRPr>
            </a:lvl7pPr>
            <a:lvl8pPr algn="l">
              <a:buNone/>
              <a:defRPr sz="1875" b="1">
                <a:solidFill>
                  <a:srgbClr val="208C9F"/>
                </a:solidFill>
                <a:latin typeface="Microsoft YaHei"/>
                <a:ea typeface="Microsoft YaHei"/>
                <a:cs typeface="Microsoft YaHei"/>
              </a:defRPr>
            </a:lvl8pPr>
            <a:lvl9pPr algn="l">
              <a:buNone/>
              <a:defRPr sz="1875" b="1">
                <a:solidFill>
                  <a:srgbClr val="208C9F"/>
                </a:solidFill>
                <a:latin typeface="Microsoft YaHei"/>
                <a:ea typeface="Microsoft YaHei"/>
                <a:cs typeface="Microsoft YaHei"/>
              </a:defRPr>
            </a:lvl9pPr>
          </a:lstStyle>
          <a:p xmlns:a="http://schemas.openxmlformats.org/drawingml/2006/main">
            <a:pPr algn="l">
              <a:lnSpc>
                <a:spcPct val="112000"/>
              </a:lnSpc>
              <a:buNone/>
              <a:defRPr sz="1875" b="1">
                <a:solidFill>
                  <a:srgbClr val="208C9F"/>
                </a:solidFill>
                <a:latin typeface="Microsoft YaHei"/>
                <a:ea typeface="Microsoft YaHei"/>
                <a:cs typeface="Microsoft YaHei"/>
              </a:defRPr>
            </a:pPr>
            <a:r>
              <a:rPr sz="1875" b="1">
                <a:solidFill>
                  <a:srgbClr val="208C9F"/>
                </a:solidFill>
                <a:latin typeface="Microsoft YaHei"/>
                <a:ea typeface="Microsoft YaHei"/>
                <a:cs typeface="Microsoft YaHei"/>
              </a:rPr>
              <a:t>目标：卡运行模块集中校验与提交</a:t>
            </a:r>
          </a:p>
        </p:txBody>
      </p:sp>
      <p:sp>
        <p:nvSpPr>
          <p:cNvPr id="19" name="new-input-114">
            <a:extLst xmlns:a="http://schemas.openxmlformats.org/drawingml/2006/main">
              <a:ext uri="{FF2B5EF4-FFF2-40B4-BE49-F238E27FC236}">
                <a16:creationId xmlns:a16="http://schemas.microsoft.com/office/drawing/2014/main" id="{0698B8C3-C9A0-43C5-8CDA-6452B2087B9F}"/>
              </a:ext>
            </a:extLst>
          </p:cNvPr>
          <p:cNvSpPr>
            <a:spLocks xmlns:a="http://schemas.openxmlformats.org/drawingml/2006/main" noGrp="1"/>
          </p:cNvSpPr>
          <p:nvPr/>
        </p:nvSpPr>
        <p:spPr>
          <a:xfrm xmlns:a="http://schemas.openxmlformats.org/drawingml/2006/main">
            <a:off x="5010150" y="2409825"/>
            <a:ext cx="6686550" cy="914400"/>
          </a:xfrm>
          <a:prstGeom xmlns:a="http://schemas.openxmlformats.org/drawingml/2006/main" prst="rect">
            <a:avLst/>
          </a:prstGeom>
          <a:solidFill xmlns:a="http://schemas.openxmlformats.org/drawingml/2006/main">
            <a:srgbClr val="FFFFFF"/>
          </a:solidFill>
          <a:ln xmlns:a="http://schemas.openxmlformats.org/drawingml/2006/main" w="12383">
            <a:solidFill>
              <a:srgbClr val="246AB8"/>
            </a:solidFill>
            <a:prstDash val="solid"/>
          </a:ln>
        </p:spPr>
      </p:sp>
      <p:sp>
        <p:nvSpPr>
          <p:cNvPr id="20" name="text-115">
            <a:extLst xmlns:a="http://schemas.openxmlformats.org/drawingml/2006/main">
              <a:ext uri="{FF2B5EF4-FFF2-40B4-BE49-F238E27FC236}">
                <a16:creationId xmlns:a16="http://schemas.microsoft.com/office/drawing/2014/main" id="{BC90CFEE-0109-46F5-92D4-088377F54EAF}"/>
              </a:ext>
            </a:extLst>
          </p:cNvPr>
          <p:cNvSpPr>
            <a:spLocks xmlns:a="http://schemas.openxmlformats.org/drawingml/2006/main" noGrp="1"/>
          </p:cNvSpPr>
          <p:nvPr/>
        </p:nvSpPr>
        <p:spPr>
          <a:xfrm xmlns:a="http://schemas.openxmlformats.org/drawingml/2006/main">
            <a:off x="5162550" y="2524125"/>
            <a:ext cx="638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246AB8"/>
                </a:solidFill>
                <a:latin typeface="Microsoft YaHei"/>
                <a:ea typeface="Microsoft YaHei"/>
                <a:cs typeface="Microsoft YaHei"/>
              </a:defRPr>
            </a:defPPr>
            <a:lvl1pPr algn="l">
              <a:buNone/>
              <a:defRPr sz="1800" b="1">
                <a:solidFill>
                  <a:srgbClr val="246AB8"/>
                </a:solidFill>
                <a:latin typeface="Microsoft YaHei"/>
                <a:ea typeface="Microsoft YaHei"/>
                <a:cs typeface="Microsoft YaHei"/>
              </a:defRPr>
            </a:lvl1pPr>
            <a:lvl2pPr algn="l">
              <a:buNone/>
              <a:defRPr sz="1800" b="1">
                <a:solidFill>
                  <a:srgbClr val="246AB8"/>
                </a:solidFill>
                <a:latin typeface="Microsoft YaHei"/>
                <a:ea typeface="Microsoft YaHei"/>
                <a:cs typeface="Microsoft YaHei"/>
              </a:defRPr>
            </a:lvl2pPr>
            <a:lvl3pPr algn="l">
              <a:buNone/>
              <a:defRPr sz="1800" b="1">
                <a:solidFill>
                  <a:srgbClr val="246AB8"/>
                </a:solidFill>
                <a:latin typeface="Microsoft YaHei"/>
                <a:ea typeface="Microsoft YaHei"/>
                <a:cs typeface="Microsoft YaHei"/>
              </a:defRPr>
            </a:lvl3pPr>
            <a:lvl4pPr algn="l">
              <a:buNone/>
              <a:defRPr sz="1800" b="1">
                <a:solidFill>
                  <a:srgbClr val="246AB8"/>
                </a:solidFill>
                <a:latin typeface="Microsoft YaHei"/>
                <a:ea typeface="Microsoft YaHei"/>
                <a:cs typeface="Microsoft YaHei"/>
              </a:defRPr>
            </a:lvl4pPr>
            <a:lvl5pPr algn="l">
              <a:buNone/>
              <a:defRPr sz="1800" b="1">
                <a:solidFill>
                  <a:srgbClr val="246AB8"/>
                </a:solidFill>
                <a:latin typeface="Microsoft YaHei"/>
                <a:ea typeface="Microsoft YaHei"/>
                <a:cs typeface="Microsoft YaHei"/>
              </a:defRPr>
            </a:lvl5pPr>
            <a:lvl6pPr algn="l">
              <a:buNone/>
              <a:defRPr sz="1800" b="1">
                <a:solidFill>
                  <a:srgbClr val="246AB8"/>
                </a:solidFill>
                <a:latin typeface="Microsoft YaHei"/>
                <a:ea typeface="Microsoft YaHei"/>
                <a:cs typeface="Microsoft YaHei"/>
              </a:defRPr>
            </a:lvl6pPr>
            <a:lvl7pPr algn="l">
              <a:buNone/>
              <a:defRPr sz="1800" b="1">
                <a:solidFill>
                  <a:srgbClr val="246AB8"/>
                </a:solidFill>
                <a:latin typeface="Microsoft YaHei"/>
                <a:ea typeface="Microsoft YaHei"/>
                <a:cs typeface="Microsoft YaHei"/>
              </a:defRPr>
            </a:lvl7pPr>
            <a:lvl8pPr algn="l">
              <a:buNone/>
              <a:defRPr sz="1800" b="1">
                <a:solidFill>
                  <a:srgbClr val="246AB8"/>
                </a:solidFill>
                <a:latin typeface="Microsoft YaHei"/>
                <a:ea typeface="Microsoft YaHei"/>
                <a:cs typeface="Microsoft YaHei"/>
              </a:defRPr>
            </a:lvl8pPr>
            <a:lvl9pPr algn="l">
              <a:buNone/>
              <a:defRPr sz="1800" b="1">
                <a:solidFill>
                  <a:srgbClr val="246AB8"/>
                </a:solidFill>
                <a:latin typeface="Microsoft YaHei"/>
                <a:ea typeface="Microsoft YaHei"/>
                <a:cs typeface="Microsoft YaHei"/>
              </a:defRPr>
            </a:lvl9pPr>
          </a:lstStyle>
          <a:p xmlns:a="http://schemas.openxmlformats.org/drawingml/2006/main">
            <a:pPr algn="l">
              <a:lnSpc>
                <a:spcPct val="112000"/>
              </a:lnSpc>
              <a:buNone/>
              <a:defRPr sz="1800" b="1">
                <a:solidFill>
                  <a:srgbClr val="246AB8"/>
                </a:solidFill>
                <a:latin typeface="Microsoft YaHei"/>
                <a:ea typeface="Microsoft YaHei"/>
                <a:cs typeface="Microsoft YaHei"/>
              </a:defRPr>
            </a:pPr>
            <a:r>
              <a:rPr sz="1800" b="1">
                <a:solidFill>
                  <a:srgbClr val="246AB8"/>
                </a:solidFill>
                <a:latin typeface="Microsoft YaHei"/>
                <a:ea typeface="Microsoft YaHei"/>
                <a:cs typeface="Microsoft YaHei"/>
              </a:rPr>
              <a:t>接收 a1，恢复发起时关联</a:t>
            </a:r>
          </a:p>
        </p:txBody>
      </p:sp>
      <p:sp>
        <p:nvSpPr>
          <p:cNvPr id="21" name="text-116">
            <a:extLst xmlns:a="http://schemas.openxmlformats.org/drawingml/2006/main">
              <a:ext uri="{FF2B5EF4-FFF2-40B4-BE49-F238E27FC236}">
                <a16:creationId xmlns:a16="http://schemas.microsoft.com/office/drawing/2014/main" id="{01A21A74-1503-4856-9F54-0CADEBAC0EA2}"/>
              </a:ext>
            </a:extLst>
          </p:cNvPr>
          <p:cNvSpPr>
            <a:spLocks xmlns:a="http://schemas.openxmlformats.org/drawingml/2006/main" noGrp="1"/>
          </p:cNvSpPr>
          <p:nvPr/>
        </p:nvSpPr>
        <p:spPr>
          <a:xfrm xmlns:a="http://schemas.openxmlformats.org/drawingml/2006/main">
            <a:off x="5162550" y="2857500"/>
            <a:ext cx="638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17263A"/>
                </a:solidFill>
                <a:latin typeface="Microsoft YaHei"/>
                <a:ea typeface="Microsoft YaHei"/>
                <a:cs typeface="Microsoft YaHei"/>
              </a:defRPr>
            </a:defPPr>
            <a:lvl1pPr algn="l">
              <a:buNone/>
              <a:defRPr sz="1575" b="0">
                <a:solidFill>
                  <a:srgbClr val="17263A"/>
                </a:solidFill>
                <a:latin typeface="Microsoft YaHei"/>
                <a:ea typeface="Microsoft YaHei"/>
                <a:cs typeface="Microsoft YaHei"/>
              </a:defRPr>
            </a:lvl1pPr>
            <a:lvl2pPr algn="l">
              <a:buNone/>
              <a:defRPr sz="1575" b="0">
                <a:solidFill>
                  <a:srgbClr val="17263A"/>
                </a:solidFill>
                <a:latin typeface="Microsoft YaHei"/>
                <a:ea typeface="Microsoft YaHei"/>
                <a:cs typeface="Microsoft YaHei"/>
              </a:defRPr>
            </a:lvl2pPr>
            <a:lvl3pPr algn="l">
              <a:buNone/>
              <a:defRPr sz="1575" b="0">
                <a:solidFill>
                  <a:srgbClr val="17263A"/>
                </a:solidFill>
                <a:latin typeface="Microsoft YaHei"/>
                <a:ea typeface="Microsoft YaHei"/>
                <a:cs typeface="Microsoft YaHei"/>
              </a:defRPr>
            </a:lvl3pPr>
            <a:lvl4pPr algn="l">
              <a:buNone/>
              <a:defRPr sz="1575" b="0">
                <a:solidFill>
                  <a:srgbClr val="17263A"/>
                </a:solidFill>
                <a:latin typeface="Microsoft YaHei"/>
                <a:ea typeface="Microsoft YaHei"/>
                <a:cs typeface="Microsoft YaHei"/>
              </a:defRPr>
            </a:lvl4pPr>
            <a:lvl5pPr algn="l">
              <a:buNone/>
              <a:defRPr sz="1575" b="0">
                <a:solidFill>
                  <a:srgbClr val="17263A"/>
                </a:solidFill>
                <a:latin typeface="Microsoft YaHei"/>
                <a:ea typeface="Microsoft YaHei"/>
                <a:cs typeface="Microsoft YaHei"/>
              </a:defRPr>
            </a:lvl5pPr>
            <a:lvl6pPr algn="l">
              <a:buNone/>
              <a:defRPr sz="1575" b="0">
                <a:solidFill>
                  <a:srgbClr val="17263A"/>
                </a:solidFill>
                <a:latin typeface="Microsoft YaHei"/>
                <a:ea typeface="Microsoft YaHei"/>
                <a:cs typeface="Microsoft YaHei"/>
              </a:defRPr>
            </a:lvl6pPr>
            <a:lvl7pPr algn="l">
              <a:buNone/>
              <a:defRPr sz="1575" b="0">
                <a:solidFill>
                  <a:srgbClr val="17263A"/>
                </a:solidFill>
                <a:latin typeface="Microsoft YaHei"/>
                <a:ea typeface="Microsoft YaHei"/>
                <a:cs typeface="Microsoft YaHei"/>
              </a:defRPr>
            </a:lvl7pPr>
            <a:lvl8pPr algn="l">
              <a:buNone/>
              <a:defRPr sz="1575" b="0">
                <a:solidFill>
                  <a:srgbClr val="17263A"/>
                </a:solidFill>
                <a:latin typeface="Microsoft YaHei"/>
                <a:ea typeface="Microsoft YaHei"/>
                <a:cs typeface="Microsoft YaHei"/>
              </a:defRPr>
            </a:lvl8pPr>
            <a:lvl9pPr algn="l">
              <a:buNone/>
              <a:defRPr sz="1575" b="0">
                <a:solidFill>
                  <a:srgbClr val="17263A"/>
                </a:solidFill>
                <a:latin typeface="Microsoft YaHei"/>
                <a:ea typeface="Microsoft YaHei"/>
                <a:cs typeface="Microsoft YaHei"/>
              </a:defRPr>
            </a:lvl9pPr>
          </a:lstStyle>
          <a:p xmlns:a="http://schemas.openxmlformats.org/drawingml/2006/main">
            <a:pPr algn="l">
              <a:lnSpc>
                <a:spcPct val="112000"/>
              </a:lnSpc>
              <a:buNone/>
              <a:defRPr sz="1575" b="0">
                <a:solidFill>
                  <a:srgbClr val="17263A"/>
                </a:solidFill>
                <a:latin typeface="Microsoft YaHei"/>
                <a:ea typeface="Microsoft YaHei"/>
                <a:cs typeface="Microsoft YaHei"/>
              </a:defRPr>
            </a:pPr>
            <a:r>
              <a:rPr sz="1575" b="0">
                <a:solidFill>
                  <a:srgbClr val="17263A"/>
                </a:solidFill>
                <a:latin typeface="Microsoft YaHei"/>
                <a:ea typeface="Microsoft YaHei"/>
                <a:cs typeface="Microsoft YaHei"/>
              </a:rPr>
              <a:t>保留原请求、原会话、原加载轮次</a:t>
            </a:r>
          </a:p>
        </p:txBody>
      </p:sp>
      <p:sp>
        <p:nvSpPr>
          <p:cNvPr id="22" name="admission-117">
            <a:extLst xmlns:a="http://schemas.openxmlformats.org/drawingml/2006/main">
              <a:ext uri="{FF2B5EF4-FFF2-40B4-BE49-F238E27FC236}">
                <a16:creationId xmlns:a16="http://schemas.microsoft.com/office/drawing/2014/main" id="{EC24CE4B-93C1-4F56-810B-023930B6BB2A}"/>
              </a:ext>
            </a:extLst>
          </p:cNvPr>
          <p:cNvSpPr>
            <a:spLocks xmlns:a="http://schemas.openxmlformats.org/drawingml/2006/main" noGrp="1"/>
          </p:cNvSpPr>
          <p:nvPr/>
        </p:nvSpPr>
        <p:spPr>
          <a:xfrm xmlns:a="http://schemas.openxmlformats.org/drawingml/2006/main">
            <a:off x="5010150" y="3629025"/>
            <a:ext cx="6686550" cy="542925"/>
          </a:xfrm>
          <a:prstGeom xmlns:a="http://schemas.openxmlformats.org/drawingml/2006/main" prst="rect">
            <a:avLst/>
          </a:prstGeom>
          <a:solidFill xmlns:a="http://schemas.openxmlformats.org/drawingml/2006/main">
            <a:srgbClr val="FFFFFF"/>
          </a:solidFill>
          <a:ln xmlns:a="http://schemas.openxmlformats.org/drawingml/2006/main" w="12383">
            <a:solidFill>
              <a:srgbClr val="208C9F"/>
            </a:solidFill>
            <a:prstDash val="solid"/>
          </a:ln>
        </p:spPr>
      </p:sp>
      <p:sp>
        <p:nvSpPr>
          <p:cNvPr id="23" name="text-118">
            <a:extLst xmlns:a="http://schemas.openxmlformats.org/drawingml/2006/main">
              <a:ext uri="{FF2B5EF4-FFF2-40B4-BE49-F238E27FC236}">
                <a16:creationId xmlns:a16="http://schemas.microsoft.com/office/drawing/2014/main" id="{5F688472-0E99-45A2-959F-D19DE970CC1E}"/>
              </a:ext>
            </a:extLst>
          </p:cNvPr>
          <p:cNvSpPr>
            <a:spLocks xmlns:a="http://schemas.openxmlformats.org/drawingml/2006/main" noGrp="1"/>
          </p:cNvSpPr>
          <p:nvPr/>
        </p:nvSpPr>
        <p:spPr>
          <a:xfrm xmlns:a="http://schemas.openxmlformats.org/drawingml/2006/main">
            <a:off x="5181600" y="3762375"/>
            <a:ext cx="63436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a:solidFill>
                  <a:srgbClr val="208C9F"/>
                </a:solidFill>
                <a:latin typeface="Microsoft YaHei"/>
                <a:ea typeface="Microsoft YaHei"/>
                <a:cs typeface="Microsoft YaHei"/>
              </a:defRPr>
            </a:defPPr>
            <a:lvl1pPr algn="l">
              <a:buNone/>
              <a:defRPr sz="1725" b="1">
                <a:solidFill>
                  <a:srgbClr val="208C9F"/>
                </a:solidFill>
                <a:latin typeface="Microsoft YaHei"/>
                <a:ea typeface="Microsoft YaHei"/>
                <a:cs typeface="Microsoft YaHei"/>
              </a:defRPr>
            </a:lvl1pPr>
            <a:lvl2pPr algn="l">
              <a:buNone/>
              <a:defRPr sz="1725" b="1">
                <a:solidFill>
                  <a:srgbClr val="208C9F"/>
                </a:solidFill>
                <a:latin typeface="Microsoft YaHei"/>
                <a:ea typeface="Microsoft YaHei"/>
                <a:cs typeface="Microsoft YaHei"/>
              </a:defRPr>
            </a:lvl2pPr>
            <a:lvl3pPr algn="l">
              <a:buNone/>
              <a:defRPr sz="1725" b="1">
                <a:solidFill>
                  <a:srgbClr val="208C9F"/>
                </a:solidFill>
                <a:latin typeface="Microsoft YaHei"/>
                <a:ea typeface="Microsoft YaHei"/>
                <a:cs typeface="Microsoft YaHei"/>
              </a:defRPr>
            </a:lvl3pPr>
            <a:lvl4pPr algn="l">
              <a:buNone/>
              <a:defRPr sz="1725" b="1">
                <a:solidFill>
                  <a:srgbClr val="208C9F"/>
                </a:solidFill>
                <a:latin typeface="Microsoft YaHei"/>
                <a:ea typeface="Microsoft YaHei"/>
                <a:cs typeface="Microsoft YaHei"/>
              </a:defRPr>
            </a:lvl4pPr>
            <a:lvl5pPr algn="l">
              <a:buNone/>
              <a:defRPr sz="1725" b="1">
                <a:solidFill>
                  <a:srgbClr val="208C9F"/>
                </a:solidFill>
                <a:latin typeface="Microsoft YaHei"/>
                <a:ea typeface="Microsoft YaHei"/>
                <a:cs typeface="Microsoft YaHei"/>
              </a:defRPr>
            </a:lvl5pPr>
            <a:lvl6pPr algn="l">
              <a:buNone/>
              <a:defRPr sz="1725" b="1">
                <a:solidFill>
                  <a:srgbClr val="208C9F"/>
                </a:solidFill>
                <a:latin typeface="Microsoft YaHei"/>
                <a:ea typeface="Microsoft YaHei"/>
                <a:cs typeface="Microsoft YaHei"/>
              </a:defRPr>
            </a:lvl6pPr>
            <a:lvl7pPr algn="l">
              <a:buNone/>
              <a:defRPr sz="1725" b="1">
                <a:solidFill>
                  <a:srgbClr val="208C9F"/>
                </a:solidFill>
                <a:latin typeface="Microsoft YaHei"/>
                <a:ea typeface="Microsoft YaHei"/>
                <a:cs typeface="Microsoft YaHei"/>
              </a:defRPr>
            </a:lvl7pPr>
            <a:lvl8pPr algn="l">
              <a:buNone/>
              <a:defRPr sz="1725" b="1">
                <a:solidFill>
                  <a:srgbClr val="208C9F"/>
                </a:solidFill>
                <a:latin typeface="Microsoft YaHei"/>
                <a:ea typeface="Microsoft YaHei"/>
                <a:cs typeface="Microsoft YaHei"/>
              </a:defRPr>
            </a:lvl8pPr>
            <a:lvl9pPr algn="l">
              <a:buNone/>
              <a:defRPr sz="1725" b="1">
                <a:solidFill>
                  <a:srgbClr val="208C9F"/>
                </a:solidFill>
                <a:latin typeface="Microsoft YaHei"/>
                <a:ea typeface="Microsoft YaHei"/>
                <a:cs typeface="Microsoft YaHei"/>
              </a:defRPr>
            </a:lvl9pPr>
          </a:lstStyle>
          <a:p xmlns:a="http://schemas.openxmlformats.org/drawingml/2006/main">
            <a:pPr algn="l">
              <a:lnSpc>
                <a:spcPct val="112000"/>
              </a:lnSpc>
              <a:buNone/>
              <a:defRPr sz="1725" b="1">
                <a:solidFill>
                  <a:srgbClr val="208C9F"/>
                </a:solidFill>
                <a:latin typeface="Microsoft YaHei"/>
                <a:ea typeface="Microsoft YaHei"/>
                <a:cs typeface="Microsoft YaHei"/>
              </a:defRPr>
            </a:pPr>
            <a:r>
              <a:rPr sz="1725" b="1">
                <a:solidFill>
                  <a:srgbClr val="208C9F"/>
                </a:solidFill>
                <a:latin typeface="Microsoft YaHei"/>
                <a:ea typeface="Microsoft YaHei"/>
                <a:cs typeface="Microsoft YaHei"/>
              </a:rPr>
              <a:t>准入：原会话有效，相关文件加载范围仍有效</a:t>
            </a:r>
          </a:p>
        </p:txBody>
      </p:sp>
      <p:sp>
        <p:nvSpPr>
          <p:cNvPr id="25" name="reject-119">
            <a:extLst xmlns:a="http://schemas.openxmlformats.org/drawingml/2006/main">
              <a:ext uri="{FF2B5EF4-FFF2-40B4-BE49-F238E27FC236}">
                <a16:creationId xmlns:a16="http://schemas.microsoft.com/office/drawing/2014/main" id="{944D2ED4-5CD9-47A2-A921-F77F2B395B9B}"/>
              </a:ext>
            </a:extLst>
          </p:cNvPr>
          <p:cNvSpPr>
            <a:spLocks xmlns:a="http://schemas.openxmlformats.org/drawingml/2006/main" noGrp="1"/>
          </p:cNvSpPr>
          <p:nvPr/>
        </p:nvSpPr>
        <p:spPr>
          <a:xfrm xmlns:a="http://schemas.openxmlformats.org/drawingml/2006/main">
            <a:off x="5010150" y="4572000"/>
            <a:ext cx="3086100" cy="1009650"/>
          </a:xfrm>
          <a:prstGeom xmlns:a="http://schemas.openxmlformats.org/drawingml/2006/main" prst="rect">
            <a:avLst/>
          </a:prstGeom>
          <a:solidFill xmlns:a="http://schemas.openxmlformats.org/drawingml/2006/main">
            <a:srgbClr val="FFFFFF"/>
          </a:solidFill>
          <a:ln xmlns:a="http://schemas.openxmlformats.org/drawingml/2006/main" w="12383">
            <a:solidFill>
              <a:srgbClr val="C34449"/>
            </a:solidFill>
            <a:prstDash val="solid"/>
          </a:ln>
        </p:spPr>
      </p:sp>
      <p:sp>
        <p:nvSpPr>
          <p:cNvPr id="26" name="text-120">
            <a:extLst xmlns:a="http://schemas.openxmlformats.org/drawingml/2006/main">
              <a:ext uri="{FF2B5EF4-FFF2-40B4-BE49-F238E27FC236}">
                <a16:creationId xmlns:a16="http://schemas.microsoft.com/office/drawing/2014/main" id="{7F4B2571-A284-46F3-82F2-D3017F7C83D5}"/>
              </a:ext>
            </a:extLst>
          </p:cNvPr>
          <p:cNvSpPr>
            <a:spLocks xmlns:a="http://schemas.openxmlformats.org/drawingml/2006/main" noGrp="1"/>
          </p:cNvSpPr>
          <p:nvPr/>
        </p:nvSpPr>
        <p:spPr>
          <a:xfrm xmlns:a="http://schemas.openxmlformats.org/drawingml/2006/main">
            <a:off x="5162550" y="4686300"/>
            <a:ext cx="2781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C34449"/>
                </a:solidFill>
                <a:latin typeface="Microsoft YaHei"/>
                <a:ea typeface="Microsoft YaHei"/>
                <a:cs typeface="Microsoft YaHei"/>
              </a:defRPr>
            </a:defPPr>
            <a:lvl1pPr algn="l">
              <a:buNone/>
              <a:defRPr sz="1800" b="1">
                <a:solidFill>
                  <a:srgbClr val="C34449"/>
                </a:solidFill>
                <a:latin typeface="Microsoft YaHei"/>
                <a:ea typeface="Microsoft YaHei"/>
                <a:cs typeface="Microsoft YaHei"/>
              </a:defRPr>
            </a:lvl1pPr>
            <a:lvl2pPr algn="l">
              <a:buNone/>
              <a:defRPr sz="1800" b="1">
                <a:solidFill>
                  <a:srgbClr val="C34449"/>
                </a:solidFill>
                <a:latin typeface="Microsoft YaHei"/>
                <a:ea typeface="Microsoft YaHei"/>
                <a:cs typeface="Microsoft YaHei"/>
              </a:defRPr>
            </a:lvl2pPr>
            <a:lvl3pPr algn="l">
              <a:buNone/>
              <a:defRPr sz="1800" b="1">
                <a:solidFill>
                  <a:srgbClr val="C34449"/>
                </a:solidFill>
                <a:latin typeface="Microsoft YaHei"/>
                <a:ea typeface="Microsoft YaHei"/>
                <a:cs typeface="Microsoft YaHei"/>
              </a:defRPr>
            </a:lvl3pPr>
            <a:lvl4pPr algn="l">
              <a:buNone/>
              <a:defRPr sz="1800" b="1">
                <a:solidFill>
                  <a:srgbClr val="C34449"/>
                </a:solidFill>
                <a:latin typeface="Microsoft YaHei"/>
                <a:ea typeface="Microsoft YaHei"/>
                <a:cs typeface="Microsoft YaHei"/>
              </a:defRPr>
            </a:lvl4pPr>
            <a:lvl5pPr algn="l">
              <a:buNone/>
              <a:defRPr sz="1800" b="1">
                <a:solidFill>
                  <a:srgbClr val="C34449"/>
                </a:solidFill>
                <a:latin typeface="Microsoft YaHei"/>
                <a:ea typeface="Microsoft YaHei"/>
                <a:cs typeface="Microsoft YaHei"/>
              </a:defRPr>
            </a:lvl5pPr>
            <a:lvl6pPr algn="l">
              <a:buNone/>
              <a:defRPr sz="1800" b="1">
                <a:solidFill>
                  <a:srgbClr val="C34449"/>
                </a:solidFill>
                <a:latin typeface="Microsoft YaHei"/>
                <a:ea typeface="Microsoft YaHei"/>
                <a:cs typeface="Microsoft YaHei"/>
              </a:defRPr>
            </a:lvl6pPr>
            <a:lvl7pPr algn="l">
              <a:buNone/>
              <a:defRPr sz="1800" b="1">
                <a:solidFill>
                  <a:srgbClr val="C34449"/>
                </a:solidFill>
                <a:latin typeface="Microsoft YaHei"/>
                <a:ea typeface="Microsoft YaHei"/>
                <a:cs typeface="Microsoft YaHei"/>
              </a:defRPr>
            </a:lvl7pPr>
            <a:lvl8pPr algn="l">
              <a:buNone/>
              <a:defRPr sz="1800" b="1">
                <a:solidFill>
                  <a:srgbClr val="C34449"/>
                </a:solidFill>
                <a:latin typeface="Microsoft YaHei"/>
                <a:ea typeface="Microsoft YaHei"/>
                <a:cs typeface="Microsoft YaHei"/>
              </a:defRPr>
            </a:lvl8pPr>
            <a:lvl9pPr algn="l">
              <a:buNone/>
              <a:defRPr sz="1800" b="1">
                <a:solidFill>
                  <a:srgbClr val="C34449"/>
                </a:solidFill>
                <a:latin typeface="Microsoft YaHei"/>
                <a:ea typeface="Microsoft YaHei"/>
                <a:cs typeface="Microsoft YaHei"/>
              </a:defRPr>
            </a:lvl9pPr>
          </a:lstStyle>
          <a:p xmlns:a="http://schemas.openxmlformats.org/drawingml/2006/main">
            <a:pPr algn="l">
              <a:lnSpc>
                <a:spcPct val="112000"/>
              </a:lnSpc>
              <a:buNone/>
              <a:defRPr sz="1800" b="1">
                <a:solidFill>
                  <a:srgbClr val="C34449"/>
                </a:solidFill>
                <a:latin typeface="Microsoft YaHei"/>
                <a:ea typeface="Microsoft YaHei"/>
                <a:cs typeface="Microsoft YaHei"/>
              </a:defRPr>
            </a:pPr>
            <a:r>
              <a:rPr sz="1800" b="1">
                <a:solidFill>
                  <a:srgbClr val="C34449"/>
                </a:solidFill>
                <a:latin typeface="Microsoft YaHei"/>
                <a:ea typeface="Microsoft YaHei"/>
                <a:cs typeface="Microsoft YaHei"/>
              </a:rPr>
              <a:t>过期：拒绝写当前数据</a:t>
            </a:r>
          </a:p>
        </p:txBody>
      </p:sp>
      <p:sp>
        <p:nvSpPr>
          <p:cNvPr id="27" name="text-121">
            <a:extLst xmlns:a="http://schemas.openxmlformats.org/drawingml/2006/main">
              <a:ext uri="{FF2B5EF4-FFF2-40B4-BE49-F238E27FC236}">
                <a16:creationId xmlns:a16="http://schemas.microsoft.com/office/drawing/2014/main" id="{4653D784-E61D-4699-96D7-5C844006745C}"/>
              </a:ext>
            </a:extLst>
          </p:cNvPr>
          <p:cNvSpPr>
            <a:spLocks xmlns:a="http://schemas.openxmlformats.org/drawingml/2006/main" noGrp="1"/>
          </p:cNvSpPr>
          <p:nvPr/>
        </p:nvSpPr>
        <p:spPr>
          <a:xfrm xmlns:a="http://schemas.openxmlformats.org/drawingml/2006/main">
            <a:off x="5162550" y="5019675"/>
            <a:ext cx="2781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17263A"/>
                </a:solidFill>
                <a:latin typeface="Microsoft YaHei"/>
                <a:ea typeface="Microsoft YaHei"/>
                <a:cs typeface="Microsoft YaHei"/>
              </a:defRPr>
            </a:defPPr>
            <a:lvl1pPr algn="l">
              <a:buNone/>
              <a:defRPr sz="1575" b="0">
                <a:solidFill>
                  <a:srgbClr val="17263A"/>
                </a:solidFill>
                <a:latin typeface="Microsoft YaHei"/>
                <a:ea typeface="Microsoft YaHei"/>
                <a:cs typeface="Microsoft YaHei"/>
              </a:defRPr>
            </a:lvl1pPr>
            <a:lvl2pPr algn="l">
              <a:buNone/>
              <a:defRPr sz="1575" b="0">
                <a:solidFill>
                  <a:srgbClr val="17263A"/>
                </a:solidFill>
                <a:latin typeface="Microsoft YaHei"/>
                <a:ea typeface="Microsoft YaHei"/>
                <a:cs typeface="Microsoft YaHei"/>
              </a:defRPr>
            </a:lvl2pPr>
            <a:lvl3pPr algn="l">
              <a:buNone/>
              <a:defRPr sz="1575" b="0">
                <a:solidFill>
                  <a:srgbClr val="17263A"/>
                </a:solidFill>
                <a:latin typeface="Microsoft YaHei"/>
                <a:ea typeface="Microsoft YaHei"/>
                <a:cs typeface="Microsoft YaHei"/>
              </a:defRPr>
            </a:lvl3pPr>
            <a:lvl4pPr algn="l">
              <a:buNone/>
              <a:defRPr sz="1575" b="0">
                <a:solidFill>
                  <a:srgbClr val="17263A"/>
                </a:solidFill>
                <a:latin typeface="Microsoft YaHei"/>
                <a:ea typeface="Microsoft YaHei"/>
                <a:cs typeface="Microsoft YaHei"/>
              </a:defRPr>
            </a:lvl4pPr>
            <a:lvl5pPr algn="l">
              <a:buNone/>
              <a:defRPr sz="1575" b="0">
                <a:solidFill>
                  <a:srgbClr val="17263A"/>
                </a:solidFill>
                <a:latin typeface="Microsoft YaHei"/>
                <a:ea typeface="Microsoft YaHei"/>
                <a:cs typeface="Microsoft YaHei"/>
              </a:defRPr>
            </a:lvl5pPr>
            <a:lvl6pPr algn="l">
              <a:buNone/>
              <a:defRPr sz="1575" b="0">
                <a:solidFill>
                  <a:srgbClr val="17263A"/>
                </a:solidFill>
                <a:latin typeface="Microsoft YaHei"/>
                <a:ea typeface="Microsoft YaHei"/>
                <a:cs typeface="Microsoft YaHei"/>
              </a:defRPr>
            </a:lvl6pPr>
            <a:lvl7pPr algn="l">
              <a:buNone/>
              <a:defRPr sz="1575" b="0">
                <a:solidFill>
                  <a:srgbClr val="17263A"/>
                </a:solidFill>
                <a:latin typeface="Microsoft YaHei"/>
                <a:ea typeface="Microsoft YaHei"/>
                <a:cs typeface="Microsoft YaHei"/>
              </a:defRPr>
            </a:lvl7pPr>
            <a:lvl8pPr algn="l">
              <a:buNone/>
              <a:defRPr sz="1575" b="0">
                <a:solidFill>
                  <a:srgbClr val="17263A"/>
                </a:solidFill>
                <a:latin typeface="Microsoft YaHei"/>
                <a:ea typeface="Microsoft YaHei"/>
                <a:cs typeface="Microsoft YaHei"/>
              </a:defRPr>
            </a:lvl8pPr>
            <a:lvl9pPr algn="l">
              <a:buNone/>
              <a:defRPr sz="1575" b="0">
                <a:solidFill>
                  <a:srgbClr val="17263A"/>
                </a:solidFill>
                <a:latin typeface="Microsoft YaHei"/>
                <a:ea typeface="Microsoft YaHei"/>
                <a:cs typeface="Microsoft YaHei"/>
              </a:defRPr>
            </a:lvl9pPr>
          </a:lstStyle>
          <a:p xmlns:a="http://schemas.openxmlformats.org/drawingml/2006/main">
            <a:pPr algn="l">
              <a:lnSpc>
                <a:spcPct val="112000"/>
              </a:lnSpc>
              <a:buNone/>
              <a:defRPr sz="1575" b="0">
                <a:solidFill>
                  <a:srgbClr val="17263A"/>
                </a:solidFill>
                <a:latin typeface="Microsoft YaHei"/>
                <a:ea typeface="Microsoft YaHei"/>
                <a:cs typeface="Microsoft YaHei"/>
              </a:defRPr>
            </a:pPr>
            <a:r>
              <a:rPr sz="1575" b="0">
                <a:solidFill>
                  <a:srgbClr val="17263A"/>
                </a:solidFill>
                <a:latin typeface="Microsoft YaHei"/>
                <a:ea typeface="Microsoft YaHei"/>
                <a:cs typeface="Microsoft YaHei"/>
              </a:rPr>
              <a:t>不修改 B 的缓存</a:t>
            </a:r>
          </a:p>
          <a:p xmlns:a="http://schemas.openxmlformats.org/drawingml/2006/main">
            <a:pPr algn="l">
              <a:lnSpc>
                <a:spcPct val="112000"/>
              </a:lnSpc>
              <a:buNone/>
              <a:defRPr sz="1575" b="0">
                <a:solidFill>
                  <a:srgbClr val="17263A"/>
                </a:solidFill>
                <a:latin typeface="Microsoft YaHei"/>
                <a:ea typeface="Microsoft YaHei"/>
                <a:cs typeface="Microsoft YaHei"/>
              </a:defRPr>
            </a:pPr>
            <a:r>
              <a:rPr sz="1575" b="0">
                <a:solidFill>
                  <a:srgbClr val="17263A"/>
                </a:solidFill>
                <a:latin typeface="Microsoft YaHei"/>
                <a:ea typeface="Microsoft YaHei"/>
                <a:cs typeface="Microsoft YaHei"/>
              </a:rPr>
              <a:t>不推进 B 的完成集合</a:t>
            </a:r>
          </a:p>
        </p:txBody>
      </p:sp>
      <p:sp>
        <p:nvSpPr>
          <p:cNvPr id="28" name="accept-122">
            <a:extLst xmlns:a="http://schemas.openxmlformats.org/drawingml/2006/main">
              <a:ext uri="{FF2B5EF4-FFF2-40B4-BE49-F238E27FC236}">
                <a16:creationId xmlns:a16="http://schemas.microsoft.com/office/drawing/2014/main" id="{D1FC6901-E62F-4BCD-BEFD-20A9C9EB843A}"/>
              </a:ext>
            </a:extLst>
          </p:cNvPr>
          <p:cNvSpPr>
            <a:spLocks xmlns:a="http://schemas.openxmlformats.org/drawingml/2006/main" noGrp="1"/>
          </p:cNvSpPr>
          <p:nvPr/>
        </p:nvSpPr>
        <p:spPr>
          <a:xfrm xmlns:a="http://schemas.openxmlformats.org/drawingml/2006/main">
            <a:off x="8477250" y="4572000"/>
            <a:ext cx="3219450" cy="1009650"/>
          </a:xfrm>
          <a:prstGeom xmlns:a="http://schemas.openxmlformats.org/drawingml/2006/main" prst="rect">
            <a:avLst/>
          </a:prstGeom>
          <a:solidFill xmlns:a="http://schemas.openxmlformats.org/drawingml/2006/main">
            <a:srgbClr val="FFFFFF"/>
          </a:solidFill>
          <a:ln xmlns:a="http://schemas.openxmlformats.org/drawingml/2006/main" w="12383">
            <a:solidFill>
              <a:srgbClr val="328263"/>
            </a:solidFill>
            <a:prstDash val="solid"/>
          </a:ln>
        </p:spPr>
      </p:sp>
      <p:sp>
        <p:nvSpPr>
          <p:cNvPr id="29" name="text-123">
            <a:extLst xmlns:a="http://schemas.openxmlformats.org/drawingml/2006/main">
              <a:ext uri="{FF2B5EF4-FFF2-40B4-BE49-F238E27FC236}">
                <a16:creationId xmlns:a16="http://schemas.microsoft.com/office/drawing/2014/main" id="{2537C392-A966-4E49-B115-4540B395EE8F}"/>
              </a:ext>
            </a:extLst>
          </p:cNvPr>
          <p:cNvSpPr>
            <a:spLocks xmlns:a="http://schemas.openxmlformats.org/drawingml/2006/main" noGrp="1"/>
          </p:cNvSpPr>
          <p:nvPr/>
        </p:nvSpPr>
        <p:spPr>
          <a:xfrm xmlns:a="http://schemas.openxmlformats.org/drawingml/2006/main">
            <a:off x="8629650" y="4686300"/>
            <a:ext cx="29146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328263"/>
                </a:solidFill>
                <a:latin typeface="Microsoft YaHei"/>
                <a:ea typeface="Microsoft YaHei"/>
                <a:cs typeface="Microsoft YaHei"/>
              </a:defRPr>
            </a:defPPr>
            <a:lvl1pPr algn="l">
              <a:buNone/>
              <a:defRPr sz="1800" b="1">
                <a:solidFill>
                  <a:srgbClr val="328263"/>
                </a:solidFill>
                <a:latin typeface="Microsoft YaHei"/>
                <a:ea typeface="Microsoft YaHei"/>
                <a:cs typeface="Microsoft YaHei"/>
              </a:defRPr>
            </a:lvl1pPr>
            <a:lvl2pPr algn="l">
              <a:buNone/>
              <a:defRPr sz="1800" b="1">
                <a:solidFill>
                  <a:srgbClr val="328263"/>
                </a:solidFill>
                <a:latin typeface="Microsoft YaHei"/>
                <a:ea typeface="Microsoft YaHei"/>
                <a:cs typeface="Microsoft YaHei"/>
              </a:defRPr>
            </a:lvl2pPr>
            <a:lvl3pPr algn="l">
              <a:buNone/>
              <a:defRPr sz="1800" b="1">
                <a:solidFill>
                  <a:srgbClr val="328263"/>
                </a:solidFill>
                <a:latin typeface="Microsoft YaHei"/>
                <a:ea typeface="Microsoft YaHei"/>
                <a:cs typeface="Microsoft YaHei"/>
              </a:defRPr>
            </a:lvl3pPr>
            <a:lvl4pPr algn="l">
              <a:buNone/>
              <a:defRPr sz="1800" b="1">
                <a:solidFill>
                  <a:srgbClr val="328263"/>
                </a:solidFill>
                <a:latin typeface="Microsoft YaHei"/>
                <a:ea typeface="Microsoft YaHei"/>
                <a:cs typeface="Microsoft YaHei"/>
              </a:defRPr>
            </a:lvl4pPr>
            <a:lvl5pPr algn="l">
              <a:buNone/>
              <a:defRPr sz="1800" b="1">
                <a:solidFill>
                  <a:srgbClr val="328263"/>
                </a:solidFill>
                <a:latin typeface="Microsoft YaHei"/>
                <a:ea typeface="Microsoft YaHei"/>
                <a:cs typeface="Microsoft YaHei"/>
              </a:defRPr>
            </a:lvl5pPr>
            <a:lvl6pPr algn="l">
              <a:buNone/>
              <a:defRPr sz="1800" b="1">
                <a:solidFill>
                  <a:srgbClr val="328263"/>
                </a:solidFill>
                <a:latin typeface="Microsoft YaHei"/>
                <a:ea typeface="Microsoft YaHei"/>
                <a:cs typeface="Microsoft YaHei"/>
              </a:defRPr>
            </a:lvl6pPr>
            <a:lvl7pPr algn="l">
              <a:buNone/>
              <a:defRPr sz="1800" b="1">
                <a:solidFill>
                  <a:srgbClr val="328263"/>
                </a:solidFill>
                <a:latin typeface="Microsoft YaHei"/>
                <a:ea typeface="Microsoft YaHei"/>
                <a:cs typeface="Microsoft YaHei"/>
              </a:defRPr>
            </a:lvl7pPr>
            <a:lvl8pPr algn="l">
              <a:buNone/>
              <a:defRPr sz="1800" b="1">
                <a:solidFill>
                  <a:srgbClr val="328263"/>
                </a:solidFill>
                <a:latin typeface="Microsoft YaHei"/>
                <a:ea typeface="Microsoft YaHei"/>
                <a:cs typeface="Microsoft YaHei"/>
              </a:defRPr>
            </a:lvl8pPr>
            <a:lvl9pPr algn="l">
              <a:buNone/>
              <a:defRPr sz="1800" b="1">
                <a:solidFill>
                  <a:srgbClr val="328263"/>
                </a:solidFill>
                <a:latin typeface="Microsoft YaHei"/>
                <a:ea typeface="Microsoft YaHei"/>
                <a:cs typeface="Microsoft YaHei"/>
              </a:defRPr>
            </a:lvl9pPr>
          </a:lstStyle>
          <a:p xmlns:a="http://schemas.openxmlformats.org/drawingml/2006/main">
            <a:pPr algn="l">
              <a:lnSpc>
                <a:spcPct val="112000"/>
              </a:lnSpc>
              <a:buNone/>
              <a:defRPr sz="1800" b="1">
                <a:solidFill>
                  <a:srgbClr val="328263"/>
                </a:solidFill>
                <a:latin typeface="Microsoft YaHei"/>
                <a:ea typeface="Microsoft YaHei"/>
                <a:cs typeface="Microsoft YaHei"/>
              </a:defRPr>
            </a:pPr>
            <a:r>
              <a:rPr sz="1800" b="1">
                <a:solidFill>
                  <a:srgbClr val="328263"/>
                </a:solidFill>
                <a:latin typeface="Microsoft YaHei"/>
                <a:ea typeface="Microsoft YaHei"/>
                <a:cs typeface="Microsoft YaHei"/>
              </a:rPr>
              <a:t>有效：受控提交</a:t>
            </a:r>
          </a:p>
        </p:txBody>
      </p:sp>
      <p:sp>
        <p:nvSpPr>
          <p:cNvPr id="30" name="text-124">
            <a:extLst xmlns:a="http://schemas.openxmlformats.org/drawingml/2006/main">
              <a:ext uri="{FF2B5EF4-FFF2-40B4-BE49-F238E27FC236}">
                <a16:creationId xmlns:a16="http://schemas.microsoft.com/office/drawing/2014/main" id="{69A3DB31-4BDC-4402-8D11-17687F5DDC39}"/>
              </a:ext>
            </a:extLst>
          </p:cNvPr>
          <p:cNvSpPr>
            <a:spLocks xmlns:a="http://schemas.openxmlformats.org/drawingml/2006/main" noGrp="1"/>
          </p:cNvSpPr>
          <p:nvPr/>
        </p:nvSpPr>
        <p:spPr>
          <a:xfrm xmlns:a="http://schemas.openxmlformats.org/drawingml/2006/main">
            <a:off x="8629650" y="5019675"/>
            <a:ext cx="29146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17263A"/>
                </a:solidFill>
                <a:latin typeface="Microsoft YaHei"/>
                <a:ea typeface="Microsoft YaHei"/>
                <a:cs typeface="Microsoft YaHei"/>
              </a:defRPr>
            </a:defPPr>
            <a:lvl1pPr algn="l">
              <a:buNone/>
              <a:defRPr sz="1575" b="0">
                <a:solidFill>
                  <a:srgbClr val="17263A"/>
                </a:solidFill>
                <a:latin typeface="Microsoft YaHei"/>
                <a:ea typeface="Microsoft YaHei"/>
                <a:cs typeface="Microsoft YaHei"/>
              </a:defRPr>
            </a:lvl1pPr>
            <a:lvl2pPr algn="l">
              <a:buNone/>
              <a:defRPr sz="1575" b="0">
                <a:solidFill>
                  <a:srgbClr val="17263A"/>
                </a:solidFill>
                <a:latin typeface="Microsoft YaHei"/>
                <a:ea typeface="Microsoft YaHei"/>
                <a:cs typeface="Microsoft YaHei"/>
              </a:defRPr>
            </a:lvl2pPr>
            <a:lvl3pPr algn="l">
              <a:buNone/>
              <a:defRPr sz="1575" b="0">
                <a:solidFill>
                  <a:srgbClr val="17263A"/>
                </a:solidFill>
                <a:latin typeface="Microsoft YaHei"/>
                <a:ea typeface="Microsoft YaHei"/>
                <a:cs typeface="Microsoft YaHei"/>
              </a:defRPr>
            </a:lvl3pPr>
            <a:lvl4pPr algn="l">
              <a:buNone/>
              <a:defRPr sz="1575" b="0">
                <a:solidFill>
                  <a:srgbClr val="17263A"/>
                </a:solidFill>
                <a:latin typeface="Microsoft YaHei"/>
                <a:ea typeface="Microsoft YaHei"/>
                <a:cs typeface="Microsoft YaHei"/>
              </a:defRPr>
            </a:lvl4pPr>
            <a:lvl5pPr algn="l">
              <a:buNone/>
              <a:defRPr sz="1575" b="0">
                <a:solidFill>
                  <a:srgbClr val="17263A"/>
                </a:solidFill>
                <a:latin typeface="Microsoft YaHei"/>
                <a:ea typeface="Microsoft YaHei"/>
                <a:cs typeface="Microsoft YaHei"/>
              </a:defRPr>
            </a:lvl5pPr>
            <a:lvl6pPr algn="l">
              <a:buNone/>
              <a:defRPr sz="1575" b="0">
                <a:solidFill>
                  <a:srgbClr val="17263A"/>
                </a:solidFill>
                <a:latin typeface="Microsoft YaHei"/>
                <a:ea typeface="Microsoft YaHei"/>
                <a:cs typeface="Microsoft YaHei"/>
              </a:defRPr>
            </a:lvl6pPr>
            <a:lvl7pPr algn="l">
              <a:buNone/>
              <a:defRPr sz="1575" b="0">
                <a:solidFill>
                  <a:srgbClr val="17263A"/>
                </a:solidFill>
                <a:latin typeface="Microsoft YaHei"/>
                <a:ea typeface="Microsoft YaHei"/>
                <a:cs typeface="Microsoft YaHei"/>
              </a:defRPr>
            </a:lvl7pPr>
            <a:lvl8pPr algn="l">
              <a:buNone/>
              <a:defRPr sz="1575" b="0">
                <a:solidFill>
                  <a:srgbClr val="17263A"/>
                </a:solidFill>
                <a:latin typeface="Microsoft YaHei"/>
                <a:ea typeface="Microsoft YaHei"/>
                <a:cs typeface="Microsoft YaHei"/>
              </a:defRPr>
            </a:lvl8pPr>
            <a:lvl9pPr algn="l">
              <a:buNone/>
              <a:defRPr sz="1575" b="0">
                <a:solidFill>
                  <a:srgbClr val="17263A"/>
                </a:solidFill>
                <a:latin typeface="Microsoft YaHei"/>
                <a:ea typeface="Microsoft YaHei"/>
                <a:cs typeface="Microsoft YaHei"/>
              </a:defRPr>
            </a:lvl9pPr>
          </a:lstStyle>
          <a:p xmlns:a="http://schemas.openxmlformats.org/drawingml/2006/main">
            <a:pPr algn="l">
              <a:lnSpc>
                <a:spcPct val="112000"/>
              </a:lnSpc>
              <a:buNone/>
              <a:defRPr sz="1575" b="0">
                <a:solidFill>
                  <a:srgbClr val="17263A"/>
                </a:solidFill>
                <a:latin typeface="Microsoft YaHei"/>
                <a:ea typeface="Microsoft YaHei"/>
                <a:cs typeface="Microsoft YaHei"/>
              </a:defRPr>
            </a:pPr>
            <a:r>
              <a:rPr sz="1575" b="0">
                <a:solidFill>
                  <a:srgbClr val="17263A"/>
                </a:solidFill>
                <a:latin typeface="Microsoft YaHei"/>
                <a:ea typeface="Microsoft YaHei"/>
                <a:cs typeface="Microsoft YaHei"/>
              </a:rPr>
              <a:t>同一受控执行域校验并更新</a:t>
            </a:r>
          </a:p>
          <a:p xmlns:a="http://schemas.openxmlformats.org/drawingml/2006/main">
            <a:pPr algn="l">
              <a:lnSpc>
                <a:spcPct val="112000"/>
              </a:lnSpc>
              <a:buNone/>
              <a:defRPr sz="1575" b="0">
                <a:solidFill>
                  <a:srgbClr val="17263A"/>
                </a:solidFill>
                <a:latin typeface="Microsoft YaHei"/>
                <a:ea typeface="Microsoft YaHei"/>
                <a:cs typeface="Microsoft YaHei"/>
              </a:defRPr>
            </a:pPr>
            <a:r>
              <a:rPr sz="1575" b="0">
                <a:solidFill>
                  <a:srgbClr val="17263A"/>
                </a:solidFill>
                <a:latin typeface="Microsoft YaHei"/>
                <a:ea typeface="Microsoft YaHei"/>
                <a:cs typeface="Microsoft YaHei"/>
              </a:rPr>
              <a:t>提交后按旧契约通知</a:t>
            </a:r>
          </a:p>
        </p:txBody>
      </p:sp>
      <p:sp>
        <p:nvSpPr>
          <p:cNvPr id="31" name="rect-125">
            <a:extLst xmlns:a="http://schemas.openxmlformats.org/drawingml/2006/main">
              <a:ext uri="{FF2B5EF4-FFF2-40B4-BE49-F238E27FC236}">
                <a16:creationId xmlns:a16="http://schemas.microsoft.com/office/drawing/2014/main" id="{39DD1BDA-8CD2-4EC2-B003-6503F3049373}"/>
              </a:ext>
            </a:extLst>
          </p:cNvPr>
          <p:cNvSpPr>
            <a:spLocks xmlns:a="http://schemas.openxmlformats.org/drawingml/2006/main" noGrp="1"/>
          </p:cNvSpPr>
          <p:nvPr/>
        </p:nvSpPr>
        <p:spPr>
          <a:xfrm xmlns:a="http://schemas.openxmlformats.org/drawingml/2006/main">
            <a:off x="6534150" y="416242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2" name="rect-126">
            <a:extLst xmlns:a="http://schemas.openxmlformats.org/drawingml/2006/main">
              <a:ext uri="{FF2B5EF4-FFF2-40B4-BE49-F238E27FC236}">
                <a16:creationId xmlns:a16="http://schemas.microsoft.com/office/drawing/2014/main" id="{D8CD3C1A-1CFF-4A15-924B-EDD288ED21CD}"/>
              </a:ext>
            </a:extLst>
          </p:cNvPr>
          <p:cNvSpPr>
            <a:spLocks xmlns:a="http://schemas.openxmlformats.org/drawingml/2006/main" noGrp="1"/>
          </p:cNvSpPr>
          <p:nvPr/>
        </p:nvSpPr>
        <p:spPr>
          <a:xfrm xmlns:a="http://schemas.openxmlformats.org/drawingml/2006/main">
            <a:off x="10077450" y="416242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5" name="rect-127">
            <a:extLst xmlns:a="http://schemas.openxmlformats.org/drawingml/2006/main">
              <a:ext uri="{FF2B5EF4-FFF2-40B4-BE49-F238E27FC236}">
                <a16:creationId xmlns:a16="http://schemas.microsoft.com/office/drawing/2014/main" id="{A7DD80EC-FB13-4262-83DA-3D279E100BEA}"/>
              </a:ext>
            </a:extLst>
          </p:cNvPr>
          <p:cNvSpPr>
            <a:spLocks xmlns:a="http://schemas.openxmlformats.org/drawingml/2006/main" noGrp="1"/>
          </p:cNvSpPr>
          <p:nvPr/>
        </p:nvSpPr>
        <p:spPr>
          <a:xfrm xmlns:a="http://schemas.openxmlformats.org/drawingml/2006/main">
            <a:off x="495300" y="5934075"/>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36" name="text-128">
            <a:extLst xmlns:a="http://schemas.openxmlformats.org/drawingml/2006/main">
              <a:ext uri="{FF2B5EF4-FFF2-40B4-BE49-F238E27FC236}">
                <a16:creationId xmlns:a16="http://schemas.microsoft.com/office/drawing/2014/main" id="{4C46ADE4-54A3-42E9-86E0-DF14B5481D86}"/>
              </a:ext>
            </a:extLst>
          </p:cNvPr>
          <p:cNvSpPr>
            <a:spLocks xmlns:a="http://schemas.openxmlformats.org/drawingml/2006/main" noGrp="1"/>
          </p:cNvSpPr>
          <p:nvPr/>
        </p:nvSpPr>
        <p:spPr>
          <a:xfrm xmlns:a="http://schemas.openxmlformats.org/drawingml/2006/main">
            <a:off x="495300" y="6076950"/>
            <a:ext cx="11201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buNone/>
              <a:defRPr sz="1575" b="1">
                <a:solidFill>
                  <a:srgbClr val="246AB8"/>
                </a:solidFill>
                <a:latin typeface="Microsoft YaHei"/>
                <a:ea typeface="Microsoft YaHei"/>
                <a:cs typeface="Microsoft YaHei"/>
              </a:defRPr>
            </a:lvl1pPr>
            <a:lvl2pPr algn="l">
              <a:buNone/>
              <a:defRPr sz="1575" b="1">
                <a:solidFill>
                  <a:srgbClr val="246AB8"/>
                </a:solidFill>
                <a:latin typeface="Microsoft YaHei"/>
                <a:ea typeface="Microsoft YaHei"/>
                <a:cs typeface="Microsoft YaHei"/>
              </a:defRPr>
            </a:lvl2pPr>
            <a:lvl3pPr algn="l">
              <a:buNone/>
              <a:defRPr sz="1575" b="1">
                <a:solidFill>
                  <a:srgbClr val="246AB8"/>
                </a:solidFill>
                <a:latin typeface="Microsoft YaHei"/>
                <a:ea typeface="Microsoft YaHei"/>
                <a:cs typeface="Microsoft YaHei"/>
              </a:defRPr>
            </a:lvl3pPr>
            <a:lvl4pPr algn="l">
              <a:buNone/>
              <a:defRPr sz="1575" b="1">
                <a:solidFill>
                  <a:srgbClr val="246AB8"/>
                </a:solidFill>
                <a:latin typeface="Microsoft YaHei"/>
                <a:ea typeface="Microsoft YaHei"/>
                <a:cs typeface="Microsoft YaHei"/>
              </a:defRPr>
            </a:lvl4pPr>
            <a:lvl5pPr algn="l">
              <a:buNone/>
              <a:defRPr sz="1575" b="1">
                <a:solidFill>
                  <a:srgbClr val="246AB8"/>
                </a:solidFill>
                <a:latin typeface="Microsoft YaHei"/>
                <a:ea typeface="Microsoft YaHei"/>
                <a:cs typeface="Microsoft YaHei"/>
              </a:defRPr>
            </a:lvl5pPr>
            <a:lvl6pPr algn="l">
              <a:buNone/>
              <a:defRPr sz="1575" b="1">
                <a:solidFill>
                  <a:srgbClr val="246AB8"/>
                </a:solidFill>
                <a:latin typeface="Microsoft YaHei"/>
                <a:ea typeface="Microsoft YaHei"/>
                <a:cs typeface="Microsoft YaHei"/>
              </a:defRPr>
            </a:lvl6pPr>
            <a:lvl7pPr algn="l">
              <a:buNone/>
              <a:defRPr sz="1575" b="1">
                <a:solidFill>
                  <a:srgbClr val="246AB8"/>
                </a:solidFill>
                <a:latin typeface="Microsoft YaHei"/>
                <a:ea typeface="Microsoft YaHei"/>
                <a:cs typeface="Microsoft YaHei"/>
              </a:defRPr>
            </a:lvl7pPr>
            <a:lvl8pPr algn="l">
              <a:buNone/>
              <a:defRPr sz="1575" b="1">
                <a:solidFill>
                  <a:srgbClr val="246AB8"/>
                </a:solidFill>
                <a:latin typeface="Microsoft YaHei"/>
                <a:ea typeface="Microsoft YaHei"/>
                <a:cs typeface="Microsoft YaHei"/>
              </a:defRPr>
            </a:lvl8pPr>
            <a:lvl9pPr algn="l">
              <a:buNone/>
              <a:defRPr sz="1575" b="1">
                <a:solidFill>
                  <a:srgbClr val="246AB8"/>
                </a:solidFill>
                <a:latin typeface="Microsoft YaHei"/>
                <a:ea typeface="Microsoft YaHei"/>
                <a:cs typeface="Microsoft YaHei"/>
              </a:defRPr>
            </a:lvl9pPr>
          </a:lstStyle>
          <a:p xmlns:a="http://schemas.openxmlformats.org/drawingml/2006/main">
            <a:pPr algn="l">
              <a:lnSpc>
                <a:spcPct val="11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换卡使旧会话失效；同卡局部刷新只失效受影响的加载范围。</a:t>
            </a:r>
          </a:p>
        </p:txBody>
      </p:sp>
    </p:spTree>
    <p:extLst>
      <p:ext uri="{BB962C8B-B14F-4D97-AF65-F5344CB8AC3E}">
        <p14:creationId xmlns:p14="http://schemas.microsoft.com/office/powerpoint/2010/main" val="135753181"/>
      </p:ext>
    </p:extLst>
  </p:cSld>
</p:sld>
</file>

<file path=ppt/slides/slide5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F28C55DB-4DCA-4E9B-B058-E5E07F96D0F7}"/>
              </a:ext>
            </a:extLst>
          </p:cNvPr>
          <p:cNvCxnSpPr>
            <a:stCxn xmlns:a="http://schemas.openxmlformats.org/drawingml/2006/main" id="10" idx="3"/>
            <a:endCxn xmlns:a="http://schemas.openxmlformats.org/drawingml/2006/main" id="12" idx="1"/>
          </p:cNvCxnSpPr>
          <p:nvPr/>
        </p:nvCxnSpPr>
        <p:spPr>
          <a:xfrm xmlns:a="http://schemas.openxmlformats.org/drawingml/2006/main">
            <a:off x="7953375" y="2181225"/>
            <a:ext cx="885825" cy="0"/>
          </a:xfrm>
          <a:prstGeom xmlns:a="http://schemas.openxmlformats.org/drawingml/2006/main" prst="straightConnector1">
            <a:avLst/>
          </a:prstGeom>
          <a:ln xmlns:a="http://schemas.openxmlformats.org/drawingml/2006/main" w="16193">
            <a:solidFill>
              <a:srgbClr val="208C9F"/>
            </a:solidFill>
            <a:prstDash val="solid"/>
            <a:headEnd type="arrow" w="sm" len="sm"/>
            <a:tailEnd type="arrow" w="sm" len="sm"/>
          </a:ln>
        </p:spPr>
      </p:cxnSp>
      <p:cxnSp>
        <p:nvCxnSpPr>
          <p:cNvPr id="14" name="">
            <a:extLst xmlns:a="http://schemas.openxmlformats.org/drawingml/2006/main">
              <a:ext uri="{FF2B5EF4-FFF2-40B4-BE49-F238E27FC236}">
                <a16:creationId xmlns:a16="http://schemas.microsoft.com/office/drawing/2014/main" id="{0511C19C-492C-479E-A13B-092508CCD208}"/>
              </a:ext>
            </a:extLst>
          </p:cNvPr>
          <p:cNvCxnSpPr>
            <a:stCxn xmlns:a="http://schemas.openxmlformats.org/drawingml/2006/main" id="8" idx="3"/>
            <a:endCxn xmlns:a="http://schemas.openxmlformats.org/drawingml/2006/main" id="10" idx="1"/>
          </p:cNvCxnSpPr>
          <p:nvPr/>
        </p:nvCxnSpPr>
        <p:spPr>
          <a:xfrm xmlns:a="http://schemas.openxmlformats.org/drawingml/2006/main">
            <a:off x="3352800" y="2181225"/>
            <a:ext cx="885825" cy="0"/>
          </a:xfrm>
          <a:prstGeom xmlns:a="http://schemas.openxmlformats.org/drawingml/2006/main" prst="straightConnector1">
            <a:avLst/>
          </a:prstGeom>
          <a:ln xmlns:a="http://schemas.openxmlformats.org/drawingml/2006/main" w="16193">
            <a:solidFill>
              <a:srgbClr val="246AB8"/>
            </a:solidFill>
            <a:prstDash val="solid"/>
            <a:headEnd type="arrow" w="sm" len="sm"/>
            <a:tailEnd type="arrow" w="sm" len="sm"/>
          </a:ln>
        </p:spPr>
      </p:cxnSp>
      <p:sp>
        <p:nvSpPr>
          <p:cNvPr id="19" name="rect-129">
            <a:extLst xmlns:a="http://schemas.openxmlformats.org/drawingml/2006/main">
              <a:ext uri="{FF2B5EF4-FFF2-40B4-BE49-F238E27FC236}">
                <a16:creationId xmlns:a16="http://schemas.microsoft.com/office/drawing/2014/main" id="{7D722AD5-B48B-4FFC-838F-DA103170AC1C}"/>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text-130">
            <a:extLst xmlns:a="http://schemas.openxmlformats.org/drawingml/2006/main">
              <a:ext uri="{FF2B5EF4-FFF2-40B4-BE49-F238E27FC236}">
                <a16:creationId xmlns:a16="http://schemas.microsoft.com/office/drawing/2014/main" id="{1055462F-CF27-4379-93AA-42D8D3804CDB}"/>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text-131">
            <a:extLst xmlns:a="http://schemas.openxmlformats.org/drawingml/2006/main">
              <a:ext uri="{FF2B5EF4-FFF2-40B4-BE49-F238E27FC236}">
                <a16:creationId xmlns:a16="http://schemas.microsoft.com/office/drawing/2014/main" id="{51544A14-8C11-403E-B38C-F5DF00838F3A}"/>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外部接口：兼容适配与行为验证</a:t>
            </a:r>
          </a:p>
        </p:txBody>
      </p:sp>
      <p:sp>
        <p:nvSpPr>
          <p:cNvPr id="4" name="text-132">
            <a:extLst xmlns:a="http://schemas.openxmlformats.org/drawingml/2006/main">
              <a:ext uri="{FF2B5EF4-FFF2-40B4-BE49-F238E27FC236}">
                <a16:creationId xmlns:a16="http://schemas.microsoft.com/office/drawing/2014/main" id="{E15F5909-53E5-4E36-9703-97450CB4B9D8}"/>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旧契约覆盖签名、数据含义、权限、完成条件和通知时序</a:t>
            </a:r>
          </a:p>
        </p:txBody>
      </p:sp>
      <p:sp>
        <p:nvSpPr>
          <p:cNvPr id="5" name="rect-133">
            <a:extLst xmlns:a="http://schemas.openxmlformats.org/drawingml/2006/main">
              <a:ext uri="{FF2B5EF4-FFF2-40B4-BE49-F238E27FC236}">
                <a16:creationId xmlns:a16="http://schemas.microsoft.com/office/drawing/2014/main" id="{AAB7FF1F-EFE6-4530-B3AD-65D278D2FB08}"/>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text-134">
            <a:extLst xmlns:a="http://schemas.openxmlformats.org/drawingml/2006/main">
              <a:ext uri="{FF2B5EF4-FFF2-40B4-BE49-F238E27FC236}">
                <a16:creationId xmlns:a16="http://schemas.microsoft.com/office/drawing/2014/main" id="{F002C231-B765-4DD9-9ED3-D5334357AFD3}"/>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sp>
        <p:nvSpPr>
          <p:cNvPr id="7" name="text-135">
            <a:extLst xmlns:a="http://schemas.openxmlformats.org/drawingml/2006/main">
              <a:ext uri="{FF2B5EF4-FFF2-40B4-BE49-F238E27FC236}">
                <a16:creationId xmlns:a16="http://schemas.microsoft.com/office/drawing/2014/main" id="{4780BEB1-E850-42C9-AFBE-C0A04652FDB3}"/>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17 / 19</a:t>
            </a:r>
          </a:p>
        </p:txBody>
      </p:sp>
      <p:sp>
        <p:nvSpPr>
          <p:cNvPr id="8" name="old-client-136">
            <a:extLst xmlns:a="http://schemas.openxmlformats.org/drawingml/2006/main">
              <a:ext uri="{FF2B5EF4-FFF2-40B4-BE49-F238E27FC236}">
                <a16:creationId xmlns:a16="http://schemas.microsoft.com/office/drawing/2014/main" id="{214E0BA7-7FDB-47C1-B488-46DCBB437A80}"/>
              </a:ext>
            </a:extLst>
          </p:cNvPr>
          <p:cNvSpPr>
            <a:spLocks xmlns:a="http://schemas.openxmlformats.org/drawingml/2006/main" noGrp="1"/>
          </p:cNvSpPr>
          <p:nvPr/>
        </p:nvSpPr>
        <p:spPr>
          <a:xfrm xmlns:a="http://schemas.openxmlformats.org/drawingml/2006/main">
            <a:off x="495300" y="1857375"/>
            <a:ext cx="2857500" cy="647700"/>
          </a:xfrm>
          <a:prstGeom xmlns:a="http://schemas.openxmlformats.org/drawingml/2006/main" prst="rect">
            <a:avLst/>
          </a:prstGeom>
          <a:solidFill xmlns:a="http://schemas.openxmlformats.org/drawingml/2006/main">
            <a:srgbClr val="FFFFFF"/>
          </a:solidFill>
          <a:ln xmlns:a="http://schemas.openxmlformats.org/drawingml/2006/main" w="12383">
            <a:solidFill>
              <a:srgbClr val="246AB8"/>
            </a:solidFill>
            <a:prstDash val="solid"/>
          </a:ln>
        </p:spPr>
      </p:sp>
      <p:sp>
        <p:nvSpPr>
          <p:cNvPr id="9" name="text-137">
            <a:extLst xmlns:a="http://schemas.openxmlformats.org/drawingml/2006/main">
              <a:ext uri="{FF2B5EF4-FFF2-40B4-BE49-F238E27FC236}">
                <a16:creationId xmlns:a16="http://schemas.microsoft.com/office/drawing/2014/main" id="{5F964DA6-86E7-4E42-88E6-48EC888BF464}"/>
              </a:ext>
            </a:extLst>
          </p:cNvPr>
          <p:cNvSpPr>
            <a:spLocks xmlns:a="http://schemas.openxmlformats.org/drawingml/2006/main" noGrp="1"/>
          </p:cNvSpPr>
          <p:nvPr/>
        </p:nvSpPr>
        <p:spPr>
          <a:xfrm xmlns:a="http://schemas.openxmlformats.org/drawingml/2006/main">
            <a:off x="666750" y="2057400"/>
            <a:ext cx="2514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875" b="1">
                <a:solidFill>
                  <a:srgbClr val="246AB8"/>
                </a:solidFill>
                <a:latin typeface="Microsoft YaHei"/>
                <a:ea typeface="Microsoft YaHei"/>
                <a:cs typeface="Microsoft YaHei"/>
              </a:defRPr>
            </a:defPPr>
            <a:lvl1pPr algn="ctr">
              <a:buNone/>
              <a:defRPr sz="1875" b="1">
                <a:solidFill>
                  <a:srgbClr val="246AB8"/>
                </a:solidFill>
                <a:latin typeface="Microsoft YaHei"/>
                <a:ea typeface="Microsoft YaHei"/>
                <a:cs typeface="Microsoft YaHei"/>
              </a:defRPr>
            </a:lvl1pPr>
            <a:lvl2pPr algn="ctr">
              <a:buNone/>
              <a:defRPr sz="1875" b="1">
                <a:solidFill>
                  <a:srgbClr val="246AB8"/>
                </a:solidFill>
                <a:latin typeface="Microsoft YaHei"/>
                <a:ea typeface="Microsoft YaHei"/>
                <a:cs typeface="Microsoft YaHei"/>
              </a:defRPr>
            </a:lvl2pPr>
            <a:lvl3pPr algn="ctr">
              <a:buNone/>
              <a:defRPr sz="1875" b="1">
                <a:solidFill>
                  <a:srgbClr val="246AB8"/>
                </a:solidFill>
                <a:latin typeface="Microsoft YaHei"/>
                <a:ea typeface="Microsoft YaHei"/>
                <a:cs typeface="Microsoft YaHei"/>
              </a:defRPr>
            </a:lvl3pPr>
            <a:lvl4pPr algn="ctr">
              <a:buNone/>
              <a:defRPr sz="1875" b="1">
                <a:solidFill>
                  <a:srgbClr val="246AB8"/>
                </a:solidFill>
                <a:latin typeface="Microsoft YaHei"/>
                <a:ea typeface="Microsoft YaHei"/>
                <a:cs typeface="Microsoft YaHei"/>
              </a:defRPr>
            </a:lvl4pPr>
            <a:lvl5pPr algn="ctr">
              <a:buNone/>
              <a:defRPr sz="1875" b="1">
                <a:solidFill>
                  <a:srgbClr val="246AB8"/>
                </a:solidFill>
                <a:latin typeface="Microsoft YaHei"/>
                <a:ea typeface="Microsoft YaHei"/>
                <a:cs typeface="Microsoft YaHei"/>
              </a:defRPr>
            </a:lvl5pPr>
            <a:lvl6pPr algn="ctr">
              <a:buNone/>
              <a:defRPr sz="1875" b="1">
                <a:solidFill>
                  <a:srgbClr val="246AB8"/>
                </a:solidFill>
                <a:latin typeface="Microsoft YaHei"/>
                <a:ea typeface="Microsoft YaHei"/>
                <a:cs typeface="Microsoft YaHei"/>
              </a:defRPr>
            </a:lvl6pPr>
            <a:lvl7pPr algn="ctr">
              <a:buNone/>
              <a:defRPr sz="1875" b="1">
                <a:solidFill>
                  <a:srgbClr val="246AB8"/>
                </a:solidFill>
                <a:latin typeface="Microsoft YaHei"/>
                <a:ea typeface="Microsoft YaHei"/>
                <a:cs typeface="Microsoft YaHei"/>
              </a:defRPr>
            </a:lvl7pPr>
            <a:lvl8pPr algn="ctr">
              <a:buNone/>
              <a:defRPr sz="1875" b="1">
                <a:solidFill>
                  <a:srgbClr val="246AB8"/>
                </a:solidFill>
                <a:latin typeface="Microsoft YaHei"/>
                <a:ea typeface="Microsoft YaHei"/>
                <a:cs typeface="Microsoft YaHei"/>
              </a:defRPr>
            </a:lvl8pPr>
            <a:lvl9pPr algn="ctr">
              <a:buNone/>
              <a:defRPr sz="1875" b="1">
                <a:solidFill>
                  <a:srgbClr val="246AB8"/>
                </a:solidFill>
                <a:latin typeface="Microsoft YaHei"/>
                <a:ea typeface="Microsoft YaHei"/>
                <a:cs typeface="Microsoft YaHei"/>
              </a:defRPr>
            </a:lvl9pPr>
          </a:lstStyle>
          <a:p xmlns:a="http://schemas.openxmlformats.org/drawingml/2006/main">
            <a:pPr algn="ctr">
              <a:lnSpc>
                <a:spcPct val="112000"/>
              </a:lnSpc>
              <a:buNone/>
              <a:defRPr sz="1875" b="1">
                <a:solidFill>
                  <a:srgbClr val="246AB8"/>
                </a:solidFill>
                <a:latin typeface="Microsoft YaHei"/>
                <a:ea typeface="Microsoft YaHei"/>
                <a:cs typeface="Microsoft YaHei"/>
              </a:defRPr>
            </a:pPr>
            <a:r>
              <a:rPr sz="1875" b="1">
                <a:solidFill>
                  <a:srgbClr val="246AB8"/>
                </a:solidFill>
                <a:latin typeface="Microsoft YaHei"/>
                <a:ea typeface="Microsoft YaHei"/>
                <a:cs typeface="Microsoft YaHei"/>
              </a:rPr>
              <a:t>原有调用方</a:t>
            </a:r>
          </a:p>
        </p:txBody>
      </p:sp>
      <p:sp>
        <p:nvSpPr>
          <p:cNvPr id="10" name="old-acl-138">
            <a:extLst xmlns:a="http://schemas.openxmlformats.org/drawingml/2006/main">
              <a:ext uri="{FF2B5EF4-FFF2-40B4-BE49-F238E27FC236}">
                <a16:creationId xmlns:a16="http://schemas.microsoft.com/office/drawing/2014/main" id="{96092BD4-CC36-4468-98C7-75B84092E450}"/>
              </a:ext>
            </a:extLst>
          </p:cNvPr>
          <p:cNvSpPr>
            <a:spLocks xmlns:a="http://schemas.openxmlformats.org/drawingml/2006/main" noGrp="1"/>
          </p:cNvSpPr>
          <p:nvPr/>
        </p:nvSpPr>
        <p:spPr>
          <a:xfrm xmlns:a="http://schemas.openxmlformats.org/drawingml/2006/main">
            <a:off x="4238625" y="1857375"/>
            <a:ext cx="3714750" cy="647700"/>
          </a:xfrm>
          <a:prstGeom xmlns:a="http://schemas.openxmlformats.org/drawingml/2006/main" prst="rect">
            <a:avLst/>
          </a:prstGeom>
          <a:solidFill xmlns:a="http://schemas.openxmlformats.org/drawingml/2006/main">
            <a:srgbClr val="FFFFFF"/>
          </a:solidFill>
          <a:ln xmlns:a="http://schemas.openxmlformats.org/drawingml/2006/main" w="12383">
            <a:solidFill>
              <a:srgbClr val="246AB8"/>
            </a:solidFill>
            <a:prstDash val="solid"/>
          </a:ln>
        </p:spPr>
      </p:sp>
      <p:sp>
        <p:nvSpPr>
          <p:cNvPr id="11" name="text-139">
            <a:extLst xmlns:a="http://schemas.openxmlformats.org/drawingml/2006/main">
              <a:ext uri="{FF2B5EF4-FFF2-40B4-BE49-F238E27FC236}">
                <a16:creationId xmlns:a16="http://schemas.microsoft.com/office/drawing/2014/main" id="{A39E4052-40B9-43D0-8DB0-C7E200BE1184}"/>
              </a:ext>
            </a:extLst>
          </p:cNvPr>
          <p:cNvSpPr>
            <a:spLocks xmlns:a="http://schemas.openxmlformats.org/drawingml/2006/main" noGrp="1"/>
          </p:cNvSpPr>
          <p:nvPr/>
        </p:nvSpPr>
        <p:spPr>
          <a:xfrm xmlns:a="http://schemas.openxmlformats.org/drawingml/2006/main">
            <a:off x="4410075" y="2057400"/>
            <a:ext cx="33718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875" b="1">
                <a:solidFill>
                  <a:srgbClr val="246AB8"/>
                </a:solidFill>
                <a:latin typeface="Microsoft YaHei"/>
                <a:ea typeface="Microsoft YaHei"/>
                <a:cs typeface="Microsoft YaHei"/>
              </a:defRPr>
            </a:defPPr>
            <a:lvl1pPr algn="ctr">
              <a:buNone/>
              <a:defRPr sz="1875" b="1">
                <a:solidFill>
                  <a:srgbClr val="246AB8"/>
                </a:solidFill>
                <a:latin typeface="Microsoft YaHei"/>
                <a:ea typeface="Microsoft YaHei"/>
                <a:cs typeface="Microsoft YaHei"/>
              </a:defRPr>
            </a:lvl1pPr>
            <a:lvl2pPr algn="ctr">
              <a:buNone/>
              <a:defRPr sz="1875" b="1">
                <a:solidFill>
                  <a:srgbClr val="246AB8"/>
                </a:solidFill>
                <a:latin typeface="Microsoft YaHei"/>
                <a:ea typeface="Microsoft YaHei"/>
                <a:cs typeface="Microsoft YaHei"/>
              </a:defRPr>
            </a:lvl2pPr>
            <a:lvl3pPr algn="ctr">
              <a:buNone/>
              <a:defRPr sz="1875" b="1">
                <a:solidFill>
                  <a:srgbClr val="246AB8"/>
                </a:solidFill>
                <a:latin typeface="Microsoft YaHei"/>
                <a:ea typeface="Microsoft YaHei"/>
                <a:cs typeface="Microsoft YaHei"/>
              </a:defRPr>
            </a:lvl3pPr>
            <a:lvl4pPr algn="ctr">
              <a:buNone/>
              <a:defRPr sz="1875" b="1">
                <a:solidFill>
                  <a:srgbClr val="246AB8"/>
                </a:solidFill>
                <a:latin typeface="Microsoft YaHei"/>
                <a:ea typeface="Microsoft YaHei"/>
                <a:cs typeface="Microsoft YaHei"/>
              </a:defRPr>
            </a:lvl4pPr>
            <a:lvl5pPr algn="ctr">
              <a:buNone/>
              <a:defRPr sz="1875" b="1">
                <a:solidFill>
                  <a:srgbClr val="246AB8"/>
                </a:solidFill>
                <a:latin typeface="Microsoft YaHei"/>
                <a:ea typeface="Microsoft YaHei"/>
                <a:cs typeface="Microsoft YaHei"/>
              </a:defRPr>
            </a:lvl5pPr>
            <a:lvl6pPr algn="ctr">
              <a:buNone/>
              <a:defRPr sz="1875" b="1">
                <a:solidFill>
                  <a:srgbClr val="246AB8"/>
                </a:solidFill>
                <a:latin typeface="Microsoft YaHei"/>
                <a:ea typeface="Microsoft YaHei"/>
                <a:cs typeface="Microsoft YaHei"/>
              </a:defRPr>
            </a:lvl6pPr>
            <a:lvl7pPr algn="ctr">
              <a:buNone/>
              <a:defRPr sz="1875" b="1">
                <a:solidFill>
                  <a:srgbClr val="246AB8"/>
                </a:solidFill>
                <a:latin typeface="Microsoft YaHei"/>
                <a:ea typeface="Microsoft YaHei"/>
                <a:cs typeface="Microsoft YaHei"/>
              </a:defRPr>
            </a:lvl7pPr>
            <a:lvl8pPr algn="ctr">
              <a:buNone/>
              <a:defRPr sz="1875" b="1">
                <a:solidFill>
                  <a:srgbClr val="246AB8"/>
                </a:solidFill>
                <a:latin typeface="Microsoft YaHei"/>
                <a:ea typeface="Microsoft YaHei"/>
                <a:cs typeface="Microsoft YaHei"/>
              </a:defRPr>
            </a:lvl8pPr>
            <a:lvl9pPr algn="ctr">
              <a:buNone/>
              <a:defRPr sz="1875" b="1">
                <a:solidFill>
                  <a:srgbClr val="246AB8"/>
                </a:solidFill>
                <a:latin typeface="Microsoft YaHei"/>
                <a:ea typeface="Microsoft YaHei"/>
                <a:cs typeface="Microsoft YaHei"/>
              </a:defRPr>
            </a:lvl9pPr>
          </a:lstStyle>
          <a:p xmlns:a="http://schemas.openxmlformats.org/drawingml/2006/main">
            <a:pPr algn="ctr">
              <a:lnSpc>
                <a:spcPct val="112000"/>
              </a:lnSpc>
              <a:buNone/>
              <a:defRPr sz="1875" b="1">
                <a:solidFill>
                  <a:srgbClr val="246AB8"/>
                </a:solidFill>
                <a:latin typeface="Microsoft YaHei"/>
                <a:ea typeface="Microsoft YaHei"/>
                <a:cs typeface="Microsoft YaHei"/>
              </a:defRPr>
            </a:pPr>
            <a:r>
              <a:rPr sz="1875" b="1">
                <a:solidFill>
                  <a:srgbClr val="246AB8"/>
                </a:solidFill>
                <a:latin typeface="Microsoft YaHei"/>
                <a:ea typeface="Microsoft YaHei"/>
                <a:cs typeface="Microsoft YaHei"/>
              </a:rPr>
              <a:t>旧接口与兼容适配</a:t>
            </a:r>
          </a:p>
        </p:txBody>
      </p:sp>
      <p:sp>
        <p:nvSpPr>
          <p:cNvPr id="12" name="new-internals-140">
            <a:extLst xmlns:a="http://schemas.openxmlformats.org/drawingml/2006/main">
              <a:ext uri="{FF2B5EF4-FFF2-40B4-BE49-F238E27FC236}">
                <a16:creationId xmlns:a16="http://schemas.microsoft.com/office/drawing/2014/main" id="{C03B5371-2D6A-4812-BE7F-493485EBB9B1}"/>
              </a:ext>
            </a:extLst>
          </p:cNvPr>
          <p:cNvSpPr>
            <a:spLocks xmlns:a="http://schemas.openxmlformats.org/drawingml/2006/main" noGrp="1"/>
          </p:cNvSpPr>
          <p:nvPr/>
        </p:nvSpPr>
        <p:spPr>
          <a:xfrm xmlns:a="http://schemas.openxmlformats.org/drawingml/2006/main">
            <a:off x="8839200" y="1857375"/>
            <a:ext cx="2857500" cy="647700"/>
          </a:xfrm>
          <a:prstGeom xmlns:a="http://schemas.openxmlformats.org/drawingml/2006/main" prst="rect">
            <a:avLst/>
          </a:prstGeom>
          <a:solidFill xmlns:a="http://schemas.openxmlformats.org/drawingml/2006/main">
            <a:srgbClr val="FFFFFF"/>
          </a:solidFill>
          <a:ln xmlns:a="http://schemas.openxmlformats.org/drawingml/2006/main" w="12383">
            <a:solidFill>
              <a:srgbClr val="208C9F"/>
            </a:solidFill>
            <a:prstDash val="solid"/>
          </a:ln>
        </p:spPr>
      </p:sp>
      <p:sp>
        <p:nvSpPr>
          <p:cNvPr id="13" name="text-141">
            <a:extLst xmlns:a="http://schemas.openxmlformats.org/drawingml/2006/main">
              <a:ext uri="{FF2B5EF4-FFF2-40B4-BE49-F238E27FC236}">
                <a16:creationId xmlns:a16="http://schemas.microsoft.com/office/drawing/2014/main" id="{6BBC58FF-40EF-4E2A-9E37-2283E5963BEB}"/>
              </a:ext>
            </a:extLst>
          </p:cNvPr>
          <p:cNvSpPr>
            <a:spLocks xmlns:a="http://schemas.openxmlformats.org/drawingml/2006/main" noGrp="1"/>
          </p:cNvSpPr>
          <p:nvPr/>
        </p:nvSpPr>
        <p:spPr>
          <a:xfrm xmlns:a="http://schemas.openxmlformats.org/drawingml/2006/main">
            <a:off x="9010650" y="2057400"/>
            <a:ext cx="2514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875" b="1">
                <a:solidFill>
                  <a:srgbClr val="208C9F"/>
                </a:solidFill>
                <a:latin typeface="Microsoft YaHei"/>
                <a:ea typeface="Microsoft YaHei"/>
                <a:cs typeface="Microsoft YaHei"/>
              </a:defRPr>
            </a:defPPr>
            <a:lvl1pPr algn="ctr">
              <a:buNone/>
              <a:defRPr sz="1875" b="1">
                <a:solidFill>
                  <a:srgbClr val="208C9F"/>
                </a:solidFill>
                <a:latin typeface="Microsoft YaHei"/>
                <a:ea typeface="Microsoft YaHei"/>
                <a:cs typeface="Microsoft YaHei"/>
              </a:defRPr>
            </a:lvl1pPr>
            <a:lvl2pPr algn="ctr">
              <a:buNone/>
              <a:defRPr sz="1875" b="1">
                <a:solidFill>
                  <a:srgbClr val="208C9F"/>
                </a:solidFill>
                <a:latin typeface="Microsoft YaHei"/>
                <a:ea typeface="Microsoft YaHei"/>
                <a:cs typeface="Microsoft YaHei"/>
              </a:defRPr>
            </a:lvl2pPr>
            <a:lvl3pPr algn="ctr">
              <a:buNone/>
              <a:defRPr sz="1875" b="1">
                <a:solidFill>
                  <a:srgbClr val="208C9F"/>
                </a:solidFill>
                <a:latin typeface="Microsoft YaHei"/>
                <a:ea typeface="Microsoft YaHei"/>
                <a:cs typeface="Microsoft YaHei"/>
              </a:defRPr>
            </a:lvl3pPr>
            <a:lvl4pPr algn="ctr">
              <a:buNone/>
              <a:defRPr sz="1875" b="1">
                <a:solidFill>
                  <a:srgbClr val="208C9F"/>
                </a:solidFill>
                <a:latin typeface="Microsoft YaHei"/>
                <a:ea typeface="Microsoft YaHei"/>
                <a:cs typeface="Microsoft YaHei"/>
              </a:defRPr>
            </a:lvl4pPr>
            <a:lvl5pPr algn="ctr">
              <a:buNone/>
              <a:defRPr sz="1875" b="1">
                <a:solidFill>
                  <a:srgbClr val="208C9F"/>
                </a:solidFill>
                <a:latin typeface="Microsoft YaHei"/>
                <a:ea typeface="Microsoft YaHei"/>
                <a:cs typeface="Microsoft YaHei"/>
              </a:defRPr>
            </a:lvl5pPr>
            <a:lvl6pPr algn="ctr">
              <a:buNone/>
              <a:defRPr sz="1875" b="1">
                <a:solidFill>
                  <a:srgbClr val="208C9F"/>
                </a:solidFill>
                <a:latin typeface="Microsoft YaHei"/>
                <a:ea typeface="Microsoft YaHei"/>
                <a:cs typeface="Microsoft YaHei"/>
              </a:defRPr>
            </a:lvl6pPr>
            <a:lvl7pPr algn="ctr">
              <a:buNone/>
              <a:defRPr sz="1875" b="1">
                <a:solidFill>
                  <a:srgbClr val="208C9F"/>
                </a:solidFill>
                <a:latin typeface="Microsoft YaHei"/>
                <a:ea typeface="Microsoft YaHei"/>
                <a:cs typeface="Microsoft YaHei"/>
              </a:defRPr>
            </a:lvl7pPr>
            <a:lvl8pPr algn="ctr">
              <a:buNone/>
              <a:defRPr sz="1875" b="1">
                <a:solidFill>
                  <a:srgbClr val="208C9F"/>
                </a:solidFill>
                <a:latin typeface="Microsoft YaHei"/>
                <a:ea typeface="Microsoft YaHei"/>
                <a:cs typeface="Microsoft YaHei"/>
              </a:defRPr>
            </a:lvl8pPr>
            <a:lvl9pPr algn="ctr">
              <a:buNone/>
              <a:defRPr sz="1875" b="1">
                <a:solidFill>
                  <a:srgbClr val="208C9F"/>
                </a:solidFill>
                <a:latin typeface="Microsoft YaHei"/>
                <a:ea typeface="Microsoft YaHei"/>
                <a:cs typeface="Microsoft YaHei"/>
              </a:defRPr>
            </a:lvl9pPr>
          </a:lstStyle>
          <a:p xmlns:a="http://schemas.openxmlformats.org/drawingml/2006/main">
            <a:pPr algn="ctr">
              <a:lnSpc>
                <a:spcPct val="112000"/>
              </a:lnSpc>
              <a:buNone/>
              <a:defRPr sz="1875" b="1">
                <a:solidFill>
                  <a:srgbClr val="208C9F"/>
                </a:solidFill>
                <a:latin typeface="Microsoft YaHei"/>
                <a:ea typeface="Microsoft YaHei"/>
                <a:cs typeface="Microsoft YaHei"/>
              </a:defRPr>
            </a:pPr>
            <a:r>
              <a:rPr sz="1875" b="1">
                <a:solidFill>
                  <a:srgbClr val="208C9F"/>
                </a:solidFill>
                <a:latin typeface="Microsoft YaHei"/>
                <a:ea typeface="Microsoft YaHei"/>
                <a:cs typeface="Microsoft YaHei"/>
              </a:rPr>
              <a:t>新内部模型与用例</a:t>
            </a:r>
          </a:p>
        </p:txBody>
      </p:sp>
      <p:graphicFrame>
        <p:nvGraphicFramePr>
          <p:cNvPr id="16" name="">
            <a:extLst xmlns:a="http://schemas.openxmlformats.org/drawingml/2006/main">
              <a:ext uri="{FF2B5EF4-FFF2-40B4-BE49-F238E27FC236}">
                <a16:creationId xmlns:a16="http://schemas.microsoft.com/office/drawing/2014/main" id="{1731F0D6-0FF8-4897-A1E3-15A99FE4DFFE}"/>
              </a:ext>
            </a:extLst>
          </p:cNvPr>
          <p:cNvGraphicFramePr/>
          <p:nvPr/>
        </p:nvGraphicFramePr>
        <p:xfrm>
          <a:off xmlns:a="http://schemas.openxmlformats.org/drawingml/2006/main" x="495300" y="2847975"/>
          <a:ext xmlns:a="http://schemas.openxmlformats.org/drawingml/2006/main" cx="11201400" cy="2924175"/>
        </p:xfrm>
        <a:graphic xmlns:a="http://schemas.openxmlformats.org/drawingml/2006/main">
          <a:graphicData uri="http://schemas.openxmlformats.org/drawingml/2006/table">
            <a:tbl>
              <a:tblPr firstRow="1" bandRow="0"/>
              <a:tblGrid>
                <a:gridCol w="2714625"/>
                <a:gridCol w="8486775"/>
              </a:tblGrid>
              <a:tr h="409575">
                <a:tc>
                  <a:txBody>
                    <a:bodyPr/>
                    <a:lstStyle/>
                    <a:p>
                      <a:r>
                        <a:rPr sz="1500" b="1">
                          <a:solidFill>
                            <a:srgbClr val="FFFFFF"/>
                          </a:solidFill>
                          <a:latin typeface="Microsoft YaHei"/>
                          <a:ea typeface="Microsoft YaHei"/>
                          <a:cs typeface="Microsoft YaHei"/>
                        </a:rPr>
                        <a:t>保护什么</a:t>
                      </a:r>
                    </a:p>
                  </a:txBody>
                  <a:tcPr marL="142875" marR="114300" marT="95250" marB="76200" anchor="ctr">
                    <a:lnL w="6191">
                      <a:solidFill>
                        <a:srgbClr val="CDD8E6"/>
                      </a:solidFill>
                      <a:prstDash val="solid"/>
                    </a:lnL>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怎样检查</a:t>
                      </a:r>
                    </a:p>
                  </a:txBody>
                  <a:tcPr marL="142875" marR="114300" marT="95250" marB="76200"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r>
              <a:tr h="628650">
                <a:tc>
                  <a:txBody>
                    <a:bodyPr/>
                    <a:lstStyle/>
                    <a:p>
                      <a:r>
                        <a:rPr sz="1575" b="1">
                          <a:solidFill>
                            <a:srgbClr val="246AB8"/>
                          </a:solidFill>
                          <a:latin typeface="Microsoft YaHei"/>
                          <a:ea typeface="Microsoft YaHei"/>
                          <a:cs typeface="Microsoft YaHei"/>
                        </a:rPr>
                        <a:t>入口与结果</a:t>
                      </a:r>
                    </a:p>
                  </a:txBody>
                  <a:tcPr marL="142875" marR="114300" marT="95250" marB="7620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核对 SA / IPC、方法、参数、权限、错误码及 slot / simId 语义</a:t>
                      </a:r>
                    </a:p>
                  </a:txBody>
                  <a:tcPr marL="142875" marR="114300" marT="95250" marB="76200" anchor="ctr">
                    <a:lnR w="6191">
                      <a:solidFill>
                        <a:srgbClr val="CDD8E6"/>
                      </a:solidFill>
                      <a:prstDash val="solid"/>
                    </a:lnR>
                    <a:lnB w="6191">
                      <a:solidFill>
                        <a:srgbClr val="CDD8E6"/>
                      </a:solidFill>
                      <a:prstDash val="solid"/>
                    </a:lnB>
                    <a:solidFill>
                      <a:srgbClr val="FFFFFF"/>
                    </a:solidFill>
                  </a:tcPr>
                </a:tc>
              </a:tr>
              <a:tr h="628650">
                <a:tc>
                  <a:txBody>
                    <a:bodyPr/>
                    <a:lstStyle/>
                    <a:p>
                      <a:r>
                        <a:rPr sz="1575" b="1">
                          <a:solidFill>
                            <a:srgbClr val="246AB8"/>
                          </a:solidFill>
                          <a:latin typeface="Microsoft YaHei"/>
                          <a:ea typeface="Microsoft YaHei"/>
                          <a:cs typeface="Microsoft YaHei"/>
                        </a:rPr>
                        <a:t>异步完成与通知</a:t>
                      </a:r>
                    </a:p>
                  </a:txBody>
                  <a:tcPr marL="142875" marR="114300" marT="95250" marB="76200"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同场景比较回调次数、顺序、允许时限，以及查询可见性</a:t>
                      </a:r>
                    </a:p>
                  </a:txBody>
                  <a:tcPr marL="142875" marR="114300" marT="95250" marB="76200" anchor="ctr">
                    <a:lnR w="6191">
                      <a:solidFill>
                        <a:srgbClr val="CDD8E6"/>
                      </a:solidFill>
                      <a:prstDash val="solid"/>
                    </a:lnR>
                    <a:lnB w="6191">
                      <a:solidFill>
                        <a:srgbClr val="CDD8E6"/>
                      </a:solidFill>
                      <a:prstDash val="solid"/>
                    </a:lnB>
                    <a:solidFill>
                      <a:srgbClr val="EAF0F7"/>
                    </a:solidFill>
                  </a:tcPr>
                </a:tc>
              </a:tr>
              <a:tr h="628650">
                <a:tc>
                  <a:txBody>
                    <a:bodyPr/>
                    <a:lstStyle/>
                    <a:p>
                      <a:r>
                        <a:rPr sz="1575" b="1">
                          <a:solidFill>
                            <a:srgbClr val="246AB8"/>
                          </a:solidFill>
                          <a:latin typeface="Microsoft YaHei"/>
                          <a:ea typeface="Microsoft YaHei"/>
                          <a:cs typeface="Microsoft YaHei"/>
                        </a:rPr>
                        <a:t>数据与设备副作用</a:t>
                      </a:r>
                    </a:p>
                  </a:txBody>
                  <a:tcPr marL="142875" marR="114300" marT="95250" marB="7620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单独测试 DataShare 直接消费者。设备命令只由活动路径发送</a:t>
                      </a:r>
                    </a:p>
                  </a:txBody>
                  <a:tcPr marL="142875" marR="114300" marT="95250" marB="76200" anchor="ctr">
                    <a:lnR w="6191">
                      <a:solidFill>
                        <a:srgbClr val="CDD8E6"/>
                      </a:solidFill>
                      <a:prstDash val="solid"/>
                    </a:lnR>
                    <a:lnB w="6191">
                      <a:solidFill>
                        <a:srgbClr val="CDD8E6"/>
                      </a:solidFill>
                      <a:prstDash val="solid"/>
                    </a:lnB>
                    <a:solidFill>
                      <a:srgbClr val="FFFFFF"/>
                    </a:solidFill>
                  </a:tcPr>
                </a:tc>
              </a:tr>
              <a:tr h="628650">
                <a:tc>
                  <a:txBody>
                    <a:bodyPr/>
                    <a:lstStyle/>
                    <a:p>
                      <a:r>
                        <a:rPr sz="1575" b="1">
                          <a:solidFill>
                            <a:srgbClr val="246AB8"/>
                          </a:solidFill>
                          <a:latin typeface="Microsoft YaHei"/>
                          <a:ea typeface="Microsoft YaHei"/>
                          <a:cs typeface="Microsoft YaHei"/>
                        </a:rPr>
                        <a:t>启动、停止与跨 SO 边界</a:t>
                      </a:r>
                    </a:p>
                  </a:txBody>
                  <a:tcPr marL="142875" marR="114300" marT="95250" marB="76200"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检查对象身份、在途回调、销毁、ABI，以及存储兼容和回退条件</a:t>
                      </a:r>
                    </a:p>
                  </a:txBody>
                  <a:tcPr marL="142875" marR="114300" marT="95250" marB="76200" anchor="ctr">
                    <a:lnR w="6191">
                      <a:solidFill>
                        <a:srgbClr val="CDD8E6"/>
                      </a:solidFill>
                      <a:prstDash val="solid"/>
                    </a:lnR>
                    <a:lnB w="6191">
                      <a:solidFill>
                        <a:srgbClr val="CDD8E6"/>
                      </a:solidFill>
                      <a:prstDash val="solid"/>
                    </a:lnB>
                    <a:solidFill>
                      <a:srgbClr val="EAF0F7"/>
                    </a:solidFill>
                  </a:tcPr>
                </a:tc>
              </a:tr>
            </a:tbl>
          </a:graphicData>
        </a:graphic>
      </p:graphicFrame>
      <p:sp>
        <p:nvSpPr>
          <p:cNvPr id="17" name="rect-142">
            <a:extLst xmlns:a="http://schemas.openxmlformats.org/drawingml/2006/main">
              <a:ext uri="{FF2B5EF4-FFF2-40B4-BE49-F238E27FC236}">
                <a16:creationId xmlns:a16="http://schemas.microsoft.com/office/drawing/2014/main" id="{A0A76BA7-D33A-4EE9-A8C0-9814E059FE3C}"/>
              </a:ext>
            </a:extLst>
          </p:cNvPr>
          <p:cNvSpPr>
            <a:spLocks xmlns:a="http://schemas.openxmlformats.org/drawingml/2006/main" noGrp="1"/>
          </p:cNvSpPr>
          <p:nvPr/>
        </p:nvSpPr>
        <p:spPr>
          <a:xfrm xmlns:a="http://schemas.openxmlformats.org/drawingml/2006/main">
            <a:off x="495300" y="6029325"/>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18" name="text-143">
            <a:extLst xmlns:a="http://schemas.openxmlformats.org/drawingml/2006/main">
              <a:ext uri="{FF2B5EF4-FFF2-40B4-BE49-F238E27FC236}">
                <a16:creationId xmlns:a16="http://schemas.microsoft.com/office/drawing/2014/main" id="{B5D3D544-FA1A-4E45-A62D-322F55189F95}"/>
              </a:ext>
            </a:extLst>
          </p:cNvPr>
          <p:cNvSpPr>
            <a:spLocks xmlns:a="http://schemas.openxmlformats.org/drawingml/2006/main" noGrp="1"/>
          </p:cNvSpPr>
          <p:nvPr/>
        </p:nvSpPr>
        <p:spPr>
          <a:xfrm xmlns:a="http://schemas.openxmlformats.org/drawingml/2006/main">
            <a:off x="495300" y="6172200"/>
            <a:ext cx="11201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vl1pPr algn="l">
              <a:buNone/>
              <a:defRPr sz="1575" b="1">
                <a:solidFill>
                  <a:srgbClr val="246AB8"/>
                </a:solidFill>
                <a:latin typeface="Microsoft YaHei"/>
                <a:ea typeface="Microsoft YaHei"/>
                <a:cs typeface="Microsoft YaHei"/>
              </a:defRPr>
            </a:lvl1pPr>
            <a:lvl2pPr algn="l">
              <a:buNone/>
              <a:defRPr sz="1575" b="1">
                <a:solidFill>
                  <a:srgbClr val="246AB8"/>
                </a:solidFill>
                <a:latin typeface="Microsoft YaHei"/>
                <a:ea typeface="Microsoft YaHei"/>
                <a:cs typeface="Microsoft YaHei"/>
              </a:defRPr>
            </a:lvl2pPr>
            <a:lvl3pPr algn="l">
              <a:buNone/>
              <a:defRPr sz="1575" b="1">
                <a:solidFill>
                  <a:srgbClr val="246AB8"/>
                </a:solidFill>
                <a:latin typeface="Microsoft YaHei"/>
                <a:ea typeface="Microsoft YaHei"/>
                <a:cs typeface="Microsoft YaHei"/>
              </a:defRPr>
            </a:lvl3pPr>
            <a:lvl4pPr algn="l">
              <a:buNone/>
              <a:defRPr sz="1575" b="1">
                <a:solidFill>
                  <a:srgbClr val="246AB8"/>
                </a:solidFill>
                <a:latin typeface="Microsoft YaHei"/>
                <a:ea typeface="Microsoft YaHei"/>
                <a:cs typeface="Microsoft YaHei"/>
              </a:defRPr>
            </a:lvl4pPr>
            <a:lvl5pPr algn="l">
              <a:buNone/>
              <a:defRPr sz="1575" b="1">
                <a:solidFill>
                  <a:srgbClr val="246AB8"/>
                </a:solidFill>
                <a:latin typeface="Microsoft YaHei"/>
                <a:ea typeface="Microsoft YaHei"/>
                <a:cs typeface="Microsoft YaHei"/>
              </a:defRPr>
            </a:lvl5pPr>
            <a:lvl6pPr algn="l">
              <a:buNone/>
              <a:defRPr sz="1575" b="1">
                <a:solidFill>
                  <a:srgbClr val="246AB8"/>
                </a:solidFill>
                <a:latin typeface="Microsoft YaHei"/>
                <a:ea typeface="Microsoft YaHei"/>
                <a:cs typeface="Microsoft YaHei"/>
              </a:defRPr>
            </a:lvl6pPr>
            <a:lvl7pPr algn="l">
              <a:buNone/>
              <a:defRPr sz="1575" b="1">
                <a:solidFill>
                  <a:srgbClr val="246AB8"/>
                </a:solidFill>
                <a:latin typeface="Microsoft YaHei"/>
                <a:ea typeface="Microsoft YaHei"/>
                <a:cs typeface="Microsoft YaHei"/>
              </a:defRPr>
            </a:lvl7pPr>
            <a:lvl8pPr algn="l">
              <a:buNone/>
              <a:defRPr sz="1575" b="1">
                <a:solidFill>
                  <a:srgbClr val="246AB8"/>
                </a:solidFill>
                <a:latin typeface="Microsoft YaHei"/>
                <a:ea typeface="Microsoft YaHei"/>
                <a:cs typeface="Microsoft YaHei"/>
              </a:defRPr>
            </a:lvl8pPr>
            <a:lvl9pPr algn="l">
              <a:buNone/>
              <a:defRPr sz="1575" b="1">
                <a:solidFill>
                  <a:srgbClr val="246AB8"/>
                </a:solidFill>
                <a:latin typeface="Microsoft YaHei"/>
                <a:ea typeface="Microsoft YaHei"/>
                <a:cs typeface="Microsoft YaHei"/>
              </a:defRPr>
            </a:lvl9pPr>
          </a:lstStyle>
          <a:p xmlns:a="http://schemas.openxmlformats.org/drawingml/2006/main">
            <a:pPr algn="l">
              <a:lnSpc>
                <a:spcPct val="11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以冻结契约和独立预期判定，结合新旧实现差分。已知缺陷与批准修复单列。</a:t>
            </a:r>
          </a:p>
        </p:txBody>
      </p:sp>
    </p:spTree>
    <p:extLst>
      <p:ext uri="{BB962C8B-B14F-4D97-AF65-F5344CB8AC3E}">
        <p14:creationId xmlns:p14="http://schemas.microsoft.com/office/powerpoint/2010/main" val="935596196"/>
      </p:ext>
    </p:extLst>
  </p:cSld>
</p:sld>
</file>

<file path=ppt/slides/slide5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shape-81">
            <a:extLst xmlns:a="http://schemas.openxmlformats.org/drawingml/2006/main">
              <a:ext uri="{FF2B5EF4-FFF2-40B4-BE49-F238E27FC236}">
                <a16:creationId xmlns:a16="http://schemas.microsoft.com/office/drawing/2014/main" id="{A5A56157-A6A2-4082-989B-2178A346844F}"/>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shape-82">
            <a:extLst xmlns:a="http://schemas.openxmlformats.org/drawingml/2006/main">
              <a:ext uri="{FF2B5EF4-FFF2-40B4-BE49-F238E27FC236}">
                <a16:creationId xmlns:a16="http://schemas.microsoft.com/office/drawing/2014/main" id="{56C857E7-609E-4E49-B955-18A034FF6B99}"/>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shape-83">
            <a:extLst xmlns:a="http://schemas.openxmlformats.org/drawingml/2006/main">
              <a:ext uri="{FF2B5EF4-FFF2-40B4-BE49-F238E27FC236}">
                <a16:creationId xmlns:a16="http://schemas.microsoft.com/office/drawing/2014/main" id="{F8B635CB-02AA-494A-A487-8EFD52577ABF}"/>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迁移计划：结构、生命周期与写权分别验收</a:t>
            </a:r>
          </a:p>
        </p:txBody>
      </p:sp>
      <p:sp>
        <p:nvSpPr>
          <p:cNvPr id="4" name="shape-84">
            <a:extLst xmlns:a="http://schemas.openxmlformats.org/drawingml/2006/main">
              <a:ext uri="{FF2B5EF4-FFF2-40B4-BE49-F238E27FC236}">
                <a16:creationId xmlns:a16="http://schemas.microsoft.com/office/drawing/2014/main" id="{7EA4437D-3E7E-4EFA-BE34-75A77593E127}"/>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阶段是实施提案，已有容量与基础设施记录不代表完整业务已就绪</a:t>
            </a:r>
          </a:p>
        </p:txBody>
      </p:sp>
      <p:sp>
        <p:nvSpPr>
          <p:cNvPr id="5" name="shape-85">
            <a:extLst xmlns:a="http://schemas.openxmlformats.org/drawingml/2006/main">
              <a:ext uri="{FF2B5EF4-FFF2-40B4-BE49-F238E27FC236}">
                <a16:creationId xmlns:a16="http://schemas.microsoft.com/office/drawing/2014/main" id="{A1C6B698-8E76-4A28-9303-059E72B8AF02}"/>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shape-86">
            <a:extLst xmlns:a="http://schemas.openxmlformats.org/drawingml/2006/main">
              <a:ext uri="{FF2B5EF4-FFF2-40B4-BE49-F238E27FC236}">
                <a16:creationId xmlns:a16="http://schemas.microsoft.com/office/drawing/2014/main" id="{2380239F-0EB2-46D2-922C-AC92497C9459}"/>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graphicFrame>
        <p:nvGraphicFramePr>
          <p:cNvPr id="7" name="">
            <a:extLst xmlns:a="http://schemas.openxmlformats.org/drawingml/2006/main">
              <a:ext uri="{FF2B5EF4-FFF2-40B4-BE49-F238E27FC236}">
                <a16:creationId xmlns:a16="http://schemas.microsoft.com/office/drawing/2014/main" id="{30FAFAB3-E00F-4CA4-BD92-0FC3B92FB598}"/>
              </a:ext>
            </a:extLst>
          </p:cNvPr>
          <p:cNvGraphicFramePr/>
          <p:nvPr/>
        </p:nvGraphicFramePr>
        <p:xfrm>
          <a:off xmlns:a="http://schemas.openxmlformats.org/drawingml/2006/main" x="495300" y="1819275"/>
          <a:ext xmlns:a="http://schemas.openxmlformats.org/drawingml/2006/main" cx="11201400" cy="4076700"/>
        </p:xfrm>
        <a:graphic xmlns:a="http://schemas.openxmlformats.org/drawingml/2006/main">
          <a:graphicData uri="http://schemas.openxmlformats.org/drawingml/2006/table">
            <a:tbl>
              <a:tblPr firstRow="1" bandRow="0"/>
              <a:tblGrid>
                <a:gridCol w="2238375"/>
                <a:gridCol w="4381500"/>
                <a:gridCol w="4581525"/>
              </a:tblGrid>
              <a:tr h="419100">
                <a:tc>
                  <a:txBody>
                    <a:bodyPr/>
                    <a:lstStyle/>
                    <a:p>
                      <a:r>
                        <a:rPr sz="1500" b="1">
                          <a:solidFill>
                            <a:srgbClr val="FFFFFF"/>
                          </a:solidFill>
                          <a:latin typeface="Microsoft YaHei"/>
                          <a:ea typeface="Microsoft YaHei"/>
                          <a:cs typeface="Microsoft YaHei"/>
                        </a:rPr>
                        <a:t>阶段</a:t>
                      </a:r>
                    </a:p>
                  </a:txBody>
                  <a:tcPr marL="133350" marR="95250" marT="76200" marB="57150" anchor="ctr">
                    <a:lnL w="6191">
                      <a:solidFill>
                        <a:srgbClr val="CDD8E6"/>
                      </a:solidFill>
                      <a:prstDash val="solid"/>
                    </a:lnL>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交付范围</a:t>
                      </a:r>
                    </a:p>
                  </a:txBody>
                  <a:tcPr marL="133350" marR="95250" marT="76200" marB="57150"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本批门禁</a:t>
                      </a:r>
                    </a:p>
                  </a:txBody>
                  <a:tcPr marL="133350" marR="95250" marT="76200" marB="57150"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r>
              <a:tr h="666750">
                <a:tc>
                  <a:txBody>
                    <a:bodyPr/>
                    <a:lstStyle/>
                    <a:p>
                      <a:r>
                        <a:rPr sz="1575" b="1">
                          <a:solidFill>
                            <a:srgbClr val="246AB8"/>
                          </a:solidFill>
                          <a:latin typeface="Microsoft YaHei"/>
                          <a:ea typeface="Microsoft YaHei"/>
                          <a:cs typeface="Microsoft YaHei"/>
                        </a:rPr>
                        <a:t>G1  行为基线</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确定功能切片、旧输出与真实生产闭包</a:t>
                      </a:r>
                    </a:p>
                  </a:txBody>
                  <a:tcPr marL="133350" marR="95250" marT="76200" marB="57150" anchor="ctr">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初始化、失败轨迹与负向观测可运行</a:t>
                      </a:r>
                    </a:p>
                  </a:txBody>
                  <a:tcPr marL="133350" marR="95250" marT="76200" marB="57150" anchor="ctr">
                    <a:lnR w="6191">
                      <a:solidFill>
                        <a:srgbClr val="CDD8E6"/>
                      </a:solidFill>
                      <a:prstDash val="solid"/>
                    </a:lnR>
                    <a:lnB w="6191">
                      <a:solidFill>
                        <a:srgbClr val="CDD8E6"/>
                      </a:solidFill>
                      <a:prstDash val="solid"/>
                    </a:lnB>
                    <a:solidFill>
                      <a:srgbClr val="FFFFFF"/>
                    </a:solidFill>
                  </a:tcPr>
                </a:tc>
              </a:tr>
              <a:tr h="666750">
                <a:tc>
                  <a:txBody>
                    <a:bodyPr/>
                    <a:lstStyle/>
                    <a:p>
                      <a:r>
                        <a:rPr sz="1575" b="1">
                          <a:solidFill>
                            <a:srgbClr val="246AB8"/>
                          </a:solidFill>
                          <a:latin typeface="Microsoft YaHei"/>
                          <a:ea typeface="Microsoft YaHei"/>
                          <a:cs typeface="Microsoft YaHei"/>
                        </a:rPr>
                        <a:t>G2a  依赖与所有权</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原 SO 内整理 HostPorts、工厂与注入</a:t>
                      </a:r>
                    </a:p>
                  </a:txBody>
                  <a:tcPr marL="133350" marR="95250" marT="76200" marB="57150" anchor="ctr">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旧 writer、线程与生命周期先保持</a:t>
                      </a:r>
                    </a:p>
                  </a:txBody>
                  <a:tcPr marL="133350" marR="95250" marT="76200" marB="57150" anchor="ctr">
                    <a:lnR w="6191">
                      <a:solidFill>
                        <a:srgbClr val="CDD8E6"/>
                      </a:solidFill>
                      <a:prstDash val="solid"/>
                    </a:lnR>
                    <a:lnB w="6191">
                      <a:solidFill>
                        <a:srgbClr val="CDD8E6"/>
                      </a:solidFill>
                      <a:prstDash val="solid"/>
                    </a:lnB>
                    <a:solidFill>
                      <a:srgbClr val="EAF0F7"/>
                    </a:solidFill>
                  </a:tcPr>
                </a:tc>
              </a:tr>
              <a:tr h="781050">
                <a:tc>
                  <a:txBody>
                    <a:bodyPr/>
                    <a:lstStyle/>
                    <a:p>
                      <a:r>
                        <a:rPr sz="1575" b="1">
                          <a:solidFill>
                            <a:srgbClr val="246AB8"/>
                          </a:solidFill>
                          <a:latin typeface="Microsoft YaHei"/>
                          <a:ea typeface="Microsoft YaHei"/>
                          <a:cs typeface="Microsoft YaHei"/>
                        </a:rPr>
                        <a:t>G2b / G2c</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按需机械拆 SO / 单独改关闭协议</a:t>
                      </a:r>
                    </a:p>
                  </a:txBody>
                  <a:tcPr marL="133350" marR="95250" marT="76200" marB="57150" anchor="ctr">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分别验证 ABI / 链接与排空</a:t>
                      </a:r>
                    </a:p>
                    <a:p>
                      <a:r>
                        <a:rPr sz="1575" b="0">
                          <a:solidFill>
                            <a:srgbClr val="17263A"/>
                          </a:solidFill>
                          <a:latin typeface="Microsoft YaHei"/>
                          <a:ea typeface="Microsoft YaHei"/>
                          <a:cs typeface="Microsoft YaHei"/>
                        </a:rPr>
                        <a:t>无法排空时不卸载</a:t>
                      </a:r>
                    </a:p>
                  </a:txBody>
                  <a:tcPr marL="133350" marR="95250" marT="76200" marB="57150" anchor="ctr">
                    <a:lnR w="6191">
                      <a:solidFill>
                        <a:srgbClr val="CDD8E6"/>
                      </a:solidFill>
                      <a:prstDash val="solid"/>
                    </a:lnR>
                    <a:lnB w="6191">
                      <a:solidFill>
                        <a:srgbClr val="CDD8E6"/>
                      </a:solidFill>
                      <a:prstDash val="solid"/>
                    </a:lnB>
                    <a:solidFill>
                      <a:srgbClr val="FFFFFF"/>
                    </a:solidFill>
                  </a:tcPr>
                </a:tc>
              </a:tr>
              <a:tr h="876300">
                <a:tc>
                  <a:txBody>
                    <a:bodyPr/>
                    <a:lstStyle/>
                    <a:p>
                      <a:r>
                        <a:rPr sz="1575" b="1">
                          <a:solidFill>
                            <a:srgbClr val="246AB8"/>
                          </a:solidFill>
                          <a:latin typeface="Microsoft YaHei"/>
                          <a:ea typeface="Microsoft YaHei"/>
                          <a:cs typeface="Microsoft YaHei"/>
                        </a:rPr>
                        <a:t>G3a～d  写权迁移</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账户资料 / 会话加载 / 角色操作 / eSIM</a:t>
                      </a:r>
                    </a:p>
                  </a:txBody>
                  <a:tcPr marL="133350" marR="95250" marT="76200" marB="57150" anchor="ctr">
                    <a:lnR w="6191">
                      <a:solidFill>
                        <a:srgbClr val="CDD8E6"/>
                      </a:solidFill>
                      <a:prstDash val="solid"/>
                    </a:lnR>
                    <a:lnB w="6191">
                      <a:solidFill>
                        <a:srgbClr val="CDD8E6"/>
                      </a:solidFill>
                      <a:prstDash val="solid"/>
                    </a:lnB>
                    <a:solidFill>
                      <a:srgbClr val="EAF0F7"/>
                    </a:solidFill>
                  </a:tcPr>
                </a:tc>
                <a:tc>
                  <a:txBody>
                    <a:bodyPr/>
                    <a:lstStyle/>
                    <a:p>
                      <a:r>
                        <a:rPr sz="1575" b="0">
                          <a:solidFill>
                            <a:srgbClr val="17263A"/>
                          </a:solidFill>
                          <a:latin typeface="Microsoft YaHei"/>
                          <a:ea typeface="Microsoft YaHei"/>
                          <a:cs typeface="Microsoft YaHei"/>
                        </a:rPr>
                        <a:t>按 WU-01～09 收口全部相关写入口</a:t>
                      </a:r>
                    </a:p>
                    <a:p>
                      <a:r>
                        <a:rPr sz="1575" b="0">
                          <a:solidFill>
                            <a:srgbClr val="17263A"/>
                          </a:solidFill>
                          <a:latin typeface="Microsoft YaHei"/>
                          <a:ea typeface="Microsoft YaHei"/>
                          <a:cs typeface="Microsoft YaHei"/>
                        </a:rPr>
                        <a:t>含初始化、重载、旧激活与异步回写</a:t>
                      </a:r>
                    </a:p>
                  </a:txBody>
                  <a:tcPr marL="133350" marR="95250" marT="76200" marB="57150" anchor="ctr">
                    <a:lnR w="6191">
                      <a:solidFill>
                        <a:srgbClr val="CDD8E6"/>
                      </a:solidFill>
                      <a:prstDash val="solid"/>
                    </a:lnR>
                    <a:lnB w="6191">
                      <a:solidFill>
                        <a:srgbClr val="CDD8E6"/>
                      </a:solidFill>
                      <a:prstDash val="solid"/>
                    </a:lnB>
                    <a:solidFill>
                      <a:srgbClr val="EAF0F7"/>
                    </a:solidFill>
                  </a:tcPr>
                </a:tc>
              </a:tr>
              <a:tr h="666750">
                <a:tc>
                  <a:txBody>
                    <a:bodyPr/>
                    <a:lstStyle/>
                    <a:p>
                      <a:r>
                        <a:rPr sz="1575" b="1">
                          <a:solidFill>
                            <a:srgbClr val="246AB8"/>
                          </a:solidFill>
                          <a:latin typeface="Microsoft YaHei"/>
                          <a:ea typeface="Microsoft YaHei"/>
                          <a:cs typeface="Microsoft YaHei"/>
                        </a:rPr>
                        <a:t>每批  清理与验收</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删除旁路，复扫依赖与功能覆盖</a:t>
                      </a:r>
                    </a:p>
                  </a:txBody>
                  <a:tcPr marL="133350" marR="95250" marT="76200" marB="57150" anchor="ctr">
                    <a:lnR w="6191">
                      <a:solidFill>
                        <a:srgbClr val="CDD8E6"/>
                      </a:solidFill>
                      <a:prstDash val="solid"/>
                    </a:lnR>
                    <a:lnB w="6191">
                      <a:solidFill>
                        <a:srgbClr val="CDD8E6"/>
                      </a:solidFill>
                      <a:prstDash val="solid"/>
                    </a:lnB>
                    <a:solidFill>
                      <a:srgbClr val="FFFFFF"/>
                    </a:solidFill>
                  </a:tcPr>
                </a:tc>
                <a:tc>
                  <a:txBody>
                    <a:bodyPr/>
                    <a:lstStyle/>
                    <a:p>
                      <a:r>
                        <a:rPr sz="1575" b="0">
                          <a:solidFill>
                            <a:srgbClr val="17263A"/>
                          </a:solidFill>
                          <a:latin typeface="Microsoft YaHei"/>
                          <a:ea typeface="Microsoft YaHei"/>
                          <a:cs typeface="Microsoft YaHei"/>
                        </a:rPr>
                        <a:t>对应产品 / 设备 / 外仓证据与回退条件</a:t>
                      </a:r>
                    </a:p>
                  </a:txBody>
                  <a:tcPr marL="133350" marR="95250" marT="76200" marB="57150" anchor="ctr">
                    <a:lnR w="6191">
                      <a:solidFill>
                        <a:srgbClr val="CDD8E6"/>
                      </a:solidFill>
                      <a:prstDash val="solid"/>
                    </a:lnR>
                    <a:lnB w="6191">
                      <a:solidFill>
                        <a:srgbClr val="CDD8E6"/>
                      </a:solidFill>
                      <a:prstDash val="solid"/>
                    </a:lnB>
                    <a:solidFill>
                      <a:srgbClr val="FFFFFF"/>
                    </a:solidFill>
                  </a:tcPr>
                </a:tc>
              </a:tr>
            </a:tbl>
          </a:graphicData>
        </a:graphic>
      </p:graphicFrame>
      <p:sp>
        <p:nvSpPr>
          <p:cNvPr id="8" name="shape-87">
            <a:extLst xmlns:a="http://schemas.openxmlformats.org/drawingml/2006/main">
              <a:ext uri="{FF2B5EF4-FFF2-40B4-BE49-F238E27FC236}">
                <a16:creationId xmlns:a16="http://schemas.microsoft.com/office/drawing/2014/main" id="{9BA7CF60-DC95-402E-8ED4-41426DECE546}"/>
              </a:ext>
            </a:extLst>
          </p:cNvPr>
          <p:cNvSpPr>
            <a:spLocks xmlns:a="http://schemas.openxmlformats.org/drawingml/2006/main" noGrp="1"/>
          </p:cNvSpPr>
          <p:nvPr/>
        </p:nvSpPr>
        <p:spPr>
          <a:xfrm xmlns:a="http://schemas.openxmlformats.org/drawingml/2006/main">
            <a:off x="495300" y="6029325"/>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 name="shape-88">
            <a:extLst xmlns:a="http://schemas.openxmlformats.org/drawingml/2006/main">
              <a:ext uri="{FF2B5EF4-FFF2-40B4-BE49-F238E27FC236}">
                <a16:creationId xmlns:a16="http://schemas.microsoft.com/office/drawing/2014/main" id="{BCA28451-5BA8-4227-B420-3BE07639E5B4}"/>
              </a:ext>
            </a:extLst>
          </p:cNvPr>
          <p:cNvSpPr>
            <a:spLocks xmlns:a="http://schemas.openxmlformats.org/drawingml/2006/main" noGrp="1"/>
          </p:cNvSpPr>
          <p:nvPr/>
        </p:nvSpPr>
        <p:spPr>
          <a:xfrm xmlns:a="http://schemas.openxmlformats.org/drawingml/2006/main">
            <a:off x="495300" y="6172200"/>
            <a:ext cx="1120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246AB8"/>
                </a:solidFill>
                <a:latin typeface="Microsoft YaHei"/>
                <a:ea typeface="Microsoft YaHei"/>
                <a:cs typeface="Microsoft YaHei"/>
              </a:defRPr>
            </a:defPPr>
            <a:lvl1pPr algn="l">
              <a:buNone/>
              <a:defRPr sz="1500" b="1">
                <a:solidFill>
                  <a:srgbClr val="246AB8"/>
                </a:solidFill>
                <a:latin typeface="Microsoft YaHei"/>
                <a:ea typeface="Microsoft YaHei"/>
                <a:cs typeface="Microsoft YaHei"/>
              </a:defRPr>
            </a:lvl1pPr>
            <a:lvl2pPr algn="l">
              <a:buNone/>
              <a:defRPr sz="1500" b="1">
                <a:solidFill>
                  <a:srgbClr val="246AB8"/>
                </a:solidFill>
                <a:latin typeface="Microsoft YaHei"/>
                <a:ea typeface="Microsoft YaHei"/>
                <a:cs typeface="Microsoft YaHei"/>
              </a:defRPr>
            </a:lvl2pPr>
            <a:lvl3pPr algn="l">
              <a:buNone/>
              <a:defRPr sz="1500" b="1">
                <a:solidFill>
                  <a:srgbClr val="246AB8"/>
                </a:solidFill>
                <a:latin typeface="Microsoft YaHei"/>
                <a:ea typeface="Microsoft YaHei"/>
                <a:cs typeface="Microsoft YaHei"/>
              </a:defRPr>
            </a:lvl3pPr>
            <a:lvl4pPr algn="l">
              <a:buNone/>
              <a:defRPr sz="1500" b="1">
                <a:solidFill>
                  <a:srgbClr val="246AB8"/>
                </a:solidFill>
                <a:latin typeface="Microsoft YaHei"/>
                <a:ea typeface="Microsoft YaHei"/>
                <a:cs typeface="Microsoft YaHei"/>
              </a:defRPr>
            </a:lvl4pPr>
            <a:lvl5pPr algn="l">
              <a:buNone/>
              <a:defRPr sz="1500" b="1">
                <a:solidFill>
                  <a:srgbClr val="246AB8"/>
                </a:solidFill>
                <a:latin typeface="Microsoft YaHei"/>
                <a:ea typeface="Microsoft YaHei"/>
                <a:cs typeface="Microsoft YaHei"/>
              </a:defRPr>
            </a:lvl5pPr>
            <a:lvl6pPr algn="l">
              <a:buNone/>
              <a:defRPr sz="1500" b="1">
                <a:solidFill>
                  <a:srgbClr val="246AB8"/>
                </a:solidFill>
                <a:latin typeface="Microsoft YaHei"/>
                <a:ea typeface="Microsoft YaHei"/>
                <a:cs typeface="Microsoft YaHei"/>
              </a:defRPr>
            </a:lvl6pPr>
            <a:lvl7pPr algn="l">
              <a:buNone/>
              <a:defRPr sz="1500" b="1">
                <a:solidFill>
                  <a:srgbClr val="246AB8"/>
                </a:solidFill>
                <a:latin typeface="Microsoft YaHei"/>
                <a:ea typeface="Microsoft YaHei"/>
                <a:cs typeface="Microsoft YaHei"/>
              </a:defRPr>
            </a:lvl7pPr>
            <a:lvl8pPr algn="l">
              <a:buNone/>
              <a:defRPr sz="1500" b="1">
                <a:solidFill>
                  <a:srgbClr val="246AB8"/>
                </a:solidFill>
                <a:latin typeface="Microsoft YaHei"/>
                <a:ea typeface="Microsoft YaHei"/>
                <a:cs typeface="Microsoft YaHei"/>
              </a:defRPr>
            </a:lvl8pPr>
            <a:lvl9pPr algn="l">
              <a:buNone/>
              <a:defRPr sz="1500" b="1">
                <a:solidFill>
                  <a:srgbClr val="246AB8"/>
                </a:solidFill>
                <a:latin typeface="Microsoft YaHei"/>
                <a:ea typeface="Microsoft YaHei"/>
                <a:cs typeface="Microsoft YaHei"/>
              </a:defRPr>
            </a:lvl9pPr>
          </a:lstStyle>
          <a:p xmlns:a="http://schemas.openxmlformats.org/drawingml/2006/main">
            <a:pPr algn="l">
              <a:lnSpc>
                <a:spcPct val="112000"/>
              </a:lnSpc>
              <a:buNone/>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职责治理可在原 SO 内推进，N 槽 / MEP 产品扩展另按需求与能力验证。</a:t>
            </a:r>
          </a:p>
        </p:txBody>
      </p:sp>
      <p:sp>
        <p:nvSpPr>
          <p:cNvPr id="10" name="shape-103">
            <a:extLst xmlns:a="http://schemas.openxmlformats.org/drawingml/2006/main">
              <a:ext uri="{FF2B5EF4-FFF2-40B4-BE49-F238E27FC236}">
                <a16:creationId xmlns:a16="http://schemas.microsoft.com/office/drawing/2014/main" id="{F2544A09-5506-467C-8365-DDC158B5024F}"/>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18 / 19</a:t>
            </a:r>
          </a:p>
        </p:txBody>
      </p:sp>
    </p:spTree>
    <p:extLst>
      <p:ext uri="{BB962C8B-B14F-4D97-AF65-F5344CB8AC3E}">
        <p14:creationId xmlns:p14="http://schemas.microsoft.com/office/powerpoint/2010/main" val="230996409"/>
      </p:ext>
    </p:extLst>
  </p:cSld>
</p:sld>
</file>

<file path=ppt/slides/slide5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shape-89">
            <a:extLst xmlns:a="http://schemas.openxmlformats.org/drawingml/2006/main">
              <a:ext uri="{FF2B5EF4-FFF2-40B4-BE49-F238E27FC236}">
                <a16:creationId xmlns:a16="http://schemas.microsoft.com/office/drawing/2014/main" id="{50DAE7DA-598F-4024-A2A3-C6C8CDB2BEAF}"/>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shape-90">
            <a:extLst xmlns:a="http://schemas.openxmlformats.org/drawingml/2006/main">
              <a:ext uri="{FF2B5EF4-FFF2-40B4-BE49-F238E27FC236}">
                <a16:creationId xmlns:a16="http://schemas.microsoft.com/office/drawing/2014/main" id="{413B8D8E-7FAA-43C3-A836-1A24D498EB6C}"/>
              </a:ext>
            </a:extLst>
          </p:cNvPr>
          <p:cNvSpPr>
            <a:spLocks xmlns:a="http://schemas.openxmlformats.org/drawingml/2006/main" noGrp="1"/>
          </p:cNvSpPr>
          <p:nvPr/>
        </p:nvSpPr>
        <p:spPr>
          <a:xfrm xmlns:a="http://schemas.openxmlformats.org/drawingml/2006/main">
            <a:off x="495300" y="23812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246AB8"/>
                </a:solidFill>
                <a:latin typeface="Microsoft YaHei"/>
                <a:ea typeface="Microsoft YaHei"/>
                <a:cs typeface="Microsoft YaHei"/>
              </a:defRPr>
            </a:defPPr>
            <a:lvl1pPr algn="l">
              <a:buNone/>
              <a:defRPr sz="1050" b="0">
                <a:solidFill>
                  <a:srgbClr val="246AB8"/>
                </a:solidFill>
                <a:latin typeface="Microsoft YaHei"/>
                <a:ea typeface="Microsoft YaHei"/>
                <a:cs typeface="Microsoft YaHei"/>
              </a:defRPr>
            </a:lvl1pPr>
            <a:lvl2pPr algn="l">
              <a:buNone/>
              <a:defRPr sz="1050" b="0">
                <a:solidFill>
                  <a:srgbClr val="246AB8"/>
                </a:solidFill>
                <a:latin typeface="Microsoft YaHei"/>
                <a:ea typeface="Microsoft YaHei"/>
                <a:cs typeface="Microsoft YaHei"/>
              </a:defRPr>
            </a:lvl2pPr>
            <a:lvl3pPr algn="l">
              <a:buNone/>
              <a:defRPr sz="1050" b="0">
                <a:solidFill>
                  <a:srgbClr val="246AB8"/>
                </a:solidFill>
                <a:latin typeface="Microsoft YaHei"/>
                <a:ea typeface="Microsoft YaHei"/>
                <a:cs typeface="Microsoft YaHei"/>
              </a:defRPr>
            </a:lvl3pPr>
            <a:lvl4pPr algn="l">
              <a:buNone/>
              <a:defRPr sz="1050" b="0">
                <a:solidFill>
                  <a:srgbClr val="246AB8"/>
                </a:solidFill>
                <a:latin typeface="Microsoft YaHei"/>
                <a:ea typeface="Microsoft YaHei"/>
                <a:cs typeface="Microsoft YaHei"/>
              </a:defRPr>
            </a:lvl4pPr>
            <a:lvl5pPr algn="l">
              <a:buNone/>
              <a:defRPr sz="1050" b="0">
                <a:solidFill>
                  <a:srgbClr val="246AB8"/>
                </a:solidFill>
                <a:latin typeface="Microsoft YaHei"/>
                <a:ea typeface="Microsoft YaHei"/>
                <a:cs typeface="Microsoft YaHei"/>
              </a:defRPr>
            </a:lvl5pPr>
            <a:lvl6pPr algn="l">
              <a:buNone/>
              <a:defRPr sz="1050" b="0">
                <a:solidFill>
                  <a:srgbClr val="246AB8"/>
                </a:solidFill>
                <a:latin typeface="Microsoft YaHei"/>
                <a:ea typeface="Microsoft YaHei"/>
                <a:cs typeface="Microsoft YaHei"/>
              </a:defRPr>
            </a:lvl6pPr>
            <a:lvl7pPr algn="l">
              <a:buNone/>
              <a:defRPr sz="1050" b="0">
                <a:solidFill>
                  <a:srgbClr val="246AB8"/>
                </a:solidFill>
                <a:latin typeface="Microsoft YaHei"/>
                <a:ea typeface="Microsoft YaHei"/>
                <a:cs typeface="Microsoft YaHei"/>
              </a:defRPr>
            </a:lvl7pPr>
            <a:lvl8pPr algn="l">
              <a:buNone/>
              <a:defRPr sz="1050" b="0">
                <a:solidFill>
                  <a:srgbClr val="246AB8"/>
                </a:solidFill>
                <a:latin typeface="Microsoft YaHei"/>
                <a:ea typeface="Microsoft YaHei"/>
                <a:cs typeface="Microsoft YaHei"/>
              </a:defRPr>
            </a:lvl8pPr>
            <a:lvl9pPr algn="l">
              <a:buNone/>
              <a:defRPr sz="1050" b="0">
                <a:solidFill>
                  <a:srgbClr val="246AB8"/>
                </a:solidFill>
                <a:latin typeface="Microsoft YaHei"/>
                <a:ea typeface="Microsoft YaHei"/>
                <a:cs typeface="Microsoft YaHei"/>
              </a:defRPr>
            </a:lvl9pPr>
          </a:lstStyle>
          <a:p xmlns:a="http://schemas.openxmlformats.org/drawingml/2006/main">
            <a:pPr algn="l">
              <a:lnSpc>
                <a:spcPct val="112000"/>
              </a:lnSpc>
              <a:buNone/>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多 SIM 架构重构 · 开发讨论</a:t>
            </a:r>
          </a:p>
        </p:txBody>
      </p:sp>
      <p:sp>
        <p:nvSpPr>
          <p:cNvPr id="3" name="shape-91">
            <a:extLst xmlns:a="http://schemas.openxmlformats.org/drawingml/2006/main">
              <a:ext uri="{FF2B5EF4-FFF2-40B4-BE49-F238E27FC236}">
                <a16:creationId xmlns:a16="http://schemas.microsoft.com/office/drawing/2014/main" id="{99BD3E0D-6253-4E22-A6A8-C5CED1524057}"/>
              </a:ext>
            </a:extLst>
          </p:cNvPr>
          <p:cNvSpPr>
            <a:spLocks xmlns:a="http://schemas.openxmlformats.org/drawingml/2006/main" noGrp="1"/>
          </p:cNvSpPr>
          <p:nvPr/>
        </p:nvSpPr>
        <p:spPr>
          <a:xfrm xmlns:a="http://schemas.openxmlformats.org/drawingml/2006/main">
            <a:off x="495300" y="590550"/>
            <a:ext cx="11201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a:solidFill>
                  <a:srgbClr val="081426"/>
                </a:solidFill>
                <a:latin typeface="Microsoft YaHei"/>
                <a:ea typeface="Microsoft YaHei"/>
                <a:cs typeface="Microsoft YaHei"/>
              </a:defRPr>
            </a:defPPr>
            <a:lvl1pPr algn="l">
              <a:buNone/>
              <a:defRPr sz="2700" b="1">
                <a:solidFill>
                  <a:srgbClr val="081426"/>
                </a:solidFill>
                <a:latin typeface="Microsoft YaHei"/>
                <a:ea typeface="Microsoft YaHei"/>
                <a:cs typeface="Microsoft YaHei"/>
              </a:defRPr>
            </a:lvl1pPr>
            <a:lvl2pPr algn="l">
              <a:buNone/>
              <a:defRPr sz="2700" b="1">
                <a:solidFill>
                  <a:srgbClr val="081426"/>
                </a:solidFill>
                <a:latin typeface="Microsoft YaHei"/>
                <a:ea typeface="Microsoft YaHei"/>
                <a:cs typeface="Microsoft YaHei"/>
              </a:defRPr>
            </a:lvl2pPr>
            <a:lvl3pPr algn="l">
              <a:buNone/>
              <a:defRPr sz="2700" b="1">
                <a:solidFill>
                  <a:srgbClr val="081426"/>
                </a:solidFill>
                <a:latin typeface="Microsoft YaHei"/>
                <a:ea typeface="Microsoft YaHei"/>
                <a:cs typeface="Microsoft YaHei"/>
              </a:defRPr>
            </a:lvl3pPr>
            <a:lvl4pPr algn="l">
              <a:buNone/>
              <a:defRPr sz="2700" b="1">
                <a:solidFill>
                  <a:srgbClr val="081426"/>
                </a:solidFill>
                <a:latin typeface="Microsoft YaHei"/>
                <a:ea typeface="Microsoft YaHei"/>
                <a:cs typeface="Microsoft YaHei"/>
              </a:defRPr>
            </a:lvl4pPr>
            <a:lvl5pPr algn="l">
              <a:buNone/>
              <a:defRPr sz="2700" b="1">
                <a:solidFill>
                  <a:srgbClr val="081426"/>
                </a:solidFill>
                <a:latin typeface="Microsoft YaHei"/>
                <a:ea typeface="Microsoft YaHei"/>
                <a:cs typeface="Microsoft YaHei"/>
              </a:defRPr>
            </a:lvl5pPr>
            <a:lvl6pPr algn="l">
              <a:buNone/>
              <a:defRPr sz="2700" b="1">
                <a:solidFill>
                  <a:srgbClr val="081426"/>
                </a:solidFill>
                <a:latin typeface="Microsoft YaHei"/>
                <a:ea typeface="Microsoft YaHei"/>
                <a:cs typeface="Microsoft YaHei"/>
              </a:defRPr>
            </a:lvl6pPr>
            <a:lvl7pPr algn="l">
              <a:buNone/>
              <a:defRPr sz="2700" b="1">
                <a:solidFill>
                  <a:srgbClr val="081426"/>
                </a:solidFill>
                <a:latin typeface="Microsoft YaHei"/>
                <a:ea typeface="Microsoft YaHei"/>
                <a:cs typeface="Microsoft YaHei"/>
              </a:defRPr>
            </a:lvl7pPr>
            <a:lvl8pPr algn="l">
              <a:buNone/>
              <a:defRPr sz="2700" b="1">
                <a:solidFill>
                  <a:srgbClr val="081426"/>
                </a:solidFill>
                <a:latin typeface="Microsoft YaHei"/>
                <a:ea typeface="Microsoft YaHei"/>
                <a:cs typeface="Microsoft YaHei"/>
              </a:defRPr>
            </a:lvl8pPr>
            <a:lvl9pPr algn="l">
              <a:buNone/>
              <a:defRPr sz="2700" b="1">
                <a:solidFill>
                  <a:srgbClr val="081426"/>
                </a:solidFill>
                <a:latin typeface="Microsoft YaHei"/>
                <a:ea typeface="Microsoft YaHei"/>
                <a:cs typeface="Microsoft YaHei"/>
              </a:defRPr>
            </a:lvl9pPr>
          </a:lstStyle>
          <a:p xmlns:a="http://schemas.openxmlformats.org/drawingml/2006/main">
            <a:pPr algn="l">
              <a:lnSpc>
                <a:spcPct val="112000"/>
              </a:lnSpc>
              <a:buNone/>
              <a:defRPr sz="2700" b="1">
                <a:solidFill>
                  <a:srgbClr val="081426"/>
                </a:solidFill>
                <a:latin typeface="Microsoft YaHei"/>
                <a:ea typeface="Microsoft YaHei"/>
                <a:cs typeface="Microsoft YaHei"/>
              </a:defRPr>
            </a:pPr>
            <a:r>
              <a:rPr sz="2700" b="1">
                <a:solidFill>
                  <a:srgbClr val="081426"/>
                </a:solidFill>
                <a:latin typeface="Microsoft YaHei"/>
                <a:ea typeface="Microsoft YaHei"/>
                <a:cs typeface="Microsoft YaHei"/>
              </a:rPr>
              <a:t>开发讨论：从一个功能确认到一次写权交接</a:t>
            </a:r>
          </a:p>
        </p:txBody>
      </p:sp>
      <p:sp>
        <p:nvSpPr>
          <p:cNvPr id="4" name="shape-92">
            <a:extLst xmlns:a="http://schemas.openxmlformats.org/drawingml/2006/main">
              <a:ext uri="{FF2B5EF4-FFF2-40B4-BE49-F238E27FC236}">
                <a16:creationId xmlns:a16="http://schemas.microsoft.com/office/drawing/2014/main" id="{024258B4-EE4A-46A5-BCD2-46226DA71859}"/>
              </a:ext>
            </a:extLst>
          </p:cNvPr>
          <p:cNvSpPr>
            <a:spLocks xmlns:a="http://schemas.openxmlformats.org/drawingml/2006/main" noGrp="1"/>
          </p:cNvSpPr>
          <p:nvPr/>
        </p:nvSpPr>
        <p:spPr>
          <a:xfrm xmlns:a="http://schemas.openxmlformats.org/drawingml/2006/main">
            <a:off x="495300" y="1171575"/>
            <a:ext cx="11201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6657A"/>
                </a:solidFill>
                <a:latin typeface="Microsoft YaHei"/>
                <a:ea typeface="Microsoft YaHei"/>
                <a:cs typeface="Microsoft YaHei"/>
              </a:defRPr>
            </a:defPPr>
            <a:lvl1pPr algn="l">
              <a:buNone/>
              <a:defRPr sz="1425" b="0">
                <a:solidFill>
                  <a:srgbClr val="56657A"/>
                </a:solidFill>
                <a:latin typeface="Microsoft YaHei"/>
                <a:ea typeface="Microsoft YaHei"/>
                <a:cs typeface="Microsoft YaHei"/>
              </a:defRPr>
            </a:lvl1pPr>
            <a:lvl2pPr algn="l">
              <a:buNone/>
              <a:defRPr sz="1425" b="0">
                <a:solidFill>
                  <a:srgbClr val="56657A"/>
                </a:solidFill>
                <a:latin typeface="Microsoft YaHei"/>
                <a:ea typeface="Microsoft YaHei"/>
                <a:cs typeface="Microsoft YaHei"/>
              </a:defRPr>
            </a:lvl2pPr>
            <a:lvl3pPr algn="l">
              <a:buNone/>
              <a:defRPr sz="1425" b="0">
                <a:solidFill>
                  <a:srgbClr val="56657A"/>
                </a:solidFill>
                <a:latin typeface="Microsoft YaHei"/>
                <a:ea typeface="Microsoft YaHei"/>
                <a:cs typeface="Microsoft YaHei"/>
              </a:defRPr>
            </a:lvl3pPr>
            <a:lvl4pPr algn="l">
              <a:buNone/>
              <a:defRPr sz="1425" b="0">
                <a:solidFill>
                  <a:srgbClr val="56657A"/>
                </a:solidFill>
                <a:latin typeface="Microsoft YaHei"/>
                <a:ea typeface="Microsoft YaHei"/>
                <a:cs typeface="Microsoft YaHei"/>
              </a:defRPr>
            </a:lvl4pPr>
            <a:lvl5pPr algn="l">
              <a:buNone/>
              <a:defRPr sz="1425" b="0">
                <a:solidFill>
                  <a:srgbClr val="56657A"/>
                </a:solidFill>
                <a:latin typeface="Microsoft YaHei"/>
                <a:ea typeface="Microsoft YaHei"/>
                <a:cs typeface="Microsoft YaHei"/>
              </a:defRPr>
            </a:lvl5pPr>
            <a:lvl6pPr algn="l">
              <a:buNone/>
              <a:defRPr sz="1425" b="0">
                <a:solidFill>
                  <a:srgbClr val="56657A"/>
                </a:solidFill>
                <a:latin typeface="Microsoft YaHei"/>
                <a:ea typeface="Microsoft YaHei"/>
                <a:cs typeface="Microsoft YaHei"/>
              </a:defRPr>
            </a:lvl6pPr>
            <a:lvl7pPr algn="l">
              <a:buNone/>
              <a:defRPr sz="1425" b="0">
                <a:solidFill>
                  <a:srgbClr val="56657A"/>
                </a:solidFill>
                <a:latin typeface="Microsoft YaHei"/>
                <a:ea typeface="Microsoft YaHei"/>
                <a:cs typeface="Microsoft YaHei"/>
              </a:defRPr>
            </a:lvl7pPr>
            <a:lvl8pPr algn="l">
              <a:buNone/>
              <a:defRPr sz="1425" b="0">
                <a:solidFill>
                  <a:srgbClr val="56657A"/>
                </a:solidFill>
                <a:latin typeface="Microsoft YaHei"/>
                <a:ea typeface="Microsoft YaHei"/>
                <a:cs typeface="Microsoft YaHei"/>
              </a:defRPr>
            </a:lvl8pPr>
            <a:lvl9pPr algn="l">
              <a:buNone/>
              <a:defRPr sz="1425" b="0">
                <a:solidFill>
                  <a:srgbClr val="56657A"/>
                </a:solidFill>
                <a:latin typeface="Microsoft YaHei"/>
                <a:ea typeface="Microsoft YaHei"/>
                <a:cs typeface="Microsoft YaHei"/>
              </a:defRPr>
            </a:lvl9pPr>
          </a:lstStyle>
          <a:p xmlns:a="http://schemas.openxmlformats.org/drawingml/2006/main">
            <a:pPr algn="l">
              <a:lnSpc>
                <a:spcPct val="112000"/>
              </a:lnSpc>
              <a:buNone/>
              <a:defRPr sz="1425" b="0">
                <a:solidFill>
                  <a:srgbClr val="56657A"/>
                </a:solidFill>
                <a:latin typeface="Microsoft YaHei"/>
                <a:ea typeface="Microsoft YaHei"/>
                <a:cs typeface="Microsoft YaHei"/>
              </a:defRPr>
            </a:pPr>
            <a:r>
              <a:rPr sz="1425" b="0">
                <a:solidFill>
                  <a:srgbClr val="56657A"/>
                </a:solidFill>
                <a:latin typeface="Microsoft YaHei"/>
                <a:ea typeface="Microsoft YaHei"/>
                <a:cs typeface="Microsoft YaHei"/>
              </a:rPr>
              <a:t>讨论结论回写目标主文档，功能清单与源码展开沿用详细设计</a:t>
            </a:r>
          </a:p>
        </p:txBody>
      </p:sp>
      <p:sp>
        <p:nvSpPr>
          <p:cNvPr id="5" name="shape-93">
            <a:extLst xmlns:a="http://schemas.openxmlformats.org/drawingml/2006/main">
              <a:ext uri="{FF2B5EF4-FFF2-40B4-BE49-F238E27FC236}">
                <a16:creationId xmlns:a16="http://schemas.microsoft.com/office/drawing/2014/main" id="{9AF12491-66AA-40B9-BC36-F7EB7BB6C50B}"/>
              </a:ext>
            </a:extLst>
          </p:cNvPr>
          <p:cNvSpPr>
            <a:spLocks xmlns:a="http://schemas.openxmlformats.org/drawingml/2006/main" noGrp="1"/>
          </p:cNvSpPr>
          <p:nvPr/>
        </p:nvSpPr>
        <p:spPr>
          <a:xfrm xmlns:a="http://schemas.openxmlformats.org/drawingml/2006/main">
            <a:off x="495300" y="1581150"/>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6" name="shape-94">
            <a:extLst xmlns:a="http://schemas.openxmlformats.org/drawingml/2006/main">
              <a:ext uri="{FF2B5EF4-FFF2-40B4-BE49-F238E27FC236}">
                <a16:creationId xmlns:a16="http://schemas.microsoft.com/office/drawing/2014/main" id="{190DE63D-C82F-4406-8701-E437E6A254AA}"/>
              </a:ext>
            </a:extLst>
          </p:cNvPr>
          <p:cNvSpPr>
            <a:spLocks xmlns:a="http://schemas.openxmlformats.org/drawingml/2006/main" noGrp="1"/>
          </p:cNvSpPr>
          <p:nvPr/>
        </p:nvSpPr>
        <p:spPr>
          <a:xfrm xmlns:a="http://schemas.openxmlformats.org/drawingml/2006/main">
            <a:off x="495300" y="65532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56657A"/>
                </a:solidFill>
                <a:latin typeface="Microsoft YaHei"/>
                <a:ea typeface="Microsoft YaHei"/>
                <a:cs typeface="Microsoft YaHei"/>
              </a:defRPr>
            </a:defPPr>
            <a:lvl1pPr algn="l">
              <a:buNone/>
              <a:defRPr sz="900" b="0">
                <a:solidFill>
                  <a:srgbClr val="56657A"/>
                </a:solidFill>
                <a:latin typeface="Microsoft YaHei"/>
                <a:ea typeface="Microsoft YaHei"/>
                <a:cs typeface="Microsoft YaHei"/>
              </a:defRPr>
            </a:lvl1pPr>
            <a:lvl2pPr algn="l">
              <a:buNone/>
              <a:defRPr sz="900" b="0">
                <a:solidFill>
                  <a:srgbClr val="56657A"/>
                </a:solidFill>
                <a:latin typeface="Microsoft YaHei"/>
                <a:ea typeface="Microsoft YaHei"/>
                <a:cs typeface="Microsoft YaHei"/>
              </a:defRPr>
            </a:lvl2pPr>
            <a:lvl3pPr algn="l">
              <a:buNone/>
              <a:defRPr sz="900" b="0">
                <a:solidFill>
                  <a:srgbClr val="56657A"/>
                </a:solidFill>
                <a:latin typeface="Microsoft YaHei"/>
                <a:ea typeface="Microsoft YaHei"/>
                <a:cs typeface="Microsoft YaHei"/>
              </a:defRPr>
            </a:lvl3pPr>
            <a:lvl4pPr algn="l">
              <a:buNone/>
              <a:defRPr sz="900" b="0">
                <a:solidFill>
                  <a:srgbClr val="56657A"/>
                </a:solidFill>
                <a:latin typeface="Microsoft YaHei"/>
                <a:ea typeface="Microsoft YaHei"/>
                <a:cs typeface="Microsoft YaHei"/>
              </a:defRPr>
            </a:lvl4pPr>
            <a:lvl5pPr algn="l">
              <a:buNone/>
              <a:defRPr sz="900" b="0">
                <a:solidFill>
                  <a:srgbClr val="56657A"/>
                </a:solidFill>
                <a:latin typeface="Microsoft YaHei"/>
                <a:ea typeface="Microsoft YaHei"/>
                <a:cs typeface="Microsoft YaHei"/>
              </a:defRPr>
            </a:lvl5pPr>
            <a:lvl6pPr algn="l">
              <a:buNone/>
              <a:defRPr sz="900" b="0">
                <a:solidFill>
                  <a:srgbClr val="56657A"/>
                </a:solidFill>
                <a:latin typeface="Microsoft YaHei"/>
                <a:ea typeface="Microsoft YaHei"/>
                <a:cs typeface="Microsoft YaHei"/>
              </a:defRPr>
            </a:lvl6pPr>
            <a:lvl7pPr algn="l">
              <a:buNone/>
              <a:defRPr sz="900" b="0">
                <a:solidFill>
                  <a:srgbClr val="56657A"/>
                </a:solidFill>
                <a:latin typeface="Microsoft YaHei"/>
                <a:ea typeface="Microsoft YaHei"/>
                <a:cs typeface="Microsoft YaHei"/>
              </a:defRPr>
            </a:lvl7pPr>
            <a:lvl8pPr algn="l">
              <a:buNone/>
              <a:defRPr sz="900" b="0">
                <a:solidFill>
                  <a:srgbClr val="56657A"/>
                </a:solidFill>
                <a:latin typeface="Microsoft YaHei"/>
                <a:ea typeface="Microsoft YaHei"/>
                <a:cs typeface="Microsoft YaHei"/>
              </a:defRPr>
            </a:lvl8pPr>
            <a:lvl9pPr algn="l">
              <a:buNone/>
              <a:defRPr sz="900" b="0">
                <a:solidFill>
                  <a:srgbClr val="56657A"/>
                </a:solidFill>
                <a:latin typeface="Microsoft YaHei"/>
                <a:ea typeface="Microsoft YaHei"/>
                <a:cs typeface="Microsoft YaHei"/>
              </a:defRPr>
            </a:lvl9pPr>
          </a:lstStyle>
          <a:p xmlns:a="http://schemas.openxmlformats.org/drawingml/2006/main">
            <a:pPr algn="l">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开发讨论版 · 2026.10</a:t>
            </a:r>
          </a:p>
        </p:txBody>
      </p:sp>
      <p:graphicFrame>
        <p:nvGraphicFramePr>
          <p:cNvPr id="7" name="">
            <a:extLst xmlns:a="http://schemas.openxmlformats.org/drawingml/2006/main">
              <a:ext uri="{FF2B5EF4-FFF2-40B4-BE49-F238E27FC236}">
                <a16:creationId xmlns:a16="http://schemas.microsoft.com/office/drawing/2014/main" id="{994A90A4-4249-47DD-82A0-0FCCF9B1462E}"/>
              </a:ext>
            </a:extLst>
          </p:cNvPr>
          <p:cNvGraphicFramePr/>
          <p:nvPr/>
        </p:nvGraphicFramePr>
        <p:xfrm>
          <a:off xmlns:a="http://schemas.openxmlformats.org/drawingml/2006/main" x="495300" y="1895475"/>
          <a:ext xmlns:a="http://schemas.openxmlformats.org/drawingml/2006/main" cx="11201400" cy="3886200"/>
        </p:xfrm>
        <a:graphic xmlns:a="http://schemas.openxmlformats.org/drawingml/2006/main">
          <a:graphicData uri="http://schemas.openxmlformats.org/drawingml/2006/table">
            <a:tbl>
              <a:tblPr firstRow="1" bandRow="0"/>
              <a:tblGrid>
                <a:gridCol w="3238500"/>
                <a:gridCol w="7962900"/>
              </a:tblGrid>
              <a:tr h="457200">
                <a:tc>
                  <a:txBody>
                    <a:bodyPr/>
                    <a:lstStyle/>
                    <a:p>
                      <a:r>
                        <a:rPr sz="1500" b="1">
                          <a:solidFill>
                            <a:srgbClr val="FFFFFF"/>
                          </a:solidFill>
                          <a:latin typeface="Microsoft YaHei"/>
                          <a:ea typeface="Microsoft YaHei"/>
                          <a:cs typeface="Microsoft YaHei"/>
                        </a:rPr>
                        <a:t>要确认的问题</a:t>
                      </a:r>
                    </a:p>
                  </a:txBody>
                  <a:tcPr marL="133350" marR="95250" marT="76200" marB="57150" anchor="ctr">
                    <a:lnL w="6191">
                      <a:solidFill>
                        <a:srgbClr val="CDD8E6"/>
                      </a:solidFill>
                      <a:prstDash val="solid"/>
                    </a:lnL>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c>
                  <a:txBody>
                    <a:bodyPr/>
                    <a:lstStyle/>
                    <a:p>
                      <a:r>
                        <a:rPr sz="1500" b="1">
                          <a:solidFill>
                            <a:srgbClr val="FFFFFF"/>
                          </a:solidFill>
                          <a:latin typeface="Microsoft YaHei"/>
                          <a:ea typeface="Microsoft YaHei"/>
                          <a:cs typeface="Microsoft YaHei"/>
                        </a:rPr>
                        <a:t>会议输出</a:t>
                      </a:r>
                    </a:p>
                  </a:txBody>
                  <a:tcPr marL="133350" marR="95250" marT="76200" marB="57150" anchor="ctr">
                    <a:lnR w="6191">
                      <a:solidFill>
                        <a:srgbClr val="CDD8E6"/>
                      </a:solidFill>
                      <a:prstDash val="solid"/>
                    </a:lnR>
                    <a:lnT w="6191">
                      <a:solidFill>
                        <a:srgbClr val="CDD8E6"/>
                      </a:solidFill>
                      <a:prstDash val="solid"/>
                    </a:lnT>
                    <a:lnB w="6191">
                      <a:solidFill>
                        <a:srgbClr val="CDD8E6"/>
                      </a:solidFill>
                      <a:prstDash val="solid"/>
                    </a:lnB>
                    <a:solidFill>
                      <a:srgbClr val="081426"/>
                    </a:solidFill>
                  </a:tcPr>
                </a:tc>
              </a:tr>
              <a:tr h="809625">
                <a:tc>
                  <a:txBody>
                    <a:bodyPr/>
                    <a:lstStyle/>
                    <a:p>
                      <a:r>
                        <a:rPr sz="1800" b="1">
                          <a:solidFill>
                            <a:srgbClr val="246AB8"/>
                          </a:solidFill>
                          <a:latin typeface="Microsoft YaHei"/>
                          <a:ea typeface="Microsoft YaHei"/>
                          <a:cs typeface="Microsoft YaHei"/>
                        </a:rPr>
                        <a:t>功能目前怎样完成</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800" b="0">
                          <a:solidFill>
                            <a:srgbClr val="17263A"/>
                          </a:solidFill>
                          <a:latin typeface="Microsoft YaHei"/>
                          <a:ea typeface="Microsoft YaHei"/>
                          <a:cs typeface="Microsoft YaHei"/>
                        </a:rPr>
                        <a:t>真实入口、生产调用、状态写点和原输出</a:t>
                      </a:r>
                    </a:p>
                  </a:txBody>
                  <a:tcPr marL="133350" marR="95250" marT="76200" marB="57150" anchor="ctr">
                    <a:lnR w="6191">
                      <a:solidFill>
                        <a:srgbClr val="CDD8E6"/>
                      </a:solidFill>
                      <a:prstDash val="solid"/>
                    </a:lnR>
                    <a:lnB w="6191">
                      <a:solidFill>
                        <a:srgbClr val="CDD8E6"/>
                      </a:solidFill>
                      <a:prstDash val="solid"/>
                    </a:lnB>
                    <a:solidFill>
                      <a:srgbClr val="FFFFFF"/>
                    </a:solidFill>
                  </a:tcPr>
                </a:tc>
              </a:tr>
              <a:tr h="914400">
                <a:tc>
                  <a:txBody>
                    <a:bodyPr/>
                    <a:lstStyle/>
                    <a:p>
                      <a:r>
                        <a:rPr sz="1800" b="1">
                          <a:solidFill>
                            <a:srgbClr val="246AB8"/>
                          </a:solidFill>
                          <a:latin typeface="Microsoft YaHei"/>
                          <a:ea typeface="Microsoft YaHei"/>
                          <a:cs typeface="Microsoft YaHei"/>
                        </a:rPr>
                        <a:t>目标职责如何接管</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800" b="0">
                          <a:solidFill>
                            <a:srgbClr val="17263A"/>
                          </a:solidFill>
                          <a:latin typeface="Microsoft YaHei"/>
                          <a:ea typeface="Microsoft YaHei"/>
                          <a:cs typeface="Microsoft YaHei"/>
                        </a:rPr>
                        <a:t>T / A / O / R 的维护者与应用入口</a:t>
                      </a:r>
                    </a:p>
                    <a:p>
                      <a:r>
                        <a:rPr sz="1800" b="0">
                          <a:solidFill>
                            <a:srgbClr val="17263A"/>
                          </a:solidFill>
                          <a:latin typeface="Microsoft YaHei"/>
                          <a:ea typeface="Microsoft YaHei"/>
                          <a:cs typeface="Microsoft YaHei"/>
                        </a:rPr>
                        <a:t>所有旧调用者的过渡委托</a:t>
                      </a:r>
                    </a:p>
                  </a:txBody>
                  <a:tcPr marL="133350" marR="95250" marT="76200" marB="57150" anchor="ctr">
                    <a:lnR w="6191">
                      <a:solidFill>
                        <a:srgbClr val="CDD8E6"/>
                      </a:solidFill>
                      <a:prstDash val="solid"/>
                    </a:lnR>
                    <a:lnB w="6191">
                      <a:solidFill>
                        <a:srgbClr val="CDD8E6"/>
                      </a:solidFill>
                      <a:prstDash val="solid"/>
                    </a:lnB>
                    <a:solidFill>
                      <a:srgbClr val="EAF0F7"/>
                    </a:solidFill>
                  </a:tcPr>
                </a:tc>
              </a:tr>
              <a:tr h="809625">
                <a:tc>
                  <a:txBody>
                    <a:bodyPr/>
                    <a:lstStyle/>
                    <a:p>
                      <a:r>
                        <a:rPr sz="1800" b="1">
                          <a:solidFill>
                            <a:srgbClr val="246AB8"/>
                          </a:solidFill>
                          <a:latin typeface="Microsoft YaHei"/>
                          <a:ea typeface="Microsoft YaHei"/>
                          <a:cs typeface="Microsoft YaHei"/>
                        </a:rPr>
                        <a:t>哪些行为必须保持</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FFFFFF"/>
                    </a:solidFill>
                  </a:tcPr>
                </a:tc>
                <a:tc>
                  <a:txBody>
                    <a:bodyPr/>
                    <a:lstStyle/>
                    <a:p>
                      <a:r>
                        <a:rPr sz="1800" b="0">
                          <a:solidFill>
                            <a:srgbClr val="17263A"/>
                          </a:solidFill>
                          <a:latin typeface="Microsoft YaHei"/>
                          <a:ea typeface="Microsoft YaHei"/>
                          <a:cs typeface="Microsoft YaHei"/>
                        </a:rPr>
                        <a:t>返回、回调、读源、中间可见性和失败轨迹</a:t>
                      </a:r>
                    </a:p>
                  </a:txBody>
                  <a:tcPr marL="133350" marR="95250" marT="76200" marB="57150" anchor="ctr">
                    <a:lnR w="6191">
                      <a:solidFill>
                        <a:srgbClr val="CDD8E6"/>
                      </a:solidFill>
                      <a:prstDash val="solid"/>
                    </a:lnR>
                    <a:lnB w="6191">
                      <a:solidFill>
                        <a:srgbClr val="CDD8E6"/>
                      </a:solidFill>
                      <a:prstDash val="solid"/>
                    </a:lnB>
                    <a:solidFill>
                      <a:srgbClr val="FFFFFF"/>
                    </a:solidFill>
                  </a:tcPr>
                </a:tc>
              </a:tr>
              <a:tr h="895350">
                <a:tc>
                  <a:txBody>
                    <a:bodyPr/>
                    <a:lstStyle/>
                    <a:p>
                      <a:r>
                        <a:rPr sz="1800" b="1">
                          <a:solidFill>
                            <a:srgbClr val="246AB8"/>
                          </a:solidFill>
                          <a:latin typeface="Microsoft YaHei"/>
                          <a:ea typeface="Microsoft YaHei"/>
                          <a:cs typeface="Microsoft YaHei"/>
                        </a:rPr>
                        <a:t>用什么证据允许切换</a:t>
                      </a:r>
                    </a:p>
                  </a:txBody>
                  <a:tcPr marL="133350" marR="95250" marT="76200" marB="57150" anchor="ctr">
                    <a:lnL w="6191">
                      <a:solidFill>
                        <a:srgbClr val="CDD8E6"/>
                      </a:solidFill>
                      <a:prstDash val="solid"/>
                    </a:lnL>
                    <a:lnR w="6191">
                      <a:solidFill>
                        <a:srgbClr val="CDD8E6"/>
                      </a:solidFill>
                      <a:prstDash val="solid"/>
                    </a:lnR>
                    <a:lnB w="6191">
                      <a:solidFill>
                        <a:srgbClr val="CDD8E6"/>
                      </a:solidFill>
                      <a:prstDash val="solid"/>
                    </a:lnB>
                    <a:solidFill>
                      <a:srgbClr val="EAF0F7"/>
                    </a:solidFill>
                  </a:tcPr>
                </a:tc>
                <a:tc>
                  <a:txBody>
                    <a:bodyPr/>
                    <a:lstStyle/>
                    <a:p>
                      <a:r>
                        <a:rPr sz="1800" b="0">
                          <a:solidFill>
                            <a:srgbClr val="17263A"/>
                          </a:solidFill>
                          <a:latin typeface="Microsoft YaHei"/>
                          <a:ea typeface="Microsoft YaHei"/>
                          <a:cs typeface="Microsoft YaHei"/>
                        </a:rPr>
                        <a:t>真实生产测试切片、外部缺口、责任人和退出条件</a:t>
                      </a:r>
                    </a:p>
                  </a:txBody>
                  <a:tcPr marL="133350" marR="95250" marT="76200" marB="57150" anchor="ctr">
                    <a:lnR w="6191">
                      <a:solidFill>
                        <a:srgbClr val="CDD8E6"/>
                      </a:solidFill>
                      <a:prstDash val="solid"/>
                    </a:lnR>
                    <a:lnB w="6191">
                      <a:solidFill>
                        <a:srgbClr val="CDD8E6"/>
                      </a:solidFill>
                      <a:prstDash val="solid"/>
                    </a:lnB>
                    <a:solidFill>
                      <a:srgbClr val="EAF0F7"/>
                    </a:solidFill>
                  </a:tcPr>
                </a:tc>
              </a:tr>
            </a:tbl>
          </a:graphicData>
        </a:graphic>
      </p:graphicFrame>
      <p:sp>
        <p:nvSpPr>
          <p:cNvPr id="8" name="shape-95">
            <a:extLst xmlns:a="http://schemas.openxmlformats.org/drawingml/2006/main">
              <a:ext uri="{FF2B5EF4-FFF2-40B4-BE49-F238E27FC236}">
                <a16:creationId xmlns:a16="http://schemas.microsoft.com/office/drawing/2014/main" id="{F7466408-14E4-4FCF-A2CC-53988AC0186A}"/>
              </a:ext>
            </a:extLst>
          </p:cNvPr>
          <p:cNvSpPr>
            <a:spLocks xmlns:a="http://schemas.openxmlformats.org/drawingml/2006/main" noGrp="1"/>
          </p:cNvSpPr>
          <p:nvPr/>
        </p:nvSpPr>
        <p:spPr>
          <a:xfrm xmlns:a="http://schemas.openxmlformats.org/drawingml/2006/main">
            <a:off x="495300" y="6029325"/>
            <a:ext cx="11201400" cy="11430"/>
          </a:xfrm>
          <a:prstGeom xmlns:a="http://schemas.openxmlformats.org/drawingml/2006/main" prst="rect">
            <a:avLst/>
          </a:prstGeom>
          <a:solidFill xmlns:a="http://schemas.openxmlformats.org/drawingml/2006/main">
            <a:srgbClr val="CDD8E6"/>
          </a:solidFill>
          <a:ln xmlns:a="http://schemas.openxmlformats.org/drawingml/2006/main" w="0">
            <a:noFill/>
            <a:prstDash val="solid"/>
          </a:ln>
        </p:spPr>
      </p:sp>
      <p:sp>
        <p:nvSpPr>
          <p:cNvPr id="9" name="shape-96">
            <a:extLst xmlns:a="http://schemas.openxmlformats.org/drawingml/2006/main">
              <a:ext uri="{FF2B5EF4-FFF2-40B4-BE49-F238E27FC236}">
                <a16:creationId xmlns:a16="http://schemas.microsoft.com/office/drawing/2014/main" id="{0A447249-1B3B-4BBF-9AA4-561A2F4061EA}"/>
              </a:ext>
            </a:extLst>
          </p:cNvPr>
          <p:cNvSpPr>
            <a:spLocks xmlns:a="http://schemas.openxmlformats.org/drawingml/2006/main" noGrp="1"/>
          </p:cNvSpPr>
          <p:nvPr/>
        </p:nvSpPr>
        <p:spPr>
          <a:xfrm xmlns:a="http://schemas.openxmlformats.org/drawingml/2006/main">
            <a:off x="495300" y="6172200"/>
            <a:ext cx="1120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246AB8"/>
                </a:solidFill>
                <a:latin typeface="Microsoft YaHei"/>
                <a:ea typeface="Microsoft YaHei"/>
                <a:cs typeface="Microsoft YaHei"/>
              </a:defRPr>
            </a:defPPr>
            <a:lvl1pPr algn="l">
              <a:buNone/>
              <a:defRPr sz="1500" b="1">
                <a:solidFill>
                  <a:srgbClr val="246AB8"/>
                </a:solidFill>
                <a:latin typeface="Microsoft YaHei"/>
                <a:ea typeface="Microsoft YaHei"/>
                <a:cs typeface="Microsoft YaHei"/>
              </a:defRPr>
            </a:lvl1pPr>
            <a:lvl2pPr algn="l">
              <a:buNone/>
              <a:defRPr sz="1500" b="1">
                <a:solidFill>
                  <a:srgbClr val="246AB8"/>
                </a:solidFill>
                <a:latin typeface="Microsoft YaHei"/>
                <a:ea typeface="Microsoft YaHei"/>
                <a:cs typeface="Microsoft YaHei"/>
              </a:defRPr>
            </a:lvl2pPr>
            <a:lvl3pPr algn="l">
              <a:buNone/>
              <a:defRPr sz="1500" b="1">
                <a:solidFill>
                  <a:srgbClr val="246AB8"/>
                </a:solidFill>
                <a:latin typeface="Microsoft YaHei"/>
                <a:ea typeface="Microsoft YaHei"/>
                <a:cs typeface="Microsoft YaHei"/>
              </a:defRPr>
            </a:lvl3pPr>
            <a:lvl4pPr algn="l">
              <a:buNone/>
              <a:defRPr sz="1500" b="1">
                <a:solidFill>
                  <a:srgbClr val="246AB8"/>
                </a:solidFill>
                <a:latin typeface="Microsoft YaHei"/>
                <a:ea typeface="Microsoft YaHei"/>
                <a:cs typeface="Microsoft YaHei"/>
              </a:defRPr>
            </a:lvl4pPr>
            <a:lvl5pPr algn="l">
              <a:buNone/>
              <a:defRPr sz="1500" b="1">
                <a:solidFill>
                  <a:srgbClr val="246AB8"/>
                </a:solidFill>
                <a:latin typeface="Microsoft YaHei"/>
                <a:ea typeface="Microsoft YaHei"/>
                <a:cs typeface="Microsoft YaHei"/>
              </a:defRPr>
            </a:lvl5pPr>
            <a:lvl6pPr algn="l">
              <a:buNone/>
              <a:defRPr sz="1500" b="1">
                <a:solidFill>
                  <a:srgbClr val="246AB8"/>
                </a:solidFill>
                <a:latin typeface="Microsoft YaHei"/>
                <a:ea typeface="Microsoft YaHei"/>
                <a:cs typeface="Microsoft YaHei"/>
              </a:defRPr>
            </a:lvl6pPr>
            <a:lvl7pPr algn="l">
              <a:buNone/>
              <a:defRPr sz="1500" b="1">
                <a:solidFill>
                  <a:srgbClr val="246AB8"/>
                </a:solidFill>
                <a:latin typeface="Microsoft YaHei"/>
                <a:ea typeface="Microsoft YaHei"/>
                <a:cs typeface="Microsoft YaHei"/>
              </a:defRPr>
            </a:lvl7pPr>
            <a:lvl8pPr algn="l">
              <a:buNone/>
              <a:defRPr sz="1500" b="1">
                <a:solidFill>
                  <a:srgbClr val="246AB8"/>
                </a:solidFill>
                <a:latin typeface="Microsoft YaHei"/>
                <a:ea typeface="Microsoft YaHei"/>
                <a:cs typeface="Microsoft YaHei"/>
              </a:defRPr>
            </a:lvl8pPr>
            <a:lvl9pPr algn="l">
              <a:buNone/>
              <a:defRPr sz="1500" b="1">
                <a:solidFill>
                  <a:srgbClr val="246AB8"/>
                </a:solidFill>
                <a:latin typeface="Microsoft YaHei"/>
                <a:ea typeface="Microsoft YaHei"/>
                <a:cs typeface="Microsoft YaHei"/>
              </a:defRPr>
            </a:lvl9pPr>
          </a:lstStyle>
          <a:p xmlns:a="http://schemas.openxmlformats.org/drawingml/2006/main">
            <a:pPr algn="l">
              <a:lnSpc>
                <a:spcPct val="112000"/>
              </a:lnSpc>
              <a:buNone/>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首批候选：Records 准入或号码更新，先按依赖闭包和验证条件选定。</a:t>
            </a:r>
          </a:p>
        </p:txBody>
      </p:sp>
      <p:sp>
        <p:nvSpPr>
          <p:cNvPr id="10" name="shape-104">
            <a:extLst xmlns:a="http://schemas.openxmlformats.org/drawingml/2006/main">
              <a:ext uri="{FF2B5EF4-FFF2-40B4-BE49-F238E27FC236}">
                <a16:creationId xmlns:a16="http://schemas.microsoft.com/office/drawing/2014/main" id="{2225DC03-278D-441B-BB8E-E78B5ADCFEDB}"/>
              </a:ext>
            </a:extLst>
          </p:cNvPr>
          <p:cNvSpPr>
            <a:spLocks xmlns:a="http://schemas.openxmlformats.org/drawingml/2006/main" noGrp="1"/>
          </p:cNvSpPr>
          <p:nvPr/>
        </p:nvSpPr>
        <p:spPr>
          <a:xfrm xmlns:a="http://schemas.openxmlformats.org/drawingml/2006/main">
            <a:off x="10477500" y="6524625"/>
            <a:ext cx="1219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6657A"/>
                </a:solidFill>
                <a:latin typeface="Microsoft YaHei"/>
                <a:ea typeface="Microsoft YaHei"/>
                <a:cs typeface="Microsoft YaHei"/>
              </a:defRPr>
            </a:defPPr>
            <a:lvl1pPr algn="r">
              <a:buNone/>
              <a:defRPr sz="1050" b="0">
                <a:solidFill>
                  <a:srgbClr val="56657A"/>
                </a:solidFill>
                <a:latin typeface="Microsoft YaHei"/>
                <a:ea typeface="Microsoft YaHei"/>
                <a:cs typeface="Microsoft YaHei"/>
              </a:defRPr>
            </a:lvl1pPr>
            <a:lvl2pPr algn="r">
              <a:buNone/>
              <a:defRPr sz="1050" b="0">
                <a:solidFill>
                  <a:srgbClr val="56657A"/>
                </a:solidFill>
                <a:latin typeface="Microsoft YaHei"/>
                <a:ea typeface="Microsoft YaHei"/>
                <a:cs typeface="Microsoft YaHei"/>
              </a:defRPr>
            </a:lvl2pPr>
            <a:lvl3pPr algn="r">
              <a:buNone/>
              <a:defRPr sz="1050" b="0">
                <a:solidFill>
                  <a:srgbClr val="56657A"/>
                </a:solidFill>
                <a:latin typeface="Microsoft YaHei"/>
                <a:ea typeface="Microsoft YaHei"/>
                <a:cs typeface="Microsoft YaHei"/>
              </a:defRPr>
            </a:lvl3pPr>
            <a:lvl4pPr algn="r">
              <a:buNone/>
              <a:defRPr sz="1050" b="0">
                <a:solidFill>
                  <a:srgbClr val="56657A"/>
                </a:solidFill>
                <a:latin typeface="Microsoft YaHei"/>
                <a:ea typeface="Microsoft YaHei"/>
                <a:cs typeface="Microsoft YaHei"/>
              </a:defRPr>
            </a:lvl4pPr>
            <a:lvl5pPr algn="r">
              <a:buNone/>
              <a:defRPr sz="1050" b="0">
                <a:solidFill>
                  <a:srgbClr val="56657A"/>
                </a:solidFill>
                <a:latin typeface="Microsoft YaHei"/>
                <a:ea typeface="Microsoft YaHei"/>
                <a:cs typeface="Microsoft YaHei"/>
              </a:defRPr>
            </a:lvl5pPr>
            <a:lvl6pPr algn="r">
              <a:buNone/>
              <a:defRPr sz="1050" b="0">
                <a:solidFill>
                  <a:srgbClr val="56657A"/>
                </a:solidFill>
                <a:latin typeface="Microsoft YaHei"/>
                <a:ea typeface="Microsoft YaHei"/>
                <a:cs typeface="Microsoft YaHei"/>
              </a:defRPr>
            </a:lvl6pPr>
            <a:lvl7pPr algn="r">
              <a:buNone/>
              <a:defRPr sz="1050" b="0">
                <a:solidFill>
                  <a:srgbClr val="56657A"/>
                </a:solidFill>
                <a:latin typeface="Microsoft YaHei"/>
                <a:ea typeface="Microsoft YaHei"/>
                <a:cs typeface="Microsoft YaHei"/>
              </a:defRPr>
            </a:lvl7pPr>
            <a:lvl8pPr algn="r">
              <a:buNone/>
              <a:defRPr sz="1050" b="0">
                <a:solidFill>
                  <a:srgbClr val="56657A"/>
                </a:solidFill>
                <a:latin typeface="Microsoft YaHei"/>
                <a:ea typeface="Microsoft YaHei"/>
                <a:cs typeface="Microsoft YaHei"/>
              </a:defRPr>
            </a:lvl8pPr>
            <a:lvl9pPr algn="r">
              <a:buNone/>
              <a:defRPr sz="1050" b="0">
                <a:solidFill>
                  <a:srgbClr val="56657A"/>
                </a:solidFill>
                <a:latin typeface="Microsoft YaHei"/>
                <a:ea typeface="Microsoft YaHei"/>
                <a:cs typeface="Microsoft YaHei"/>
              </a:defRPr>
            </a:lvl9pPr>
          </a:lstStyle>
          <a:p xmlns:a="http://schemas.openxmlformats.org/drawingml/2006/main">
            <a:pPr algn="r">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19 / 19</a:t>
            </a:r>
          </a:p>
        </p:txBody>
      </p:sp>
    </p:spTree>
    <p:extLst>
      <p:ext uri="{BB962C8B-B14F-4D97-AF65-F5344CB8AC3E}">
        <p14:creationId xmlns:p14="http://schemas.microsoft.com/office/powerpoint/2010/main" val="17785187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2026-10-27T04:13:48.1780000Z</dcterms:created>
  <dcterms:modified xsi:type="dcterms:W3CDTF">2026-10-27T04:13:48.1780000Z</dcterms:modified>
</coreProperties>
</file>